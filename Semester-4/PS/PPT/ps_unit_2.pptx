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07"/>
  </p:notesMasterIdLst>
  <p:handoutMasterIdLst>
    <p:handoutMasterId r:id="rId208"/>
  </p:handoutMasterIdLst>
  <p:sldIdLst>
    <p:sldId id="256" r:id="rId2"/>
    <p:sldId id="265" r:id="rId3"/>
    <p:sldId id="268" r:id="rId4"/>
    <p:sldId id="269" r:id="rId5"/>
    <p:sldId id="938" r:id="rId6"/>
    <p:sldId id="856" r:id="rId7"/>
    <p:sldId id="857" r:id="rId8"/>
    <p:sldId id="939" r:id="rId9"/>
    <p:sldId id="858" r:id="rId10"/>
    <p:sldId id="859" r:id="rId11"/>
    <p:sldId id="860" r:id="rId12"/>
    <p:sldId id="861" r:id="rId13"/>
    <p:sldId id="941" r:id="rId14"/>
    <p:sldId id="942" r:id="rId15"/>
    <p:sldId id="940" r:id="rId16"/>
    <p:sldId id="862" r:id="rId17"/>
    <p:sldId id="943" r:id="rId18"/>
    <p:sldId id="944" r:id="rId19"/>
    <p:sldId id="945" r:id="rId20"/>
    <p:sldId id="946" r:id="rId21"/>
    <p:sldId id="947" r:id="rId22"/>
    <p:sldId id="948" r:id="rId23"/>
    <p:sldId id="949" r:id="rId24"/>
    <p:sldId id="950" r:id="rId25"/>
    <p:sldId id="951" r:id="rId26"/>
    <p:sldId id="952" r:id="rId27"/>
    <p:sldId id="953" r:id="rId28"/>
    <p:sldId id="954" r:id="rId29"/>
    <p:sldId id="955" r:id="rId30"/>
    <p:sldId id="863" r:id="rId31"/>
    <p:sldId id="864" r:id="rId32"/>
    <p:sldId id="865" r:id="rId33"/>
    <p:sldId id="866" r:id="rId34"/>
    <p:sldId id="929" r:id="rId35"/>
    <p:sldId id="930" r:id="rId36"/>
    <p:sldId id="775" r:id="rId37"/>
    <p:sldId id="808" r:id="rId38"/>
    <p:sldId id="820" r:id="rId39"/>
    <p:sldId id="873" r:id="rId40"/>
    <p:sldId id="874" r:id="rId41"/>
    <p:sldId id="875" r:id="rId42"/>
    <p:sldId id="876" r:id="rId43"/>
    <p:sldId id="877" r:id="rId44"/>
    <p:sldId id="878" r:id="rId45"/>
    <p:sldId id="879" r:id="rId46"/>
    <p:sldId id="880" r:id="rId47"/>
    <p:sldId id="725" r:id="rId48"/>
    <p:sldId id="726" r:id="rId49"/>
    <p:sldId id="867" r:id="rId50"/>
    <p:sldId id="868" r:id="rId51"/>
    <p:sldId id="870" r:id="rId52"/>
    <p:sldId id="825" r:id="rId53"/>
    <p:sldId id="842" r:id="rId54"/>
    <p:sldId id="927" r:id="rId55"/>
    <p:sldId id="928" r:id="rId56"/>
    <p:sldId id="843" r:id="rId57"/>
    <p:sldId id="956" r:id="rId58"/>
    <p:sldId id="881" r:id="rId59"/>
    <p:sldId id="882" r:id="rId60"/>
    <p:sldId id="883" r:id="rId61"/>
    <p:sldId id="884" r:id="rId62"/>
    <p:sldId id="959" r:id="rId63"/>
    <p:sldId id="957" r:id="rId64"/>
    <p:sldId id="958" r:id="rId65"/>
    <p:sldId id="824" r:id="rId66"/>
    <p:sldId id="845" r:id="rId67"/>
    <p:sldId id="844" r:id="rId68"/>
    <p:sldId id="961" r:id="rId69"/>
    <p:sldId id="827" r:id="rId70"/>
    <p:sldId id="962" r:id="rId71"/>
    <p:sldId id="963" r:id="rId72"/>
    <p:sldId id="964" r:id="rId73"/>
    <p:sldId id="965" r:id="rId74"/>
    <p:sldId id="846" r:id="rId75"/>
    <p:sldId id="933" r:id="rId76"/>
    <p:sldId id="966" r:id="rId77"/>
    <p:sldId id="967" r:id="rId78"/>
    <p:sldId id="968" r:id="rId79"/>
    <p:sldId id="969" r:id="rId80"/>
    <p:sldId id="970" r:id="rId81"/>
    <p:sldId id="971" r:id="rId82"/>
    <p:sldId id="972" r:id="rId83"/>
    <p:sldId id="973" r:id="rId84"/>
    <p:sldId id="974" r:id="rId85"/>
    <p:sldId id="829" r:id="rId86"/>
    <p:sldId id="931" r:id="rId87"/>
    <p:sldId id="850" r:id="rId88"/>
    <p:sldId id="932" r:id="rId89"/>
    <p:sldId id="830" r:id="rId90"/>
    <p:sldId id="975" r:id="rId91"/>
    <p:sldId id="834" r:id="rId92"/>
    <p:sldId id="851" r:id="rId93"/>
    <p:sldId id="831" r:id="rId94"/>
    <p:sldId id="853" r:id="rId95"/>
    <p:sldId id="832" r:id="rId96"/>
    <p:sldId id="976" r:id="rId97"/>
    <p:sldId id="895" r:id="rId98"/>
    <p:sldId id="838" r:id="rId99"/>
    <p:sldId id="977" r:id="rId100"/>
    <p:sldId id="854" r:id="rId101"/>
    <p:sldId id="978" r:id="rId102"/>
    <p:sldId id="979" r:id="rId103"/>
    <p:sldId id="855" r:id="rId104"/>
    <p:sldId id="981" r:id="rId105"/>
    <p:sldId id="982" r:id="rId106"/>
    <p:sldId id="980" r:id="rId107"/>
    <p:sldId id="983" r:id="rId108"/>
    <p:sldId id="833" r:id="rId109"/>
    <p:sldId id="888" r:id="rId110"/>
    <p:sldId id="889" r:id="rId111"/>
    <p:sldId id="894" r:id="rId112"/>
    <p:sldId id="984" r:id="rId113"/>
    <p:sldId id="985" r:id="rId114"/>
    <p:sldId id="896" r:id="rId115"/>
    <p:sldId id="897" r:id="rId116"/>
    <p:sldId id="898" r:id="rId117"/>
    <p:sldId id="900" r:id="rId118"/>
    <p:sldId id="901" r:id="rId119"/>
    <p:sldId id="917" r:id="rId120"/>
    <p:sldId id="902" r:id="rId121"/>
    <p:sldId id="909" r:id="rId122"/>
    <p:sldId id="910" r:id="rId123"/>
    <p:sldId id="912" r:id="rId124"/>
    <p:sldId id="913" r:id="rId125"/>
    <p:sldId id="914" r:id="rId126"/>
    <p:sldId id="915" r:id="rId127"/>
    <p:sldId id="919" r:id="rId128"/>
    <p:sldId id="920" r:id="rId129"/>
    <p:sldId id="986" r:id="rId130"/>
    <p:sldId id="987" r:id="rId131"/>
    <p:sldId id="988" r:id="rId132"/>
    <p:sldId id="989" r:id="rId133"/>
    <p:sldId id="990" r:id="rId134"/>
    <p:sldId id="991" r:id="rId135"/>
    <p:sldId id="992" r:id="rId136"/>
    <p:sldId id="993" r:id="rId137"/>
    <p:sldId id="994" r:id="rId138"/>
    <p:sldId id="995" r:id="rId139"/>
    <p:sldId id="996" r:id="rId140"/>
    <p:sldId id="997" r:id="rId141"/>
    <p:sldId id="998" r:id="rId142"/>
    <p:sldId id="999" r:id="rId143"/>
    <p:sldId id="1000" r:id="rId144"/>
    <p:sldId id="1001" r:id="rId145"/>
    <p:sldId id="1002" r:id="rId146"/>
    <p:sldId id="1003" r:id="rId147"/>
    <p:sldId id="1006" r:id="rId148"/>
    <p:sldId id="1004" r:id="rId149"/>
    <p:sldId id="1005" r:id="rId150"/>
    <p:sldId id="1007" r:id="rId151"/>
    <p:sldId id="1008" r:id="rId152"/>
    <p:sldId id="1009" r:id="rId153"/>
    <p:sldId id="1010" r:id="rId154"/>
    <p:sldId id="1011" r:id="rId155"/>
    <p:sldId id="1012" r:id="rId156"/>
    <p:sldId id="1013" r:id="rId157"/>
    <p:sldId id="1016" r:id="rId158"/>
    <p:sldId id="1015" r:id="rId159"/>
    <p:sldId id="1017" r:id="rId160"/>
    <p:sldId id="1018" r:id="rId161"/>
    <p:sldId id="1019" r:id="rId162"/>
    <p:sldId id="1020" r:id="rId163"/>
    <p:sldId id="1021" r:id="rId164"/>
    <p:sldId id="1022" r:id="rId165"/>
    <p:sldId id="1023" r:id="rId166"/>
    <p:sldId id="1024" r:id="rId167"/>
    <p:sldId id="1025" r:id="rId168"/>
    <p:sldId id="1026" r:id="rId169"/>
    <p:sldId id="1027" r:id="rId170"/>
    <p:sldId id="1028" r:id="rId171"/>
    <p:sldId id="1029" r:id="rId172"/>
    <p:sldId id="1064" r:id="rId173"/>
    <p:sldId id="1030" r:id="rId174"/>
    <p:sldId id="1032" r:id="rId175"/>
    <p:sldId id="1033" r:id="rId176"/>
    <p:sldId id="1034" r:id="rId177"/>
    <p:sldId id="1036" r:id="rId178"/>
    <p:sldId id="1037" r:id="rId179"/>
    <p:sldId id="1038" r:id="rId180"/>
    <p:sldId id="1039" r:id="rId181"/>
    <p:sldId id="1040" r:id="rId182"/>
    <p:sldId id="1041" r:id="rId183"/>
    <p:sldId id="1042" r:id="rId184"/>
    <p:sldId id="1043" r:id="rId185"/>
    <p:sldId id="1044" r:id="rId186"/>
    <p:sldId id="1045" r:id="rId187"/>
    <p:sldId id="1046" r:id="rId188"/>
    <p:sldId id="1048" r:id="rId189"/>
    <p:sldId id="1049" r:id="rId190"/>
    <p:sldId id="1050" r:id="rId191"/>
    <p:sldId id="1052" r:id="rId192"/>
    <p:sldId id="1047" r:id="rId193"/>
    <p:sldId id="1053" r:id="rId194"/>
    <p:sldId id="1054" r:id="rId195"/>
    <p:sldId id="1055" r:id="rId196"/>
    <p:sldId id="1056" r:id="rId197"/>
    <p:sldId id="1057" r:id="rId198"/>
    <p:sldId id="1058" r:id="rId199"/>
    <p:sldId id="1059" r:id="rId200"/>
    <p:sldId id="1060" r:id="rId201"/>
    <p:sldId id="1065" r:id="rId202"/>
    <p:sldId id="1061" r:id="rId203"/>
    <p:sldId id="1062" r:id="rId204"/>
    <p:sldId id="1063" r:id="rId205"/>
    <p:sldId id="264" r:id="rId206"/>
  </p:sldIdLst>
  <p:sldSz cx="12192000" cy="6858000"/>
  <p:notesSz cx="6858000" cy="9144000"/>
  <p:embeddedFontLst>
    <p:embeddedFont>
      <p:font typeface="Calibri" panose="020F0502020204030204" pitchFamily="34" charset="0"/>
      <p:regular r:id="rId209"/>
      <p:bold r:id="rId210"/>
      <p:italic r:id="rId211"/>
      <p:boldItalic r:id="rId212"/>
    </p:embeddedFont>
    <p:embeddedFont>
      <p:font typeface="Cambria" panose="02040503050406030204" pitchFamily="18" charset="0"/>
      <p:regular r:id="rId213"/>
      <p:bold r:id="rId214"/>
      <p:italic r:id="rId215"/>
      <p:boldItalic r:id="rId216"/>
    </p:embeddedFont>
    <p:embeddedFont>
      <p:font typeface="Cambria Math" panose="02040503050406030204" pitchFamily="18" charset="0"/>
      <p:regular r:id="rId217"/>
    </p:embeddedFont>
    <p:embeddedFont>
      <p:font typeface="Roboto Condensed" panose="02000000000000000000" pitchFamily="2" charset="0"/>
      <p:regular r:id="rId218"/>
      <p:bold r:id="rId219"/>
      <p:italic r:id="rId220"/>
      <p:boldItalic r:id="rId221"/>
    </p:embeddedFont>
    <p:embeddedFont>
      <p:font typeface="Roboto Condensed Light" panose="02000000000000000000" pitchFamily="2" charset="0"/>
      <p:regular r:id="rId222"/>
      <p:italic r:id="rId223"/>
    </p:embeddedFont>
    <p:embeddedFont>
      <p:font typeface="Wingdings 3" panose="05040102010807070707" pitchFamily="18" charset="2"/>
      <p:regular r:id="rId2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asujain39@gmail.com" initials="v" lastIdx="1" clrIdx="0">
    <p:extLst>
      <p:ext uri="{19B8F6BF-5375-455C-9EA6-DF929625EA0E}">
        <p15:presenceInfo xmlns:p15="http://schemas.microsoft.com/office/powerpoint/2012/main" userId="4e3c4d1726c659f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4742"/>
    <a:srgbClr val="C25956"/>
    <a:srgbClr val="003366"/>
    <a:srgbClr val="000066"/>
    <a:srgbClr val="660033"/>
    <a:srgbClr val="301B92"/>
    <a:srgbClr val="1282FE"/>
    <a:srgbClr val="F2F2F2"/>
    <a:srgbClr val="C8A9F1"/>
    <a:srgbClr val="A16B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54" autoAdjust="0"/>
    <p:restoredTop sz="93663" autoAdjust="0"/>
  </p:normalViewPr>
  <p:slideViewPr>
    <p:cSldViewPr snapToGrid="0">
      <p:cViewPr varScale="1">
        <p:scale>
          <a:sx n="59" d="100"/>
          <a:sy n="59" d="100"/>
        </p:scale>
        <p:origin x="1104" y="72"/>
      </p:cViewPr>
      <p:guideLst/>
    </p:cSldViewPr>
  </p:slideViewPr>
  <p:outlineViewPr>
    <p:cViewPr>
      <p:scale>
        <a:sx n="33" d="100"/>
        <a:sy n="33" d="100"/>
      </p:scale>
      <p:origin x="0" y="-228"/>
    </p:cViewPr>
  </p:outlineViewPr>
  <p:notesTextViewPr>
    <p:cViewPr>
      <p:scale>
        <a:sx n="1" d="1"/>
        <a:sy n="1" d="1"/>
      </p:scale>
      <p:origin x="0" y="0"/>
    </p:cViewPr>
  </p:notesTextViewPr>
  <p:sorterViewPr>
    <p:cViewPr>
      <p:scale>
        <a:sx n="100" d="100"/>
        <a:sy n="100" d="100"/>
      </p:scale>
      <p:origin x="0" y="-7236"/>
    </p:cViewPr>
  </p:sorterViewPr>
  <p:notesViewPr>
    <p:cSldViewPr snapToGrid="0">
      <p:cViewPr varScale="1">
        <p:scale>
          <a:sx n="47" d="100"/>
          <a:sy n="47" d="100"/>
        </p:scale>
        <p:origin x="2040" y="36"/>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font" Target="fonts/font8.fntdata"/><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viewProps" Target="viewProp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font" Target="fonts/font9.fntdata"/><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notesMaster" Target="notesMasters/notesMaster1.xml"/><Relationship Id="rId228" Type="http://schemas.openxmlformats.org/officeDocument/2006/relationships/theme" Target="theme/theme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font" Target="fonts/font10.fntdata"/><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handoutMaster" Target="handoutMasters/handoutMaster1.xml"/><Relationship Id="rId229" Type="http://schemas.openxmlformats.org/officeDocument/2006/relationships/tableStyles" Target="tableStyles.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font" Target="fonts/font11.fntdata"/><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font" Target="fonts/font1.fntdata"/><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font" Target="fonts/font12.fntdata"/><Relationship Id="rId225" Type="http://schemas.openxmlformats.org/officeDocument/2006/relationships/commentAuthors" Target="commentAuthor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font" Target="fonts/font2.fntdata"/><Relationship Id="rId215" Type="http://schemas.openxmlformats.org/officeDocument/2006/relationships/font" Target="fonts/font7.fntdata"/><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font" Target="fonts/font13.fntdata"/><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font" Target="fonts/font3.fntdata"/><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font" Target="fonts/font14.fntdata"/><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font" Target="fonts/font4.fntdata"/><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font" Target="fonts/font15.fntdata"/><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font" Target="fonts/font5.fntdata"/><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font" Target="fonts/font16.fntdata"/><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font" Target="fonts/font6.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40691E0-E0E7-464F-892B-71ACC2518A4D}" type="datetimeFigureOut">
              <a:rPr lang="en-US" smtClean="0"/>
              <a:t>11/24/2024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53689D-5810-4E66-9D5F-1657D824CFAB}" type="slidenum">
              <a:rPr lang="en-US" smtClean="0"/>
              <a:t>‹#›</a:t>
            </a:fld>
            <a:endParaRPr lang="en-US"/>
          </a:p>
        </p:txBody>
      </p:sp>
    </p:spTree>
    <p:extLst>
      <p:ext uri="{BB962C8B-B14F-4D97-AF65-F5344CB8AC3E}">
        <p14:creationId xmlns:p14="http://schemas.microsoft.com/office/powerpoint/2010/main" val="9870960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11/24/2024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52</a:t>
            </a:fld>
            <a:endParaRPr lang="en-US"/>
          </a:p>
        </p:txBody>
      </p:sp>
    </p:spTree>
    <p:extLst>
      <p:ext uri="{BB962C8B-B14F-4D97-AF65-F5344CB8AC3E}">
        <p14:creationId xmlns:p14="http://schemas.microsoft.com/office/powerpoint/2010/main" val="884171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92</a:t>
            </a:fld>
            <a:endParaRPr lang="en-US"/>
          </a:p>
        </p:txBody>
      </p:sp>
    </p:spTree>
    <p:extLst>
      <p:ext uri="{BB962C8B-B14F-4D97-AF65-F5344CB8AC3E}">
        <p14:creationId xmlns:p14="http://schemas.microsoft.com/office/powerpoint/2010/main" val="360398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150</a:t>
            </a:fld>
            <a:endParaRPr lang="en-US" dirty="0"/>
          </a:p>
        </p:txBody>
      </p:sp>
    </p:spTree>
    <p:extLst>
      <p:ext uri="{BB962C8B-B14F-4D97-AF65-F5344CB8AC3E}">
        <p14:creationId xmlns:p14="http://schemas.microsoft.com/office/powerpoint/2010/main" val="14611145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151</a:t>
            </a:fld>
            <a:endParaRPr lang="en-US" dirty="0"/>
          </a:p>
        </p:txBody>
      </p:sp>
    </p:spTree>
    <p:extLst>
      <p:ext uri="{BB962C8B-B14F-4D97-AF65-F5344CB8AC3E}">
        <p14:creationId xmlns:p14="http://schemas.microsoft.com/office/powerpoint/2010/main" val="515712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152</a:t>
            </a:fld>
            <a:endParaRPr lang="en-US" dirty="0"/>
          </a:p>
        </p:txBody>
      </p:sp>
    </p:spTree>
    <p:extLst>
      <p:ext uri="{BB962C8B-B14F-4D97-AF65-F5344CB8AC3E}">
        <p14:creationId xmlns:p14="http://schemas.microsoft.com/office/powerpoint/2010/main" val="16081187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170</a:t>
            </a:fld>
            <a:endParaRPr lang="en-US" dirty="0"/>
          </a:p>
        </p:txBody>
      </p:sp>
    </p:spTree>
    <p:extLst>
      <p:ext uri="{BB962C8B-B14F-4D97-AF65-F5344CB8AC3E}">
        <p14:creationId xmlns:p14="http://schemas.microsoft.com/office/powerpoint/2010/main" val="1406770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171</a:t>
            </a:fld>
            <a:endParaRPr lang="en-US" dirty="0"/>
          </a:p>
        </p:txBody>
      </p:sp>
    </p:spTree>
    <p:extLst>
      <p:ext uri="{BB962C8B-B14F-4D97-AF65-F5344CB8AC3E}">
        <p14:creationId xmlns:p14="http://schemas.microsoft.com/office/powerpoint/2010/main" val="506754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172</a:t>
            </a:fld>
            <a:endParaRPr lang="en-US" dirty="0"/>
          </a:p>
        </p:txBody>
      </p:sp>
    </p:spTree>
    <p:extLst>
      <p:ext uri="{BB962C8B-B14F-4D97-AF65-F5344CB8AC3E}">
        <p14:creationId xmlns:p14="http://schemas.microsoft.com/office/powerpoint/2010/main" val="272286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173</a:t>
            </a:fld>
            <a:endParaRPr lang="en-US" dirty="0"/>
          </a:p>
        </p:txBody>
      </p:sp>
    </p:spTree>
    <p:extLst>
      <p:ext uri="{BB962C8B-B14F-4D97-AF65-F5344CB8AC3E}">
        <p14:creationId xmlns:p14="http://schemas.microsoft.com/office/powerpoint/2010/main" val="15146707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174</a:t>
            </a:fld>
            <a:endParaRPr lang="en-US" dirty="0"/>
          </a:p>
        </p:txBody>
      </p:sp>
    </p:spTree>
    <p:extLst>
      <p:ext uri="{BB962C8B-B14F-4D97-AF65-F5344CB8AC3E}">
        <p14:creationId xmlns:p14="http://schemas.microsoft.com/office/powerpoint/2010/main" val="30115659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png"/><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1.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2.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4.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11.png"/><Relationship Id="rId9" Type="http://schemas.openxmlformats.org/officeDocument/2006/relationships/image" Target="../media/image10.jpeg"/></Relationships>
</file>

<file path=ppt/slideLayouts/_rels/slideLayout15.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6.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7.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3.png"/><Relationship Id="rId7"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png"/><Relationship Id="rId5" Type="http://schemas.openxmlformats.org/officeDocument/2006/relationships/image" Target="../media/image7.png"/><Relationship Id="rId10" Type="http://schemas.openxmlformats.org/officeDocument/2006/relationships/image" Target="../media/image10.jpeg"/><Relationship Id="rId4" Type="http://schemas.openxmlformats.org/officeDocument/2006/relationships/image" Target="../media/image6.png"/><Relationship Id="rId9" Type="http://schemas.openxmlformats.org/officeDocument/2006/relationships/image" Target="../media/image13.jpeg"/></Relationships>
</file>

<file path=ppt/slideLayouts/_rels/slideLayout20.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9A329F3-B4EA-403B-BD1C-FDD65D8E9D3F}"/>
              </a:ext>
            </a:extLst>
          </p:cNvPr>
          <p:cNvGrpSpPr/>
          <p:nvPr userDrawn="1"/>
        </p:nvGrpSpPr>
        <p:grpSpPr>
          <a:xfrm>
            <a:off x="10721798" y="852808"/>
            <a:ext cx="1339023" cy="407045"/>
            <a:chOff x="10721798" y="852808"/>
            <a:chExt cx="1339023" cy="407045"/>
          </a:xfrm>
        </p:grpSpPr>
        <p:pic>
          <p:nvPicPr>
            <p:cNvPr id="16" name="Picture 15">
              <a:extLst>
                <a:ext uri="{FF2B5EF4-FFF2-40B4-BE49-F238E27FC236}">
                  <a16:creationId xmlns:a16="http://schemas.microsoft.com/office/drawing/2014/main" id="{F0325C5E-F004-43A9-9277-53A0BD206A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4B63808E-204C-4894-A747-B51DDC7425C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userDrawn="1">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lnSpc>
                <a:spcPct val="125000"/>
              </a:lnSpc>
              <a:spcBef>
                <a:spcPts val="1000"/>
              </a:spcBef>
              <a:buClr>
                <a:schemeClr val="accent6"/>
              </a:buClr>
              <a:buFont typeface="Wingdings 3" panose="05040102010807070707" pitchFamily="18" charset="2"/>
              <a:buChar char=""/>
              <a:defRPr sz="2800">
                <a:solidFill>
                  <a:srgbClr val="002060"/>
                </a:solidFill>
              </a:defRPr>
            </a:lvl1pPr>
            <a:lvl2pPr marL="623888" indent="-352425" algn="just">
              <a:lnSpc>
                <a:spcPct val="125000"/>
              </a:lnSpc>
              <a:spcBef>
                <a:spcPts val="1000"/>
              </a:spcBef>
              <a:buClr>
                <a:schemeClr val="accent6"/>
              </a:buClr>
              <a:buFont typeface="Wingdings 3" panose="05040102010807070707" pitchFamily="18" charset="2"/>
              <a:buChar char=""/>
              <a:defRPr sz="2800">
                <a:solidFill>
                  <a:srgbClr val="002060"/>
                </a:solidFill>
              </a:defRPr>
            </a:lvl2pPr>
            <a:lvl3pPr marL="900113" indent="-228600" algn="just">
              <a:lnSpc>
                <a:spcPct val="125000"/>
              </a:lnSpc>
              <a:spcBef>
                <a:spcPts val="1000"/>
              </a:spcBef>
              <a:buClr>
                <a:schemeClr val="accent6"/>
              </a:buClr>
              <a:buFont typeface="Wingdings" panose="05000000000000000000" pitchFamily="2" charset="2"/>
              <a:buChar char="§"/>
              <a:defRPr sz="2800">
                <a:solidFill>
                  <a:srgbClr val="002060"/>
                </a:solidFill>
              </a:defRPr>
            </a:lvl3pPr>
            <a:lvl4pPr marL="1262063" indent="-228600" algn="just">
              <a:lnSpc>
                <a:spcPct val="125000"/>
              </a:lnSpc>
              <a:spcBef>
                <a:spcPts val="1000"/>
              </a:spcBef>
              <a:buClr>
                <a:schemeClr val="accent6"/>
              </a:buClr>
              <a:defRPr sz="2800">
                <a:solidFill>
                  <a:srgbClr val="002060"/>
                </a:solidFill>
              </a:defRPr>
            </a:lvl4pPr>
            <a:lvl5pPr marL="1611313" indent="-228600" algn="just">
              <a:lnSpc>
                <a:spcPct val="125000"/>
              </a:lnSpc>
              <a:spcBef>
                <a:spcPts val="1000"/>
              </a:spcBef>
              <a:buClr>
                <a:schemeClr val="accent6"/>
              </a:buClr>
              <a:defRPr sz="2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Date Placeholder 1">
            <a:extLst>
              <a:ext uri="{FF2B5EF4-FFF2-40B4-BE49-F238E27FC236}">
                <a16:creationId xmlns:a16="http://schemas.microsoft.com/office/drawing/2014/main" id="{BDCCD67D-FD1C-45DA-9071-29F9F47A3494}"/>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Vasudev </a:t>
            </a:r>
            <a:r>
              <a:rPr lang="en-US" sz="1200" b="0" kern="1200" dirty="0" err="1">
                <a:solidFill>
                  <a:schemeClr val="tx1">
                    <a:lumMod val="90000"/>
                    <a:lumOff val="10000"/>
                  </a:schemeClr>
                </a:solidFill>
                <a:latin typeface="+mn-lt"/>
                <a:ea typeface="+mn-ea"/>
                <a:cs typeface="+mn-cs"/>
              </a:rPr>
              <a:t>Barjadiya</a:t>
            </a:r>
            <a:endParaRPr lang="en-US" sz="1200" b="0" kern="1200" dirty="0">
              <a:solidFill>
                <a:schemeClr val="tx1">
                  <a:lumMod val="90000"/>
                  <a:lumOff val="10000"/>
                </a:schemeClr>
              </a:solidFill>
              <a:latin typeface="+mn-lt"/>
              <a:ea typeface="+mn-ea"/>
              <a:cs typeface="+mn-cs"/>
            </a:endParaRPr>
          </a:p>
        </p:txBody>
      </p:sp>
      <p:sp>
        <p:nvSpPr>
          <p:cNvPr id="22" name="Footer Placeholder 2">
            <a:extLst>
              <a:ext uri="{FF2B5EF4-FFF2-40B4-BE49-F238E27FC236}">
                <a16:creationId xmlns:a16="http://schemas.microsoft.com/office/drawing/2014/main" id="{DF949A34-812B-4860-89D9-F866C155599E}"/>
              </a:ext>
            </a:extLst>
          </p:cNvPr>
          <p:cNvSpPr txBox="1">
            <a:spLocks/>
          </p:cNvSpPr>
          <p:nvPr userDrawn="1"/>
        </p:nvSpPr>
        <p:spPr>
          <a:xfrm>
            <a:off x="3357601" y="6604000"/>
            <a:ext cx="54767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#2301HS402 (</a:t>
            </a:r>
            <a:r>
              <a:rPr lang="en-IN" sz="1200" b="0" kern="1200" dirty="0">
                <a:solidFill>
                  <a:schemeClr val="tx1">
                    <a:lumMod val="90000"/>
                    <a:lumOff val="10000"/>
                  </a:schemeClr>
                </a:solidFill>
                <a:latin typeface="+mn-lt"/>
                <a:ea typeface="+mn-ea"/>
                <a:cs typeface="+mn-cs"/>
              </a:rPr>
              <a:t>Probability &amp; Statistics</a:t>
            </a:r>
            <a:r>
              <a:rPr lang="en-US" sz="1200" b="0" kern="1200" dirty="0">
                <a:solidFill>
                  <a:schemeClr val="tx1">
                    <a:lumMod val="90000"/>
                    <a:lumOff val="10000"/>
                  </a:schemeClr>
                </a:solidFill>
                <a:latin typeface="+mn-lt"/>
                <a:ea typeface="+mn-ea"/>
                <a:cs typeface="+mn-cs"/>
              </a:rPr>
              <a: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2 – </a:t>
            </a:r>
            <a:r>
              <a:rPr lang="en-IN" sz="1200" b="0" kern="1200" dirty="0">
                <a:solidFill>
                  <a:schemeClr val="tx1">
                    <a:lumMod val="90000"/>
                    <a:lumOff val="10000"/>
                  </a:schemeClr>
                </a:solidFill>
                <a:latin typeface="+mn-lt"/>
                <a:ea typeface="+mn-ea"/>
                <a:cs typeface="+mn-cs"/>
              </a:rPr>
              <a:t>Probability </a:t>
            </a:r>
            <a:endParaRPr lang="en-US" sz="1200" b="0" kern="1200" dirty="0">
              <a:solidFill>
                <a:schemeClr val="tx1">
                  <a:lumMod val="90000"/>
                  <a:lumOff val="10000"/>
                </a:schemeClr>
              </a:solidFill>
              <a:latin typeface="+mn-lt"/>
              <a:ea typeface="+mn-ea"/>
              <a:cs typeface="+mn-cs"/>
            </a:endParaRPr>
          </a:p>
        </p:txBody>
      </p:sp>
    </p:spTree>
    <p:extLst>
      <p:ext uri="{BB962C8B-B14F-4D97-AF65-F5344CB8AC3E}">
        <p14:creationId xmlns:p14="http://schemas.microsoft.com/office/powerpoint/2010/main" val="3466633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19E228D-B2BD-4EFA-9FE9-86D81DDC600E}"/>
              </a:ext>
            </a:extLst>
          </p:cNvPr>
          <p:cNvGrpSpPr/>
          <p:nvPr userDrawn="1"/>
        </p:nvGrpSpPr>
        <p:grpSpPr>
          <a:xfrm>
            <a:off x="10721797" y="6047527"/>
            <a:ext cx="1339023" cy="407045"/>
            <a:chOff x="10721798" y="852808"/>
            <a:chExt cx="1339023" cy="407045"/>
          </a:xfrm>
        </p:grpSpPr>
        <p:pic>
          <p:nvPicPr>
            <p:cNvPr id="25" name="Picture 2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lnSpc>
                <a:spcPct val="125000"/>
              </a:lnSpc>
              <a:spcBef>
                <a:spcPts val="1000"/>
              </a:spcBef>
              <a:buClr>
                <a:schemeClr val="accent6"/>
              </a:buClr>
              <a:buFont typeface="Wingdings 3" panose="05040102010807070707" pitchFamily="18" charset="2"/>
              <a:buChar char=""/>
              <a:defRPr sz="2800">
                <a:solidFill>
                  <a:srgbClr val="002060"/>
                </a:solidFill>
              </a:defRPr>
            </a:lvl1pPr>
            <a:lvl2pPr marL="623888" indent="-352425" algn="just">
              <a:lnSpc>
                <a:spcPct val="125000"/>
              </a:lnSpc>
              <a:spcBef>
                <a:spcPts val="1000"/>
              </a:spcBef>
              <a:buClr>
                <a:schemeClr val="accent6"/>
              </a:buClr>
              <a:buFont typeface="Wingdings 3" panose="05040102010807070707" pitchFamily="18" charset="2"/>
              <a:buChar char=""/>
              <a:defRPr sz="2800">
                <a:solidFill>
                  <a:srgbClr val="002060"/>
                </a:solidFill>
              </a:defRPr>
            </a:lvl2pPr>
            <a:lvl3pPr marL="900113" indent="-228600" algn="just">
              <a:lnSpc>
                <a:spcPct val="125000"/>
              </a:lnSpc>
              <a:spcBef>
                <a:spcPts val="1000"/>
              </a:spcBef>
              <a:buClr>
                <a:schemeClr val="accent6"/>
              </a:buClr>
              <a:buFont typeface="Wingdings" panose="05000000000000000000" pitchFamily="2" charset="2"/>
              <a:buChar char="§"/>
              <a:defRPr sz="2800">
                <a:solidFill>
                  <a:srgbClr val="002060"/>
                </a:solidFill>
              </a:defRPr>
            </a:lvl3pPr>
            <a:lvl4pPr marL="1262063" indent="-228600" algn="just">
              <a:lnSpc>
                <a:spcPct val="125000"/>
              </a:lnSpc>
              <a:spcBef>
                <a:spcPts val="1000"/>
              </a:spcBef>
              <a:buClr>
                <a:schemeClr val="accent6"/>
              </a:buClr>
              <a:defRPr sz="2800">
                <a:solidFill>
                  <a:srgbClr val="002060"/>
                </a:solidFill>
              </a:defRPr>
            </a:lvl4pPr>
            <a:lvl5pPr marL="1612900" indent="-228600" algn="just">
              <a:lnSpc>
                <a:spcPct val="125000"/>
              </a:lnSpc>
              <a:spcBef>
                <a:spcPts val="1000"/>
              </a:spcBef>
              <a:buClr>
                <a:schemeClr val="accent6"/>
              </a:buClr>
              <a:defRPr sz="2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Vasudev </a:t>
            </a:r>
            <a:r>
              <a:rPr lang="en-US" sz="1200" b="0" kern="1200" dirty="0" err="1">
                <a:solidFill>
                  <a:schemeClr val="tx1">
                    <a:lumMod val="90000"/>
                    <a:lumOff val="10000"/>
                  </a:schemeClr>
                </a:solidFill>
                <a:latin typeface="+mn-lt"/>
                <a:ea typeface="+mn-ea"/>
                <a:cs typeface="+mn-cs"/>
              </a:rPr>
              <a:t>Barjadiya</a:t>
            </a:r>
            <a:endParaRPr lang="en-US" sz="1200" b="0" kern="1200" dirty="0">
              <a:solidFill>
                <a:schemeClr val="tx1">
                  <a:lumMod val="90000"/>
                  <a:lumOff val="10000"/>
                </a:schemeClr>
              </a:solidFill>
              <a:latin typeface="+mn-lt"/>
              <a:ea typeface="+mn-ea"/>
              <a:cs typeface="+mn-cs"/>
            </a:endParaRPr>
          </a:p>
        </p:txBody>
      </p:sp>
      <p:sp>
        <p:nvSpPr>
          <p:cNvPr id="21" name="Footer Placeholder 2">
            <a:extLst>
              <a:ext uri="{FF2B5EF4-FFF2-40B4-BE49-F238E27FC236}">
                <a16:creationId xmlns:a16="http://schemas.microsoft.com/office/drawing/2014/main" id="{9C7C6425-95C6-4F77-9939-B229EF19FA43}"/>
              </a:ext>
            </a:extLst>
          </p:cNvPr>
          <p:cNvSpPr txBox="1">
            <a:spLocks/>
          </p:cNvSpPr>
          <p:nvPr userDrawn="1"/>
        </p:nvSpPr>
        <p:spPr>
          <a:xfrm>
            <a:off x="3357601" y="6604000"/>
            <a:ext cx="54767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#2301HS402 (</a:t>
            </a:r>
            <a:r>
              <a:rPr lang="en-IN" sz="1200" b="0" kern="1200" dirty="0">
                <a:solidFill>
                  <a:schemeClr val="tx1">
                    <a:lumMod val="90000"/>
                    <a:lumOff val="10000"/>
                  </a:schemeClr>
                </a:solidFill>
                <a:latin typeface="+mn-lt"/>
                <a:ea typeface="+mn-ea"/>
                <a:cs typeface="+mn-cs"/>
              </a:rPr>
              <a:t>Probability &amp; Statistics</a:t>
            </a:r>
            <a:r>
              <a:rPr lang="en-US" sz="1200" b="0" kern="1200" dirty="0">
                <a:solidFill>
                  <a:schemeClr val="tx1">
                    <a:lumMod val="90000"/>
                    <a:lumOff val="10000"/>
                  </a:schemeClr>
                </a:solidFill>
                <a:latin typeface="+mn-lt"/>
                <a:ea typeface="+mn-ea"/>
                <a:cs typeface="+mn-cs"/>
              </a:rPr>
              <a: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2 – </a:t>
            </a:r>
            <a:r>
              <a:rPr lang="en-IN" sz="1200" b="0" kern="1200" dirty="0">
                <a:solidFill>
                  <a:schemeClr val="tx1">
                    <a:lumMod val="90000"/>
                    <a:lumOff val="10000"/>
                  </a:schemeClr>
                </a:solidFill>
                <a:latin typeface="+mn-lt"/>
                <a:ea typeface="+mn-ea"/>
                <a:cs typeface="+mn-cs"/>
              </a:rPr>
              <a:t>Probability </a:t>
            </a:r>
            <a:endParaRPr lang="en-US" sz="1200" b="0" kern="1200" dirty="0">
              <a:solidFill>
                <a:schemeClr val="tx1">
                  <a:lumMod val="90000"/>
                  <a:lumOff val="10000"/>
                </a:schemeClr>
              </a:solidFill>
              <a:latin typeface="+mn-lt"/>
              <a:ea typeface="+mn-ea"/>
              <a:cs typeface="+mn-cs"/>
            </a:endParaRPr>
          </a:p>
        </p:txBody>
      </p:sp>
    </p:spTree>
    <p:extLst>
      <p:ext uri="{BB962C8B-B14F-4D97-AF65-F5344CB8AC3E}">
        <p14:creationId xmlns:p14="http://schemas.microsoft.com/office/powerpoint/2010/main" val="4202761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lnSpc>
                <a:spcPct val="125000"/>
              </a:lnSpc>
              <a:spcBef>
                <a:spcPts val="1000"/>
              </a:spcBef>
              <a:buClr>
                <a:schemeClr val="accent6"/>
              </a:buClr>
              <a:buFont typeface="Wingdings 3" panose="05040102010807070707" pitchFamily="18" charset="2"/>
              <a:buChar char=""/>
              <a:defRPr sz="2800">
                <a:solidFill>
                  <a:srgbClr val="002060"/>
                </a:solidFill>
              </a:defRPr>
            </a:lvl1pPr>
            <a:lvl2pPr marL="628650" indent="-352425" algn="just">
              <a:lnSpc>
                <a:spcPct val="125000"/>
              </a:lnSpc>
              <a:spcBef>
                <a:spcPts val="1000"/>
              </a:spcBef>
              <a:buClr>
                <a:schemeClr val="accent6"/>
              </a:buClr>
              <a:buFont typeface="Wingdings 3" panose="05040102010807070707" pitchFamily="18" charset="2"/>
              <a:buChar char=""/>
              <a:defRPr sz="2800">
                <a:solidFill>
                  <a:srgbClr val="002060"/>
                </a:solidFill>
              </a:defRPr>
            </a:lvl2pPr>
            <a:lvl3pPr marL="895350" indent="-228600" algn="just">
              <a:lnSpc>
                <a:spcPct val="125000"/>
              </a:lnSpc>
              <a:spcBef>
                <a:spcPts val="1000"/>
              </a:spcBef>
              <a:buClr>
                <a:schemeClr val="accent6"/>
              </a:buClr>
              <a:buFont typeface="Wingdings" panose="05000000000000000000" pitchFamily="2" charset="2"/>
              <a:buChar char="§"/>
              <a:defRPr sz="2800">
                <a:solidFill>
                  <a:srgbClr val="002060"/>
                </a:solidFill>
              </a:defRPr>
            </a:lvl3pPr>
            <a:lvl4pPr marL="1257300" indent="-228600" algn="just">
              <a:lnSpc>
                <a:spcPct val="125000"/>
              </a:lnSpc>
              <a:spcBef>
                <a:spcPts val="1000"/>
              </a:spcBef>
              <a:buClr>
                <a:schemeClr val="accent6"/>
              </a:buClr>
              <a:defRPr sz="2800">
                <a:solidFill>
                  <a:srgbClr val="002060"/>
                </a:solidFill>
              </a:defRPr>
            </a:lvl4pPr>
            <a:lvl5pPr marL="1619250" indent="-228600" algn="just">
              <a:lnSpc>
                <a:spcPct val="125000"/>
              </a:lnSpc>
              <a:spcBef>
                <a:spcPts val="1000"/>
              </a:spcBef>
              <a:buClr>
                <a:schemeClr val="accent6"/>
              </a:buClr>
              <a:defRPr sz="2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1">
            <a:extLst>
              <a:ext uri="{FF2B5EF4-FFF2-40B4-BE49-F238E27FC236}">
                <a16:creationId xmlns:a16="http://schemas.microsoft.com/office/drawing/2014/main" id="{8805933F-A132-4F27-9B63-76662C25EE8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Vasudev </a:t>
            </a:r>
            <a:r>
              <a:rPr lang="en-US" sz="1200" b="0" kern="1200" dirty="0" err="1">
                <a:solidFill>
                  <a:schemeClr val="tx1">
                    <a:lumMod val="90000"/>
                    <a:lumOff val="10000"/>
                  </a:schemeClr>
                </a:solidFill>
                <a:latin typeface="+mn-lt"/>
                <a:ea typeface="+mn-ea"/>
                <a:cs typeface="+mn-cs"/>
              </a:rPr>
              <a:t>Barjadiya</a:t>
            </a:r>
            <a:endParaRPr lang="en-US" sz="1200" b="0" kern="1200" dirty="0">
              <a:solidFill>
                <a:schemeClr val="tx1">
                  <a:lumMod val="90000"/>
                  <a:lumOff val="10000"/>
                </a:schemeClr>
              </a:solidFill>
              <a:latin typeface="+mn-lt"/>
              <a:ea typeface="+mn-ea"/>
              <a:cs typeface="+mn-cs"/>
            </a:endParaRPr>
          </a:p>
        </p:txBody>
      </p:sp>
      <p:sp>
        <p:nvSpPr>
          <p:cNvPr id="15" name="Footer Placeholder 2">
            <a:extLst>
              <a:ext uri="{FF2B5EF4-FFF2-40B4-BE49-F238E27FC236}">
                <a16:creationId xmlns:a16="http://schemas.microsoft.com/office/drawing/2014/main" id="{31BD2762-073C-4A6C-A015-82D707DA9D9F}"/>
              </a:ext>
            </a:extLst>
          </p:cNvPr>
          <p:cNvSpPr txBox="1">
            <a:spLocks/>
          </p:cNvSpPr>
          <p:nvPr userDrawn="1"/>
        </p:nvSpPr>
        <p:spPr>
          <a:xfrm>
            <a:off x="3357601" y="6604000"/>
            <a:ext cx="54767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#2301HS402 (</a:t>
            </a:r>
            <a:r>
              <a:rPr lang="en-IN" sz="1200" b="0" kern="1200" dirty="0">
                <a:solidFill>
                  <a:schemeClr val="tx1">
                    <a:lumMod val="90000"/>
                    <a:lumOff val="10000"/>
                  </a:schemeClr>
                </a:solidFill>
                <a:latin typeface="+mn-lt"/>
                <a:ea typeface="+mn-ea"/>
                <a:cs typeface="+mn-cs"/>
              </a:rPr>
              <a:t>Probability &amp; Statistics</a:t>
            </a:r>
            <a:r>
              <a:rPr lang="en-US" sz="1200" b="0" kern="1200" dirty="0">
                <a:solidFill>
                  <a:schemeClr val="tx1">
                    <a:lumMod val="90000"/>
                    <a:lumOff val="10000"/>
                  </a:schemeClr>
                </a:solidFill>
                <a:latin typeface="+mn-lt"/>
                <a:ea typeface="+mn-ea"/>
                <a:cs typeface="+mn-cs"/>
              </a:rPr>
              <a: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2 – </a:t>
            </a:r>
            <a:r>
              <a:rPr lang="en-IN" sz="1200" b="0" kern="1200" dirty="0">
                <a:solidFill>
                  <a:schemeClr val="tx1">
                    <a:lumMod val="90000"/>
                    <a:lumOff val="10000"/>
                  </a:schemeClr>
                </a:solidFill>
                <a:latin typeface="+mn-lt"/>
                <a:ea typeface="+mn-ea"/>
                <a:cs typeface="+mn-cs"/>
              </a:rPr>
              <a:t>Probability </a:t>
            </a:r>
            <a:endParaRPr lang="en-US" sz="1200" b="0" kern="1200" dirty="0">
              <a:solidFill>
                <a:schemeClr val="tx1">
                  <a:lumMod val="90000"/>
                  <a:lumOff val="10000"/>
                </a:schemeClr>
              </a:solidFill>
              <a:latin typeface="+mn-lt"/>
              <a:ea typeface="+mn-ea"/>
              <a:cs typeface="+mn-cs"/>
            </a:endParaRPr>
          </a:p>
        </p:txBody>
      </p:sp>
    </p:spTree>
    <p:extLst>
      <p:ext uri="{BB962C8B-B14F-4D97-AF65-F5344CB8AC3E}">
        <p14:creationId xmlns:p14="http://schemas.microsoft.com/office/powerpoint/2010/main" val="346862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vert="horz" lIns="91440" tIns="45720" rIns="91440" bIns="45720" rtlCol="0" anchor="b">
            <a:noAutofit/>
          </a:bodyPr>
          <a:lstStyle>
            <a:lvl1pPr>
              <a:defRPr lang="en-US" sz="6000" b="1"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marL="0" lvl="0" indent="0">
              <a:buFont typeface="Arial" panose="020B0604020202020204" pitchFamily="34" charset="0"/>
            </a:pPr>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normAutofit/>
          </a:bodyPr>
          <a:lstStyle>
            <a:lvl1pPr marL="0" indent="0">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grpSp>
        <p:nvGrpSpPr>
          <p:cNvPr id="10" name="Group 9">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5" name="Picture 14">
              <a:extLst>
                <a:ext uri="{FF2B5EF4-FFF2-40B4-BE49-F238E27FC236}">
                  <a16:creationId xmlns:a16="http://schemas.microsoft.com/office/drawing/2014/main" id="{B49C31A0-0173-45C3-B715-F73A797EA64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6" name="Rectangle 1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1AA5C57A-F840-488A-AACF-E658D398FCEC}"/>
              </a:ext>
            </a:extLst>
          </p:cNvPr>
          <p:cNvGrpSpPr/>
          <p:nvPr userDrawn="1"/>
        </p:nvGrpSpPr>
        <p:grpSpPr>
          <a:xfrm>
            <a:off x="10304203" y="212531"/>
            <a:ext cx="1649043" cy="501287"/>
            <a:chOff x="10721798" y="852808"/>
            <a:chExt cx="1339023" cy="407045"/>
          </a:xfrm>
        </p:grpSpPr>
        <p:pic>
          <p:nvPicPr>
            <p:cNvPr id="15" name="Picture 14">
              <a:extLst>
                <a:ext uri="{FF2B5EF4-FFF2-40B4-BE49-F238E27FC236}">
                  <a16:creationId xmlns:a16="http://schemas.microsoft.com/office/drawing/2014/main" id="{1B8F12B0-F30C-4955-8E3F-625C9D2A74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508BA0B-FE99-4953-98B0-D2708C070068}"/>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Date Placeholder 1">
            <a:extLst>
              <a:ext uri="{FF2B5EF4-FFF2-40B4-BE49-F238E27FC236}">
                <a16:creationId xmlns:a16="http://schemas.microsoft.com/office/drawing/2014/main" id="{7853EE99-6040-4E3E-83B7-AE3220E578B8}"/>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Vasudev </a:t>
            </a:r>
            <a:r>
              <a:rPr lang="en-US" sz="1200" b="0" kern="1200" dirty="0" err="1">
                <a:solidFill>
                  <a:schemeClr val="tx1">
                    <a:lumMod val="90000"/>
                    <a:lumOff val="10000"/>
                  </a:schemeClr>
                </a:solidFill>
                <a:latin typeface="+mn-lt"/>
                <a:ea typeface="+mn-ea"/>
                <a:cs typeface="+mn-cs"/>
              </a:rPr>
              <a:t>Barjadiya</a:t>
            </a:r>
            <a:endParaRPr lang="en-US" sz="1200" b="0" kern="1200" dirty="0">
              <a:solidFill>
                <a:schemeClr val="tx1">
                  <a:lumMod val="90000"/>
                  <a:lumOff val="10000"/>
                </a:schemeClr>
              </a:solidFill>
              <a:latin typeface="+mn-lt"/>
              <a:ea typeface="+mn-ea"/>
              <a:cs typeface="+mn-cs"/>
            </a:endParaRPr>
          </a:p>
        </p:txBody>
      </p:sp>
      <p:sp>
        <p:nvSpPr>
          <p:cNvPr id="16" name="Footer Placeholder 2">
            <a:extLst>
              <a:ext uri="{FF2B5EF4-FFF2-40B4-BE49-F238E27FC236}">
                <a16:creationId xmlns:a16="http://schemas.microsoft.com/office/drawing/2014/main" id="{015DEC30-0CDD-409E-989E-C0E2EBEFF5F1}"/>
              </a:ext>
            </a:extLst>
          </p:cNvPr>
          <p:cNvSpPr txBox="1">
            <a:spLocks/>
          </p:cNvSpPr>
          <p:nvPr userDrawn="1"/>
        </p:nvSpPr>
        <p:spPr>
          <a:xfrm>
            <a:off x="3357601" y="6604000"/>
            <a:ext cx="54767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#2301HS402 (</a:t>
            </a:r>
            <a:r>
              <a:rPr lang="en-IN" sz="1200" b="0" kern="1200" dirty="0">
                <a:solidFill>
                  <a:schemeClr val="tx1">
                    <a:lumMod val="90000"/>
                    <a:lumOff val="10000"/>
                  </a:schemeClr>
                </a:solidFill>
                <a:latin typeface="+mn-lt"/>
                <a:ea typeface="+mn-ea"/>
                <a:cs typeface="+mn-cs"/>
              </a:rPr>
              <a:t>Probability &amp; Statistics</a:t>
            </a:r>
            <a:r>
              <a:rPr lang="en-US" sz="1200" b="0" kern="1200" dirty="0">
                <a:solidFill>
                  <a:schemeClr val="tx1">
                    <a:lumMod val="90000"/>
                    <a:lumOff val="10000"/>
                  </a:schemeClr>
                </a:solidFill>
                <a:latin typeface="+mn-lt"/>
                <a:ea typeface="+mn-ea"/>
                <a:cs typeface="+mn-cs"/>
              </a:rPr>
              <a: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2 – </a:t>
            </a:r>
            <a:r>
              <a:rPr lang="en-IN" sz="1200" b="0" kern="1200" dirty="0">
                <a:solidFill>
                  <a:schemeClr val="tx1">
                    <a:lumMod val="90000"/>
                    <a:lumOff val="10000"/>
                  </a:schemeClr>
                </a:solidFill>
                <a:latin typeface="+mn-lt"/>
                <a:ea typeface="+mn-ea"/>
                <a:cs typeface="+mn-cs"/>
              </a:rPr>
              <a:t>Probability </a:t>
            </a:r>
            <a:endParaRPr lang="en-US" sz="1200" b="0" kern="1200" dirty="0">
              <a:solidFill>
                <a:schemeClr val="tx1">
                  <a:lumMod val="90000"/>
                  <a:lumOff val="10000"/>
                </a:schemeClr>
              </a:solidFill>
              <a:latin typeface="+mn-lt"/>
              <a:ea typeface="+mn-ea"/>
              <a:cs typeface="+mn-cs"/>
            </a:endParaRPr>
          </a:p>
        </p:txBody>
      </p:sp>
    </p:spTree>
    <p:extLst>
      <p:ext uri="{BB962C8B-B14F-4D97-AF65-F5344CB8AC3E}">
        <p14:creationId xmlns:p14="http://schemas.microsoft.com/office/powerpoint/2010/main" val="2971972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Date Placeholder 1">
            <a:extLst>
              <a:ext uri="{FF2B5EF4-FFF2-40B4-BE49-F238E27FC236}">
                <a16:creationId xmlns:a16="http://schemas.microsoft.com/office/drawing/2014/main" id="{A5ED3800-FF50-4E9E-B42F-270379E5A735}"/>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Vasudev </a:t>
            </a:r>
            <a:r>
              <a:rPr lang="en-US" sz="1200" b="0" kern="1200" dirty="0" err="1">
                <a:solidFill>
                  <a:schemeClr val="tx1">
                    <a:lumMod val="90000"/>
                    <a:lumOff val="10000"/>
                  </a:schemeClr>
                </a:solidFill>
                <a:latin typeface="+mn-lt"/>
                <a:ea typeface="+mn-ea"/>
                <a:cs typeface="+mn-cs"/>
              </a:rPr>
              <a:t>Barjadiya</a:t>
            </a:r>
            <a:endParaRPr lang="en-US" sz="1200" b="0" kern="1200" dirty="0">
              <a:solidFill>
                <a:schemeClr val="tx1">
                  <a:lumMod val="90000"/>
                  <a:lumOff val="10000"/>
                </a:schemeClr>
              </a:solidFill>
              <a:latin typeface="+mn-lt"/>
              <a:ea typeface="+mn-ea"/>
              <a:cs typeface="+mn-cs"/>
            </a:endParaRPr>
          </a:p>
        </p:txBody>
      </p:sp>
      <p:sp>
        <p:nvSpPr>
          <p:cNvPr id="13" name="Footer Placeholder 2">
            <a:extLst>
              <a:ext uri="{FF2B5EF4-FFF2-40B4-BE49-F238E27FC236}">
                <a16:creationId xmlns:a16="http://schemas.microsoft.com/office/drawing/2014/main" id="{E99367EA-80AE-40C6-9DB7-0517B954E92E}"/>
              </a:ext>
            </a:extLst>
          </p:cNvPr>
          <p:cNvSpPr txBox="1">
            <a:spLocks/>
          </p:cNvSpPr>
          <p:nvPr userDrawn="1"/>
        </p:nvSpPr>
        <p:spPr>
          <a:xfrm>
            <a:off x="3357601" y="6604000"/>
            <a:ext cx="54767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#2301HS402 (</a:t>
            </a:r>
            <a:r>
              <a:rPr lang="en-IN" sz="1200" b="0" kern="1200" dirty="0">
                <a:solidFill>
                  <a:schemeClr val="tx1">
                    <a:lumMod val="90000"/>
                    <a:lumOff val="10000"/>
                  </a:schemeClr>
                </a:solidFill>
                <a:latin typeface="+mn-lt"/>
                <a:ea typeface="+mn-ea"/>
                <a:cs typeface="+mn-cs"/>
              </a:rPr>
              <a:t>Probability &amp; Statistics</a:t>
            </a:r>
            <a:r>
              <a:rPr lang="en-US" sz="1200" b="0" kern="1200" dirty="0">
                <a:solidFill>
                  <a:schemeClr val="tx1">
                    <a:lumMod val="90000"/>
                    <a:lumOff val="10000"/>
                  </a:schemeClr>
                </a:solidFill>
                <a:latin typeface="+mn-lt"/>
                <a:ea typeface="+mn-ea"/>
                <a:cs typeface="+mn-cs"/>
              </a:rPr>
              <a: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2 – </a:t>
            </a:r>
            <a:r>
              <a:rPr lang="en-IN" sz="1200" b="0" kern="1200" dirty="0">
                <a:solidFill>
                  <a:schemeClr val="tx1">
                    <a:lumMod val="90000"/>
                    <a:lumOff val="10000"/>
                  </a:schemeClr>
                </a:solidFill>
                <a:latin typeface="+mn-lt"/>
                <a:ea typeface="+mn-ea"/>
                <a:cs typeface="+mn-cs"/>
              </a:rPr>
              <a:t>Probability </a:t>
            </a:r>
            <a:endParaRPr lang="en-US" sz="1200" b="0" kern="1200" dirty="0">
              <a:solidFill>
                <a:schemeClr val="tx1">
                  <a:lumMod val="90000"/>
                  <a:lumOff val="10000"/>
                </a:schemeClr>
              </a:solidFill>
              <a:latin typeface="+mn-lt"/>
              <a:ea typeface="+mn-ea"/>
              <a:cs typeface="+mn-cs"/>
            </a:endParaRPr>
          </a:p>
        </p:txBody>
      </p:sp>
    </p:spTree>
    <p:extLst>
      <p:ext uri="{BB962C8B-B14F-4D97-AF65-F5344CB8AC3E}">
        <p14:creationId xmlns:p14="http://schemas.microsoft.com/office/powerpoint/2010/main" val="3206247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0" name="Date Placeholder 1">
            <a:extLst>
              <a:ext uri="{FF2B5EF4-FFF2-40B4-BE49-F238E27FC236}">
                <a16:creationId xmlns:a16="http://schemas.microsoft.com/office/drawing/2014/main" id="{5030D7D1-493D-458D-9CB6-9DF75C5C853B}"/>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Vasudev </a:t>
            </a:r>
            <a:r>
              <a:rPr lang="en-US" sz="1200" b="0" kern="1200" dirty="0" err="1">
                <a:solidFill>
                  <a:schemeClr val="tx1">
                    <a:lumMod val="90000"/>
                    <a:lumOff val="10000"/>
                  </a:schemeClr>
                </a:solidFill>
                <a:latin typeface="+mn-lt"/>
                <a:ea typeface="+mn-ea"/>
                <a:cs typeface="+mn-cs"/>
              </a:rPr>
              <a:t>Barjadiya</a:t>
            </a:r>
            <a:endParaRPr lang="en-US" sz="1200" b="0" kern="1200" dirty="0">
              <a:solidFill>
                <a:schemeClr val="tx1">
                  <a:lumMod val="90000"/>
                  <a:lumOff val="10000"/>
                </a:schemeClr>
              </a:solidFill>
              <a:latin typeface="+mn-lt"/>
              <a:ea typeface="+mn-ea"/>
              <a:cs typeface="+mn-cs"/>
            </a:endParaRPr>
          </a:p>
        </p:txBody>
      </p:sp>
      <p:sp>
        <p:nvSpPr>
          <p:cNvPr id="12" name="Footer Placeholder 2">
            <a:extLst>
              <a:ext uri="{FF2B5EF4-FFF2-40B4-BE49-F238E27FC236}">
                <a16:creationId xmlns:a16="http://schemas.microsoft.com/office/drawing/2014/main" id="{57263094-14A1-42B2-AA8F-C31427B28EB9}"/>
              </a:ext>
            </a:extLst>
          </p:cNvPr>
          <p:cNvSpPr txBox="1">
            <a:spLocks/>
          </p:cNvSpPr>
          <p:nvPr userDrawn="1"/>
        </p:nvSpPr>
        <p:spPr>
          <a:xfrm>
            <a:off x="3357601" y="6604000"/>
            <a:ext cx="54767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#2301HS402 (</a:t>
            </a:r>
            <a:r>
              <a:rPr lang="en-IN" sz="1200" b="0" kern="1200" dirty="0">
                <a:solidFill>
                  <a:schemeClr val="tx1">
                    <a:lumMod val="90000"/>
                    <a:lumOff val="10000"/>
                  </a:schemeClr>
                </a:solidFill>
                <a:latin typeface="+mn-lt"/>
                <a:ea typeface="+mn-ea"/>
                <a:cs typeface="+mn-cs"/>
              </a:rPr>
              <a:t>Probability &amp; Statistics</a:t>
            </a:r>
            <a:r>
              <a:rPr lang="en-US" sz="1200" b="0" kern="1200" dirty="0">
                <a:solidFill>
                  <a:schemeClr val="tx1">
                    <a:lumMod val="90000"/>
                    <a:lumOff val="10000"/>
                  </a:schemeClr>
                </a:solidFill>
                <a:latin typeface="+mn-lt"/>
                <a:ea typeface="+mn-ea"/>
                <a:cs typeface="+mn-cs"/>
              </a:rPr>
              <a: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2 – </a:t>
            </a:r>
            <a:r>
              <a:rPr lang="en-IN" sz="1200" b="0" kern="1200" dirty="0">
                <a:solidFill>
                  <a:schemeClr val="tx1">
                    <a:lumMod val="90000"/>
                    <a:lumOff val="10000"/>
                  </a:schemeClr>
                </a:solidFill>
                <a:latin typeface="+mn-lt"/>
                <a:ea typeface="+mn-ea"/>
                <a:cs typeface="+mn-cs"/>
              </a:rPr>
              <a:t>Probability </a:t>
            </a:r>
            <a:endParaRPr lang="en-US" sz="1200" b="0" kern="1200" dirty="0">
              <a:solidFill>
                <a:schemeClr val="tx1">
                  <a:lumMod val="90000"/>
                  <a:lumOff val="10000"/>
                </a:schemeClr>
              </a:solidFill>
              <a:latin typeface="+mn-lt"/>
              <a:ea typeface="+mn-ea"/>
              <a:cs typeface="+mn-cs"/>
            </a:endParaRPr>
          </a:p>
        </p:txBody>
      </p:sp>
    </p:spTree>
    <p:extLst>
      <p:ext uri="{BB962C8B-B14F-4D97-AF65-F5344CB8AC3E}">
        <p14:creationId xmlns:p14="http://schemas.microsoft.com/office/powerpoint/2010/main" val="2658572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a:extLst>
              <a:ext uri="{FF2B5EF4-FFF2-40B4-BE49-F238E27FC236}">
                <a16:creationId xmlns:a16="http://schemas.microsoft.com/office/drawing/2014/main" id="{65C24A8B-C009-4A74-9481-67BB67CA49B0}"/>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708880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1" name="Picture 20">
            <a:extLst>
              <a:ext uri="{FF2B5EF4-FFF2-40B4-BE49-F238E27FC236}">
                <a16:creationId xmlns:a16="http://schemas.microsoft.com/office/drawing/2014/main" id="{8DCFBA18-DBB7-4232-9BDC-C0D95AE93AF0}"/>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7645704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5E75AD4F-9BB9-4005-AB78-4A6D388A4CD6}"/>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7850339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4964C355-848F-46E4-BB2A-EA2EE69FEBA2}"/>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6158597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rotWithShape="1">
          <a:blip r:embed="rId4"/>
          <a:srcRect r="12177"/>
          <a:stretch/>
        </p:blipFill>
        <p:spPr>
          <a:xfrm>
            <a:off x="8435168" y="2252532"/>
            <a:ext cx="3464278" cy="1808024"/>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036D56FE-CA91-4481-9096-27448303AC20}"/>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7316259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A561853C-B15A-4153-A982-7E7EB1213BCE}"/>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7518816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B976521A-C815-4A64-A047-CE405ED0E59A}"/>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18065262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631765DD-2E04-4EE4-AFB7-43E328823E61}"/>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40122809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1018DFAF-9B15-4199-9C36-C730A2CE6C5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34" name="Picture 33"/>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002094" y="1609868"/>
            <a:ext cx="2743200" cy="2743200"/>
          </a:xfrm>
          <a:prstGeom prst="rect">
            <a:avLst/>
          </a:prstGeom>
        </p:spPr>
      </p:pic>
    </p:spTree>
    <p:extLst>
      <p:ext uri="{BB962C8B-B14F-4D97-AF65-F5344CB8AC3E}">
        <p14:creationId xmlns:p14="http://schemas.microsoft.com/office/powerpoint/2010/main" val="25328075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5" name="Picture 34">
            <a:extLst>
              <a:ext uri="{FF2B5EF4-FFF2-40B4-BE49-F238E27FC236}">
                <a16:creationId xmlns:a16="http://schemas.microsoft.com/office/drawing/2014/main" id="{744A518A-BE68-4048-BDCB-77578CB57230}"/>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7651319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C248CBD5-99BA-4017-857A-5ED400F43651}"/>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1170502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11/24/2024</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70" r:id="rId1"/>
    <p:sldLayoutId id="2147483687" r:id="rId2"/>
    <p:sldLayoutId id="2147483688" r:id="rId3"/>
    <p:sldLayoutId id="2147483671" r:id="rId4"/>
    <p:sldLayoutId id="2147483672" r:id="rId5"/>
    <p:sldLayoutId id="2147483689" r:id="rId6"/>
    <p:sldLayoutId id="2147483692" r:id="rId7"/>
    <p:sldLayoutId id="2147483673" r:id="rId8"/>
    <p:sldLayoutId id="2147483691" r:id="rId9"/>
    <p:sldLayoutId id="2147483674" r:id="rId10"/>
    <p:sldLayoutId id="2147483676" r:id="rId11"/>
    <p:sldLayoutId id="2147483677" r:id="rId12"/>
    <p:sldLayoutId id="2147483678" r:id="rId13"/>
    <p:sldLayoutId id="2147483679" r:id="rId14"/>
    <p:sldLayoutId id="2147483681" r:id="rId15"/>
    <p:sldLayoutId id="2147483683" r:id="rId16"/>
    <p:sldLayoutId id="2147483682" r:id="rId17"/>
    <p:sldLayoutId id="2147483684" r:id="rId18"/>
    <p:sldLayoutId id="2147483685" r:id="rId19"/>
    <p:sldLayoutId id="2147483686"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 Id="rId5" Type="http://schemas.openxmlformats.org/officeDocument/2006/relationships/image" Target="../media/image33.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18" Type="http://schemas.openxmlformats.org/officeDocument/2006/relationships/image" Target="../media/image50.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png"/><Relationship Id="rId17" Type="http://schemas.openxmlformats.org/officeDocument/2006/relationships/image" Target="../media/image49.png"/><Relationship Id="rId2" Type="http://schemas.openxmlformats.org/officeDocument/2006/relationships/image" Target="../media/image34.png"/><Relationship Id="rId16" Type="http://schemas.openxmlformats.org/officeDocument/2006/relationships/image" Target="../media/image48.png"/><Relationship Id="rId1" Type="http://schemas.openxmlformats.org/officeDocument/2006/relationships/slideLayout" Target="../slideLayouts/slideLayout3.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5" Type="http://schemas.openxmlformats.org/officeDocument/2006/relationships/image" Target="../media/image47.png"/><Relationship Id="rId10" Type="http://schemas.openxmlformats.org/officeDocument/2006/relationships/image" Target="../media/image42.png"/><Relationship Id="rId19" Type="http://schemas.openxmlformats.org/officeDocument/2006/relationships/image" Target="../media/image51.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s>
</file>

<file path=ppt/slides/_rels/slide22.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9.png"/><Relationship Id="rId3" Type="http://schemas.openxmlformats.org/officeDocument/2006/relationships/image" Target="../media/image47.png"/><Relationship Id="rId7" Type="http://schemas.openxmlformats.org/officeDocument/2006/relationships/image" Target="../media/image53.png"/><Relationship Id="rId12" Type="http://schemas.openxmlformats.org/officeDocument/2006/relationships/image" Target="../media/image58.png"/><Relationship Id="rId2" Type="http://schemas.openxmlformats.org/officeDocument/2006/relationships/image" Target="../media/image46.png"/><Relationship Id="rId16" Type="http://schemas.openxmlformats.org/officeDocument/2006/relationships/image" Target="../media/image62.png"/><Relationship Id="rId1" Type="http://schemas.openxmlformats.org/officeDocument/2006/relationships/slideLayout" Target="../slideLayouts/slideLayout3.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49.png"/><Relationship Id="rId15" Type="http://schemas.openxmlformats.org/officeDocument/2006/relationships/image" Target="../media/image61.png"/><Relationship Id="rId10" Type="http://schemas.openxmlformats.org/officeDocument/2006/relationships/image" Target="../media/image56.png"/><Relationship Id="rId4" Type="http://schemas.openxmlformats.org/officeDocument/2006/relationships/image" Target="../media/image48.png"/><Relationship Id="rId9" Type="http://schemas.openxmlformats.org/officeDocument/2006/relationships/image" Target="../media/image55.png"/><Relationship Id="rId14" Type="http://schemas.openxmlformats.org/officeDocument/2006/relationships/image" Target="../media/image60.png"/></Relationships>
</file>

<file path=ppt/slides/_rels/slide23.xml.rels><?xml version="1.0" encoding="UTF-8" standalone="yes"?>
<Relationships xmlns="http://schemas.openxmlformats.org/package/2006/relationships"><Relationship Id="rId13" Type="http://schemas.openxmlformats.org/officeDocument/2006/relationships/image" Target="../media/image74.png"/><Relationship Id="rId18" Type="http://schemas.openxmlformats.org/officeDocument/2006/relationships/image" Target="../media/image79.png"/><Relationship Id="rId26" Type="http://schemas.openxmlformats.org/officeDocument/2006/relationships/image" Target="../media/image87.png"/><Relationship Id="rId39" Type="http://schemas.openxmlformats.org/officeDocument/2006/relationships/image" Target="../media/image100.png"/><Relationship Id="rId21" Type="http://schemas.openxmlformats.org/officeDocument/2006/relationships/image" Target="../media/image82.png"/><Relationship Id="rId34" Type="http://schemas.openxmlformats.org/officeDocument/2006/relationships/image" Target="../media/image95.png"/><Relationship Id="rId42" Type="http://schemas.openxmlformats.org/officeDocument/2006/relationships/image" Target="../media/image103.png"/><Relationship Id="rId47" Type="http://schemas.openxmlformats.org/officeDocument/2006/relationships/image" Target="../media/image108.png"/><Relationship Id="rId50" Type="http://schemas.openxmlformats.org/officeDocument/2006/relationships/image" Target="../media/image111.png"/><Relationship Id="rId55" Type="http://schemas.openxmlformats.org/officeDocument/2006/relationships/image" Target="../media/image116.png"/><Relationship Id="rId7" Type="http://schemas.openxmlformats.org/officeDocument/2006/relationships/image" Target="../media/image68.png"/><Relationship Id="rId2" Type="http://schemas.openxmlformats.org/officeDocument/2006/relationships/image" Target="../media/image63.png"/><Relationship Id="rId16" Type="http://schemas.openxmlformats.org/officeDocument/2006/relationships/image" Target="../media/image77.png"/><Relationship Id="rId29" Type="http://schemas.openxmlformats.org/officeDocument/2006/relationships/image" Target="../media/image90.png"/><Relationship Id="rId11" Type="http://schemas.openxmlformats.org/officeDocument/2006/relationships/image" Target="../media/image72.png"/><Relationship Id="rId24" Type="http://schemas.openxmlformats.org/officeDocument/2006/relationships/image" Target="../media/image85.png"/><Relationship Id="rId32" Type="http://schemas.openxmlformats.org/officeDocument/2006/relationships/image" Target="../media/image93.png"/><Relationship Id="rId37" Type="http://schemas.openxmlformats.org/officeDocument/2006/relationships/image" Target="../media/image98.png"/><Relationship Id="rId40" Type="http://schemas.openxmlformats.org/officeDocument/2006/relationships/image" Target="../media/image101.png"/><Relationship Id="rId45" Type="http://schemas.openxmlformats.org/officeDocument/2006/relationships/image" Target="../media/image106.png"/><Relationship Id="rId53" Type="http://schemas.openxmlformats.org/officeDocument/2006/relationships/image" Target="../media/image114.png"/><Relationship Id="rId58" Type="http://schemas.openxmlformats.org/officeDocument/2006/relationships/image" Target="../media/image119.png"/><Relationship Id="rId5" Type="http://schemas.openxmlformats.org/officeDocument/2006/relationships/image" Target="../media/image66.png"/><Relationship Id="rId19" Type="http://schemas.openxmlformats.org/officeDocument/2006/relationships/image" Target="../media/image80.png"/><Relationship Id="rId4" Type="http://schemas.openxmlformats.org/officeDocument/2006/relationships/image" Target="../media/image65.png"/><Relationship Id="rId9" Type="http://schemas.openxmlformats.org/officeDocument/2006/relationships/image" Target="../media/image70.png"/><Relationship Id="rId14" Type="http://schemas.openxmlformats.org/officeDocument/2006/relationships/image" Target="../media/image75.png"/><Relationship Id="rId22" Type="http://schemas.openxmlformats.org/officeDocument/2006/relationships/image" Target="../media/image83.png"/><Relationship Id="rId27" Type="http://schemas.openxmlformats.org/officeDocument/2006/relationships/image" Target="../media/image88.png"/><Relationship Id="rId30" Type="http://schemas.openxmlformats.org/officeDocument/2006/relationships/image" Target="../media/image91.png"/><Relationship Id="rId35" Type="http://schemas.openxmlformats.org/officeDocument/2006/relationships/image" Target="../media/image96.png"/><Relationship Id="rId43" Type="http://schemas.openxmlformats.org/officeDocument/2006/relationships/image" Target="../media/image104.png"/><Relationship Id="rId48" Type="http://schemas.openxmlformats.org/officeDocument/2006/relationships/image" Target="../media/image109.png"/><Relationship Id="rId56" Type="http://schemas.openxmlformats.org/officeDocument/2006/relationships/image" Target="../media/image117.png"/><Relationship Id="rId8" Type="http://schemas.openxmlformats.org/officeDocument/2006/relationships/image" Target="../media/image69.png"/><Relationship Id="rId51" Type="http://schemas.openxmlformats.org/officeDocument/2006/relationships/image" Target="../media/image112.png"/><Relationship Id="rId3" Type="http://schemas.openxmlformats.org/officeDocument/2006/relationships/image" Target="../media/image64.png"/><Relationship Id="rId12" Type="http://schemas.openxmlformats.org/officeDocument/2006/relationships/image" Target="../media/image73.png"/><Relationship Id="rId17" Type="http://schemas.openxmlformats.org/officeDocument/2006/relationships/image" Target="../media/image78.png"/><Relationship Id="rId25" Type="http://schemas.openxmlformats.org/officeDocument/2006/relationships/image" Target="../media/image86.png"/><Relationship Id="rId33" Type="http://schemas.openxmlformats.org/officeDocument/2006/relationships/image" Target="../media/image94.png"/><Relationship Id="rId38" Type="http://schemas.openxmlformats.org/officeDocument/2006/relationships/image" Target="../media/image99.png"/><Relationship Id="rId46" Type="http://schemas.openxmlformats.org/officeDocument/2006/relationships/image" Target="../media/image107.png"/><Relationship Id="rId59" Type="http://schemas.openxmlformats.org/officeDocument/2006/relationships/image" Target="../media/image120.png"/><Relationship Id="rId20" Type="http://schemas.openxmlformats.org/officeDocument/2006/relationships/image" Target="../media/image81.png"/><Relationship Id="rId41" Type="http://schemas.openxmlformats.org/officeDocument/2006/relationships/image" Target="../media/image102.png"/><Relationship Id="rId54" Type="http://schemas.openxmlformats.org/officeDocument/2006/relationships/image" Target="../media/image115.png"/><Relationship Id="rId1" Type="http://schemas.openxmlformats.org/officeDocument/2006/relationships/slideLayout" Target="../slideLayouts/slideLayout3.xml"/><Relationship Id="rId6" Type="http://schemas.openxmlformats.org/officeDocument/2006/relationships/image" Target="../media/image67.png"/><Relationship Id="rId15" Type="http://schemas.openxmlformats.org/officeDocument/2006/relationships/image" Target="../media/image76.png"/><Relationship Id="rId23" Type="http://schemas.openxmlformats.org/officeDocument/2006/relationships/image" Target="../media/image84.png"/><Relationship Id="rId28" Type="http://schemas.openxmlformats.org/officeDocument/2006/relationships/image" Target="../media/image89.png"/><Relationship Id="rId36" Type="http://schemas.openxmlformats.org/officeDocument/2006/relationships/image" Target="../media/image97.png"/><Relationship Id="rId49" Type="http://schemas.openxmlformats.org/officeDocument/2006/relationships/image" Target="../media/image110.png"/><Relationship Id="rId57" Type="http://schemas.openxmlformats.org/officeDocument/2006/relationships/image" Target="../media/image118.png"/><Relationship Id="rId10" Type="http://schemas.openxmlformats.org/officeDocument/2006/relationships/image" Target="../media/image71.png"/><Relationship Id="rId31" Type="http://schemas.openxmlformats.org/officeDocument/2006/relationships/image" Target="../media/image92.png"/><Relationship Id="rId44" Type="http://schemas.openxmlformats.org/officeDocument/2006/relationships/image" Target="../media/image105.png"/><Relationship Id="rId52" Type="http://schemas.openxmlformats.org/officeDocument/2006/relationships/image" Target="../media/image113.png"/><Relationship Id="rId60" Type="http://schemas.openxmlformats.org/officeDocument/2006/relationships/image" Target="../media/image121.png"/></Relationships>
</file>

<file path=ppt/slides/_rels/slide24.xml.rels><?xml version="1.0" encoding="UTF-8" standalone="yes"?>
<Relationships xmlns="http://schemas.openxmlformats.org/package/2006/relationships"><Relationship Id="rId8" Type="http://schemas.openxmlformats.org/officeDocument/2006/relationships/image" Target="../media/image128.png"/><Relationship Id="rId13" Type="http://schemas.openxmlformats.org/officeDocument/2006/relationships/image" Target="../media/image133.png"/><Relationship Id="rId18" Type="http://schemas.openxmlformats.org/officeDocument/2006/relationships/image" Target="../media/image138.png"/><Relationship Id="rId3" Type="http://schemas.openxmlformats.org/officeDocument/2006/relationships/image" Target="../media/image123.png"/><Relationship Id="rId7" Type="http://schemas.openxmlformats.org/officeDocument/2006/relationships/image" Target="../media/image127.png"/><Relationship Id="rId12" Type="http://schemas.openxmlformats.org/officeDocument/2006/relationships/image" Target="../media/image132.png"/><Relationship Id="rId17" Type="http://schemas.openxmlformats.org/officeDocument/2006/relationships/image" Target="../media/image137.png"/><Relationship Id="rId2" Type="http://schemas.openxmlformats.org/officeDocument/2006/relationships/image" Target="../media/image122.png"/><Relationship Id="rId16" Type="http://schemas.openxmlformats.org/officeDocument/2006/relationships/image" Target="../media/image136.png"/><Relationship Id="rId1" Type="http://schemas.openxmlformats.org/officeDocument/2006/relationships/slideLayout" Target="../slideLayouts/slideLayout3.xml"/><Relationship Id="rId6" Type="http://schemas.openxmlformats.org/officeDocument/2006/relationships/image" Target="../media/image126.png"/><Relationship Id="rId11" Type="http://schemas.openxmlformats.org/officeDocument/2006/relationships/image" Target="../media/image131.png"/><Relationship Id="rId5" Type="http://schemas.openxmlformats.org/officeDocument/2006/relationships/image" Target="../media/image125.png"/><Relationship Id="rId15" Type="http://schemas.openxmlformats.org/officeDocument/2006/relationships/image" Target="../media/image135.png"/><Relationship Id="rId10" Type="http://schemas.openxmlformats.org/officeDocument/2006/relationships/image" Target="../media/image130.png"/><Relationship Id="rId4" Type="http://schemas.openxmlformats.org/officeDocument/2006/relationships/image" Target="../media/image124.png"/><Relationship Id="rId9" Type="http://schemas.openxmlformats.org/officeDocument/2006/relationships/image" Target="../media/image129.png"/><Relationship Id="rId14" Type="http://schemas.openxmlformats.org/officeDocument/2006/relationships/image" Target="../media/image134.png"/></Relationships>
</file>

<file path=ppt/slides/_rels/slide25.xml.rels><?xml version="1.0" encoding="UTF-8" standalone="yes"?>
<Relationships xmlns="http://schemas.openxmlformats.org/package/2006/relationships"><Relationship Id="rId8" Type="http://schemas.openxmlformats.org/officeDocument/2006/relationships/image" Target="../media/image145.png"/><Relationship Id="rId3" Type="http://schemas.openxmlformats.org/officeDocument/2006/relationships/image" Target="../media/image140.png"/><Relationship Id="rId7" Type="http://schemas.openxmlformats.org/officeDocument/2006/relationships/image" Target="../media/image144.png"/><Relationship Id="rId2" Type="http://schemas.openxmlformats.org/officeDocument/2006/relationships/image" Target="../media/image139.png"/><Relationship Id="rId1" Type="http://schemas.openxmlformats.org/officeDocument/2006/relationships/slideLayout" Target="../slideLayouts/slideLayout3.xml"/><Relationship Id="rId6" Type="http://schemas.openxmlformats.org/officeDocument/2006/relationships/image" Target="../media/image143.png"/><Relationship Id="rId5" Type="http://schemas.openxmlformats.org/officeDocument/2006/relationships/image" Target="../media/image142.png"/><Relationship Id="rId4" Type="http://schemas.openxmlformats.org/officeDocument/2006/relationships/image" Target="../media/image141.png"/></Relationships>
</file>

<file path=ppt/slides/_rels/slide26.xml.rels><?xml version="1.0" encoding="UTF-8" standalone="yes"?>
<Relationships xmlns="http://schemas.openxmlformats.org/package/2006/relationships"><Relationship Id="rId8" Type="http://schemas.openxmlformats.org/officeDocument/2006/relationships/image" Target="../media/image152.png"/><Relationship Id="rId13" Type="http://schemas.openxmlformats.org/officeDocument/2006/relationships/image" Target="../media/image157.png"/><Relationship Id="rId18" Type="http://schemas.openxmlformats.org/officeDocument/2006/relationships/image" Target="../media/image162.png"/><Relationship Id="rId3" Type="http://schemas.openxmlformats.org/officeDocument/2006/relationships/image" Target="../media/image147.png"/><Relationship Id="rId21" Type="http://schemas.openxmlformats.org/officeDocument/2006/relationships/image" Target="../media/image165.png"/><Relationship Id="rId7" Type="http://schemas.openxmlformats.org/officeDocument/2006/relationships/image" Target="../media/image151.png"/><Relationship Id="rId12" Type="http://schemas.openxmlformats.org/officeDocument/2006/relationships/image" Target="../media/image156.png"/><Relationship Id="rId17" Type="http://schemas.openxmlformats.org/officeDocument/2006/relationships/image" Target="../media/image161.png"/><Relationship Id="rId2" Type="http://schemas.openxmlformats.org/officeDocument/2006/relationships/image" Target="../media/image146.png"/><Relationship Id="rId16" Type="http://schemas.openxmlformats.org/officeDocument/2006/relationships/image" Target="../media/image160.png"/><Relationship Id="rId20" Type="http://schemas.openxmlformats.org/officeDocument/2006/relationships/image" Target="../media/image164.png"/><Relationship Id="rId1" Type="http://schemas.openxmlformats.org/officeDocument/2006/relationships/slideLayout" Target="../slideLayouts/slideLayout3.xml"/><Relationship Id="rId6" Type="http://schemas.openxmlformats.org/officeDocument/2006/relationships/image" Target="../media/image150.png"/><Relationship Id="rId11" Type="http://schemas.openxmlformats.org/officeDocument/2006/relationships/image" Target="../media/image155.png"/><Relationship Id="rId24" Type="http://schemas.openxmlformats.org/officeDocument/2006/relationships/image" Target="../media/image168.png"/><Relationship Id="rId5" Type="http://schemas.openxmlformats.org/officeDocument/2006/relationships/image" Target="../media/image149.png"/><Relationship Id="rId15" Type="http://schemas.openxmlformats.org/officeDocument/2006/relationships/image" Target="../media/image159.png"/><Relationship Id="rId23" Type="http://schemas.openxmlformats.org/officeDocument/2006/relationships/image" Target="../media/image167.png"/><Relationship Id="rId10" Type="http://schemas.openxmlformats.org/officeDocument/2006/relationships/image" Target="../media/image154.png"/><Relationship Id="rId19" Type="http://schemas.openxmlformats.org/officeDocument/2006/relationships/image" Target="../media/image163.png"/><Relationship Id="rId4" Type="http://schemas.openxmlformats.org/officeDocument/2006/relationships/image" Target="../media/image148.png"/><Relationship Id="rId9" Type="http://schemas.openxmlformats.org/officeDocument/2006/relationships/image" Target="../media/image153.png"/><Relationship Id="rId14" Type="http://schemas.openxmlformats.org/officeDocument/2006/relationships/image" Target="../media/image158.png"/><Relationship Id="rId22" Type="http://schemas.openxmlformats.org/officeDocument/2006/relationships/image" Target="../media/image166.png"/></Relationships>
</file>

<file path=ppt/slides/_rels/slide27.xml.rels><?xml version="1.0" encoding="UTF-8" standalone="yes"?>
<Relationships xmlns="http://schemas.openxmlformats.org/package/2006/relationships"><Relationship Id="rId8" Type="http://schemas.openxmlformats.org/officeDocument/2006/relationships/image" Target="../media/image174.png"/><Relationship Id="rId13" Type="http://schemas.openxmlformats.org/officeDocument/2006/relationships/image" Target="../media/image178.png"/><Relationship Id="rId3" Type="http://schemas.openxmlformats.org/officeDocument/2006/relationships/image" Target="../media/image147.png"/><Relationship Id="rId7" Type="http://schemas.openxmlformats.org/officeDocument/2006/relationships/image" Target="../media/image173.png"/><Relationship Id="rId12" Type="http://schemas.openxmlformats.org/officeDocument/2006/relationships/image" Target="../media/image177.png"/><Relationship Id="rId17" Type="http://schemas.openxmlformats.org/officeDocument/2006/relationships/image" Target="../media/image182.png"/><Relationship Id="rId2" Type="http://schemas.openxmlformats.org/officeDocument/2006/relationships/image" Target="../media/image169.png"/><Relationship Id="rId16" Type="http://schemas.openxmlformats.org/officeDocument/2006/relationships/image" Target="../media/image181.png"/><Relationship Id="rId1" Type="http://schemas.openxmlformats.org/officeDocument/2006/relationships/slideLayout" Target="../slideLayouts/slideLayout3.xml"/><Relationship Id="rId6" Type="http://schemas.openxmlformats.org/officeDocument/2006/relationships/image" Target="../media/image172.png"/><Relationship Id="rId11" Type="http://schemas.openxmlformats.org/officeDocument/2006/relationships/image" Target="../media/image155.png"/><Relationship Id="rId5" Type="http://schemas.openxmlformats.org/officeDocument/2006/relationships/image" Target="../media/image171.png"/><Relationship Id="rId15" Type="http://schemas.openxmlformats.org/officeDocument/2006/relationships/image" Target="../media/image180.png"/><Relationship Id="rId10" Type="http://schemas.openxmlformats.org/officeDocument/2006/relationships/image" Target="../media/image176.png"/><Relationship Id="rId4" Type="http://schemas.openxmlformats.org/officeDocument/2006/relationships/image" Target="../media/image170.png"/><Relationship Id="rId9" Type="http://schemas.openxmlformats.org/officeDocument/2006/relationships/image" Target="../media/image175.png"/><Relationship Id="rId14" Type="http://schemas.openxmlformats.org/officeDocument/2006/relationships/image" Target="../media/image179.png"/></Relationships>
</file>

<file path=ppt/slides/_rels/slide28.xml.rels><?xml version="1.0" encoding="UTF-8" standalone="yes"?>
<Relationships xmlns="http://schemas.openxmlformats.org/package/2006/relationships"><Relationship Id="rId8" Type="http://schemas.openxmlformats.org/officeDocument/2006/relationships/image" Target="../media/image159.png"/><Relationship Id="rId13" Type="http://schemas.openxmlformats.org/officeDocument/2006/relationships/image" Target="../media/image193.png"/><Relationship Id="rId3" Type="http://schemas.openxmlformats.org/officeDocument/2006/relationships/image" Target="../media/image184.png"/><Relationship Id="rId7" Type="http://schemas.openxmlformats.org/officeDocument/2006/relationships/image" Target="../media/image188.png"/><Relationship Id="rId12" Type="http://schemas.openxmlformats.org/officeDocument/2006/relationships/image" Target="../media/image192.png"/><Relationship Id="rId2" Type="http://schemas.openxmlformats.org/officeDocument/2006/relationships/image" Target="../media/image183.png"/><Relationship Id="rId1" Type="http://schemas.openxmlformats.org/officeDocument/2006/relationships/slideLayout" Target="../slideLayouts/slideLayout3.xml"/><Relationship Id="rId6" Type="http://schemas.openxmlformats.org/officeDocument/2006/relationships/image" Target="../media/image187.png"/><Relationship Id="rId11" Type="http://schemas.openxmlformats.org/officeDocument/2006/relationships/image" Target="../media/image191.png"/><Relationship Id="rId5" Type="http://schemas.openxmlformats.org/officeDocument/2006/relationships/image" Target="../media/image186.png"/><Relationship Id="rId15" Type="http://schemas.openxmlformats.org/officeDocument/2006/relationships/image" Target="../media/image195.png"/><Relationship Id="rId10" Type="http://schemas.openxmlformats.org/officeDocument/2006/relationships/image" Target="../media/image190.png"/><Relationship Id="rId4" Type="http://schemas.openxmlformats.org/officeDocument/2006/relationships/image" Target="../media/image185.png"/><Relationship Id="rId9" Type="http://schemas.openxmlformats.org/officeDocument/2006/relationships/image" Target="../media/image189.png"/><Relationship Id="rId14" Type="http://schemas.openxmlformats.org/officeDocument/2006/relationships/image" Target="../media/image19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9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98.png"/><Relationship Id="rId4" Type="http://schemas.openxmlformats.org/officeDocument/2006/relationships/image" Target="../media/image197.png"/></Relationships>
</file>

<file path=ppt/slides/_rels/slide32.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199.png"/><Relationship Id="rId1" Type="http://schemas.openxmlformats.org/officeDocument/2006/relationships/slideLayout" Target="../slideLayouts/slideLayout2.xml"/><Relationship Id="rId6" Type="http://schemas.openxmlformats.org/officeDocument/2006/relationships/image" Target="../media/image201.png"/><Relationship Id="rId5" Type="http://schemas.openxmlformats.org/officeDocument/2006/relationships/image" Target="../media/image3211.png"/></Relationships>
</file>

<file path=ppt/slides/_rels/slide33.xml.rels><?xml version="1.0" encoding="UTF-8" standalone="yes"?>
<Relationships xmlns="http://schemas.openxmlformats.org/package/2006/relationships"><Relationship Id="rId8" Type="http://schemas.openxmlformats.org/officeDocument/2006/relationships/image" Target="../media/image3910.png"/><Relationship Id="rId13" Type="http://schemas.openxmlformats.org/officeDocument/2006/relationships/image" Target="../media/image4412.png"/><Relationship Id="rId3" Type="http://schemas.openxmlformats.org/officeDocument/2006/relationships/image" Target="../media/image203.png"/><Relationship Id="rId7" Type="http://schemas.openxmlformats.org/officeDocument/2006/relationships/image" Target="../media/image3811.png"/><Relationship Id="rId12" Type="http://schemas.openxmlformats.org/officeDocument/2006/relationships/image" Target="../media/image4310.png"/><Relationship Id="rId2" Type="http://schemas.openxmlformats.org/officeDocument/2006/relationships/image" Target="../media/image202.png"/><Relationship Id="rId1" Type="http://schemas.openxmlformats.org/officeDocument/2006/relationships/slideLayout" Target="../slideLayouts/slideLayout2.xml"/><Relationship Id="rId6" Type="http://schemas.openxmlformats.org/officeDocument/2006/relationships/image" Target="../media/image3711.png"/><Relationship Id="rId11" Type="http://schemas.openxmlformats.org/officeDocument/2006/relationships/image" Target="../media/image4211.png"/><Relationship Id="rId5" Type="http://schemas.openxmlformats.org/officeDocument/2006/relationships/image" Target="../media/image205.png"/><Relationship Id="rId10" Type="http://schemas.openxmlformats.org/officeDocument/2006/relationships/image" Target="../media/image4110.png"/><Relationship Id="rId4" Type="http://schemas.openxmlformats.org/officeDocument/2006/relationships/image" Target="../media/image204.png"/><Relationship Id="rId9" Type="http://schemas.openxmlformats.org/officeDocument/2006/relationships/image" Target="../media/image40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image" Target="../media/image20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8" Type="http://schemas.openxmlformats.org/officeDocument/2006/relationships/image" Target="../media/image1650.png"/><Relationship Id="rId13" Type="http://schemas.openxmlformats.org/officeDocument/2006/relationships/image" Target="../media/image1700.png"/><Relationship Id="rId3" Type="http://schemas.openxmlformats.org/officeDocument/2006/relationships/image" Target="../media/image1600.png"/><Relationship Id="rId7" Type="http://schemas.openxmlformats.org/officeDocument/2006/relationships/image" Target="../media/image1640.png"/><Relationship Id="rId12" Type="http://schemas.openxmlformats.org/officeDocument/2006/relationships/image" Target="../media/image1690.png"/><Relationship Id="rId2" Type="http://schemas.openxmlformats.org/officeDocument/2006/relationships/image" Target="../media/image208.png"/><Relationship Id="rId1" Type="http://schemas.openxmlformats.org/officeDocument/2006/relationships/slideLayout" Target="../slideLayouts/slideLayout1.xml"/><Relationship Id="rId6" Type="http://schemas.openxmlformats.org/officeDocument/2006/relationships/image" Target="../media/image1630.png"/><Relationship Id="rId11" Type="http://schemas.openxmlformats.org/officeDocument/2006/relationships/image" Target="../media/image1680.png"/><Relationship Id="rId5" Type="http://schemas.openxmlformats.org/officeDocument/2006/relationships/image" Target="../media/image1620.png"/><Relationship Id="rId15" Type="http://schemas.openxmlformats.org/officeDocument/2006/relationships/image" Target="../media/image980.png"/><Relationship Id="rId10" Type="http://schemas.openxmlformats.org/officeDocument/2006/relationships/image" Target="../media/image1670.png"/><Relationship Id="rId4" Type="http://schemas.openxmlformats.org/officeDocument/2006/relationships/image" Target="../media/image1610.png"/></Relationships>
</file>

<file path=ppt/slides/_rels/slide38.xml.rels><?xml version="1.0" encoding="UTF-8" standalone="yes"?>
<Relationships xmlns="http://schemas.openxmlformats.org/package/2006/relationships"><Relationship Id="rId2" Type="http://schemas.openxmlformats.org/officeDocument/2006/relationships/image" Target="../media/image99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021.png"/><Relationship Id="rId2" Type="http://schemas.openxmlformats.org/officeDocument/2006/relationships/image" Target="../media/image210.png"/><Relationship Id="rId1" Type="http://schemas.openxmlformats.org/officeDocument/2006/relationships/slideLayout" Target="../slideLayouts/slideLayout2.xml"/><Relationship Id="rId6" Type="http://schemas.openxmlformats.org/officeDocument/2006/relationships/image" Target="../media/image1050.png"/><Relationship Id="rId5" Type="http://schemas.openxmlformats.org/officeDocument/2006/relationships/image" Target="../media/image1040.png"/><Relationship Id="rId4" Type="http://schemas.openxmlformats.org/officeDocument/2006/relationships/image" Target="../media/image1031.png"/></Relationships>
</file>

<file path=ppt/slides/_rels/slide41.xml.rels><?xml version="1.0" encoding="UTF-8" standalone="yes"?>
<Relationships xmlns="http://schemas.openxmlformats.org/package/2006/relationships"><Relationship Id="rId3" Type="http://schemas.openxmlformats.org/officeDocument/2006/relationships/image" Target="../media/image63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00.png"/><Relationship Id="rId2" Type="http://schemas.openxmlformats.org/officeDocument/2006/relationships/image" Target="../media/image211.png"/><Relationship Id="rId1" Type="http://schemas.openxmlformats.org/officeDocument/2006/relationships/slideLayout" Target="../slideLayouts/slideLayout2.xml"/><Relationship Id="rId6" Type="http://schemas.openxmlformats.org/officeDocument/2006/relationships/image" Target="../media/image1830.png"/><Relationship Id="rId5" Type="http://schemas.openxmlformats.org/officeDocument/2006/relationships/image" Target="../media/image1820.png"/><Relationship Id="rId4" Type="http://schemas.openxmlformats.org/officeDocument/2006/relationships/image" Target="../media/image1810.png"/></Relationships>
</file>

<file path=ppt/slides/_rels/slide43.xml.rels><?xml version="1.0" encoding="UTF-8" standalone="yes"?>
<Relationships xmlns="http://schemas.openxmlformats.org/package/2006/relationships"><Relationship Id="rId8" Type="http://schemas.openxmlformats.org/officeDocument/2006/relationships/image" Target="../media/image1130.png"/><Relationship Id="rId3" Type="http://schemas.openxmlformats.org/officeDocument/2006/relationships/image" Target="../media/image1080.png"/><Relationship Id="rId7" Type="http://schemas.openxmlformats.org/officeDocument/2006/relationships/image" Target="../media/image1120.png"/><Relationship Id="rId2" Type="http://schemas.openxmlformats.org/officeDocument/2006/relationships/image" Target="../media/image212.png"/><Relationship Id="rId1" Type="http://schemas.openxmlformats.org/officeDocument/2006/relationships/slideLayout" Target="../slideLayouts/slideLayout2.xml"/><Relationship Id="rId6" Type="http://schemas.openxmlformats.org/officeDocument/2006/relationships/image" Target="../media/image1110.png"/><Relationship Id="rId5" Type="http://schemas.openxmlformats.org/officeDocument/2006/relationships/image" Target="../media/image1100.png"/><Relationship Id="rId4" Type="http://schemas.openxmlformats.org/officeDocument/2006/relationships/image" Target="../media/image1090.png"/><Relationship Id="rId9" Type="http://schemas.openxmlformats.org/officeDocument/2006/relationships/image" Target="../media/image1140.png"/></Relationships>
</file>

<file path=ppt/slides/_rels/slide44.xml.rels><?xml version="1.0" encoding="UTF-8" standalone="yes"?>
<Relationships xmlns="http://schemas.openxmlformats.org/package/2006/relationships"><Relationship Id="rId3" Type="http://schemas.openxmlformats.org/officeDocument/2006/relationships/image" Target="../media/image64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160.png"/><Relationship Id="rId2" Type="http://schemas.openxmlformats.org/officeDocument/2006/relationships/image" Target="../media/image213.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17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215.png"/><Relationship Id="rId7" Type="http://schemas.openxmlformats.org/officeDocument/2006/relationships/image" Target="../media/image219.png"/><Relationship Id="rId2" Type="http://schemas.openxmlformats.org/officeDocument/2006/relationships/image" Target="../media/image214.png"/><Relationship Id="rId1" Type="http://schemas.openxmlformats.org/officeDocument/2006/relationships/slideLayout" Target="../slideLayouts/slideLayout3.xml"/><Relationship Id="rId6" Type="http://schemas.openxmlformats.org/officeDocument/2006/relationships/image" Target="../media/image218.png"/><Relationship Id="rId5" Type="http://schemas.openxmlformats.org/officeDocument/2006/relationships/image" Target="../media/image217.png"/><Relationship Id="rId4" Type="http://schemas.openxmlformats.org/officeDocument/2006/relationships/image" Target="../media/image216.png"/></Relationships>
</file>

<file path=ppt/slides/_rels/slide49.xml.rels><?xml version="1.0" encoding="UTF-8" standalone="yes"?>
<Relationships xmlns="http://schemas.openxmlformats.org/package/2006/relationships"><Relationship Id="rId8" Type="http://schemas.openxmlformats.org/officeDocument/2006/relationships/image" Target="../media/image2131.png"/><Relationship Id="rId3" Type="http://schemas.openxmlformats.org/officeDocument/2006/relationships/image" Target="../media/image2081.png"/><Relationship Id="rId7" Type="http://schemas.openxmlformats.org/officeDocument/2006/relationships/image" Target="../media/image2121.png"/><Relationship Id="rId2" Type="http://schemas.openxmlformats.org/officeDocument/2006/relationships/image" Target="../media/image2071.png"/><Relationship Id="rId1" Type="http://schemas.openxmlformats.org/officeDocument/2006/relationships/slideLayout" Target="../slideLayouts/slideLayout3.xml"/><Relationship Id="rId6" Type="http://schemas.openxmlformats.org/officeDocument/2006/relationships/image" Target="../media/image2111.png"/><Relationship Id="rId5" Type="http://schemas.openxmlformats.org/officeDocument/2006/relationships/image" Target="../media/image2101.png"/><Relationship Id="rId10" Type="http://schemas.openxmlformats.org/officeDocument/2006/relationships/image" Target="../media/image2151.png"/><Relationship Id="rId4" Type="http://schemas.openxmlformats.org/officeDocument/2006/relationships/image" Target="../media/image2091.png"/><Relationship Id="rId9" Type="http://schemas.openxmlformats.org/officeDocument/2006/relationships/image" Target="../media/image2141.png"/></Relationships>
</file>

<file path=ppt/slides/_rels/slide50.xml.rels><?xml version="1.0" encoding="UTF-8" standalone="yes"?>
<Relationships xmlns="http://schemas.openxmlformats.org/package/2006/relationships"><Relationship Id="rId8" Type="http://schemas.openxmlformats.org/officeDocument/2006/relationships/image" Target="../media/image880.png"/><Relationship Id="rId13" Type="http://schemas.openxmlformats.org/officeDocument/2006/relationships/image" Target="../media/image930.png"/><Relationship Id="rId18" Type="http://schemas.openxmlformats.org/officeDocument/2006/relationships/image" Target="../media/image220.png"/><Relationship Id="rId3" Type="http://schemas.openxmlformats.org/officeDocument/2006/relationships/image" Target="../media/image820.png"/><Relationship Id="rId7" Type="http://schemas.openxmlformats.org/officeDocument/2006/relationships/image" Target="../media/image870.png"/><Relationship Id="rId12" Type="http://schemas.openxmlformats.org/officeDocument/2006/relationships/image" Target="../media/image920.png"/><Relationship Id="rId17" Type="http://schemas.openxmlformats.org/officeDocument/2006/relationships/image" Target="../media/image970.png"/><Relationship Id="rId2" Type="http://schemas.openxmlformats.org/officeDocument/2006/relationships/image" Target="../media/image830.png"/><Relationship Id="rId16" Type="http://schemas.openxmlformats.org/officeDocument/2006/relationships/image" Target="../media/image960.png"/><Relationship Id="rId1" Type="http://schemas.openxmlformats.org/officeDocument/2006/relationships/slideLayout" Target="../slideLayouts/slideLayout3.xml"/><Relationship Id="rId6" Type="http://schemas.openxmlformats.org/officeDocument/2006/relationships/image" Target="../media/image860.png"/><Relationship Id="rId11" Type="http://schemas.openxmlformats.org/officeDocument/2006/relationships/image" Target="../media/image910.png"/><Relationship Id="rId5" Type="http://schemas.openxmlformats.org/officeDocument/2006/relationships/image" Target="../media/image850.png"/><Relationship Id="rId15" Type="http://schemas.openxmlformats.org/officeDocument/2006/relationships/image" Target="../media/image950.png"/><Relationship Id="rId10" Type="http://schemas.openxmlformats.org/officeDocument/2006/relationships/image" Target="../media/image900.png"/><Relationship Id="rId19" Type="http://schemas.openxmlformats.org/officeDocument/2006/relationships/image" Target="../media/image200.png"/><Relationship Id="rId4" Type="http://schemas.openxmlformats.org/officeDocument/2006/relationships/image" Target="../media/image840.png"/><Relationship Id="rId9" Type="http://schemas.openxmlformats.org/officeDocument/2006/relationships/image" Target="../media/image890.png"/><Relationship Id="rId14" Type="http://schemas.openxmlformats.org/officeDocument/2006/relationships/image" Target="../media/image940.png"/></Relationships>
</file>

<file path=ppt/slides/_rels/slide51.xml.rels><?xml version="1.0" encoding="UTF-8" standalone="yes"?>
<Relationships xmlns="http://schemas.openxmlformats.org/package/2006/relationships"><Relationship Id="rId13" Type="http://schemas.openxmlformats.org/officeDocument/2006/relationships/image" Target="../media/image1280.png"/><Relationship Id="rId18" Type="http://schemas.openxmlformats.org/officeDocument/2006/relationships/image" Target="../media/image1330.png"/><Relationship Id="rId26" Type="http://schemas.openxmlformats.org/officeDocument/2006/relationships/image" Target="../media/image1410.png"/><Relationship Id="rId3" Type="http://schemas.openxmlformats.org/officeDocument/2006/relationships/image" Target="../media/image1180.png"/><Relationship Id="rId21" Type="http://schemas.openxmlformats.org/officeDocument/2006/relationships/image" Target="../media/image1360.png"/><Relationship Id="rId7" Type="http://schemas.openxmlformats.org/officeDocument/2006/relationships/image" Target="../media/image1220.png"/><Relationship Id="rId12" Type="http://schemas.openxmlformats.org/officeDocument/2006/relationships/image" Target="../media/image1270.png"/><Relationship Id="rId17" Type="http://schemas.openxmlformats.org/officeDocument/2006/relationships/image" Target="../media/image1320.png"/><Relationship Id="rId25" Type="http://schemas.openxmlformats.org/officeDocument/2006/relationships/image" Target="../media/image1400.png"/><Relationship Id="rId33" Type="http://schemas.openxmlformats.org/officeDocument/2006/relationships/image" Target="../media/image1480.png"/><Relationship Id="rId2" Type="http://schemas.openxmlformats.org/officeDocument/2006/relationships/image" Target="../media/image5710.png"/><Relationship Id="rId16" Type="http://schemas.openxmlformats.org/officeDocument/2006/relationships/image" Target="../media/image1310.png"/><Relationship Id="rId20" Type="http://schemas.openxmlformats.org/officeDocument/2006/relationships/image" Target="../media/image1350.png"/><Relationship Id="rId29" Type="http://schemas.openxmlformats.org/officeDocument/2006/relationships/image" Target="../media/image1440.png"/><Relationship Id="rId1" Type="http://schemas.openxmlformats.org/officeDocument/2006/relationships/slideLayout" Target="../slideLayouts/slideLayout3.xml"/><Relationship Id="rId6" Type="http://schemas.openxmlformats.org/officeDocument/2006/relationships/image" Target="../media/image1210.png"/><Relationship Id="rId11" Type="http://schemas.openxmlformats.org/officeDocument/2006/relationships/image" Target="../media/image1260.png"/><Relationship Id="rId24" Type="http://schemas.openxmlformats.org/officeDocument/2006/relationships/image" Target="../media/image1390.png"/><Relationship Id="rId32" Type="http://schemas.openxmlformats.org/officeDocument/2006/relationships/image" Target="../media/image1470.png"/><Relationship Id="rId5" Type="http://schemas.openxmlformats.org/officeDocument/2006/relationships/image" Target="../media/image1200.png"/><Relationship Id="rId15" Type="http://schemas.openxmlformats.org/officeDocument/2006/relationships/image" Target="../media/image1300.png"/><Relationship Id="rId23" Type="http://schemas.openxmlformats.org/officeDocument/2006/relationships/image" Target="../media/image1380.png"/><Relationship Id="rId28" Type="http://schemas.openxmlformats.org/officeDocument/2006/relationships/image" Target="../media/image1430.png"/><Relationship Id="rId10" Type="http://schemas.openxmlformats.org/officeDocument/2006/relationships/image" Target="../media/image1250.png"/><Relationship Id="rId19" Type="http://schemas.openxmlformats.org/officeDocument/2006/relationships/image" Target="../media/image1340.png"/><Relationship Id="rId31" Type="http://schemas.openxmlformats.org/officeDocument/2006/relationships/image" Target="../media/image1460.png"/><Relationship Id="rId4" Type="http://schemas.openxmlformats.org/officeDocument/2006/relationships/image" Target="../media/image1190.png"/><Relationship Id="rId9" Type="http://schemas.openxmlformats.org/officeDocument/2006/relationships/image" Target="../media/image1240.png"/><Relationship Id="rId14" Type="http://schemas.openxmlformats.org/officeDocument/2006/relationships/image" Target="../media/image1290.png"/><Relationship Id="rId22" Type="http://schemas.openxmlformats.org/officeDocument/2006/relationships/image" Target="../media/image1370.png"/><Relationship Id="rId27" Type="http://schemas.openxmlformats.org/officeDocument/2006/relationships/image" Target="../media/image1420.png"/><Relationship Id="rId30" Type="http://schemas.openxmlformats.org/officeDocument/2006/relationships/image" Target="../media/image1450.png"/><Relationship Id="rId8" Type="http://schemas.openxmlformats.org/officeDocument/2006/relationships/image" Target="../media/image1230.png"/></Relationships>
</file>

<file path=ppt/slides/_rels/slide52.xml.rels><?xml version="1.0" encoding="UTF-8" standalone="yes"?>
<Relationships xmlns="http://schemas.openxmlformats.org/package/2006/relationships"><Relationship Id="rId13" Type="http://schemas.openxmlformats.org/officeDocument/2006/relationships/image" Target="../media/image668.png"/><Relationship Id="rId18" Type="http://schemas.openxmlformats.org/officeDocument/2006/relationships/image" Target="../media/image1850.png"/><Relationship Id="rId3" Type="http://schemas.openxmlformats.org/officeDocument/2006/relationships/image" Target="../media/image1601.png"/><Relationship Id="rId17" Type="http://schemas.openxmlformats.org/officeDocument/2006/relationships/image" Target="../media/image1840.png"/><Relationship Id="rId2" Type="http://schemas.openxmlformats.org/officeDocument/2006/relationships/notesSlide" Target="../notesSlides/notesSlide1.xml"/><Relationship Id="rId16" Type="http://schemas.openxmlformats.org/officeDocument/2006/relationships/image" Target="../media/image1790.png"/><Relationship Id="rId1" Type="http://schemas.openxmlformats.org/officeDocument/2006/relationships/slideLayout" Target="../slideLayouts/slideLayout3.xml"/><Relationship Id="rId6" Type="http://schemas.openxmlformats.org/officeDocument/2006/relationships/image" Target="../media/image1780.png"/><Relationship Id="rId5" Type="http://schemas.openxmlformats.org/officeDocument/2006/relationships/image" Target="../media/image1730.png"/><Relationship Id="rId15" Type="http://schemas.openxmlformats.org/officeDocument/2006/relationships/image" Target="../media/image670.png"/><Relationship Id="rId19" Type="http://schemas.openxmlformats.org/officeDocument/2006/relationships/image" Target="../media/image1860.png"/><Relationship Id="rId4" Type="http://schemas.openxmlformats.org/officeDocument/2006/relationships/image" Target="../media/image1710.png"/><Relationship Id="rId14" Type="http://schemas.openxmlformats.org/officeDocument/2006/relationships/image" Target="../media/image669.png"/></Relationships>
</file>

<file path=ppt/slides/_rels/slide53.xml.rels><?xml version="1.0" encoding="UTF-8" standalone="yes"?>
<Relationships xmlns="http://schemas.openxmlformats.org/package/2006/relationships"><Relationship Id="rId8" Type="http://schemas.openxmlformats.org/officeDocument/2006/relationships/image" Target="../media/image2171.png"/><Relationship Id="rId13" Type="http://schemas.openxmlformats.org/officeDocument/2006/relationships/image" Target="../media/image222.png"/><Relationship Id="rId7" Type="http://schemas.openxmlformats.org/officeDocument/2006/relationships/image" Target="../media/image1930.png"/><Relationship Id="rId12" Type="http://schemas.openxmlformats.org/officeDocument/2006/relationships/image" Target="../media/image221.png"/><Relationship Id="rId1" Type="http://schemas.openxmlformats.org/officeDocument/2006/relationships/slideLayout" Target="../slideLayouts/slideLayout3.xml"/><Relationship Id="rId6" Type="http://schemas.openxmlformats.org/officeDocument/2006/relationships/image" Target="../media/image1920.png"/><Relationship Id="rId11" Type="http://schemas.openxmlformats.org/officeDocument/2006/relationships/image" Target="../media/image2201.png"/><Relationship Id="rId5" Type="http://schemas.openxmlformats.org/officeDocument/2006/relationships/image" Target="../media/image1910.png"/><Relationship Id="rId15" Type="http://schemas.openxmlformats.org/officeDocument/2006/relationships/image" Target="../media/image224.png"/><Relationship Id="rId10" Type="http://schemas.openxmlformats.org/officeDocument/2006/relationships/image" Target="../media/image2191.png"/><Relationship Id="rId4" Type="http://schemas.openxmlformats.org/officeDocument/2006/relationships/image" Target="../media/image1900.png"/><Relationship Id="rId9" Type="http://schemas.openxmlformats.org/officeDocument/2006/relationships/image" Target="../media/image2181.png"/><Relationship Id="rId14" Type="http://schemas.openxmlformats.org/officeDocument/2006/relationships/image" Target="../media/image223.png"/></Relationships>
</file>

<file path=ppt/slides/_rels/slide54.xml.rels><?xml version="1.0" encoding="UTF-8" standalone="yes"?>
<Relationships xmlns="http://schemas.openxmlformats.org/package/2006/relationships"><Relationship Id="rId8" Type="http://schemas.openxmlformats.org/officeDocument/2006/relationships/image" Target="../media/image231.png"/><Relationship Id="rId13" Type="http://schemas.openxmlformats.org/officeDocument/2006/relationships/image" Target="../media/image1580.png"/><Relationship Id="rId3" Type="http://schemas.openxmlformats.org/officeDocument/2006/relationships/image" Target="../media/image226.png"/><Relationship Id="rId7" Type="http://schemas.openxmlformats.org/officeDocument/2006/relationships/image" Target="../media/image230.png"/><Relationship Id="rId12" Type="http://schemas.openxmlformats.org/officeDocument/2006/relationships/image" Target="../media/image233.png"/><Relationship Id="rId2" Type="http://schemas.openxmlformats.org/officeDocument/2006/relationships/image" Target="../media/image225.png"/><Relationship Id="rId1" Type="http://schemas.openxmlformats.org/officeDocument/2006/relationships/slideLayout" Target="../slideLayouts/slideLayout3.xml"/><Relationship Id="rId6" Type="http://schemas.openxmlformats.org/officeDocument/2006/relationships/image" Target="../media/image229.png"/><Relationship Id="rId11" Type="http://schemas.openxmlformats.org/officeDocument/2006/relationships/image" Target="../media/image1560.png"/><Relationship Id="rId5" Type="http://schemas.openxmlformats.org/officeDocument/2006/relationships/image" Target="../media/image228.png"/><Relationship Id="rId15" Type="http://schemas.openxmlformats.org/officeDocument/2006/relationships/image" Target="../media/image1660.png"/><Relationship Id="rId10" Type="http://schemas.openxmlformats.org/officeDocument/2006/relationships/image" Target="../media/image1721.png"/><Relationship Id="rId4" Type="http://schemas.openxmlformats.org/officeDocument/2006/relationships/image" Target="../media/image227.png"/><Relationship Id="rId9" Type="http://schemas.openxmlformats.org/officeDocument/2006/relationships/image" Target="../media/image232.png"/><Relationship Id="rId14" Type="http://schemas.openxmlformats.org/officeDocument/2006/relationships/image" Target="../media/image234.png"/></Relationships>
</file>

<file path=ppt/slides/_rels/slide55.xml.rels><?xml version="1.0" encoding="UTF-8" standalone="yes"?>
<Relationships xmlns="http://schemas.openxmlformats.org/package/2006/relationships"><Relationship Id="rId8" Type="http://schemas.openxmlformats.org/officeDocument/2006/relationships/image" Target="../media/image231.png"/><Relationship Id="rId13" Type="http://schemas.openxmlformats.org/officeDocument/2006/relationships/image" Target="../media/image1760.png"/><Relationship Id="rId3" Type="http://schemas.openxmlformats.org/officeDocument/2006/relationships/image" Target="../media/image226.png"/><Relationship Id="rId7" Type="http://schemas.openxmlformats.org/officeDocument/2006/relationships/image" Target="../media/image230.png"/><Relationship Id="rId12" Type="http://schemas.openxmlformats.org/officeDocument/2006/relationships/image" Target="../media/image1750.png"/><Relationship Id="rId2" Type="http://schemas.openxmlformats.org/officeDocument/2006/relationships/image" Target="../media/image225.png"/><Relationship Id="rId16" Type="http://schemas.openxmlformats.org/officeDocument/2006/relationships/image" Target="../media/image1880.png"/><Relationship Id="rId1" Type="http://schemas.openxmlformats.org/officeDocument/2006/relationships/slideLayout" Target="../slideLayouts/slideLayout3.xml"/><Relationship Id="rId6" Type="http://schemas.openxmlformats.org/officeDocument/2006/relationships/image" Target="../media/image229.png"/><Relationship Id="rId11" Type="http://schemas.openxmlformats.org/officeDocument/2006/relationships/image" Target="../media/image1740.png"/><Relationship Id="rId5" Type="http://schemas.openxmlformats.org/officeDocument/2006/relationships/image" Target="../media/image228.png"/><Relationship Id="rId15" Type="http://schemas.openxmlformats.org/officeDocument/2006/relationships/image" Target="../media/image1870.png"/><Relationship Id="rId10" Type="http://schemas.openxmlformats.org/officeDocument/2006/relationships/image" Target="../media/image1720.png"/><Relationship Id="rId4" Type="http://schemas.openxmlformats.org/officeDocument/2006/relationships/image" Target="../media/image227.png"/><Relationship Id="rId9" Type="http://schemas.openxmlformats.org/officeDocument/2006/relationships/image" Target="../media/image232.png"/><Relationship Id="rId14" Type="http://schemas.openxmlformats.org/officeDocument/2006/relationships/image" Target="../media/image1770.png"/></Relationships>
</file>

<file path=ppt/slides/_rels/slide56.xml.rels><?xml version="1.0" encoding="UTF-8" standalone="yes"?>
<Relationships xmlns="http://schemas.openxmlformats.org/package/2006/relationships"><Relationship Id="rId8" Type="http://schemas.openxmlformats.org/officeDocument/2006/relationships/image" Target="../media/image2120.png"/><Relationship Id="rId13" Type="http://schemas.openxmlformats.org/officeDocument/2006/relationships/image" Target="../media/image2170.png"/><Relationship Id="rId18" Type="http://schemas.openxmlformats.org/officeDocument/2006/relationships/image" Target="../media/image2220.png"/><Relationship Id="rId3" Type="http://schemas.openxmlformats.org/officeDocument/2006/relationships/image" Target="../media/image2070.png"/><Relationship Id="rId21" Type="http://schemas.openxmlformats.org/officeDocument/2006/relationships/image" Target="../media/image2250.png"/><Relationship Id="rId7" Type="http://schemas.openxmlformats.org/officeDocument/2006/relationships/image" Target="../media/image2110.png"/><Relationship Id="rId12" Type="http://schemas.openxmlformats.org/officeDocument/2006/relationships/image" Target="../media/image2160.png"/><Relationship Id="rId17" Type="http://schemas.openxmlformats.org/officeDocument/2006/relationships/image" Target="../media/image2210.png"/><Relationship Id="rId2" Type="http://schemas.openxmlformats.org/officeDocument/2006/relationships/image" Target="../media/image2030.png"/><Relationship Id="rId16" Type="http://schemas.openxmlformats.org/officeDocument/2006/relationships/image" Target="../media/image2200.png"/><Relationship Id="rId20" Type="http://schemas.openxmlformats.org/officeDocument/2006/relationships/image" Target="../media/image2240.png"/><Relationship Id="rId1" Type="http://schemas.openxmlformats.org/officeDocument/2006/relationships/slideLayout" Target="../slideLayouts/slideLayout3.xml"/><Relationship Id="rId6" Type="http://schemas.openxmlformats.org/officeDocument/2006/relationships/image" Target="../media/image2100.png"/><Relationship Id="rId11" Type="http://schemas.openxmlformats.org/officeDocument/2006/relationships/image" Target="../media/image2150.png"/><Relationship Id="rId5" Type="http://schemas.openxmlformats.org/officeDocument/2006/relationships/image" Target="../media/image2090.png"/><Relationship Id="rId15" Type="http://schemas.openxmlformats.org/officeDocument/2006/relationships/image" Target="../media/image2190.png"/><Relationship Id="rId10" Type="http://schemas.openxmlformats.org/officeDocument/2006/relationships/image" Target="../media/image2140.png"/><Relationship Id="rId19" Type="http://schemas.openxmlformats.org/officeDocument/2006/relationships/image" Target="../media/image2230.png"/><Relationship Id="rId4" Type="http://schemas.openxmlformats.org/officeDocument/2006/relationships/image" Target="../media/image2080.png"/><Relationship Id="rId9" Type="http://schemas.openxmlformats.org/officeDocument/2006/relationships/image" Target="../media/image2130.png"/><Relationship Id="rId14" Type="http://schemas.openxmlformats.org/officeDocument/2006/relationships/image" Target="../media/image218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23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500.png"/><Relationship Id="rId2" Type="http://schemas.openxmlformats.org/officeDocument/2006/relationships/image" Target="../media/image1490.png"/><Relationship Id="rId1" Type="http://schemas.openxmlformats.org/officeDocument/2006/relationships/slideLayout" Target="../slideLayouts/slideLayout2.xml"/><Relationship Id="rId6" Type="http://schemas.openxmlformats.org/officeDocument/2006/relationships/image" Target="../media/image1530.png"/><Relationship Id="rId5" Type="http://schemas.openxmlformats.org/officeDocument/2006/relationships/image" Target="../media/image1520.png"/><Relationship Id="rId4" Type="http://schemas.openxmlformats.org/officeDocument/2006/relationships/image" Target="../media/image1510.png"/></Relationships>
</file>

<file path=ppt/slides/_rels/slide60.xml.rels><?xml version="1.0" encoding="UTF-8" standalone="yes"?>
<Relationships xmlns="http://schemas.openxmlformats.org/package/2006/relationships"><Relationship Id="rId2" Type="http://schemas.openxmlformats.org/officeDocument/2006/relationships/image" Target="../media/image235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3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3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3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3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8" Type="http://schemas.openxmlformats.org/officeDocument/2006/relationships/image" Target="../media/image246.png"/><Relationship Id="rId13" Type="http://schemas.openxmlformats.org/officeDocument/2006/relationships/image" Target="../media/image251.png"/><Relationship Id="rId18" Type="http://schemas.openxmlformats.org/officeDocument/2006/relationships/image" Target="../media/image256.png"/><Relationship Id="rId3" Type="http://schemas.openxmlformats.org/officeDocument/2006/relationships/image" Target="../media/image241.png"/><Relationship Id="rId21" Type="http://schemas.openxmlformats.org/officeDocument/2006/relationships/image" Target="../media/image259.png"/><Relationship Id="rId7" Type="http://schemas.openxmlformats.org/officeDocument/2006/relationships/image" Target="../media/image245.png"/><Relationship Id="rId12" Type="http://schemas.openxmlformats.org/officeDocument/2006/relationships/image" Target="../media/image250.png"/><Relationship Id="rId17" Type="http://schemas.openxmlformats.org/officeDocument/2006/relationships/image" Target="../media/image255.png"/><Relationship Id="rId2" Type="http://schemas.openxmlformats.org/officeDocument/2006/relationships/image" Target="../media/image240.png"/><Relationship Id="rId16" Type="http://schemas.openxmlformats.org/officeDocument/2006/relationships/image" Target="../media/image254.png"/><Relationship Id="rId20" Type="http://schemas.openxmlformats.org/officeDocument/2006/relationships/image" Target="../media/image258.png"/><Relationship Id="rId1" Type="http://schemas.openxmlformats.org/officeDocument/2006/relationships/slideLayout" Target="../slideLayouts/slideLayout3.xml"/><Relationship Id="rId6" Type="http://schemas.openxmlformats.org/officeDocument/2006/relationships/image" Target="../media/image244.png"/><Relationship Id="rId11" Type="http://schemas.openxmlformats.org/officeDocument/2006/relationships/image" Target="../media/image249.png"/><Relationship Id="rId5" Type="http://schemas.openxmlformats.org/officeDocument/2006/relationships/image" Target="../media/image243.png"/><Relationship Id="rId15" Type="http://schemas.openxmlformats.org/officeDocument/2006/relationships/image" Target="../media/image253.png"/><Relationship Id="rId10" Type="http://schemas.openxmlformats.org/officeDocument/2006/relationships/image" Target="../media/image248.png"/><Relationship Id="rId19" Type="http://schemas.openxmlformats.org/officeDocument/2006/relationships/image" Target="../media/image257.png"/><Relationship Id="rId4" Type="http://schemas.openxmlformats.org/officeDocument/2006/relationships/image" Target="../media/image242.png"/><Relationship Id="rId9" Type="http://schemas.openxmlformats.org/officeDocument/2006/relationships/image" Target="../media/image247.png"/><Relationship Id="rId14" Type="http://schemas.openxmlformats.org/officeDocument/2006/relationships/image" Target="../media/image252.png"/><Relationship Id="rId22" Type="http://schemas.openxmlformats.org/officeDocument/2006/relationships/image" Target="../media/image260.png"/></Relationships>
</file>

<file path=ppt/slides/_rels/slide67.xml.rels><?xml version="1.0" encoding="UTF-8" standalone="yes"?>
<Relationships xmlns="http://schemas.openxmlformats.org/package/2006/relationships"><Relationship Id="rId8" Type="http://schemas.openxmlformats.org/officeDocument/2006/relationships/image" Target="../media/image267.png"/><Relationship Id="rId13" Type="http://schemas.openxmlformats.org/officeDocument/2006/relationships/image" Target="../media/image272.png"/><Relationship Id="rId3" Type="http://schemas.openxmlformats.org/officeDocument/2006/relationships/image" Target="../media/image262.png"/><Relationship Id="rId7" Type="http://schemas.openxmlformats.org/officeDocument/2006/relationships/image" Target="../media/image266.png"/><Relationship Id="rId12" Type="http://schemas.openxmlformats.org/officeDocument/2006/relationships/image" Target="../media/image271.png"/><Relationship Id="rId1" Type="http://schemas.openxmlformats.org/officeDocument/2006/relationships/slideLayout" Target="../slideLayouts/slideLayout3.xml"/><Relationship Id="rId6" Type="http://schemas.openxmlformats.org/officeDocument/2006/relationships/image" Target="../media/image265.png"/><Relationship Id="rId11" Type="http://schemas.openxmlformats.org/officeDocument/2006/relationships/image" Target="../media/image270.png"/><Relationship Id="rId5" Type="http://schemas.openxmlformats.org/officeDocument/2006/relationships/image" Target="../media/image264.png"/><Relationship Id="rId10" Type="http://schemas.openxmlformats.org/officeDocument/2006/relationships/image" Target="../media/image269.png"/><Relationship Id="rId4" Type="http://schemas.openxmlformats.org/officeDocument/2006/relationships/image" Target="../media/image263.png"/><Relationship Id="rId9" Type="http://schemas.openxmlformats.org/officeDocument/2006/relationships/image" Target="../media/image268.png"/></Relationships>
</file>

<file path=ppt/slides/_rels/slide68.xml.rels><?xml version="1.0" encoding="UTF-8" standalone="yes"?>
<Relationships xmlns="http://schemas.openxmlformats.org/package/2006/relationships"><Relationship Id="rId8" Type="http://schemas.openxmlformats.org/officeDocument/2006/relationships/image" Target="../media/image278.png"/><Relationship Id="rId13" Type="http://schemas.openxmlformats.org/officeDocument/2006/relationships/image" Target="../media/image2791.png"/><Relationship Id="rId18" Type="http://schemas.openxmlformats.org/officeDocument/2006/relationships/image" Target="../media/image285.png"/><Relationship Id="rId3" Type="http://schemas.openxmlformats.org/officeDocument/2006/relationships/image" Target="../media/image261.png"/><Relationship Id="rId21" Type="http://schemas.openxmlformats.org/officeDocument/2006/relationships/image" Target="../media/image293.png"/><Relationship Id="rId7" Type="http://schemas.openxmlformats.org/officeDocument/2006/relationships/image" Target="../media/image277.png"/><Relationship Id="rId12" Type="http://schemas.openxmlformats.org/officeDocument/2006/relationships/image" Target="../media/image262.png"/><Relationship Id="rId17" Type="http://schemas.openxmlformats.org/officeDocument/2006/relationships/image" Target="../media/image283.png"/><Relationship Id="rId2" Type="http://schemas.openxmlformats.org/officeDocument/2006/relationships/image" Target="../media/image275.png"/><Relationship Id="rId16" Type="http://schemas.openxmlformats.org/officeDocument/2006/relationships/image" Target="../media/image282.png"/><Relationship Id="rId20" Type="http://schemas.openxmlformats.org/officeDocument/2006/relationships/image" Target="../media/image292.png"/><Relationship Id="rId1" Type="http://schemas.openxmlformats.org/officeDocument/2006/relationships/slideLayout" Target="../slideLayouts/slideLayout3.xml"/><Relationship Id="rId6" Type="http://schemas.openxmlformats.org/officeDocument/2006/relationships/image" Target="../media/image276.png"/><Relationship Id="rId5" Type="http://schemas.openxmlformats.org/officeDocument/2006/relationships/image" Target="../media/image274.png"/><Relationship Id="rId15" Type="http://schemas.openxmlformats.org/officeDocument/2006/relationships/image" Target="../media/image281.png"/><Relationship Id="rId19" Type="http://schemas.openxmlformats.org/officeDocument/2006/relationships/image" Target="../media/image286.png"/><Relationship Id="rId4" Type="http://schemas.openxmlformats.org/officeDocument/2006/relationships/image" Target="../media/image273.png"/><Relationship Id="rId9" Type="http://schemas.openxmlformats.org/officeDocument/2006/relationships/image" Target="../media/image279.png"/><Relationship Id="rId14" Type="http://schemas.openxmlformats.org/officeDocument/2006/relationships/image" Target="../media/image280.png"/></Relationships>
</file>

<file path=ppt/slides/_rels/slide69.xml.rels><?xml version="1.0" encoding="UTF-8" standalone="yes"?>
<Relationships xmlns="http://schemas.openxmlformats.org/package/2006/relationships"><Relationship Id="rId8" Type="http://schemas.openxmlformats.org/officeDocument/2006/relationships/image" Target="../media/image300.png"/><Relationship Id="rId13" Type="http://schemas.openxmlformats.org/officeDocument/2006/relationships/image" Target="../media/image305.png"/><Relationship Id="rId18" Type="http://schemas.openxmlformats.org/officeDocument/2006/relationships/image" Target="../media/image310.png"/><Relationship Id="rId26" Type="http://schemas.openxmlformats.org/officeDocument/2006/relationships/image" Target="../media/image318.png"/><Relationship Id="rId21" Type="http://schemas.openxmlformats.org/officeDocument/2006/relationships/image" Target="../media/image313.png"/><Relationship Id="rId7" Type="http://schemas.openxmlformats.org/officeDocument/2006/relationships/image" Target="../media/image299.png"/><Relationship Id="rId12" Type="http://schemas.openxmlformats.org/officeDocument/2006/relationships/image" Target="../media/image304.png"/><Relationship Id="rId17" Type="http://schemas.openxmlformats.org/officeDocument/2006/relationships/image" Target="../media/image309.png"/><Relationship Id="rId25" Type="http://schemas.openxmlformats.org/officeDocument/2006/relationships/image" Target="../media/image317.png"/><Relationship Id="rId2" Type="http://schemas.openxmlformats.org/officeDocument/2006/relationships/image" Target="../media/image294.png"/><Relationship Id="rId16" Type="http://schemas.openxmlformats.org/officeDocument/2006/relationships/image" Target="../media/image308.png"/><Relationship Id="rId20" Type="http://schemas.openxmlformats.org/officeDocument/2006/relationships/image" Target="../media/image312.png"/><Relationship Id="rId29" Type="http://schemas.openxmlformats.org/officeDocument/2006/relationships/image" Target="../media/image321.png"/><Relationship Id="rId1" Type="http://schemas.openxmlformats.org/officeDocument/2006/relationships/slideLayout" Target="../slideLayouts/slideLayout3.xml"/><Relationship Id="rId11" Type="http://schemas.openxmlformats.org/officeDocument/2006/relationships/image" Target="../media/image303.png"/><Relationship Id="rId24" Type="http://schemas.openxmlformats.org/officeDocument/2006/relationships/image" Target="../media/image316.png"/><Relationship Id="rId32" Type="http://schemas.openxmlformats.org/officeDocument/2006/relationships/image" Target="../media/image324.png"/><Relationship Id="rId23" Type="http://schemas.openxmlformats.org/officeDocument/2006/relationships/image" Target="../media/image315.png"/><Relationship Id="rId28" Type="http://schemas.openxmlformats.org/officeDocument/2006/relationships/image" Target="../media/image320.png"/><Relationship Id="rId10" Type="http://schemas.openxmlformats.org/officeDocument/2006/relationships/image" Target="../media/image302.png"/><Relationship Id="rId19" Type="http://schemas.openxmlformats.org/officeDocument/2006/relationships/image" Target="../media/image311.png"/><Relationship Id="rId31" Type="http://schemas.openxmlformats.org/officeDocument/2006/relationships/image" Target="../media/image323.png"/><Relationship Id="rId9" Type="http://schemas.openxmlformats.org/officeDocument/2006/relationships/image" Target="../media/image301.png"/><Relationship Id="rId14" Type="http://schemas.openxmlformats.org/officeDocument/2006/relationships/image" Target="../media/image306.png"/><Relationship Id="rId22" Type="http://schemas.openxmlformats.org/officeDocument/2006/relationships/image" Target="../media/image314.png"/><Relationship Id="rId27" Type="http://schemas.openxmlformats.org/officeDocument/2006/relationships/image" Target="../media/image319.png"/><Relationship Id="rId30" Type="http://schemas.openxmlformats.org/officeDocument/2006/relationships/image" Target="../media/image322.png"/></Relationships>
</file>

<file path=ppt/slides/_rels/slide70.xml.rels><?xml version="1.0" encoding="UTF-8" standalone="yes"?>
<Relationships xmlns="http://schemas.openxmlformats.org/package/2006/relationships"><Relationship Id="rId13" Type="http://schemas.openxmlformats.org/officeDocument/2006/relationships/image" Target="../media/image336.png"/><Relationship Id="rId18" Type="http://schemas.openxmlformats.org/officeDocument/2006/relationships/image" Target="../media/image341.png"/><Relationship Id="rId26" Type="http://schemas.openxmlformats.org/officeDocument/2006/relationships/image" Target="../media/image349.png"/><Relationship Id="rId39" Type="http://schemas.openxmlformats.org/officeDocument/2006/relationships/image" Target="../media/image362.png"/><Relationship Id="rId21" Type="http://schemas.openxmlformats.org/officeDocument/2006/relationships/image" Target="../media/image344.png"/><Relationship Id="rId34" Type="http://schemas.openxmlformats.org/officeDocument/2006/relationships/image" Target="../media/image357.png"/><Relationship Id="rId42" Type="http://schemas.openxmlformats.org/officeDocument/2006/relationships/image" Target="../media/image365.png"/><Relationship Id="rId47" Type="http://schemas.openxmlformats.org/officeDocument/2006/relationships/image" Target="../media/image370.png"/><Relationship Id="rId7" Type="http://schemas.openxmlformats.org/officeDocument/2006/relationships/image" Target="../media/image330.png"/><Relationship Id="rId16" Type="http://schemas.openxmlformats.org/officeDocument/2006/relationships/image" Target="../media/image339.png"/><Relationship Id="rId20" Type="http://schemas.openxmlformats.org/officeDocument/2006/relationships/image" Target="../media/image343.png"/><Relationship Id="rId29" Type="http://schemas.openxmlformats.org/officeDocument/2006/relationships/image" Target="../media/image352.png"/><Relationship Id="rId41" Type="http://schemas.openxmlformats.org/officeDocument/2006/relationships/image" Target="../media/image364.png"/><Relationship Id="rId1" Type="http://schemas.openxmlformats.org/officeDocument/2006/relationships/slideLayout" Target="../slideLayouts/slideLayout3.xml"/><Relationship Id="rId6" Type="http://schemas.openxmlformats.org/officeDocument/2006/relationships/image" Target="../media/image329.png"/><Relationship Id="rId24" Type="http://schemas.openxmlformats.org/officeDocument/2006/relationships/image" Target="../media/image347.png"/><Relationship Id="rId32" Type="http://schemas.openxmlformats.org/officeDocument/2006/relationships/image" Target="../media/image355.png"/><Relationship Id="rId37" Type="http://schemas.openxmlformats.org/officeDocument/2006/relationships/image" Target="../media/image360.png"/><Relationship Id="rId40" Type="http://schemas.openxmlformats.org/officeDocument/2006/relationships/image" Target="../media/image363.png"/><Relationship Id="rId45" Type="http://schemas.openxmlformats.org/officeDocument/2006/relationships/image" Target="../media/image368.png"/><Relationship Id="rId5" Type="http://schemas.openxmlformats.org/officeDocument/2006/relationships/image" Target="../media/image328.png"/><Relationship Id="rId15" Type="http://schemas.openxmlformats.org/officeDocument/2006/relationships/image" Target="../media/image338.png"/><Relationship Id="rId23" Type="http://schemas.openxmlformats.org/officeDocument/2006/relationships/image" Target="../media/image346.png"/><Relationship Id="rId28" Type="http://schemas.openxmlformats.org/officeDocument/2006/relationships/image" Target="../media/image351.png"/><Relationship Id="rId36" Type="http://schemas.openxmlformats.org/officeDocument/2006/relationships/image" Target="../media/image359.png"/><Relationship Id="rId10" Type="http://schemas.openxmlformats.org/officeDocument/2006/relationships/image" Target="../media/image333.png"/><Relationship Id="rId19" Type="http://schemas.openxmlformats.org/officeDocument/2006/relationships/image" Target="../media/image342.png"/><Relationship Id="rId31" Type="http://schemas.openxmlformats.org/officeDocument/2006/relationships/image" Target="../media/image354.png"/><Relationship Id="rId44" Type="http://schemas.openxmlformats.org/officeDocument/2006/relationships/image" Target="../media/image367.png"/><Relationship Id="rId9" Type="http://schemas.openxmlformats.org/officeDocument/2006/relationships/image" Target="../media/image332.png"/><Relationship Id="rId14" Type="http://schemas.openxmlformats.org/officeDocument/2006/relationships/image" Target="../media/image337.png"/><Relationship Id="rId22" Type="http://schemas.openxmlformats.org/officeDocument/2006/relationships/image" Target="../media/image345.png"/><Relationship Id="rId27" Type="http://schemas.openxmlformats.org/officeDocument/2006/relationships/image" Target="../media/image350.png"/><Relationship Id="rId30" Type="http://schemas.openxmlformats.org/officeDocument/2006/relationships/image" Target="../media/image353.png"/><Relationship Id="rId35" Type="http://schemas.openxmlformats.org/officeDocument/2006/relationships/image" Target="../media/image358.png"/><Relationship Id="rId43" Type="http://schemas.openxmlformats.org/officeDocument/2006/relationships/image" Target="../media/image366.png"/><Relationship Id="rId8" Type="http://schemas.openxmlformats.org/officeDocument/2006/relationships/image" Target="../media/image331.png"/><Relationship Id="rId12" Type="http://schemas.openxmlformats.org/officeDocument/2006/relationships/image" Target="../media/image335.png"/><Relationship Id="rId17" Type="http://schemas.openxmlformats.org/officeDocument/2006/relationships/image" Target="../media/image340.png"/><Relationship Id="rId25" Type="http://schemas.openxmlformats.org/officeDocument/2006/relationships/image" Target="../media/image348.png"/><Relationship Id="rId33" Type="http://schemas.openxmlformats.org/officeDocument/2006/relationships/image" Target="../media/image356.png"/><Relationship Id="rId38" Type="http://schemas.openxmlformats.org/officeDocument/2006/relationships/image" Target="../media/image361.png"/><Relationship Id="rId46" Type="http://schemas.openxmlformats.org/officeDocument/2006/relationships/image" Target="../media/image369.png"/></Relationships>
</file>

<file path=ppt/slides/_rels/slide71.xml.rels><?xml version="1.0" encoding="UTF-8" standalone="yes"?>
<Relationships xmlns="http://schemas.openxmlformats.org/package/2006/relationships"><Relationship Id="rId8" Type="http://schemas.openxmlformats.org/officeDocument/2006/relationships/image" Target="../media/image375.png"/><Relationship Id="rId13" Type="http://schemas.openxmlformats.org/officeDocument/2006/relationships/image" Target="../media/image380.png"/><Relationship Id="rId18" Type="http://schemas.openxmlformats.org/officeDocument/2006/relationships/image" Target="../media/image385.png"/><Relationship Id="rId26" Type="http://schemas.openxmlformats.org/officeDocument/2006/relationships/image" Target="../media/image393.png"/><Relationship Id="rId3" Type="http://schemas.openxmlformats.org/officeDocument/2006/relationships/image" Target="../media/image329.png"/><Relationship Id="rId7" Type="http://schemas.openxmlformats.org/officeDocument/2006/relationships/image" Target="../media/image374.png"/><Relationship Id="rId12" Type="http://schemas.openxmlformats.org/officeDocument/2006/relationships/image" Target="../media/image379.png"/><Relationship Id="rId17" Type="http://schemas.openxmlformats.org/officeDocument/2006/relationships/image" Target="../media/image384.png"/><Relationship Id="rId25" Type="http://schemas.openxmlformats.org/officeDocument/2006/relationships/image" Target="../media/image392.png"/><Relationship Id="rId33" Type="http://schemas.openxmlformats.org/officeDocument/2006/relationships/image" Target="../media/image400.png"/><Relationship Id="rId2" Type="http://schemas.openxmlformats.org/officeDocument/2006/relationships/image" Target="../media/image328.png"/><Relationship Id="rId16" Type="http://schemas.openxmlformats.org/officeDocument/2006/relationships/image" Target="../media/image383.png"/><Relationship Id="rId20" Type="http://schemas.openxmlformats.org/officeDocument/2006/relationships/image" Target="../media/image387.png"/><Relationship Id="rId29" Type="http://schemas.openxmlformats.org/officeDocument/2006/relationships/image" Target="../media/image396.png"/><Relationship Id="rId1" Type="http://schemas.openxmlformats.org/officeDocument/2006/relationships/slideLayout" Target="../slideLayouts/slideLayout3.xml"/><Relationship Id="rId6" Type="http://schemas.openxmlformats.org/officeDocument/2006/relationships/image" Target="../media/image373.png"/><Relationship Id="rId11" Type="http://schemas.openxmlformats.org/officeDocument/2006/relationships/image" Target="../media/image378.png"/><Relationship Id="rId24" Type="http://schemas.openxmlformats.org/officeDocument/2006/relationships/image" Target="../media/image391.png"/><Relationship Id="rId32" Type="http://schemas.openxmlformats.org/officeDocument/2006/relationships/image" Target="../media/image399.png"/><Relationship Id="rId5" Type="http://schemas.openxmlformats.org/officeDocument/2006/relationships/image" Target="../media/image372.png"/><Relationship Id="rId15" Type="http://schemas.openxmlformats.org/officeDocument/2006/relationships/image" Target="../media/image382.png"/><Relationship Id="rId23" Type="http://schemas.openxmlformats.org/officeDocument/2006/relationships/image" Target="../media/image390.png"/><Relationship Id="rId28" Type="http://schemas.openxmlformats.org/officeDocument/2006/relationships/image" Target="../media/image395.png"/><Relationship Id="rId10" Type="http://schemas.openxmlformats.org/officeDocument/2006/relationships/image" Target="../media/image377.png"/><Relationship Id="rId19" Type="http://schemas.openxmlformats.org/officeDocument/2006/relationships/image" Target="../media/image386.png"/><Relationship Id="rId31" Type="http://schemas.openxmlformats.org/officeDocument/2006/relationships/image" Target="../media/image398.png"/><Relationship Id="rId4" Type="http://schemas.openxmlformats.org/officeDocument/2006/relationships/image" Target="../media/image371.png"/><Relationship Id="rId9" Type="http://schemas.openxmlformats.org/officeDocument/2006/relationships/image" Target="../media/image376.png"/><Relationship Id="rId14" Type="http://schemas.openxmlformats.org/officeDocument/2006/relationships/image" Target="../media/image381.png"/><Relationship Id="rId22" Type="http://schemas.openxmlformats.org/officeDocument/2006/relationships/image" Target="../media/image389.png"/><Relationship Id="rId27" Type="http://schemas.openxmlformats.org/officeDocument/2006/relationships/image" Target="../media/image394.png"/><Relationship Id="rId30" Type="http://schemas.openxmlformats.org/officeDocument/2006/relationships/image" Target="../media/image397.png"/></Relationships>
</file>

<file path=ppt/slides/_rels/slide72.xml.rels><?xml version="1.0" encoding="UTF-8" standalone="yes"?>
<Relationships xmlns="http://schemas.openxmlformats.org/package/2006/relationships"><Relationship Id="rId8" Type="http://schemas.openxmlformats.org/officeDocument/2006/relationships/image" Target="../media/image407.png"/><Relationship Id="rId13" Type="http://schemas.openxmlformats.org/officeDocument/2006/relationships/image" Target="../media/image412.png"/><Relationship Id="rId18" Type="http://schemas.openxmlformats.org/officeDocument/2006/relationships/image" Target="../media/image417.png"/><Relationship Id="rId26" Type="http://schemas.openxmlformats.org/officeDocument/2006/relationships/image" Target="../media/image425.png"/><Relationship Id="rId3" Type="http://schemas.openxmlformats.org/officeDocument/2006/relationships/image" Target="../media/image402.png"/><Relationship Id="rId21" Type="http://schemas.openxmlformats.org/officeDocument/2006/relationships/image" Target="../media/image420.png"/><Relationship Id="rId7" Type="http://schemas.openxmlformats.org/officeDocument/2006/relationships/image" Target="../media/image406.png"/><Relationship Id="rId12" Type="http://schemas.openxmlformats.org/officeDocument/2006/relationships/image" Target="../media/image411.png"/><Relationship Id="rId17" Type="http://schemas.openxmlformats.org/officeDocument/2006/relationships/image" Target="../media/image416.png"/><Relationship Id="rId25" Type="http://schemas.openxmlformats.org/officeDocument/2006/relationships/image" Target="../media/image424.png"/><Relationship Id="rId16" Type="http://schemas.openxmlformats.org/officeDocument/2006/relationships/image" Target="../media/image415.png"/><Relationship Id="rId20" Type="http://schemas.openxmlformats.org/officeDocument/2006/relationships/image" Target="../media/image419.png"/><Relationship Id="rId1" Type="http://schemas.openxmlformats.org/officeDocument/2006/relationships/slideLayout" Target="../slideLayouts/slideLayout3.xml"/><Relationship Id="rId6" Type="http://schemas.openxmlformats.org/officeDocument/2006/relationships/image" Target="../media/image405.png"/><Relationship Id="rId11" Type="http://schemas.openxmlformats.org/officeDocument/2006/relationships/image" Target="../media/image410.png"/><Relationship Id="rId24" Type="http://schemas.openxmlformats.org/officeDocument/2006/relationships/image" Target="../media/image423.png"/><Relationship Id="rId5" Type="http://schemas.openxmlformats.org/officeDocument/2006/relationships/image" Target="../media/image404.png"/><Relationship Id="rId15" Type="http://schemas.openxmlformats.org/officeDocument/2006/relationships/image" Target="../media/image414.png"/><Relationship Id="rId23" Type="http://schemas.openxmlformats.org/officeDocument/2006/relationships/image" Target="../media/image422.png"/><Relationship Id="rId10" Type="http://schemas.openxmlformats.org/officeDocument/2006/relationships/image" Target="../media/image409.png"/><Relationship Id="rId19" Type="http://schemas.openxmlformats.org/officeDocument/2006/relationships/image" Target="../media/image418.png"/><Relationship Id="rId4" Type="http://schemas.openxmlformats.org/officeDocument/2006/relationships/image" Target="../media/image403.png"/><Relationship Id="rId9" Type="http://schemas.openxmlformats.org/officeDocument/2006/relationships/image" Target="../media/image408.png"/><Relationship Id="rId14" Type="http://schemas.openxmlformats.org/officeDocument/2006/relationships/image" Target="../media/image413.png"/><Relationship Id="rId22" Type="http://schemas.openxmlformats.org/officeDocument/2006/relationships/image" Target="../media/image421.png"/></Relationships>
</file>

<file path=ppt/slides/_rels/slide73.xml.rels><?xml version="1.0" encoding="UTF-8" standalone="yes"?>
<Relationships xmlns="http://schemas.openxmlformats.org/package/2006/relationships"><Relationship Id="rId13" Type="http://schemas.openxmlformats.org/officeDocument/2006/relationships/image" Target="../media/image435.png"/><Relationship Id="rId18" Type="http://schemas.openxmlformats.org/officeDocument/2006/relationships/image" Target="../media/image440.png"/><Relationship Id="rId26" Type="http://schemas.openxmlformats.org/officeDocument/2006/relationships/image" Target="../media/image448.png"/><Relationship Id="rId39" Type="http://schemas.openxmlformats.org/officeDocument/2006/relationships/image" Target="../media/image461.png"/><Relationship Id="rId21" Type="http://schemas.openxmlformats.org/officeDocument/2006/relationships/image" Target="../media/image443.png"/><Relationship Id="rId34" Type="http://schemas.openxmlformats.org/officeDocument/2006/relationships/image" Target="../media/image456.png"/><Relationship Id="rId42" Type="http://schemas.openxmlformats.org/officeDocument/2006/relationships/image" Target="../media/image464.png"/><Relationship Id="rId7" Type="http://schemas.openxmlformats.org/officeDocument/2006/relationships/image" Target="../media/image429.png"/><Relationship Id="rId2" Type="http://schemas.openxmlformats.org/officeDocument/2006/relationships/image" Target="../media/image402.png"/><Relationship Id="rId16" Type="http://schemas.openxmlformats.org/officeDocument/2006/relationships/image" Target="../media/image438.png"/><Relationship Id="rId20" Type="http://schemas.openxmlformats.org/officeDocument/2006/relationships/image" Target="../media/image442.png"/><Relationship Id="rId29" Type="http://schemas.openxmlformats.org/officeDocument/2006/relationships/image" Target="../media/image451.png"/><Relationship Id="rId41" Type="http://schemas.openxmlformats.org/officeDocument/2006/relationships/image" Target="../media/image463.png"/><Relationship Id="rId1" Type="http://schemas.openxmlformats.org/officeDocument/2006/relationships/slideLayout" Target="../slideLayouts/slideLayout3.xml"/><Relationship Id="rId6" Type="http://schemas.openxmlformats.org/officeDocument/2006/relationships/image" Target="../media/image428.png"/><Relationship Id="rId11" Type="http://schemas.openxmlformats.org/officeDocument/2006/relationships/image" Target="../media/image433.png"/><Relationship Id="rId24" Type="http://schemas.openxmlformats.org/officeDocument/2006/relationships/image" Target="../media/image446.png"/><Relationship Id="rId32" Type="http://schemas.openxmlformats.org/officeDocument/2006/relationships/image" Target="../media/image454.png"/><Relationship Id="rId37" Type="http://schemas.openxmlformats.org/officeDocument/2006/relationships/image" Target="../media/image459.png"/><Relationship Id="rId40" Type="http://schemas.openxmlformats.org/officeDocument/2006/relationships/image" Target="../media/image462.png"/><Relationship Id="rId5" Type="http://schemas.openxmlformats.org/officeDocument/2006/relationships/image" Target="../media/image427.png"/><Relationship Id="rId15" Type="http://schemas.openxmlformats.org/officeDocument/2006/relationships/image" Target="../media/image437.png"/><Relationship Id="rId23" Type="http://schemas.openxmlformats.org/officeDocument/2006/relationships/image" Target="../media/image445.png"/><Relationship Id="rId28" Type="http://schemas.openxmlformats.org/officeDocument/2006/relationships/image" Target="../media/image450.png"/><Relationship Id="rId36" Type="http://schemas.openxmlformats.org/officeDocument/2006/relationships/image" Target="../media/image458.png"/><Relationship Id="rId10" Type="http://schemas.openxmlformats.org/officeDocument/2006/relationships/image" Target="../media/image432.png"/><Relationship Id="rId19" Type="http://schemas.openxmlformats.org/officeDocument/2006/relationships/image" Target="../media/image441.png"/><Relationship Id="rId31" Type="http://schemas.openxmlformats.org/officeDocument/2006/relationships/image" Target="../media/image453.png"/><Relationship Id="rId44" Type="http://schemas.openxmlformats.org/officeDocument/2006/relationships/image" Target="../media/image466.png"/><Relationship Id="rId4" Type="http://schemas.openxmlformats.org/officeDocument/2006/relationships/image" Target="../media/image426.png"/><Relationship Id="rId9" Type="http://schemas.openxmlformats.org/officeDocument/2006/relationships/image" Target="../media/image431.png"/><Relationship Id="rId14" Type="http://schemas.openxmlformats.org/officeDocument/2006/relationships/image" Target="../media/image436.png"/><Relationship Id="rId22" Type="http://schemas.openxmlformats.org/officeDocument/2006/relationships/image" Target="../media/image444.png"/><Relationship Id="rId27" Type="http://schemas.openxmlformats.org/officeDocument/2006/relationships/image" Target="../media/image449.png"/><Relationship Id="rId30" Type="http://schemas.openxmlformats.org/officeDocument/2006/relationships/image" Target="../media/image452.png"/><Relationship Id="rId35" Type="http://schemas.openxmlformats.org/officeDocument/2006/relationships/image" Target="../media/image457.png"/><Relationship Id="rId43" Type="http://schemas.openxmlformats.org/officeDocument/2006/relationships/image" Target="../media/image465.png"/><Relationship Id="rId8" Type="http://schemas.openxmlformats.org/officeDocument/2006/relationships/image" Target="../media/image430.png"/><Relationship Id="rId3" Type="http://schemas.openxmlformats.org/officeDocument/2006/relationships/image" Target="../media/image403.png"/><Relationship Id="rId12" Type="http://schemas.openxmlformats.org/officeDocument/2006/relationships/image" Target="../media/image434.png"/><Relationship Id="rId17" Type="http://schemas.openxmlformats.org/officeDocument/2006/relationships/image" Target="../media/image439.png"/><Relationship Id="rId25" Type="http://schemas.openxmlformats.org/officeDocument/2006/relationships/image" Target="../media/image447.png"/><Relationship Id="rId33" Type="http://schemas.openxmlformats.org/officeDocument/2006/relationships/image" Target="../media/image455.png"/><Relationship Id="rId38" Type="http://schemas.openxmlformats.org/officeDocument/2006/relationships/image" Target="../media/image460.png"/></Relationships>
</file>

<file path=ppt/slides/_rels/slide74.xml.rels><?xml version="1.0" encoding="UTF-8" standalone="yes"?>
<Relationships xmlns="http://schemas.openxmlformats.org/package/2006/relationships"><Relationship Id="rId8" Type="http://schemas.openxmlformats.org/officeDocument/2006/relationships/image" Target="../media/image470.png"/><Relationship Id="rId13" Type="http://schemas.openxmlformats.org/officeDocument/2006/relationships/image" Target="../media/image478.png"/><Relationship Id="rId18" Type="http://schemas.openxmlformats.org/officeDocument/2006/relationships/image" Target="../media/image481.png"/><Relationship Id="rId3" Type="http://schemas.openxmlformats.org/officeDocument/2006/relationships/image" Target="../media/image468.png"/><Relationship Id="rId21" Type="http://schemas.openxmlformats.org/officeDocument/2006/relationships/image" Target="../media/image484.png"/><Relationship Id="rId7" Type="http://schemas.openxmlformats.org/officeDocument/2006/relationships/image" Target="../media/image388.png"/><Relationship Id="rId12" Type="http://schemas.openxmlformats.org/officeDocument/2006/relationships/image" Target="../media/image477.png"/><Relationship Id="rId17" Type="http://schemas.openxmlformats.org/officeDocument/2006/relationships/image" Target="../media/image480.png"/><Relationship Id="rId2" Type="http://schemas.openxmlformats.org/officeDocument/2006/relationships/image" Target="../media/image467.png"/><Relationship Id="rId16" Type="http://schemas.openxmlformats.org/officeDocument/2006/relationships/image" Target="../media/image479.png"/><Relationship Id="rId20" Type="http://schemas.openxmlformats.org/officeDocument/2006/relationships/image" Target="../media/image483.png"/><Relationship Id="rId1" Type="http://schemas.openxmlformats.org/officeDocument/2006/relationships/slideLayout" Target="../slideLayouts/slideLayout3.xml"/><Relationship Id="rId6" Type="http://schemas.openxmlformats.org/officeDocument/2006/relationships/image" Target="../media/image471.png"/><Relationship Id="rId11" Type="http://schemas.openxmlformats.org/officeDocument/2006/relationships/image" Target="../media/image476.png"/><Relationship Id="rId24" Type="http://schemas.openxmlformats.org/officeDocument/2006/relationships/image" Target="../media/image487.png"/><Relationship Id="rId5" Type="http://schemas.openxmlformats.org/officeDocument/2006/relationships/image" Target="../media/image334.png"/><Relationship Id="rId15" Type="http://schemas.openxmlformats.org/officeDocument/2006/relationships/image" Target="../media/image473.png"/><Relationship Id="rId23" Type="http://schemas.openxmlformats.org/officeDocument/2006/relationships/image" Target="../media/image486.png"/><Relationship Id="rId10" Type="http://schemas.openxmlformats.org/officeDocument/2006/relationships/image" Target="../media/image475.png"/><Relationship Id="rId19" Type="http://schemas.openxmlformats.org/officeDocument/2006/relationships/image" Target="../media/image482.png"/><Relationship Id="rId4" Type="http://schemas.openxmlformats.org/officeDocument/2006/relationships/image" Target="../media/image469.png"/><Relationship Id="rId9" Type="http://schemas.openxmlformats.org/officeDocument/2006/relationships/image" Target="../media/image474.png"/><Relationship Id="rId14" Type="http://schemas.openxmlformats.org/officeDocument/2006/relationships/image" Target="../media/image472.png"/><Relationship Id="rId22" Type="http://schemas.openxmlformats.org/officeDocument/2006/relationships/image" Target="../media/image485.png"/></Relationships>
</file>

<file path=ppt/slides/_rels/slide75.xml.rels><?xml version="1.0" encoding="UTF-8" standalone="yes"?>
<Relationships xmlns="http://schemas.openxmlformats.org/package/2006/relationships"><Relationship Id="rId8" Type="http://schemas.openxmlformats.org/officeDocument/2006/relationships/image" Target="../media/image494.png"/><Relationship Id="rId13" Type="http://schemas.openxmlformats.org/officeDocument/2006/relationships/image" Target="../media/image499.png"/><Relationship Id="rId18" Type="http://schemas.openxmlformats.org/officeDocument/2006/relationships/image" Target="../media/image504.png"/><Relationship Id="rId3" Type="http://schemas.openxmlformats.org/officeDocument/2006/relationships/image" Target="../media/image489.png"/><Relationship Id="rId21" Type="http://schemas.openxmlformats.org/officeDocument/2006/relationships/image" Target="../media/image507.png"/><Relationship Id="rId7" Type="http://schemas.openxmlformats.org/officeDocument/2006/relationships/image" Target="../media/image493.png"/><Relationship Id="rId12" Type="http://schemas.openxmlformats.org/officeDocument/2006/relationships/image" Target="../media/image498.png"/><Relationship Id="rId17" Type="http://schemas.openxmlformats.org/officeDocument/2006/relationships/image" Target="../media/image503.png"/><Relationship Id="rId2" Type="http://schemas.openxmlformats.org/officeDocument/2006/relationships/image" Target="../media/image488.png"/><Relationship Id="rId16" Type="http://schemas.openxmlformats.org/officeDocument/2006/relationships/image" Target="../media/image502.png"/><Relationship Id="rId20" Type="http://schemas.openxmlformats.org/officeDocument/2006/relationships/image" Target="../media/image506.png"/><Relationship Id="rId1" Type="http://schemas.openxmlformats.org/officeDocument/2006/relationships/slideLayout" Target="../slideLayouts/slideLayout3.xml"/><Relationship Id="rId6" Type="http://schemas.openxmlformats.org/officeDocument/2006/relationships/image" Target="../media/image492.png"/><Relationship Id="rId11" Type="http://schemas.openxmlformats.org/officeDocument/2006/relationships/image" Target="../media/image497.png"/><Relationship Id="rId5" Type="http://schemas.openxmlformats.org/officeDocument/2006/relationships/image" Target="../media/image491.png"/><Relationship Id="rId15" Type="http://schemas.openxmlformats.org/officeDocument/2006/relationships/image" Target="../media/image501.png"/><Relationship Id="rId23" Type="http://schemas.openxmlformats.org/officeDocument/2006/relationships/image" Target="../media/image509.png"/><Relationship Id="rId10" Type="http://schemas.openxmlformats.org/officeDocument/2006/relationships/image" Target="../media/image496.png"/><Relationship Id="rId19" Type="http://schemas.openxmlformats.org/officeDocument/2006/relationships/image" Target="../media/image505.png"/><Relationship Id="rId4" Type="http://schemas.openxmlformats.org/officeDocument/2006/relationships/image" Target="../media/image490.png"/><Relationship Id="rId9" Type="http://schemas.openxmlformats.org/officeDocument/2006/relationships/image" Target="../media/image495.png"/><Relationship Id="rId14" Type="http://schemas.openxmlformats.org/officeDocument/2006/relationships/image" Target="../media/image500.png"/><Relationship Id="rId22" Type="http://schemas.openxmlformats.org/officeDocument/2006/relationships/image" Target="../media/image508.png"/></Relationships>
</file>

<file path=ppt/slides/_rels/slide76.xml.rels><?xml version="1.0" encoding="UTF-8" standalone="yes"?>
<Relationships xmlns="http://schemas.openxmlformats.org/package/2006/relationships"><Relationship Id="rId13" Type="http://schemas.openxmlformats.org/officeDocument/2006/relationships/image" Target="../media/image521.png"/><Relationship Id="rId18" Type="http://schemas.openxmlformats.org/officeDocument/2006/relationships/image" Target="../media/image526.png"/><Relationship Id="rId26" Type="http://schemas.openxmlformats.org/officeDocument/2006/relationships/image" Target="../media/image534.png"/><Relationship Id="rId3" Type="http://schemas.openxmlformats.org/officeDocument/2006/relationships/image" Target="../media/image511.png"/><Relationship Id="rId21" Type="http://schemas.openxmlformats.org/officeDocument/2006/relationships/image" Target="../media/image529.png"/><Relationship Id="rId7" Type="http://schemas.openxmlformats.org/officeDocument/2006/relationships/image" Target="../media/image515.png"/><Relationship Id="rId12" Type="http://schemas.openxmlformats.org/officeDocument/2006/relationships/image" Target="../media/image520.png"/><Relationship Id="rId17" Type="http://schemas.openxmlformats.org/officeDocument/2006/relationships/image" Target="../media/image525.png"/><Relationship Id="rId25" Type="http://schemas.openxmlformats.org/officeDocument/2006/relationships/image" Target="../media/image533.png"/><Relationship Id="rId33" Type="http://schemas.openxmlformats.org/officeDocument/2006/relationships/image" Target="../media/image541.png"/><Relationship Id="rId2" Type="http://schemas.openxmlformats.org/officeDocument/2006/relationships/image" Target="../media/image510.png"/><Relationship Id="rId16" Type="http://schemas.openxmlformats.org/officeDocument/2006/relationships/image" Target="../media/image524.png"/><Relationship Id="rId20" Type="http://schemas.openxmlformats.org/officeDocument/2006/relationships/image" Target="../media/image528.png"/><Relationship Id="rId29" Type="http://schemas.openxmlformats.org/officeDocument/2006/relationships/image" Target="../media/image537.png"/><Relationship Id="rId1" Type="http://schemas.openxmlformats.org/officeDocument/2006/relationships/slideLayout" Target="../slideLayouts/slideLayout3.xml"/><Relationship Id="rId6" Type="http://schemas.openxmlformats.org/officeDocument/2006/relationships/image" Target="../media/image514.png"/><Relationship Id="rId11" Type="http://schemas.openxmlformats.org/officeDocument/2006/relationships/image" Target="../media/image519.png"/><Relationship Id="rId24" Type="http://schemas.openxmlformats.org/officeDocument/2006/relationships/image" Target="../media/image532.png"/><Relationship Id="rId32" Type="http://schemas.openxmlformats.org/officeDocument/2006/relationships/image" Target="../media/image540.png"/><Relationship Id="rId5" Type="http://schemas.openxmlformats.org/officeDocument/2006/relationships/image" Target="../media/image513.png"/><Relationship Id="rId15" Type="http://schemas.openxmlformats.org/officeDocument/2006/relationships/image" Target="../media/image523.png"/><Relationship Id="rId23" Type="http://schemas.openxmlformats.org/officeDocument/2006/relationships/image" Target="../media/image531.png"/><Relationship Id="rId28" Type="http://schemas.openxmlformats.org/officeDocument/2006/relationships/image" Target="../media/image536.png"/><Relationship Id="rId10" Type="http://schemas.openxmlformats.org/officeDocument/2006/relationships/image" Target="../media/image518.png"/><Relationship Id="rId19" Type="http://schemas.openxmlformats.org/officeDocument/2006/relationships/image" Target="../media/image527.png"/><Relationship Id="rId31" Type="http://schemas.openxmlformats.org/officeDocument/2006/relationships/image" Target="../media/image539.png"/><Relationship Id="rId4" Type="http://schemas.openxmlformats.org/officeDocument/2006/relationships/image" Target="../media/image512.png"/><Relationship Id="rId9" Type="http://schemas.openxmlformats.org/officeDocument/2006/relationships/image" Target="../media/image517.png"/><Relationship Id="rId14" Type="http://schemas.openxmlformats.org/officeDocument/2006/relationships/image" Target="../media/image522.png"/><Relationship Id="rId22" Type="http://schemas.openxmlformats.org/officeDocument/2006/relationships/image" Target="../media/image530.png"/><Relationship Id="rId27" Type="http://schemas.openxmlformats.org/officeDocument/2006/relationships/image" Target="../media/image535.png"/><Relationship Id="rId30" Type="http://schemas.openxmlformats.org/officeDocument/2006/relationships/image" Target="../media/image538.png"/><Relationship Id="rId8" Type="http://schemas.openxmlformats.org/officeDocument/2006/relationships/image" Target="../media/image516.png"/></Relationships>
</file>

<file path=ppt/slides/_rels/slide77.xml.rels><?xml version="1.0" encoding="UTF-8" standalone="yes"?>
<Relationships xmlns="http://schemas.openxmlformats.org/package/2006/relationships"><Relationship Id="rId8" Type="http://schemas.openxmlformats.org/officeDocument/2006/relationships/image" Target="../media/image548.png"/><Relationship Id="rId13" Type="http://schemas.openxmlformats.org/officeDocument/2006/relationships/image" Target="../media/image553.png"/><Relationship Id="rId18" Type="http://schemas.openxmlformats.org/officeDocument/2006/relationships/image" Target="../media/image558.png"/><Relationship Id="rId26" Type="http://schemas.openxmlformats.org/officeDocument/2006/relationships/image" Target="../media/image566.png"/><Relationship Id="rId3" Type="http://schemas.openxmlformats.org/officeDocument/2006/relationships/image" Target="../media/image543.png"/><Relationship Id="rId21" Type="http://schemas.openxmlformats.org/officeDocument/2006/relationships/image" Target="../media/image561.png"/><Relationship Id="rId7" Type="http://schemas.openxmlformats.org/officeDocument/2006/relationships/image" Target="../media/image547.png"/><Relationship Id="rId12" Type="http://schemas.openxmlformats.org/officeDocument/2006/relationships/image" Target="../media/image552.png"/><Relationship Id="rId17" Type="http://schemas.openxmlformats.org/officeDocument/2006/relationships/image" Target="../media/image557.png"/><Relationship Id="rId25" Type="http://schemas.openxmlformats.org/officeDocument/2006/relationships/image" Target="../media/image565.png"/><Relationship Id="rId2" Type="http://schemas.openxmlformats.org/officeDocument/2006/relationships/image" Target="../media/image542.png"/><Relationship Id="rId16" Type="http://schemas.openxmlformats.org/officeDocument/2006/relationships/image" Target="../media/image556.png"/><Relationship Id="rId20" Type="http://schemas.openxmlformats.org/officeDocument/2006/relationships/image" Target="../media/image560.png"/><Relationship Id="rId1" Type="http://schemas.openxmlformats.org/officeDocument/2006/relationships/slideLayout" Target="../slideLayouts/slideLayout3.xml"/><Relationship Id="rId6" Type="http://schemas.openxmlformats.org/officeDocument/2006/relationships/image" Target="../media/image546.png"/><Relationship Id="rId11" Type="http://schemas.openxmlformats.org/officeDocument/2006/relationships/image" Target="../media/image551.png"/><Relationship Id="rId24" Type="http://schemas.openxmlformats.org/officeDocument/2006/relationships/image" Target="../media/image564.png"/><Relationship Id="rId5" Type="http://schemas.openxmlformats.org/officeDocument/2006/relationships/image" Target="../media/image545.png"/><Relationship Id="rId15" Type="http://schemas.openxmlformats.org/officeDocument/2006/relationships/image" Target="../media/image555.png"/><Relationship Id="rId23" Type="http://schemas.openxmlformats.org/officeDocument/2006/relationships/image" Target="../media/image563.png"/><Relationship Id="rId10" Type="http://schemas.openxmlformats.org/officeDocument/2006/relationships/image" Target="../media/image550.png"/><Relationship Id="rId19" Type="http://schemas.openxmlformats.org/officeDocument/2006/relationships/image" Target="../media/image559.png"/><Relationship Id="rId4" Type="http://schemas.openxmlformats.org/officeDocument/2006/relationships/image" Target="../media/image544.png"/><Relationship Id="rId9" Type="http://schemas.openxmlformats.org/officeDocument/2006/relationships/image" Target="../media/image549.png"/><Relationship Id="rId14" Type="http://schemas.openxmlformats.org/officeDocument/2006/relationships/image" Target="../media/image554.png"/><Relationship Id="rId22" Type="http://schemas.openxmlformats.org/officeDocument/2006/relationships/image" Target="../media/image562.png"/><Relationship Id="rId27" Type="http://schemas.openxmlformats.org/officeDocument/2006/relationships/image" Target="../media/image567.png"/></Relationships>
</file>

<file path=ppt/slides/_rels/slide78.xml.rels><?xml version="1.0" encoding="UTF-8" standalone="yes"?>
<Relationships xmlns="http://schemas.openxmlformats.org/package/2006/relationships"><Relationship Id="rId13" Type="http://schemas.openxmlformats.org/officeDocument/2006/relationships/image" Target="../media/image579.png"/><Relationship Id="rId18" Type="http://schemas.openxmlformats.org/officeDocument/2006/relationships/image" Target="../media/image584.png"/><Relationship Id="rId26" Type="http://schemas.openxmlformats.org/officeDocument/2006/relationships/image" Target="../media/image592.png"/><Relationship Id="rId3" Type="http://schemas.openxmlformats.org/officeDocument/2006/relationships/image" Target="../media/image569.png"/><Relationship Id="rId21" Type="http://schemas.openxmlformats.org/officeDocument/2006/relationships/image" Target="../media/image587.png"/><Relationship Id="rId7" Type="http://schemas.openxmlformats.org/officeDocument/2006/relationships/image" Target="../media/image573.png"/><Relationship Id="rId12" Type="http://schemas.openxmlformats.org/officeDocument/2006/relationships/image" Target="../media/image578.png"/><Relationship Id="rId17" Type="http://schemas.openxmlformats.org/officeDocument/2006/relationships/image" Target="../media/image583.png"/><Relationship Id="rId25" Type="http://schemas.openxmlformats.org/officeDocument/2006/relationships/image" Target="../media/image591.png"/><Relationship Id="rId33" Type="http://schemas.openxmlformats.org/officeDocument/2006/relationships/image" Target="../media/image600.png"/><Relationship Id="rId2" Type="http://schemas.openxmlformats.org/officeDocument/2006/relationships/image" Target="../media/image568.png"/><Relationship Id="rId16" Type="http://schemas.openxmlformats.org/officeDocument/2006/relationships/image" Target="../media/image582.png"/><Relationship Id="rId20" Type="http://schemas.openxmlformats.org/officeDocument/2006/relationships/image" Target="../media/image586.png"/><Relationship Id="rId29" Type="http://schemas.openxmlformats.org/officeDocument/2006/relationships/image" Target="../media/image596.png"/><Relationship Id="rId1" Type="http://schemas.openxmlformats.org/officeDocument/2006/relationships/slideLayout" Target="../slideLayouts/slideLayout3.xml"/><Relationship Id="rId6" Type="http://schemas.openxmlformats.org/officeDocument/2006/relationships/image" Target="../media/image572.png"/><Relationship Id="rId11" Type="http://schemas.openxmlformats.org/officeDocument/2006/relationships/image" Target="../media/image577.png"/><Relationship Id="rId24" Type="http://schemas.openxmlformats.org/officeDocument/2006/relationships/image" Target="../media/image590.png"/><Relationship Id="rId32" Type="http://schemas.openxmlformats.org/officeDocument/2006/relationships/image" Target="../media/image599.png"/><Relationship Id="rId5" Type="http://schemas.openxmlformats.org/officeDocument/2006/relationships/image" Target="../media/image571.png"/><Relationship Id="rId15" Type="http://schemas.openxmlformats.org/officeDocument/2006/relationships/image" Target="../media/image581.png"/><Relationship Id="rId23" Type="http://schemas.openxmlformats.org/officeDocument/2006/relationships/image" Target="../media/image589.png"/><Relationship Id="rId28" Type="http://schemas.openxmlformats.org/officeDocument/2006/relationships/image" Target="../media/image595.png"/><Relationship Id="rId10" Type="http://schemas.openxmlformats.org/officeDocument/2006/relationships/image" Target="../media/image576.png"/><Relationship Id="rId19" Type="http://schemas.openxmlformats.org/officeDocument/2006/relationships/image" Target="../media/image585.png"/><Relationship Id="rId31" Type="http://schemas.openxmlformats.org/officeDocument/2006/relationships/image" Target="../media/image598.png"/><Relationship Id="rId4" Type="http://schemas.openxmlformats.org/officeDocument/2006/relationships/image" Target="../media/image570.png"/><Relationship Id="rId9" Type="http://schemas.openxmlformats.org/officeDocument/2006/relationships/image" Target="../media/image575.png"/><Relationship Id="rId14" Type="http://schemas.openxmlformats.org/officeDocument/2006/relationships/image" Target="../media/image580.png"/><Relationship Id="rId22" Type="http://schemas.openxmlformats.org/officeDocument/2006/relationships/image" Target="../media/image588.png"/><Relationship Id="rId27" Type="http://schemas.openxmlformats.org/officeDocument/2006/relationships/image" Target="../media/image594.png"/><Relationship Id="rId30" Type="http://schemas.openxmlformats.org/officeDocument/2006/relationships/image" Target="../media/image597.png"/><Relationship Id="rId8" Type="http://schemas.openxmlformats.org/officeDocument/2006/relationships/image" Target="../media/image574.png"/></Relationships>
</file>

<file path=ppt/slides/_rels/slide79.xml.rels><?xml version="1.0" encoding="UTF-8" standalone="yes"?>
<Relationships xmlns="http://schemas.openxmlformats.org/package/2006/relationships"><Relationship Id="rId8" Type="http://schemas.openxmlformats.org/officeDocument/2006/relationships/image" Target="../media/image607.png"/><Relationship Id="rId13" Type="http://schemas.openxmlformats.org/officeDocument/2006/relationships/image" Target="../media/image612.png"/><Relationship Id="rId18" Type="http://schemas.openxmlformats.org/officeDocument/2006/relationships/image" Target="../media/image598.png"/><Relationship Id="rId26" Type="http://schemas.openxmlformats.org/officeDocument/2006/relationships/image" Target="../media/image621.png"/><Relationship Id="rId3" Type="http://schemas.openxmlformats.org/officeDocument/2006/relationships/image" Target="../media/image602.png"/><Relationship Id="rId21" Type="http://schemas.openxmlformats.org/officeDocument/2006/relationships/image" Target="../media/image616.png"/><Relationship Id="rId7" Type="http://schemas.openxmlformats.org/officeDocument/2006/relationships/image" Target="../media/image606.png"/><Relationship Id="rId12" Type="http://schemas.openxmlformats.org/officeDocument/2006/relationships/image" Target="../media/image611.png"/><Relationship Id="rId17" Type="http://schemas.openxmlformats.org/officeDocument/2006/relationships/image" Target="../media/image597.png"/><Relationship Id="rId25" Type="http://schemas.openxmlformats.org/officeDocument/2006/relationships/image" Target="../media/image620.png"/><Relationship Id="rId2" Type="http://schemas.openxmlformats.org/officeDocument/2006/relationships/image" Target="../media/image601.png"/><Relationship Id="rId16" Type="http://schemas.openxmlformats.org/officeDocument/2006/relationships/image" Target="../media/image595.png"/><Relationship Id="rId20" Type="http://schemas.openxmlformats.org/officeDocument/2006/relationships/image" Target="../media/image615.png"/><Relationship Id="rId29" Type="http://schemas.openxmlformats.org/officeDocument/2006/relationships/image" Target="../media/image624.png"/><Relationship Id="rId1" Type="http://schemas.openxmlformats.org/officeDocument/2006/relationships/slideLayout" Target="../slideLayouts/slideLayout3.xml"/><Relationship Id="rId6" Type="http://schemas.openxmlformats.org/officeDocument/2006/relationships/image" Target="../media/image605.png"/><Relationship Id="rId11" Type="http://schemas.openxmlformats.org/officeDocument/2006/relationships/image" Target="../media/image610.png"/><Relationship Id="rId24" Type="http://schemas.openxmlformats.org/officeDocument/2006/relationships/image" Target="../media/image619.png"/><Relationship Id="rId5" Type="http://schemas.openxmlformats.org/officeDocument/2006/relationships/image" Target="../media/image604.png"/><Relationship Id="rId15" Type="http://schemas.openxmlformats.org/officeDocument/2006/relationships/image" Target="../media/image614.png"/><Relationship Id="rId23" Type="http://schemas.openxmlformats.org/officeDocument/2006/relationships/image" Target="../media/image618.png"/><Relationship Id="rId28" Type="http://schemas.openxmlformats.org/officeDocument/2006/relationships/image" Target="../media/image623.png"/><Relationship Id="rId10" Type="http://schemas.openxmlformats.org/officeDocument/2006/relationships/image" Target="../media/image609.png"/><Relationship Id="rId19" Type="http://schemas.openxmlformats.org/officeDocument/2006/relationships/image" Target="../media/image600.png"/><Relationship Id="rId4" Type="http://schemas.openxmlformats.org/officeDocument/2006/relationships/image" Target="../media/image603.png"/><Relationship Id="rId9" Type="http://schemas.openxmlformats.org/officeDocument/2006/relationships/image" Target="../media/image608.png"/><Relationship Id="rId14" Type="http://schemas.openxmlformats.org/officeDocument/2006/relationships/image" Target="../media/image613.png"/><Relationship Id="rId22" Type="http://schemas.openxmlformats.org/officeDocument/2006/relationships/image" Target="../media/image617.png"/><Relationship Id="rId27" Type="http://schemas.openxmlformats.org/officeDocument/2006/relationships/image" Target="../media/image622.png"/><Relationship Id="rId30" Type="http://schemas.openxmlformats.org/officeDocument/2006/relationships/image" Target="../media/image625.png"/></Relationships>
</file>

<file path=ppt/slides/_rels/slide80.xml.rels><?xml version="1.0" encoding="UTF-8" standalone="yes"?>
<Relationships xmlns="http://schemas.openxmlformats.org/package/2006/relationships"><Relationship Id="rId8" Type="http://schemas.openxmlformats.org/officeDocument/2006/relationships/image" Target="../media/image632.png"/><Relationship Id="rId13" Type="http://schemas.openxmlformats.org/officeDocument/2006/relationships/image" Target="../media/image637.png"/><Relationship Id="rId3" Type="http://schemas.openxmlformats.org/officeDocument/2006/relationships/image" Target="../media/image627.png"/><Relationship Id="rId7" Type="http://schemas.openxmlformats.org/officeDocument/2006/relationships/image" Target="../media/image631.png"/><Relationship Id="rId12" Type="http://schemas.openxmlformats.org/officeDocument/2006/relationships/image" Target="../media/image636.png"/><Relationship Id="rId2" Type="http://schemas.openxmlformats.org/officeDocument/2006/relationships/image" Target="../media/image626.png"/><Relationship Id="rId1" Type="http://schemas.openxmlformats.org/officeDocument/2006/relationships/slideLayout" Target="../slideLayouts/slideLayout3.xml"/><Relationship Id="rId6" Type="http://schemas.openxmlformats.org/officeDocument/2006/relationships/image" Target="../media/image630.png"/><Relationship Id="rId11" Type="http://schemas.openxmlformats.org/officeDocument/2006/relationships/image" Target="../media/image635.png"/><Relationship Id="rId5" Type="http://schemas.openxmlformats.org/officeDocument/2006/relationships/image" Target="../media/image629.png"/><Relationship Id="rId15" Type="http://schemas.openxmlformats.org/officeDocument/2006/relationships/image" Target="../media/image640.png"/><Relationship Id="rId10" Type="http://schemas.openxmlformats.org/officeDocument/2006/relationships/image" Target="../media/image634.png"/><Relationship Id="rId4" Type="http://schemas.openxmlformats.org/officeDocument/2006/relationships/image" Target="../media/image628.png"/><Relationship Id="rId9" Type="http://schemas.openxmlformats.org/officeDocument/2006/relationships/image" Target="../media/image633.png"/><Relationship Id="rId14" Type="http://schemas.openxmlformats.org/officeDocument/2006/relationships/image" Target="../media/image639.png"/></Relationships>
</file>

<file path=ppt/slides/_rels/slide81.xml.rels><?xml version="1.0" encoding="UTF-8" standalone="yes"?>
<Relationships xmlns="http://schemas.openxmlformats.org/package/2006/relationships"><Relationship Id="rId8" Type="http://schemas.openxmlformats.org/officeDocument/2006/relationships/image" Target="../media/image632.png"/><Relationship Id="rId13" Type="http://schemas.openxmlformats.org/officeDocument/2006/relationships/image" Target="../media/image649.png"/><Relationship Id="rId3" Type="http://schemas.openxmlformats.org/officeDocument/2006/relationships/image" Target="../media/image642.png"/><Relationship Id="rId7" Type="http://schemas.openxmlformats.org/officeDocument/2006/relationships/image" Target="../media/image631.png"/><Relationship Id="rId12" Type="http://schemas.openxmlformats.org/officeDocument/2006/relationships/image" Target="../media/image648.png"/><Relationship Id="rId2" Type="http://schemas.openxmlformats.org/officeDocument/2006/relationships/image" Target="../media/image641.png"/><Relationship Id="rId1" Type="http://schemas.openxmlformats.org/officeDocument/2006/relationships/slideLayout" Target="../slideLayouts/slideLayout3.xml"/><Relationship Id="rId6" Type="http://schemas.openxmlformats.org/officeDocument/2006/relationships/image" Target="../media/image630.png"/><Relationship Id="rId11" Type="http://schemas.openxmlformats.org/officeDocument/2006/relationships/image" Target="../media/image635.png"/><Relationship Id="rId5" Type="http://schemas.openxmlformats.org/officeDocument/2006/relationships/image" Target="../media/image629.png"/><Relationship Id="rId15" Type="http://schemas.openxmlformats.org/officeDocument/2006/relationships/image" Target="../media/image651.png"/><Relationship Id="rId10" Type="http://schemas.openxmlformats.org/officeDocument/2006/relationships/image" Target="../media/image647.png"/><Relationship Id="rId4" Type="http://schemas.openxmlformats.org/officeDocument/2006/relationships/image" Target="../media/image644.png"/><Relationship Id="rId9" Type="http://schemas.openxmlformats.org/officeDocument/2006/relationships/image" Target="../media/image646.png"/><Relationship Id="rId14" Type="http://schemas.openxmlformats.org/officeDocument/2006/relationships/image" Target="../media/image650.png"/></Relationships>
</file>

<file path=ppt/slides/_rels/slide82.xml.rels><?xml version="1.0" encoding="UTF-8" standalone="yes"?>
<Relationships xmlns="http://schemas.openxmlformats.org/package/2006/relationships"><Relationship Id="rId8" Type="http://schemas.openxmlformats.org/officeDocument/2006/relationships/image" Target="../media/image657.png"/><Relationship Id="rId13" Type="http://schemas.openxmlformats.org/officeDocument/2006/relationships/image" Target="../media/image661.png"/><Relationship Id="rId18" Type="http://schemas.openxmlformats.org/officeDocument/2006/relationships/image" Target="../media/image666.png"/><Relationship Id="rId3" Type="http://schemas.openxmlformats.org/officeDocument/2006/relationships/image" Target="../media/image653.png"/><Relationship Id="rId7" Type="http://schemas.openxmlformats.org/officeDocument/2006/relationships/image" Target="../media/image656.png"/><Relationship Id="rId12" Type="http://schemas.openxmlformats.org/officeDocument/2006/relationships/image" Target="../media/image660.png"/><Relationship Id="rId17" Type="http://schemas.openxmlformats.org/officeDocument/2006/relationships/image" Target="../media/image665.png"/><Relationship Id="rId2" Type="http://schemas.openxmlformats.org/officeDocument/2006/relationships/image" Target="../media/image652.png"/><Relationship Id="rId16" Type="http://schemas.openxmlformats.org/officeDocument/2006/relationships/image" Target="../media/image664.png"/><Relationship Id="rId20" Type="http://schemas.openxmlformats.org/officeDocument/2006/relationships/image" Target="../media/image671.png"/><Relationship Id="rId1" Type="http://schemas.openxmlformats.org/officeDocument/2006/relationships/slideLayout" Target="../slideLayouts/slideLayout3.xml"/><Relationship Id="rId6" Type="http://schemas.openxmlformats.org/officeDocument/2006/relationships/image" Target="../media/image629.png"/><Relationship Id="rId11" Type="http://schemas.openxmlformats.org/officeDocument/2006/relationships/image" Target="../media/image659.png"/><Relationship Id="rId5" Type="http://schemas.openxmlformats.org/officeDocument/2006/relationships/image" Target="../media/image655.png"/><Relationship Id="rId15" Type="http://schemas.openxmlformats.org/officeDocument/2006/relationships/image" Target="../media/image663.png"/><Relationship Id="rId10" Type="http://schemas.openxmlformats.org/officeDocument/2006/relationships/image" Target="../media/image658.png"/><Relationship Id="rId19" Type="http://schemas.openxmlformats.org/officeDocument/2006/relationships/image" Target="../media/image667.png"/><Relationship Id="rId4" Type="http://schemas.openxmlformats.org/officeDocument/2006/relationships/image" Target="../media/image654.png"/><Relationship Id="rId9" Type="http://schemas.openxmlformats.org/officeDocument/2006/relationships/image" Target="../media/image632.png"/><Relationship Id="rId14" Type="http://schemas.openxmlformats.org/officeDocument/2006/relationships/image" Target="../media/image662.png"/></Relationships>
</file>

<file path=ppt/slides/_rels/slide83.xml.rels><?xml version="1.0" encoding="UTF-8" standalone="yes"?>
<Relationships xmlns="http://schemas.openxmlformats.org/package/2006/relationships"><Relationship Id="rId8" Type="http://schemas.openxmlformats.org/officeDocument/2006/relationships/image" Target="../media/image657.png"/><Relationship Id="rId13" Type="http://schemas.openxmlformats.org/officeDocument/2006/relationships/image" Target="../media/image661.png"/><Relationship Id="rId18" Type="http://schemas.openxmlformats.org/officeDocument/2006/relationships/image" Target="../media/image679.png"/><Relationship Id="rId3" Type="http://schemas.openxmlformats.org/officeDocument/2006/relationships/image" Target="../media/image673.png"/><Relationship Id="rId7" Type="http://schemas.openxmlformats.org/officeDocument/2006/relationships/image" Target="../media/image656.png"/><Relationship Id="rId12" Type="http://schemas.openxmlformats.org/officeDocument/2006/relationships/image" Target="../media/image660.png"/><Relationship Id="rId17" Type="http://schemas.openxmlformats.org/officeDocument/2006/relationships/image" Target="../media/image665.png"/><Relationship Id="rId2" Type="http://schemas.openxmlformats.org/officeDocument/2006/relationships/image" Target="../media/image672.png"/><Relationship Id="rId16" Type="http://schemas.openxmlformats.org/officeDocument/2006/relationships/image" Target="../media/image678.png"/><Relationship Id="rId20" Type="http://schemas.openxmlformats.org/officeDocument/2006/relationships/image" Target="../media/image681.png"/><Relationship Id="rId1" Type="http://schemas.openxmlformats.org/officeDocument/2006/relationships/slideLayout" Target="../slideLayouts/slideLayout3.xml"/><Relationship Id="rId6" Type="http://schemas.openxmlformats.org/officeDocument/2006/relationships/image" Target="../media/image629.png"/><Relationship Id="rId11" Type="http://schemas.openxmlformats.org/officeDocument/2006/relationships/image" Target="../media/image676.png"/><Relationship Id="rId5" Type="http://schemas.openxmlformats.org/officeDocument/2006/relationships/image" Target="../media/image675.png"/><Relationship Id="rId15" Type="http://schemas.openxmlformats.org/officeDocument/2006/relationships/image" Target="../media/image677.png"/><Relationship Id="rId10" Type="http://schemas.openxmlformats.org/officeDocument/2006/relationships/image" Target="../media/image658.png"/><Relationship Id="rId19" Type="http://schemas.openxmlformats.org/officeDocument/2006/relationships/image" Target="../media/image680.png"/><Relationship Id="rId4" Type="http://schemas.openxmlformats.org/officeDocument/2006/relationships/image" Target="../media/image674.png"/><Relationship Id="rId9" Type="http://schemas.openxmlformats.org/officeDocument/2006/relationships/image" Target="../media/image632.png"/><Relationship Id="rId14" Type="http://schemas.openxmlformats.org/officeDocument/2006/relationships/image" Target="../media/image662.png"/></Relationships>
</file>

<file path=ppt/slides/_rels/slide84.xml.rels><?xml version="1.0" encoding="UTF-8" standalone="yes"?>
<Relationships xmlns="http://schemas.openxmlformats.org/package/2006/relationships"><Relationship Id="rId8" Type="http://schemas.openxmlformats.org/officeDocument/2006/relationships/image" Target="../media/image688.png"/><Relationship Id="rId13" Type="http://schemas.openxmlformats.org/officeDocument/2006/relationships/image" Target="../media/image693.png"/><Relationship Id="rId3" Type="http://schemas.openxmlformats.org/officeDocument/2006/relationships/image" Target="../media/image683.png"/><Relationship Id="rId7" Type="http://schemas.openxmlformats.org/officeDocument/2006/relationships/image" Target="../media/image687.png"/><Relationship Id="rId12" Type="http://schemas.openxmlformats.org/officeDocument/2006/relationships/image" Target="../media/image692.png"/><Relationship Id="rId2" Type="http://schemas.openxmlformats.org/officeDocument/2006/relationships/image" Target="../media/image682.png"/><Relationship Id="rId1" Type="http://schemas.openxmlformats.org/officeDocument/2006/relationships/slideLayout" Target="../slideLayouts/slideLayout3.xml"/><Relationship Id="rId6" Type="http://schemas.openxmlformats.org/officeDocument/2006/relationships/image" Target="../media/image686.png"/><Relationship Id="rId11" Type="http://schemas.openxmlformats.org/officeDocument/2006/relationships/image" Target="../media/image691.png"/><Relationship Id="rId5" Type="http://schemas.openxmlformats.org/officeDocument/2006/relationships/image" Target="../media/image685.png"/><Relationship Id="rId10" Type="http://schemas.openxmlformats.org/officeDocument/2006/relationships/image" Target="../media/image690.png"/><Relationship Id="rId4" Type="http://schemas.openxmlformats.org/officeDocument/2006/relationships/image" Target="../media/image684.png"/><Relationship Id="rId9" Type="http://schemas.openxmlformats.org/officeDocument/2006/relationships/image" Target="../media/image689.png"/><Relationship Id="rId14" Type="http://schemas.openxmlformats.org/officeDocument/2006/relationships/image" Target="../media/image69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image" Target="../media/image100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8" Type="http://schemas.openxmlformats.org/officeDocument/2006/relationships/image" Target="../media/image3671.png"/><Relationship Id="rId3" Type="http://schemas.openxmlformats.org/officeDocument/2006/relationships/image" Target="../media/image1020.png"/><Relationship Id="rId7" Type="http://schemas.openxmlformats.org/officeDocument/2006/relationships/image" Target="../media/image3661.png"/><Relationship Id="rId2" Type="http://schemas.openxmlformats.org/officeDocument/2006/relationships/image" Target="../media/image2780.png"/><Relationship Id="rId1" Type="http://schemas.openxmlformats.org/officeDocument/2006/relationships/slideLayout" Target="../slideLayouts/slideLayout2.xml"/><Relationship Id="rId6" Type="http://schemas.openxmlformats.org/officeDocument/2006/relationships/image" Target="../media/image2800.png"/><Relationship Id="rId5" Type="http://schemas.openxmlformats.org/officeDocument/2006/relationships/image" Target="../media/image2790.png"/><Relationship Id="rId4" Type="http://schemas.openxmlformats.org/officeDocument/2006/relationships/image" Target="../media/image1030.png"/><Relationship Id="rId9" Type="http://schemas.openxmlformats.org/officeDocument/2006/relationships/image" Target="../media/image3681.png"/></Relationships>
</file>

<file path=ppt/slides/_rels/slide88.xml.rels><?xml version="1.0" encoding="UTF-8" standalone="yes"?>
<Relationships xmlns="http://schemas.openxmlformats.org/package/2006/relationships"><Relationship Id="rId8" Type="http://schemas.openxmlformats.org/officeDocument/2006/relationships/image" Target="../media/image291.png"/><Relationship Id="rId13" Type="http://schemas.openxmlformats.org/officeDocument/2006/relationships/image" Target="../media/image3801.png"/><Relationship Id="rId3" Type="http://schemas.openxmlformats.org/officeDocument/2006/relationships/image" Target="../media/image3701.png"/><Relationship Id="rId7" Type="http://schemas.openxmlformats.org/officeDocument/2006/relationships/image" Target="../media/image290.png"/><Relationship Id="rId12" Type="http://schemas.openxmlformats.org/officeDocument/2006/relationships/image" Target="../media/image3791.png"/><Relationship Id="rId2" Type="http://schemas.openxmlformats.org/officeDocument/2006/relationships/image" Target="../media/image3691.png"/><Relationship Id="rId16" Type="http://schemas.openxmlformats.org/officeDocument/2006/relationships/image" Target="../media/image307.png"/><Relationship Id="rId1" Type="http://schemas.openxmlformats.org/officeDocument/2006/relationships/slideLayout" Target="../slideLayouts/slideLayout2.xml"/><Relationship Id="rId6" Type="http://schemas.openxmlformats.org/officeDocument/2006/relationships/image" Target="../media/image289.png"/><Relationship Id="rId11" Type="http://schemas.openxmlformats.org/officeDocument/2006/relationships/image" Target="../media/image3781.png"/><Relationship Id="rId5" Type="http://schemas.openxmlformats.org/officeDocument/2006/relationships/image" Target="../media/image288.png"/><Relationship Id="rId15" Type="http://schemas.openxmlformats.org/officeDocument/2006/relationships/image" Target="../media/image298.png"/><Relationship Id="rId10" Type="http://schemas.openxmlformats.org/officeDocument/2006/relationships/image" Target="../media/image296.png"/><Relationship Id="rId4" Type="http://schemas.openxmlformats.org/officeDocument/2006/relationships/image" Target="../media/image287.png"/><Relationship Id="rId9" Type="http://schemas.openxmlformats.org/officeDocument/2006/relationships/image" Target="../media/image295.png"/><Relationship Id="rId14" Type="http://schemas.openxmlformats.org/officeDocument/2006/relationships/image" Target="../media/image297.png"/></Relationships>
</file>

<file path=ppt/slides/_rels/slide89.xml.rels><?xml version="1.0" encoding="UTF-8" standalone="yes"?>
<Relationships xmlns="http://schemas.openxmlformats.org/package/2006/relationships"><Relationship Id="rId2" Type="http://schemas.openxmlformats.org/officeDocument/2006/relationships/image" Target="../media/image695.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9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851.png"/><Relationship Id="rId2" Type="http://schemas.openxmlformats.org/officeDocument/2006/relationships/image" Target="../media/image645.png"/><Relationship Id="rId1" Type="http://schemas.openxmlformats.org/officeDocument/2006/relationships/slideLayout" Target="../slideLayouts/slideLayout2.xml"/><Relationship Id="rId4" Type="http://schemas.openxmlformats.org/officeDocument/2006/relationships/image" Target="../media/image3861.png"/></Relationships>
</file>

<file path=ppt/slides/_rels/slide92.xml.rels><?xml version="1.0" encoding="UTF-8" standalone="yes"?>
<Relationships xmlns="http://schemas.openxmlformats.org/package/2006/relationships"><Relationship Id="rId3" Type="http://schemas.openxmlformats.org/officeDocument/2006/relationships/image" Target="../media/image69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8" Type="http://schemas.openxmlformats.org/officeDocument/2006/relationships/image" Target="../media/image326.png"/><Relationship Id="rId13" Type="http://schemas.openxmlformats.org/officeDocument/2006/relationships/image" Target="../media/image401.png"/><Relationship Id="rId3" Type="http://schemas.openxmlformats.org/officeDocument/2006/relationships/image" Target="../media/image3240.png"/><Relationship Id="rId7" Type="http://schemas.openxmlformats.org/officeDocument/2006/relationships/image" Target="../media/image325.png"/><Relationship Id="rId12" Type="http://schemas.openxmlformats.org/officeDocument/2006/relationships/image" Target="../media/image3310.png"/><Relationship Id="rId2" Type="http://schemas.openxmlformats.org/officeDocument/2006/relationships/image" Target="../media/image3230.png"/><Relationship Id="rId16" Type="http://schemas.openxmlformats.org/officeDocument/2006/relationships/image" Target="../media/image700.png"/><Relationship Id="rId1" Type="http://schemas.openxmlformats.org/officeDocument/2006/relationships/slideLayout" Target="../slideLayouts/slideLayout3.xml"/><Relationship Id="rId6" Type="http://schemas.openxmlformats.org/officeDocument/2006/relationships/image" Target="../media/image699.png"/><Relationship Id="rId11" Type="http://schemas.openxmlformats.org/officeDocument/2006/relationships/image" Target="../media/image3300.png"/><Relationship Id="rId5" Type="http://schemas.openxmlformats.org/officeDocument/2006/relationships/image" Target="../media/image698.png"/><Relationship Id="rId15" Type="http://schemas.openxmlformats.org/officeDocument/2006/relationships/image" Target="../media/image593.png"/><Relationship Id="rId10" Type="http://schemas.openxmlformats.org/officeDocument/2006/relationships/image" Target="../media/image3290.png"/><Relationship Id="rId4" Type="http://schemas.openxmlformats.org/officeDocument/2006/relationships/image" Target="../media/image284.png"/><Relationship Id="rId9" Type="http://schemas.openxmlformats.org/officeDocument/2006/relationships/image" Target="../media/image327.png"/><Relationship Id="rId14" Type="http://schemas.openxmlformats.org/officeDocument/2006/relationships/image" Target="../media/image703.png"/></Relationships>
</file>

<file path=ppt/slides/_rels/slide95.xml.rels><?xml version="1.0" encoding="UTF-8" standalone="yes"?>
<Relationships xmlns="http://schemas.openxmlformats.org/package/2006/relationships"><Relationship Id="rId8" Type="http://schemas.openxmlformats.org/officeDocument/2006/relationships/image" Target="../media/image712.png"/><Relationship Id="rId13" Type="http://schemas.openxmlformats.org/officeDocument/2006/relationships/image" Target="../media/image717.png"/><Relationship Id="rId3" Type="http://schemas.openxmlformats.org/officeDocument/2006/relationships/image" Target="../media/image707.png"/><Relationship Id="rId7" Type="http://schemas.openxmlformats.org/officeDocument/2006/relationships/image" Target="../media/image711.png"/><Relationship Id="rId12" Type="http://schemas.openxmlformats.org/officeDocument/2006/relationships/image" Target="../media/image716.png"/><Relationship Id="rId2" Type="http://schemas.openxmlformats.org/officeDocument/2006/relationships/image" Target="../media/image706.png"/><Relationship Id="rId16" Type="http://schemas.openxmlformats.org/officeDocument/2006/relationships/image" Target="../media/image720.png"/><Relationship Id="rId1" Type="http://schemas.openxmlformats.org/officeDocument/2006/relationships/slideLayout" Target="../slideLayouts/slideLayout3.xml"/><Relationship Id="rId6" Type="http://schemas.openxmlformats.org/officeDocument/2006/relationships/image" Target="../media/image710.png"/><Relationship Id="rId11" Type="http://schemas.openxmlformats.org/officeDocument/2006/relationships/image" Target="../media/image715.png"/><Relationship Id="rId5" Type="http://schemas.openxmlformats.org/officeDocument/2006/relationships/image" Target="../media/image709.png"/><Relationship Id="rId15" Type="http://schemas.openxmlformats.org/officeDocument/2006/relationships/image" Target="../media/image719.png"/><Relationship Id="rId10" Type="http://schemas.openxmlformats.org/officeDocument/2006/relationships/image" Target="../media/image714.png"/><Relationship Id="rId4" Type="http://schemas.openxmlformats.org/officeDocument/2006/relationships/image" Target="../media/image708.png"/><Relationship Id="rId9" Type="http://schemas.openxmlformats.org/officeDocument/2006/relationships/image" Target="../media/image713.png"/><Relationship Id="rId14" Type="http://schemas.openxmlformats.org/officeDocument/2006/relationships/image" Target="../media/image718.png"/></Relationships>
</file>

<file path=ppt/slides/_rels/slide96.xml.rels><?xml version="1.0" encoding="UTF-8" standalone="yes"?>
<Relationships xmlns="http://schemas.openxmlformats.org/package/2006/relationships"><Relationship Id="rId8" Type="http://schemas.openxmlformats.org/officeDocument/2006/relationships/image" Target="../media/image727.png"/><Relationship Id="rId13" Type="http://schemas.openxmlformats.org/officeDocument/2006/relationships/image" Target="../media/image732.png"/><Relationship Id="rId3" Type="http://schemas.openxmlformats.org/officeDocument/2006/relationships/image" Target="../media/image722.png"/><Relationship Id="rId7" Type="http://schemas.openxmlformats.org/officeDocument/2006/relationships/image" Target="../media/image726.png"/><Relationship Id="rId12" Type="http://schemas.openxmlformats.org/officeDocument/2006/relationships/image" Target="../media/image731.png"/><Relationship Id="rId2" Type="http://schemas.openxmlformats.org/officeDocument/2006/relationships/image" Target="../media/image721.png"/><Relationship Id="rId1" Type="http://schemas.openxmlformats.org/officeDocument/2006/relationships/slideLayout" Target="../slideLayouts/slideLayout3.xml"/><Relationship Id="rId6" Type="http://schemas.openxmlformats.org/officeDocument/2006/relationships/image" Target="../media/image725.png"/><Relationship Id="rId11" Type="http://schemas.openxmlformats.org/officeDocument/2006/relationships/image" Target="../media/image730.png"/><Relationship Id="rId5" Type="http://schemas.openxmlformats.org/officeDocument/2006/relationships/image" Target="../media/image724.png"/><Relationship Id="rId15" Type="http://schemas.openxmlformats.org/officeDocument/2006/relationships/image" Target="../media/image734.png"/><Relationship Id="rId10" Type="http://schemas.openxmlformats.org/officeDocument/2006/relationships/image" Target="../media/image729.png"/><Relationship Id="rId4" Type="http://schemas.openxmlformats.org/officeDocument/2006/relationships/image" Target="../media/image723.png"/><Relationship Id="rId9" Type="http://schemas.openxmlformats.org/officeDocument/2006/relationships/image" Target="../media/image728.png"/><Relationship Id="rId14" Type="http://schemas.openxmlformats.org/officeDocument/2006/relationships/image" Target="../media/image733.png"/></Relationships>
</file>

<file path=ppt/slides/_rels/slide97.xml.rels><?xml version="1.0" encoding="UTF-8" standalone="yes"?>
<Relationships xmlns="http://schemas.openxmlformats.org/package/2006/relationships"><Relationship Id="rId8" Type="http://schemas.openxmlformats.org/officeDocument/2006/relationships/image" Target="../media/image4550.png"/><Relationship Id="rId13" Type="http://schemas.openxmlformats.org/officeDocument/2006/relationships/image" Target="../media/image4600.png"/><Relationship Id="rId3" Type="http://schemas.openxmlformats.org/officeDocument/2006/relationships/image" Target="../media/image4500.png"/><Relationship Id="rId7" Type="http://schemas.openxmlformats.org/officeDocument/2006/relationships/image" Target="../media/image4540.png"/><Relationship Id="rId12" Type="http://schemas.openxmlformats.org/officeDocument/2006/relationships/image" Target="../media/image4590.png"/><Relationship Id="rId2" Type="http://schemas.openxmlformats.org/officeDocument/2006/relationships/image" Target="../media/image4490.png"/><Relationship Id="rId1" Type="http://schemas.openxmlformats.org/officeDocument/2006/relationships/slideLayout" Target="../slideLayouts/slideLayout3.xml"/><Relationship Id="rId6" Type="http://schemas.openxmlformats.org/officeDocument/2006/relationships/image" Target="../media/image735.png"/><Relationship Id="rId11" Type="http://schemas.openxmlformats.org/officeDocument/2006/relationships/image" Target="../media/image4580.png"/><Relationship Id="rId5" Type="http://schemas.openxmlformats.org/officeDocument/2006/relationships/image" Target="../media/image4520.png"/><Relationship Id="rId10" Type="http://schemas.openxmlformats.org/officeDocument/2006/relationships/image" Target="../media/image4570.png"/><Relationship Id="rId4" Type="http://schemas.openxmlformats.org/officeDocument/2006/relationships/image" Target="../media/image4510.png"/><Relationship Id="rId9" Type="http://schemas.openxmlformats.org/officeDocument/2006/relationships/image" Target="../media/image4560.png"/></Relationships>
</file>

<file path=ppt/slides/_rels/slide98.xml.rels><?xml version="1.0" encoding="UTF-8" standalone="yes"?>
<Relationships xmlns="http://schemas.openxmlformats.org/package/2006/relationships"><Relationship Id="rId8" Type="http://schemas.openxmlformats.org/officeDocument/2006/relationships/image" Target="../media/image742.png"/><Relationship Id="rId3" Type="http://schemas.openxmlformats.org/officeDocument/2006/relationships/image" Target="../media/image737.png"/><Relationship Id="rId7" Type="http://schemas.openxmlformats.org/officeDocument/2006/relationships/image" Target="../media/image741.png"/><Relationship Id="rId2" Type="http://schemas.openxmlformats.org/officeDocument/2006/relationships/image" Target="../media/image736.png"/><Relationship Id="rId1" Type="http://schemas.openxmlformats.org/officeDocument/2006/relationships/slideLayout" Target="../slideLayouts/slideLayout3.xml"/><Relationship Id="rId6" Type="http://schemas.openxmlformats.org/officeDocument/2006/relationships/image" Target="../media/image740.png"/><Relationship Id="rId5" Type="http://schemas.openxmlformats.org/officeDocument/2006/relationships/image" Target="../media/image739.png"/><Relationship Id="rId4" Type="http://schemas.openxmlformats.org/officeDocument/2006/relationships/image" Target="../media/image738.png"/><Relationship Id="rId9" Type="http://schemas.openxmlformats.org/officeDocument/2006/relationships/image" Target="../media/image743.png"/></Relationships>
</file>

<file path=ppt/slides/_rels/slide99.xml.rels><?xml version="1.0" encoding="UTF-8" standalone="yes"?>
<Relationships xmlns="http://schemas.openxmlformats.org/package/2006/relationships"><Relationship Id="rId8" Type="http://schemas.openxmlformats.org/officeDocument/2006/relationships/image" Target="../media/image750.png"/><Relationship Id="rId3" Type="http://schemas.openxmlformats.org/officeDocument/2006/relationships/image" Target="../media/image745.png"/><Relationship Id="rId7" Type="http://schemas.openxmlformats.org/officeDocument/2006/relationships/image" Target="../media/image749.png"/><Relationship Id="rId2" Type="http://schemas.openxmlformats.org/officeDocument/2006/relationships/image" Target="../media/image744.png"/><Relationship Id="rId1" Type="http://schemas.openxmlformats.org/officeDocument/2006/relationships/slideLayout" Target="../slideLayouts/slideLayout3.xml"/><Relationship Id="rId6" Type="http://schemas.openxmlformats.org/officeDocument/2006/relationships/image" Target="../media/image748.png"/><Relationship Id="rId11" Type="http://schemas.openxmlformats.org/officeDocument/2006/relationships/image" Target="../media/image753.png"/><Relationship Id="rId5" Type="http://schemas.openxmlformats.org/officeDocument/2006/relationships/image" Target="../media/image747.png"/><Relationship Id="rId10" Type="http://schemas.openxmlformats.org/officeDocument/2006/relationships/image" Target="../media/image752.png"/><Relationship Id="rId4" Type="http://schemas.openxmlformats.org/officeDocument/2006/relationships/image" Target="../media/image746.png"/><Relationship Id="rId9" Type="http://schemas.openxmlformats.org/officeDocument/2006/relationships/image" Target="../media/image75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8" Type="http://schemas.openxmlformats.org/officeDocument/2006/relationships/image" Target="../media/image760.png"/><Relationship Id="rId3" Type="http://schemas.openxmlformats.org/officeDocument/2006/relationships/image" Target="../media/image755.png"/><Relationship Id="rId7" Type="http://schemas.openxmlformats.org/officeDocument/2006/relationships/image" Target="../media/image759.png"/><Relationship Id="rId12" Type="http://schemas.openxmlformats.org/officeDocument/2006/relationships/image" Target="../media/image764.png"/><Relationship Id="rId2" Type="http://schemas.openxmlformats.org/officeDocument/2006/relationships/image" Target="../media/image754.png"/><Relationship Id="rId1" Type="http://schemas.openxmlformats.org/officeDocument/2006/relationships/slideLayout" Target="../slideLayouts/slideLayout3.xml"/><Relationship Id="rId6" Type="http://schemas.openxmlformats.org/officeDocument/2006/relationships/image" Target="../media/image758.png"/><Relationship Id="rId11" Type="http://schemas.openxmlformats.org/officeDocument/2006/relationships/image" Target="../media/image763.png"/><Relationship Id="rId5" Type="http://schemas.openxmlformats.org/officeDocument/2006/relationships/image" Target="../media/image757.png"/><Relationship Id="rId10" Type="http://schemas.openxmlformats.org/officeDocument/2006/relationships/image" Target="../media/image762.png"/><Relationship Id="rId4" Type="http://schemas.openxmlformats.org/officeDocument/2006/relationships/image" Target="../media/image756.png"/><Relationship Id="rId9" Type="http://schemas.openxmlformats.org/officeDocument/2006/relationships/image" Target="../media/image761.png"/></Relationships>
</file>

<file path=ppt/slides/_rels/slide102.xml.rels><?xml version="1.0" encoding="UTF-8" standalone="yes"?>
<Relationships xmlns="http://schemas.openxmlformats.org/package/2006/relationships"><Relationship Id="rId8" Type="http://schemas.openxmlformats.org/officeDocument/2006/relationships/image" Target="../media/image760.png"/><Relationship Id="rId3" Type="http://schemas.openxmlformats.org/officeDocument/2006/relationships/image" Target="../media/image755.png"/><Relationship Id="rId7" Type="http://schemas.openxmlformats.org/officeDocument/2006/relationships/image" Target="../media/image768.png"/><Relationship Id="rId12" Type="http://schemas.openxmlformats.org/officeDocument/2006/relationships/image" Target="../media/image771.png"/><Relationship Id="rId2" Type="http://schemas.openxmlformats.org/officeDocument/2006/relationships/image" Target="../media/image754.png"/><Relationship Id="rId1" Type="http://schemas.openxmlformats.org/officeDocument/2006/relationships/slideLayout" Target="../slideLayouts/slideLayout3.xml"/><Relationship Id="rId6" Type="http://schemas.openxmlformats.org/officeDocument/2006/relationships/image" Target="../media/image767.png"/><Relationship Id="rId11" Type="http://schemas.openxmlformats.org/officeDocument/2006/relationships/image" Target="../media/image770.png"/><Relationship Id="rId5" Type="http://schemas.openxmlformats.org/officeDocument/2006/relationships/image" Target="../media/image766.png"/><Relationship Id="rId10" Type="http://schemas.openxmlformats.org/officeDocument/2006/relationships/image" Target="../media/image769.png"/><Relationship Id="rId4" Type="http://schemas.openxmlformats.org/officeDocument/2006/relationships/image" Target="../media/image765.png"/><Relationship Id="rId9" Type="http://schemas.openxmlformats.org/officeDocument/2006/relationships/image" Target="../media/image761.png"/></Relationships>
</file>

<file path=ppt/slides/_rels/slide103.xml.rels><?xml version="1.0" encoding="UTF-8" standalone="yes"?>
<Relationships xmlns="http://schemas.openxmlformats.org/package/2006/relationships"><Relationship Id="rId8" Type="http://schemas.openxmlformats.org/officeDocument/2006/relationships/image" Target="../media/image778.png"/><Relationship Id="rId3" Type="http://schemas.openxmlformats.org/officeDocument/2006/relationships/image" Target="../media/image773.png"/><Relationship Id="rId7" Type="http://schemas.openxmlformats.org/officeDocument/2006/relationships/image" Target="../media/image777.png"/><Relationship Id="rId2" Type="http://schemas.openxmlformats.org/officeDocument/2006/relationships/image" Target="../media/image772.png"/><Relationship Id="rId1" Type="http://schemas.openxmlformats.org/officeDocument/2006/relationships/slideLayout" Target="../slideLayouts/slideLayout2.xml"/><Relationship Id="rId6" Type="http://schemas.openxmlformats.org/officeDocument/2006/relationships/image" Target="../media/image776.png"/><Relationship Id="rId11" Type="http://schemas.openxmlformats.org/officeDocument/2006/relationships/image" Target="../media/image781.png"/><Relationship Id="rId5" Type="http://schemas.openxmlformats.org/officeDocument/2006/relationships/image" Target="../media/image775.png"/><Relationship Id="rId10" Type="http://schemas.openxmlformats.org/officeDocument/2006/relationships/image" Target="../media/image780.png"/><Relationship Id="rId4" Type="http://schemas.openxmlformats.org/officeDocument/2006/relationships/image" Target="../media/image774.png"/><Relationship Id="rId9" Type="http://schemas.openxmlformats.org/officeDocument/2006/relationships/image" Target="../media/image779.png"/></Relationships>
</file>

<file path=ppt/slides/_rels/slide104.xml.rels><?xml version="1.0" encoding="UTF-8" standalone="yes"?>
<Relationships xmlns="http://schemas.openxmlformats.org/package/2006/relationships"><Relationship Id="rId8" Type="http://schemas.openxmlformats.org/officeDocument/2006/relationships/image" Target="../media/image788.png"/><Relationship Id="rId13" Type="http://schemas.openxmlformats.org/officeDocument/2006/relationships/image" Target="../media/image793.png"/><Relationship Id="rId18" Type="http://schemas.openxmlformats.org/officeDocument/2006/relationships/image" Target="../media/image798.png"/><Relationship Id="rId26" Type="http://schemas.openxmlformats.org/officeDocument/2006/relationships/image" Target="../media/image806.png"/><Relationship Id="rId3" Type="http://schemas.openxmlformats.org/officeDocument/2006/relationships/image" Target="../media/image783.png"/><Relationship Id="rId21" Type="http://schemas.openxmlformats.org/officeDocument/2006/relationships/image" Target="../media/image801.png"/><Relationship Id="rId7" Type="http://schemas.openxmlformats.org/officeDocument/2006/relationships/image" Target="../media/image787.png"/><Relationship Id="rId12" Type="http://schemas.openxmlformats.org/officeDocument/2006/relationships/image" Target="../media/image792.png"/><Relationship Id="rId17" Type="http://schemas.openxmlformats.org/officeDocument/2006/relationships/image" Target="../media/image797.png"/><Relationship Id="rId25" Type="http://schemas.openxmlformats.org/officeDocument/2006/relationships/image" Target="../media/image805.png"/><Relationship Id="rId2" Type="http://schemas.openxmlformats.org/officeDocument/2006/relationships/image" Target="../media/image782.png"/><Relationship Id="rId16" Type="http://schemas.openxmlformats.org/officeDocument/2006/relationships/image" Target="../media/image796.png"/><Relationship Id="rId20" Type="http://schemas.openxmlformats.org/officeDocument/2006/relationships/image" Target="../media/image800.png"/><Relationship Id="rId29" Type="http://schemas.openxmlformats.org/officeDocument/2006/relationships/image" Target="../media/image809.png"/><Relationship Id="rId1" Type="http://schemas.openxmlformats.org/officeDocument/2006/relationships/slideLayout" Target="../slideLayouts/slideLayout2.xml"/><Relationship Id="rId6" Type="http://schemas.openxmlformats.org/officeDocument/2006/relationships/image" Target="../media/image786.png"/><Relationship Id="rId11" Type="http://schemas.openxmlformats.org/officeDocument/2006/relationships/image" Target="../media/image791.png"/><Relationship Id="rId24" Type="http://schemas.openxmlformats.org/officeDocument/2006/relationships/image" Target="../media/image804.png"/><Relationship Id="rId5" Type="http://schemas.openxmlformats.org/officeDocument/2006/relationships/image" Target="../media/image785.png"/><Relationship Id="rId15" Type="http://schemas.openxmlformats.org/officeDocument/2006/relationships/image" Target="../media/image795.png"/><Relationship Id="rId23" Type="http://schemas.openxmlformats.org/officeDocument/2006/relationships/image" Target="../media/image803.png"/><Relationship Id="rId28" Type="http://schemas.openxmlformats.org/officeDocument/2006/relationships/image" Target="../media/image808.png"/><Relationship Id="rId10" Type="http://schemas.openxmlformats.org/officeDocument/2006/relationships/image" Target="../media/image790.png"/><Relationship Id="rId19" Type="http://schemas.openxmlformats.org/officeDocument/2006/relationships/image" Target="../media/image799.png"/><Relationship Id="rId4" Type="http://schemas.openxmlformats.org/officeDocument/2006/relationships/image" Target="../media/image784.png"/><Relationship Id="rId9" Type="http://schemas.openxmlformats.org/officeDocument/2006/relationships/image" Target="../media/image789.png"/><Relationship Id="rId14" Type="http://schemas.openxmlformats.org/officeDocument/2006/relationships/image" Target="../media/image794.png"/><Relationship Id="rId22" Type="http://schemas.openxmlformats.org/officeDocument/2006/relationships/image" Target="../media/image802.png"/><Relationship Id="rId27" Type="http://schemas.openxmlformats.org/officeDocument/2006/relationships/image" Target="../media/image807.png"/></Relationships>
</file>

<file path=ppt/slides/_rels/slide105.xml.rels><?xml version="1.0" encoding="UTF-8" standalone="yes"?>
<Relationships xmlns="http://schemas.openxmlformats.org/package/2006/relationships"><Relationship Id="rId8" Type="http://schemas.openxmlformats.org/officeDocument/2006/relationships/image" Target="../media/image786.png"/><Relationship Id="rId13" Type="http://schemas.openxmlformats.org/officeDocument/2006/relationships/image" Target="../media/image815.png"/><Relationship Id="rId18" Type="http://schemas.openxmlformats.org/officeDocument/2006/relationships/image" Target="../media/image821.png"/><Relationship Id="rId26" Type="http://schemas.openxmlformats.org/officeDocument/2006/relationships/image" Target="../media/image829.png"/><Relationship Id="rId3" Type="http://schemas.openxmlformats.org/officeDocument/2006/relationships/image" Target="../media/image811.png"/><Relationship Id="rId21" Type="http://schemas.openxmlformats.org/officeDocument/2006/relationships/image" Target="../media/image824.png"/><Relationship Id="rId7" Type="http://schemas.openxmlformats.org/officeDocument/2006/relationships/image" Target="../media/image785.png"/><Relationship Id="rId12" Type="http://schemas.openxmlformats.org/officeDocument/2006/relationships/image" Target="../media/image814.png"/><Relationship Id="rId17" Type="http://schemas.openxmlformats.org/officeDocument/2006/relationships/image" Target="../media/image819.png"/><Relationship Id="rId25" Type="http://schemas.openxmlformats.org/officeDocument/2006/relationships/image" Target="../media/image828.png"/><Relationship Id="rId2" Type="http://schemas.openxmlformats.org/officeDocument/2006/relationships/image" Target="../media/image810.png"/><Relationship Id="rId16" Type="http://schemas.openxmlformats.org/officeDocument/2006/relationships/image" Target="../media/image818.png"/><Relationship Id="rId20" Type="http://schemas.openxmlformats.org/officeDocument/2006/relationships/image" Target="../media/image823.png"/><Relationship Id="rId1" Type="http://schemas.openxmlformats.org/officeDocument/2006/relationships/slideLayout" Target="../slideLayouts/slideLayout2.xml"/><Relationship Id="rId6" Type="http://schemas.openxmlformats.org/officeDocument/2006/relationships/image" Target="../media/image784.png"/><Relationship Id="rId11" Type="http://schemas.openxmlformats.org/officeDocument/2006/relationships/image" Target="../media/image813.png"/><Relationship Id="rId24" Type="http://schemas.openxmlformats.org/officeDocument/2006/relationships/image" Target="../media/image827.png"/><Relationship Id="rId5" Type="http://schemas.openxmlformats.org/officeDocument/2006/relationships/image" Target="../media/image783.png"/><Relationship Id="rId15" Type="http://schemas.openxmlformats.org/officeDocument/2006/relationships/image" Target="../media/image817.png"/><Relationship Id="rId23" Type="http://schemas.openxmlformats.org/officeDocument/2006/relationships/image" Target="../media/image826.png"/><Relationship Id="rId10" Type="http://schemas.openxmlformats.org/officeDocument/2006/relationships/image" Target="../media/image788.png"/><Relationship Id="rId19" Type="http://schemas.openxmlformats.org/officeDocument/2006/relationships/image" Target="../media/image822.png"/><Relationship Id="rId4" Type="http://schemas.openxmlformats.org/officeDocument/2006/relationships/image" Target="../media/image812.png"/><Relationship Id="rId9" Type="http://schemas.openxmlformats.org/officeDocument/2006/relationships/image" Target="../media/image787.png"/><Relationship Id="rId14" Type="http://schemas.openxmlformats.org/officeDocument/2006/relationships/image" Target="../media/image816.png"/><Relationship Id="rId22" Type="http://schemas.openxmlformats.org/officeDocument/2006/relationships/image" Target="../media/image825.png"/></Relationships>
</file>

<file path=ppt/slides/_rels/slide106.xml.rels><?xml version="1.0" encoding="UTF-8" standalone="yes"?>
<Relationships xmlns="http://schemas.openxmlformats.org/package/2006/relationships"><Relationship Id="rId8" Type="http://schemas.openxmlformats.org/officeDocument/2006/relationships/image" Target="../media/image787.png"/><Relationship Id="rId13" Type="http://schemas.openxmlformats.org/officeDocument/2006/relationships/image" Target="../media/image816.png"/><Relationship Id="rId18" Type="http://schemas.openxmlformats.org/officeDocument/2006/relationships/image" Target="../media/image822.png"/><Relationship Id="rId26" Type="http://schemas.openxmlformats.org/officeDocument/2006/relationships/image" Target="../media/image839.png"/><Relationship Id="rId3" Type="http://schemas.openxmlformats.org/officeDocument/2006/relationships/image" Target="../media/image831.png"/><Relationship Id="rId21" Type="http://schemas.openxmlformats.org/officeDocument/2006/relationships/image" Target="../media/image834.png"/><Relationship Id="rId7" Type="http://schemas.openxmlformats.org/officeDocument/2006/relationships/image" Target="../media/image786.png"/><Relationship Id="rId12" Type="http://schemas.openxmlformats.org/officeDocument/2006/relationships/image" Target="../media/image815.png"/><Relationship Id="rId17" Type="http://schemas.openxmlformats.org/officeDocument/2006/relationships/image" Target="../media/image832.png"/><Relationship Id="rId25" Type="http://schemas.openxmlformats.org/officeDocument/2006/relationships/image" Target="../media/image838.png"/><Relationship Id="rId2" Type="http://schemas.openxmlformats.org/officeDocument/2006/relationships/image" Target="../media/image811.png"/><Relationship Id="rId16" Type="http://schemas.openxmlformats.org/officeDocument/2006/relationships/image" Target="../media/image819.png"/><Relationship Id="rId20" Type="http://schemas.openxmlformats.org/officeDocument/2006/relationships/image" Target="../media/image833.png"/><Relationship Id="rId1" Type="http://schemas.openxmlformats.org/officeDocument/2006/relationships/slideLayout" Target="../slideLayouts/slideLayout2.xml"/><Relationship Id="rId6" Type="http://schemas.openxmlformats.org/officeDocument/2006/relationships/image" Target="../media/image785.png"/><Relationship Id="rId11" Type="http://schemas.openxmlformats.org/officeDocument/2006/relationships/image" Target="../media/image814.png"/><Relationship Id="rId24" Type="http://schemas.openxmlformats.org/officeDocument/2006/relationships/image" Target="../media/image837.png"/><Relationship Id="rId5" Type="http://schemas.openxmlformats.org/officeDocument/2006/relationships/image" Target="../media/image784.png"/><Relationship Id="rId15" Type="http://schemas.openxmlformats.org/officeDocument/2006/relationships/image" Target="../media/image818.png"/><Relationship Id="rId23" Type="http://schemas.openxmlformats.org/officeDocument/2006/relationships/image" Target="../media/image836.png"/><Relationship Id="rId10" Type="http://schemas.openxmlformats.org/officeDocument/2006/relationships/image" Target="../media/image813.png"/><Relationship Id="rId19" Type="http://schemas.openxmlformats.org/officeDocument/2006/relationships/image" Target="../media/image823.png"/><Relationship Id="rId4" Type="http://schemas.openxmlformats.org/officeDocument/2006/relationships/image" Target="../media/image783.png"/><Relationship Id="rId9" Type="http://schemas.openxmlformats.org/officeDocument/2006/relationships/image" Target="../media/image788.png"/><Relationship Id="rId14" Type="http://schemas.openxmlformats.org/officeDocument/2006/relationships/image" Target="../media/image817.png"/><Relationship Id="rId22" Type="http://schemas.openxmlformats.org/officeDocument/2006/relationships/image" Target="../media/image835.png"/></Relationships>
</file>

<file path=ppt/slides/_rels/slide107.xml.rels><?xml version="1.0" encoding="UTF-8" standalone="yes"?>
<Relationships xmlns="http://schemas.openxmlformats.org/package/2006/relationships"><Relationship Id="rId8" Type="http://schemas.openxmlformats.org/officeDocument/2006/relationships/image" Target="../media/image841.png"/><Relationship Id="rId13" Type="http://schemas.openxmlformats.org/officeDocument/2006/relationships/image" Target="../media/image843.png"/><Relationship Id="rId18" Type="http://schemas.openxmlformats.org/officeDocument/2006/relationships/image" Target="../media/image848.png"/><Relationship Id="rId26" Type="http://schemas.openxmlformats.org/officeDocument/2006/relationships/image" Target="../media/image853.png"/><Relationship Id="rId3" Type="http://schemas.openxmlformats.org/officeDocument/2006/relationships/image" Target="../media/image784.png"/><Relationship Id="rId21" Type="http://schemas.openxmlformats.org/officeDocument/2006/relationships/image" Target="../media/image802.png"/><Relationship Id="rId7" Type="http://schemas.openxmlformats.org/officeDocument/2006/relationships/image" Target="../media/image788.png"/><Relationship Id="rId12" Type="http://schemas.openxmlformats.org/officeDocument/2006/relationships/image" Target="../media/image793.png"/><Relationship Id="rId17" Type="http://schemas.openxmlformats.org/officeDocument/2006/relationships/image" Target="../media/image847.png"/><Relationship Id="rId25" Type="http://schemas.openxmlformats.org/officeDocument/2006/relationships/image" Target="../media/image852.png"/><Relationship Id="rId2" Type="http://schemas.openxmlformats.org/officeDocument/2006/relationships/image" Target="../media/image783.png"/><Relationship Id="rId16" Type="http://schemas.openxmlformats.org/officeDocument/2006/relationships/image" Target="../media/image846.png"/><Relationship Id="rId20" Type="http://schemas.openxmlformats.org/officeDocument/2006/relationships/image" Target="../media/image801.png"/><Relationship Id="rId1" Type="http://schemas.openxmlformats.org/officeDocument/2006/relationships/slideLayout" Target="../slideLayouts/slideLayout2.xml"/><Relationship Id="rId6" Type="http://schemas.openxmlformats.org/officeDocument/2006/relationships/image" Target="../media/image787.png"/><Relationship Id="rId11" Type="http://schemas.openxmlformats.org/officeDocument/2006/relationships/image" Target="../media/image792.png"/><Relationship Id="rId24" Type="http://schemas.openxmlformats.org/officeDocument/2006/relationships/image" Target="../media/image851.png"/><Relationship Id="rId5" Type="http://schemas.openxmlformats.org/officeDocument/2006/relationships/image" Target="../media/image786.png"/><Relationship Id="rId15" Type="http://schemas.openxmlformats.org/officeDocument/2006/relationships/image" Target="../media/image845.png"/><Relationship Id="rId23" Type="http://schemas.openxmlformats.org/officeDocument/2006/relationships/image" Target="../media/image804.png"/><Relationship Id="rId28" Type="http://schemas.openxmlformats.org/officeDocument/2006/relationships/image" Target="../media/image855.png"/><Relationship Id="rId10" Type="http://schemas.openxmlformats.org/officeDocument/2006/relationships/image" Target="../media/image842.png"/><Relationship Id="rId19" Type="http://schemas.openxmlformats.org/officeDocument/2006/relationships/image" Target="../media/image849.png"/><Relationship Id="rId4" Type="http://schemas.openxmlformats.org/officeDocument/2006/relationships/image" Target="../media/image785.png"/><Relationship Id="rId9" Type="http://schemas.openxmlformats.org/officeDocument/2006/relationships/image" Target="../media/image790.png"/><Relationship Id="rId14" Type="http://schemas.openxmlformats.org/officeDocument/2006/relationships/image" Target="../media/image844.png"/><Relationship Id="rId22" Type="http://schemas.openxmlformats.org/officeDocument/2006/relationships/image" Target="../media/image803.png"/><Relationship Id="rId27" Type="http://schemas.openxmlformats.org/officeDocument/2006/relationships/image" Target="../media/image854.png"/></Relationships>
</file>

<file path=ppt/slides/_rels/slide108.xml.rels><?xml version="1.0" encoding="UTF-8" standalone="yes"?>
<Relationships xmlns="http://schemas.openxmlformats.org/package/2006/relationships"><Relationship Id="rId8" Type="http://schemas.openxmlformats.org/officeDocument/2006/relationships/image" Target="../media/image3412.png"/><Relationship Id="rId3" Type="http://schemas.openxmlformats.org/officeDocument/2006/relationships/image" Target="../media/image3360.png"/><Relationship Id="rId7" Type="http://schemas.openxmlformats.org/officeDocument/2006/relationships/image" Target="../media/image3400.png"/><Relationship Id="rId12" Type="http://schemas.openxmlformats.org/officeDocument/2006/relationships/image" Target="../media/image3450.png"/><Relationship Id="rId2" Type="http://schemas.openxmlformats.org/officeDocument/2006/relationships/image" Target="../media/image3350.png"/><Relationship Id="rId1" Type="http://schemas.openxmlformats.org/officeDocument/2006/relationships/slideLayout" Target="../slideLayouts/slideLayout3.xml"/><Relationship Id="rId6" Type="http://schemas.openxmlformats.org/officeDocument/2006/relationships/image" Target="../media/image3390.png"/><Relationship Id="rId11" Type="http://schemas.openxmlformats.org/officeDocument/2006/relationships/image" Target="../media/image3440.png"/><Relationship Id="rId5" Type="http://schemas.openxmlformats.org/officeDocument/2006/relationships/image" Target="../media/image3380.png"/><Relationship Id="rId10" Type="http://schemas.openxmlformats.org/officeDocument/2006/relationships/image" Target="../media/image3430.png"/><Relationship Id="rId4" Type="http://schemas.openxmlformats.org/officeDocument/2006/relationships/image" Target="../media/image3370.png"/><Relationship Id="rId9" Type="http://schemas.openxmlformats.org/officeDocument/2006/relationships/image" Target="../media/image3420.png"/></Relationships>
</file>

<file path=ppt/slides/_rels/slide109.xml.rels><?xml version="1.0" encoding="UTF-8" standalone="yes"?>
<Relationships xmlns="http://schemas.openxmlformats.org/package/2006/relationships"><Relationship Id="rId8" Type="http://schemas.openxmlformats.org/officeDocument/2006/relationships/image" Target="../media/image3520.png"/><Relationship Id="rId13" Type="http://schemas.openxmlformats.org/officeDocument/2006/relationships/image" Target="../media/image3570.png"/><Relationship Id="rId18" Type="http://schemas.openxmlformats.org/officeDocument/2006/relationships/image" Target="../media/image3620.png"/><Relationship Id="rId3" Type="http://schemas.openxmlformats.org/officeDocument/2006/relationships/image" Target="../media/image3470.png"/><Relationship Id="rId7" Type="http://schemas.openxmlformats.org/officeDocument/2006/relationships/image" Target="../media/image3510.png"/><Relationship Id="rId12" Type="http://schemas.openxmlformats.org/officeDocument/2006/relationships/image" Target="../media/image3560.png"/><Relationship Id="rId17" Type="http://schemas.openxmlformats.org/officeDocument/2006/relationships/image" Target="../media/image3611.png"/><Relationship Id="rId2" Type="http://schemas.openxmlformats.org/officeDocument/2006/relationships/image" Target="../media/image3460.png"/><Relationship Id="rId16" Type="http://schemas.openxmlformats.org/officeDocument/2006/relationships/image" Target="../media/image3600.png"/><Relationship Id="rId20" Type="http://schemas.openxmlformats.org/officeDocument/2006/relationships/image" Target="../media/image3350.png"/><Relationship Id="rId1" Type="http://schemas.openxmlformats.org/officeDocument/2006/relationships/slideLayout" Target="../slideLayouts/slideLayout3.xml"/><Relationship Id="rId6" Type="http://schemas.openxmlformats.org/officeDocument/2006/relationships/image" Target="../media/image3500.png"/><Relationship Id="rId11" Type="http://schemas.openxmlformats.org/officeDocument/2006/relationships/image" Target="../media/image3550.png"/><Relationship Id="rId5" Type="http://schemas.openxmlformats.org/officeDocument/2006/relationships/image" Target="../media/image3490.png"/><Relationship Id="rId15" Type="http://schemas.openxmlformats.org/officeDocument/2006/relationships/image" Target="../media/image3590.png"/><Relationship Id="rId10" Type="http://schemas.openxmlformats.org/officeDocument/2006/relationships/image" Target="../media/image3540.png"/><Relationship Id="rId19" Type="http://schemas.openxmlformats.org/officeDocument/2006/relationships/image" Target="../media/image3630.png"/><Relationship Id="rId4" Type="http://schemas.openxmlformats.org/officeDocument/2006/relationships/image" Target="../media/image3480.png"/><Relationship Id="rId9" Type="http://schemas.openxmlformats.org/officeDocument/2006/relationships/image" Target="../media/image3530.png"/><Relationship Id="rId14" Type="http://schemas.openxmlformats.org/officeDocument/2006/relationships/image" Target="../media/image3580.png"/></Relationships>
</file>

<file path=ppt/slides/_rels/slide110.xml.rels><?xml version="1.0" encoding="UTF-8" standalone="yes"?>
<Relationships xmlns="http://schemas.openxmlformats.org/package/2006/relationships"><Relationship Id="rId8" Type="http://schemas.openxmlformats.org/officeDocument/2006/relationships/image" Target="../media/image3700.png"/><Relationship Id="rId13" Type="http://schemas.openxmlformats.org/officeDocument/2006/relationships/image" Target="../media/image3480.png"/><Relationship Id="rId3" Type="http://schemas.openxmlformats.org/officeDocument/2006/relationships/image" Target="../media/image3650.png"/><Relationship Id="rId7" Type="http://schemas.openxmlformats.org/officeDocument/2006/relationships/image" Target="../media/image3690.png"/><Relationship Id="rId12" Type="http://schemas.openxmlformats.org/officeDocument/2006/relationships/image" Target="../media/image3470.png"/><Relationship Id="rId2" Type="http://schemas.openxmlformats.org/officeDocument/2006/relationships/image" Target="../media/image3640.png"/><Relationship Id="rId1" Type="http://schemas.openxmlformats.org/officeDocument/2006/relationships/slideLayout" Target="../slideLayouts/slideLayout3.xml"/><Relationship Id="rId6" Type="http://schemas.openxmlformats.org/officeDocument/2006/relationships/image" Target="../media/image3680.png"/><Relationship Id="rId11" Type="http://schemas.openxmlformats.org/officeDocument/2006/relationships/image" Target="../media/image3460.png"/><Relationship Id="rId5" Type="http://schemas.openxmlformats.org/officeDocument/2006/relationships/image" Target="../media/image3670.png"/><Relationship Id="rId10" Type="http://schemas.openxmlformats.org/officeDocument/2006/relationships/image" Target="../media/image3350.png"/><Relationship Id="rId4" Type="http://schemas.openxmlformats.org/officeDocument/2006/relationships/image" Target="../media/image3660.png"/><Relationship Id="rId9" Type="http://schemas.openxmlformats.org/officeDocument/2006/relationships/image" Target="../media/image3710.png"/><Relationship Id="rId14" Type="http://schemas.openxmlformats.org/officeDocument/2006/relationships/image" Target="../media/image3580.png"/></Relationships>
</file>

<file path=ppt/slides/_rels/slide111.xml.rels><?xml version="1.0" encoding="UTF-8" standalone="yes"?>
<Relationships xmlns="http://schemas.openxmlformats.org/package/2006/relationships"><Relationship Id="rId8" Type="http://schemas.openxmlformats.org/officeDocument/2006/relationships/image" Target="../media/image863.png"/><Relationship Id="rId3" Type="http://schemas.openxmlformats.org/officeDocument/2006/relationships/image" Target="../media/image857.png"/><Relationship Id="rId7" Type="http://schemas.openxmlformats.org/officeDocument/2006/relationships/image" Target="../media/image862.png"/><Relationship Id="rId12" Type="http://schemas.openxmlformats.org/officeDocument/2006/relationships/image" Target="../media/image867.png"/><Relationship Id="rId2" Type="http://schemas.openxmlformats.org/officeDocument/2006/relationships/image" Target="../media/image856.png"/><Relationship Id="rId1" Type="http://schemas.openxmlformats.org/officeDocument/2006/relationships/slideLayout" Target="../slideLayouts/slideLayout3.xml"/><Relationship Id="rId6" Type="http://schemas.openxmlformats.org/officeDocument/2006/relationships/image" Target="../media/image861.png"/><Relationship Id="rId11" Type="http://schemas.openxmlformats.org/officeDocument/2006/relationships/image" Target="../media/image866.png"/><Relationship Id="rId5" Type="http://schemas.openxmlformats.org/officeDocument/2006/relationships/image" Target="../media/image859.png"/><Relationship Id="rId10" Type="http://schemas.openxmlformats.org/officeDocument/2006/relationships/image" Target="../media/image865.png"/><Relationship Id="rId4" Type="http://schemas.openxmlformats.org/officeDocument/2006/relationships/image" Target="../media/image858.png"/><Relationship Id="rId9" Type="http://schemas.openxmlformats.org/officeDocument/2006/relationships/image" Target="../media/image864.png"/></Relationships>
</file>

<file path=ppt/slides/_rels/slide112.xml.rels><?xml version="1.0" encoding="UTF-8" standalone="yes"?>
<Relationships xmlns="http://schemas.openxmlformats.org/package/2006/relationships"><Relationship Id="rId8" Type="http://schemas.openxmlformats.org/officeDocument/2006/relationships/image" Target="../media/image875.png"/><Relationship Id="rId13" Type="http://schemas.openxmlformats.org/officeDocument/2006/relationships/image" Target="../media/image881.png"/><Relationship Id="rId18" Type="http://schemas.openxmlformats.org/officeDocument/2006/relationships/image" Target="../media/image886.png"/><Relationship Id="rId26" Type="http://schemas.openxmlformats.org/officeDocument/2006/relationships/image" Target="../media/image894.png"/><Relationship Id="rId3" Type="http://schemas.openxmlformats.org/officeDocument/2006/relationships/image" Target="../media/image869.png"/><Relationship Id="rId21" Type="http://schemas.openxmlformats.org/officeDocument/2006/relationships/image" Target="../media/image889.png"/><Relationship Id="rId7" Type="http://schemas.openxmlformats.org/officeDocument/2006/relationships/image" Target="../media/image874.png"/><Relationship Id="rId12" Type="http://schemas.openxmlformats.org/officeDocument/2006/relationships/image" Target="../media/image879.png"/><Relationship Id="rId17" Type="http://schemas.openxmlformats.org/officeDocument/2006/relationships/image" Target="../media/image701.png"/><Relationship Id="rId25" Type="http://schemas.openxmlformats.org/officeDocument/2006/relationships/image" Target="../media/image893.png"/><Relationship Id="rId2" Type="http://schemas.openxmlformats.org/officeDocument/2006/relationships/image" Target="../media/image868.png"/><Relationship Id="rId16" Type="http://schemas.openxmlformats.org/officeDocument/2006/relationships/image" Target="../media/image884.png"/><Relationship Id="rId20" Type="http://schemas.openxmlformats.org/officeDocument/2006/relationships/image" Target="../media/image888.png"/><Relationship Id="rId29" Type="http://schemas.openxmlformats.org/officeDocument/2006/relationships/image" Target="../media/image897.png"/><Relationship Id="rId1" Type="http://schemas.openxmlformats.org/officeDocument/2006/relationships/slideLayout" Target="../slideLayouts/slideLayout3.xml"/><Relationship Id="rId6" Type="http://schemas.openxmlformats.org/officeDocument/2006/relationships/image" Target="../media/image873.png"/><Relationship Id="rId11" Type="http://schemas.openxmlformats.org/officeDocument/2006/relationships/image" Target="../media/image878.png"/><Relationship Id="rId24" Type="http://schemas.openxmlformats.org/officeDocument/2006/relationships/image" Target="../media/image892.png"/><Relationship Id="rId32" Type="http://schemas.openxmlformats.org/officeDocument/2006/relationships/image" Target="../media/image901.png"/><Relationship Id="rId5" Type="http://schemas.openxmlformats.org/officeDocument/2006/relationships/image" Target="../media/image872.png"/><Relationship Id="rId15" Type="http://schemas.openxmlformats.org/officeDocument/2006/relationships/image" Target="../media/image883.png"/><Relationship Id="rId23" Type="http://schemas.openxmlformats.org/officeDocument/2006/relationships/image" Target="../media/image885.png"/><Relationship Id="rId28" Type="http://schemas.openxmlformats.org/officeDocument/2006/relationships/image" Target="../media/image896.png"/><Relationship Id="rId10" Type="http://schemas.openxmlformats.org/officeDocument/2006/relationships/image" Target="../media/image877.png"/><Relationship Id="rId19" Type="http://schemas.openxmlformats.org/officeDocument/2006/relationships/image" Target="../media/image887.png"/><Relationship Id="rId31" Type="http://schemas.openxmlformats.org/officeDocument/2006/relationships/image" Target="../media/image899.png"/><Relationship Id="rId4" Type="http://schemas.openxmlformats.org/officeDocument/2006/relationships/image" Target="../media/image871.png"/><Relationship Id="rId9" Type="http://schemas.openxmlformats.org/officeDocument/2006/relationships/image" Target="../media/image876.png"/><Relationship Id="rId14" Type="http://schemas.openxmlformats.org/officeDocument/2006/relationships/image" Target="../media/image882.png"/><Relationship Id="rId22" Type="http://schemas.openxmlformats.org/officeDocument/2006/relationships/image" Target="../media/image891.png"/><Relationship Id="rId27" Type="http://schemas.openxmlformats.org/officeDocument/2006/relationships/image" Target="../media/image895.png"/><Relationship Id="rId30" Type="http://schemas.openxmlformats.org/officeDocument/2006/relationships/image" Target="../media/image702.png"/></Relationships>
</file>

<file path=ppt/slides/_rels/slide113.xml.rels><?xml version="1.0" encoding="UTF-8" standalone="yes"?>
<Relationships xmlns="http://schemas.openxmlformats.org/package/2006/relationships"><Relationship Id="rId8" Type="http://schemas.openxmlformats.org/officeDocument/2006/relationships/image" Target="../media/image908.png"/><Relationship Id="rId13" Type="http://schemas.openxmlformats.org/officeDocument/2006/relationships/image" Target="../media/image914.png"/><Relationship Id="rId18" Type="http://schemas.openxmlformats.org/officeDocument/2006/relationships/image" Target="../media/image919.png"/><Relationship Id="rId26" Type="http://schemas.openxmlformats.org/officeDocument/2006/relationships/image" Target="../media/image705.png"/><Relationship Id="rId3" Type="http://schemas.openxmlformats.org/officeDocument/2006/relationships/image" Target="../media/image903.png"/><Relationship Id="rId21" Type="http://schemas.openxmlformats.org/officeDocument/2006/relationships/image" Target="../media/image923.png"/><Relationship Id="rId7" Type="http://schemas.openxmlformats.org/officeDocument/2006/relationships/image" Target="../media/image907.png"/><Relationship Id="rId12" Type="http://schemas.openxmlformats.org/officeDocument/2006/relationships/image" Target="../media/image913.png"/><Relationship Id="rId17" Type="http://schemas.openxmlformats.org/officeDocument/2006/relationships/image" Target="../media/image918.png"/><Relationship Id="rId25" Type="http://schemas.openxmlformats.org/officeDocument/2006/relationships/image" Target="../media/image927.png"/><Relationship Id="rId2" Type="http://schemas.openxmlformats.org/officeDocument/2006/relationships/image" Target="../media/image902.png"/><Relationship Id="rId16" Type="http://schemas.openxmlformats.org/officeDocument/2006/relationships/image" Target="../media/image917.png"/><Relationship Id="rId20" Type="http://schemas.openxmlformats.org/officeDocument/2006/relationships/image" Target="../media/image922.png"/><Relationship Id="rId29" Type="http://schemas.openxmlformats.org/officeDocument/2006/relationships/image" Target="../media/image931.png"/><Relationship Id="rId1" Type="http://schemas.openxmlformats.org/officeDocument/2006/relationships/slideLayout" Target="../slideLayouts/slideLayout3.xml"/><Relationship Id="rId6" Type="http://schemas.openxmlformats.org/officeDocument/2006/relationships/image" Target="../media/image906.png"/><Relationship Id="rId11" Type="http://schemas.openxmlformats.org/officeDocument/2006/relationships/image" Target="../media/image912.png"/><Relationship Id="rId24" Type="http://schemas.openxmlformats.org/officeDocument/2006/relationships/image" Target="../media/image926.png"/><Relationship Id="rId5" Type="http://schemas.openxmlformats.org/officeDocument/2006/relationships/image" Target="../media/image905.png"/><Relationship Id="rId15" Type="http://schemas.openxmlformats.org/officeDocument/2006/relationships/image" Target="../media/image916.png"/><Relationship Id="rId23" Type="http://schemas.openxmlformats.org/officeDocument/2006/relationships/image" Target="../media/image925.png"/><Relationship Id="rId28" Type="http://schemas.openxmlformats.org/officeDocument/2006/relationships/image" Target="../media/image929.png"/><Relationship Id="rId10" Type="http://schemas.openxmlformats.org/officeDocument/2006/relationships/image" Target="../media/image704.png"/><Relationship Id="rId19" Type="http://schemas.openxmlformats.org/officeDocument/2006/relationships/image" Target="../media/image921.png"/><Relationship Id="rId4" Type="http://schemas.openxmlformats.org/officeDocument/2006/relationships/image" Target="../media/image904.png"/><Relationship Id="rId9" Type="http://schemas.openxmlformats.org/officeDocument/2006/relationships/image" Target="../media/image909.png"/><Relationship Id="rId14" Type="http://schemas.openxmlformats.org/officeDocument/2006/relationships/image" Target="../media/image915.png"/><Relationship Id="rId22" Type="http://schemas.openxmlformats.org/officeDocument/2006/relationships/image" Target="../media/image924.png"/><Relationship Id="rId27" Type="http://schemas.openxmlformats.org/officeDocument/2006/relationships/image" Target="../media/image928.png"/><Relationship Id="rId30" Type="http://schemas.openxmlformats.org/officeDocument/2006/relationships/image" Target="../media/image932.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8" Type="http://schemas.openxmlformats.org/officeDocument/2006/relationships/image" Target="../media/image4781.png"/><Relationship Id="rId13" Type="http://schemas.openxmlformats.org/officeDocument/2006/relationships/image" Target="../media/image4830.png"/><Relationship Id="rId3" Type="http://schemas.openxmlformats.org/officeDocument/2006/relationships/image" Target="../media/image4730.png"/><Relationship Id="rId7" Type="http://schemas.openxmlformats.org/officeDocument/2006/relationships/image" Target="../media/image4770.png"/><Relationship Id="rId12" Type="http://schemas.openxmlformats.org/officeDocument/2006/relationships/image" Target="../media/image4820.png"/><Relationship Id="rId2" Type="http://schemas.openxmlformats.org/officeDocument/2006/relationships/image" Target="../media/image4720.png"/><Relationship Id="rId1" Type="http://schemas.openxmlformats.org/officeDocument/2006/relationships/slideLayout" Target="../slideLayouts/slideLayout2.xml"/><Relationship Id="rId6" Type="http://schemas.openxmlformats.org/officeDocument/2006/relationships/image" Target="../media/image4760.png"/><Relationship Id="rId11" Type="http://schemas.openxmlformats.org/officeDocument/2006/relationships/image" Target="../media/image4810.png"/><Relationship Id="rId5" Type="http://schemas.openxmlformats.org/officeDocument/2006/relationships/image" Target="../media/image4750.png"/><Relationship Id="rId10" Type="http://schemas.openxmlformats.org/officeDocument/2006/relationships/image" Target="../media/image4800.png"/><Relationship Id="rId4" Type="http://schemas.openxmlformats.org/officeDocument/2006/relationships/image" Target="../media/image4740.png"/><Relationship Id="rId9" Type="http://schemas.openxmlformats.org/officeDocument/2006/relationships/image" Target="../media/image4790.png"/><Relationship Id="rId14" Type="http://schemas.openxmlformats.org/officeDocument/2006/relationships/image" Target="../media/image4840.png"/></Relationships>
</file>

<file path=ppt/slides/_rels/slide116.xml.rels><?xml version="1.0" encoding="UTF-8" standalone="yes"?>
<Relationships xmlns="http://schemas.openxmlformats.org/package/2006/relationships"><Relationship Id="rId8" Type="http://schemas.openxmlformats.org/officeDocument/2006/relationships/image" Target="../media/image937.png"/><Relationship Id="rId13" Type="http://schemas.openxmlformats.org/officeDocument/2006/relationships/image" Target="../media/image943.png"/><Relationship Id="rId18" Type="http://schemas.openxmlformats.org/officeDocument/2006/relationships/image" Target="../media/image948.png"/><Relationship Id="rId3" Type="http://schemas.openxmlformats.org/officeDocument/2006/relationships/image" Target="../media/image911.png"/><Relationship Id="rId7" Type="http://schemas.openxmlformats.org/officeDocument/2006/relationships/image" Target="../media/image936.png"/><Relationship Id="rId12" Type="http://schemas.openxmlformats.org/officeDocument/2006/relationships/image" Target="../media/image942.png"/><Relationship Id="rId17" Type="http://schemas.openxmlformats.org/officeDocument/2006/relationships/image" Target="../media/image947.png"/><Relationship Id="rId2" Type="http://schemas.openxmlformats.org/officeDocument/2006/relationships/image" Target="../media/image898.png"/><Relationship Id="rId16" Type="http://schemas.openxmlformats.org/officeDocument/2006/relationships/image" Target="../media/image946.png"/><Relationship Id="rId1" Type="http://schemas.openxmlformats.org/officeDocument/2006/relationships/slideLayout" Target="../slideLayouts/slideLayout2.xml"/><Relationship Id="rId6" Type="http://schemas.openxmlformats.org/officeDocument/2006/relationships/image" Target="../media/image935.png"/><Relationship Id="rId11" Type="http://schemas.openxmlformats.org/officeDocument/2006/relationships/image" Target="../media/image941.png"/><Relationship Id="rId5" Type="http://schemas.openxmlformats.org/officeDocument/2006/relationships/image" Target="../media/image934.png"/><Relationship Id="rId15" Type="http://schemas.openxmlformats.org/officeDocument/2006/relationships/image" Target="../media/image945.png"/><Relationship Id="rId10" Type="http://schemas.openxmlformats.org/officeDocument/2006/relationships/image" Target="../media/image939.png"/><Relationship Id="rId4" Type="http://schemas.openxmlformats.org/officeDocument/2006/relationships/image" Target="../media/image933.png"/><Relationship Id="rId9" Type="http://schemas.openxmlformats.org/officeDocument/2006/relationships/image" Target="../media/image938.png"/><Relationship Id="rId14" Type="http://schemas.openxmlformats.org/officeDocument/2006/relationships/image" Target="../media/image944.png"/></Relationships>
</file>

<file path=ppt/slides/_rels/slide117.xml.rels><?xml version="1.0" encoding="UTF-8" standalone="yes"?>
<Relationships xmlns="http://schemas.openxmlformats.org/package/2006/relationships"><Relationship Id="rId8" Type="http://schemas.openxmlformats.org/officeDocument/2006/relationships/image" Target="../media/image2870.png"/><Relationship Id="rId13" Type="http://schemas.openxmlformats.org/officeDocument/2006/relationships/image" Target="../media/image4990.png"/><Relationship Id="rId3" Type="http://schemas.openxmlformats.org/officeDocument/2006/relationships/image" Target="../media/image2290.png"/><Relationship Id="rId7" Type="http://schemas.openxmlformats.org/officeDocument/2006/relationships/image" Target="../media/image2350.png"/><Relationship Id="rId12" Type="http://schemas.openxmlformats.org/officeDocument/2006/relationships/image" Target="../media/image4980.png"/><Relationship Id="rId2" Type="http://schemas.openxmlformats.org/officeDocument/2006/relationships/image" Target="../media/image2280.png"/><Relationship Id="rId1" Type="http://schemas.openxmlformats.org/officeDocument/2006/relationships/slideLayout" Target="../slideLayouts/slideLayout2.xml"/><Relationship Id="rId6" Type="http://schemas.openxmlformats.org/officeDocument/2006/relationships/image" Target="../media/image2340.png"/><Relationship Id="rId11" Type="http://schemas.openxmlformats.org/officeDocument/2006/relationships/image" Target="../media/image4431.png"/><Relationship Id="rId5" Type="http://schemas.openxmlformats.org/officeDocument/2006/relationships/image" Target="../media/image2310.png"/><Relationship Id="rId15" Type="http://schemas.openxmlformats.org/officeDocument/2006/relationships/image" Target="../media/image5010.png"/><Relationship Id="rId10" Type="http://schemas.openxmlformats.org/officeDocument/2006/relationships/image" Target="../media/image3100.png"/><Relationship Id="rId4" Type="http://schemas.openxmlformats.org/officeDocument/2006/relationships/image" Target="../media/image2300.png"/><Relationship Id="rId9" Type="http://schemas.openxmlformats.org/officeDocument/2006/relationships/image" Target="../media/image3080.png"/><Relationship Id="rId14" Type="http://schemas.openxmlformats.org/officeDocument/2006/relationships/image" Target="../media/image5000.png"/></Relationships>
</file>

<file path=ppt/slides/_rels/slide118.xml.rels><?xml version="1.0" encoding="UTF-8" standalone="yes"?>
<Relationships xmlns="http://schemas.openxmlformats.org/package/2006/relationships"><Relationship Id="rId8" Type="http://schemas.openxmlformats.org/officeDocument/2006/relationships/image" Target="../media/image5080.png"/><Relationship Id="rId13" Type="http://schemas.openxmlformats.org/officeDocument/2006/relationships/image" Target="../media/image5130.png"/><Relationship Id="rId18" Type="http://schemas.openxmlformats.org/officeDocument/2006/relationships/image" Target="../media/image5180.png"/><Relationship Id="rId3" Type="http://schemas.openxmlformats.org/officeDocument/2006/relationships/image" Target="../media/image5030.png"/><Relationship Id="rId21" Type="http://schemas.openxmlformats.org/officeDocument/2006/relationships/image" Target="../media/image5211.png"/><Relationship Id="rId7" Type="http://schemas.openxmlformats.org/officeDocument/2006/relationships/image" Target="../media/image5070.png"/><Relationship Id="rId12" Type="http://schemas.openxmlformats.org/officeDocument/2006/relationships/image" Target="../media/image5120.png"/><Relationship Id="rId17" Type="http://schemas.openxmlformats.org/officeDocument/2006/relationships/image" Target="../media/image5170.png"/><Relationship Id="rId2" Type="http://schemas.openxmlformats.org/officeDocument/2006/relationships/image" Target="../media/image5020.png"/><Relationship Id="rId16" Type="http://schemas.openxmlformats.org/officeDocument/2006/relationships/image" Target="../media/image5160.png"/><Relationship Id="rId20" Type="http://schemas.openxmlformats.org/officeDocument/2006/relationships/image" Target="../media/image5200.png"/><Relationship Id="rId1" Type="http://schemas.openxmlformats.org/officeDocument/2006/relationships/slideLayout" Target="../slideLayouts/slideLayout2.xml"/><Relationship Id="rId6" Type="http://schemas.openxmlformats.org/officeDocument/2006/relationships/image" Target="../media/image5060.png"/><Relationship Id="rId11" Type="http://schemas.openxmlformats.org/officeDocument/2006/relationships/image" Target="../media/image5110.png"/><Relationship Id="rId5" Type="http://schemas.openxmlformats.org/officeDocument/2006/relationships/image" Target="../media/image5050.png"/><Relationship Id="rId15" Type="http://schemas.openxmlformats.org/officeDocument/2006/relationships/image" Target="../media/image5150.png"/><Relationship Id="rId10" Type="http://schemas.openxmlformats.org/officeDocument/2006/relationships/image" Target="../media/image5100.png"/><Relationship Id="rId19" Type="http://schemas.openxmlformats.org/officeDocument/2006/relationships/image" Target="../media/image5190.png"/><Relationship Id="rId4" Type="http://schemas.openxmlformats.org/officeDocument/2006/relationships/image" Target="../media/image5040.png"/><Relationship Id="rId9" Type="http://schemas.openxmlformats.org/officeDocument/2006/relationships/image" Target="../media/image5090.png"/><Relationship Id="rId14" Type="http://schemas.openxmlformats.org/officeDocument/2006/relationships/image" Target="../media/image5140.png"/><Relationship Id="rId22" Type="http://schemas.openxmlformats.org/officeDocument/2006/relationships/image" Target="../media/image5220.png"/></Relationships>
</file>

<file path=ppt/slides/_rels/slide119.xml.rels><?xml version="1.0" encoding="UTF-8" standalone="yes"?>
<Relationships xmlns="http://schemas.openxmlformats.org/package/2006/relationships"><Relationship Id="rId3" Type="http://schemas.openxmlformats.org/officeDocument/2006/relationships/image" Target="../media/image5230.png"/><Relationship Id="rId2" Type="http://schemas.openxmlformats.org/officeDocument/2006/relationships/image" Target="../media/image949.png"/><Relationship Id="rId1" Type="http://schemas.openxmlformats.org/officeDocument/2006/relationships/slideLayout" Target="../slideLayouts/slideLayout2.xml"/><Relationship Id="rId4" Type="http://schemas.openxmlformats.org/officeDocument/2006/relationships/image" Target="../media/image5240.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8" Type="http://schemas.openxmlformats.org/officeDocument/2006/relationships/image" Target="../media/image9350.png"/><Relationship Id="rId3" Type="http://schemas.openxmlformats.org/officeDocument/2006/relationships/image" Target="../media/image5770.png"/><Relationship Id="rId7" Type="http://schemas.openxmlformats.org/officeDocument/2006/relationships/image" Target="../media/image9340.png"/><Relationship Id="rId2" Type="http://schemas.openxmlformats.org/officeDocument/2006/relationships/image" Target="../media/image9330.png"/><Relationship Id="rId1" Type="http://schemas.openxmlformats.org/officeDocument/2006/relationships/slideLayout" Target="../slideLayouts/slideLayout3.xml"/><Relationship Id="rId6" Type="http://schemas.openxmlformats.org/officeDocument/2006/relationships/image" Target="../media/image5800.png"/><Relationship Id="rId5" Type="http://schemas.openxmlformats.org/officeDocument/2006/relationships/image" Target="../media/image5790.png"/><Relationship Id="rId4" Type="http://schemas.openxmlformats.org/officeDocument/2006/relationships/image" Target="../media/image5780.png"/></Relationships>
</file>

<file path=ppt/slides/_rels/slide122.xml.rels><?xml version="1.0" encoding="UTF-8" standalone="yes"?>
<Relationships xmlns="http://schemas.openxmlformats.org/package/2006/relationships"><Relationship Id="rId8" Type="http://schemas.openxmlformats.org/officeDocument/2006/relationships/image" Target="../media/image5890.png"/><Relationship Id="rId13" Type="http://schemas.openxmlformats.org/officeDocument/2006/relationships/image" Target="../media/image9370.png"/><Relationship Id="rId3" Type="http://schemas.openxmlformats.org/officeDocument/2006/relationships/image" Target="../media/image5840.png"/><Relationship Id="rId7" Type="http://schemas.openxmlformats.org/officeDocument/2006/relationships/image" Target="../media/image5880.png"/><Relationship Id="rId12" Type="http://schemas.openxmlformats.org/officeDocument/2006/relationships/image" Target="../media/image9360.png"/><Relationship Id="rId2" Type="http://schemas.openxmlformats.org/officeDocument/2006/relationships/image" Target="../media/image5830.png"/><Relationship Id="rId1" Type="http://schemas.openxmlformats.org/officeDocument/2006/relationships/slideLayout" Target="../slideLayouts/slideLayout3.xml"/><Relationship Id="rId6" Type="http://schemas.openxmlformats.org/officeDocument/2006/relationships/image" Target="../media/image5870.png"/><Relationship Id="rId11" Type="http://schemas.openxmlformats.org/officeDocument/2006/relationships/image" Target="../media/image5920.png"/><Relationship Id="rId5" Type="http://schemas.openxmlformats.org/officeDocument/2006/relationships/image" Target="../media/image5860.png"/><Relationship Id="rId10" Type="http://schemas.openxmlformats.org/officeDocument/2006/relationships/image" Target="../media/image5910.png"/><Relationship Id="rId4" Type="http://schemas.openxmlformats.org/officeDocument/2006/relationships/image" Target="../media/image5850.png"/><Relationship Id="rId9" Type="http://schemas.openxmlformats.org/officeDocument/2006/relationships/image" Target="../media/image5900.png"/></Relationships>
</file>

<file path=ppt/slides/_rels/slide123.xml.rels><?xml version="1.0" encoding="UTF-8" standalone="yes"?>
<Relationships xmlns="http://schemas.openxmlformats.org/package/2006/relationships"><Relationship Id="rId8" Type="http://schemas.openxmlformats.org/officeDocument/2006/relationships/image" Target="../media/image6020.png"/><Relationship Id="rId13" Type="http://schemas.openxmlformats.org/officeDocument/2006/relationships/image" Target="../media/image6070.png"/><Relationship Id="rId3" Type="http://schemas.openxmlformats.org/officeDocument/2006/relationships/image" Target="../media/image5970.png"/><Relationship Id="rId7" Type="http://schemas.openxmlformats.org/officeDocument/2006/relationships/image" Target="../media/image6010.png"/><Relationship Id="rId12" Type="http://schemas.openxmlformats.org/officeDocument/2006/relationships/image" Target="../media/image6060.png"/><Relationship Id="rId2" Type="http://schemas.openxmlformats.org/officeDocument/2006/relationships/image" Target="../media/image5960.png"/><Relationship Id="rId1" Type="http://schemas.openxmlformats.org/officeDocument/2006/relationships/slideLayout" Target="../slideLayouts/slideLayout3.xml"/><Relationship Id="rId6" Type="http://schemas.openxmlformats.org/officeDocument/2006/relationships/image" Target="../media/image6000.png"/><Relationship Id="rId11" Type="http://schemas.openxmlformats.org/officeDocument/2006/relationships/image" Target="../media/image6050.png"/><Relationship Id="rId5" Type="http://schemas.openxmlformats.org/officeDocument/2006/relationships/image" Target="../media/image5990.png"/><Relationship Id="rId10" Type="http://schemas.openxmlformats.org/officeDocument/2006/relationships/image" Target="../media/image6040.png"/><Relationship Id="rId4" Type="http://schemas.openxmlformats.org/officeDocument/2006/relationships/image" Target="../media/image5980.png"/><Relationship Id="rId9" Type="http://schemas.openxmlformats.org/officeDocument/2006/relationships/image" Target="../media/image6030.png"/><Relationship Id="rId14" Type="http://schemas.openxmlformats.org/officeDocument/2006/relationships/image" Target="../media/image6080.png"/></Relationships>
</file>

<file path=ppt/slides/_rels/slide124.xml.rels><?xml version="1.0" encoding="UTF-8" standalone="yes"?>
<Relationships xmlns="http://schemas.openxmlformats.org/package/2006/relationships"><Relationship Id="rId8" Type="http://schemas.openxmlformats.org/officeDocument/2006/relationships/image" Target="../media/image6150.png"/><Relationship Id="rId13" Type="http://schemas.openxmlformats.org/officeDocument/2006/relationships/image" Target="../media/image6200.png"/><Relationship Id="rId18" Type="http://schemas.openxmlformats.org/officeDocument/2006/relationships/image" Target="../media/image6250.png"/><Relationship Id="rId3" Type="http://schemas.openxmlformats.org/officeDocument/2006/relationships/image" Target="../media/image6100.png"/><Relationship Id="rId7" Type="http://schemas.openxmlformats.org/officeDocument/2006/relationships/image" Target="../media/image5590.png"/><Relationship Id="rId12" Type="http://schemas.openxmlformats.org/officeDocument/2006/relationships/image" Target="../media/image6190.png"/><Relationship Id="rId17" Type="http://schemas.openxmlformats.org/officeDocument/2006/relationships/image" Target="../media/image6240.png"/><Relationship Id="rId2" Type="http://schemas.openxmlformats.org/officeDocument/2006/relationships/image" Target="../media/image6090.png"/><Relationship Id="rId16" Type="http://schemas.openxmlformats.org/officeDocument/2006/relationships/image" Target="../media/image6230.png"/><Relationship Id="rId1" Type="http://schemas.openxmlformats.org/officeDocument/2006/relationships/slideLayout" Target="../slideLayouts/slideLayout3.xml"/><Relationship Id="rId6" Type="http://schemas.openxmlformats.org/officeDocument/2006/relationships/image" Target="../media/image6130.png"/><Relationship Id="rId11" Type="http://schemas.openxmlformats.org/officeDocument/2006/relationships/image" Target="../media/image6180.png"/><Relationship Id="rId5" Type="http://schemas.openxmlformats.org/officeDocument/2006/relationships/image" Target="../media/image6120.png"/><Relationship Id="rId15" Type="http://schemas.openxmlformats.org/officeDocument/2006/relationships/image" Target="../media/image6220.png"/><Relationship Id="rId10" Type="http://schemas.openxmlformats.org/officeDocument/2006/relationships/image" Target="../media/image6170.png"/><Relationship Id="rId4" Type="http://schemas.openxmlformats.org/officeDocument/2006/relationships/image" Target="../media/image6110.png"/><Relationship Id="rId9" Type="http://schemas.openxmlformats.org/officeDocument/2006/relationships/image" Target="../media/image6160.png"/><Relationship Id="rId14" Type="http://schemas.openxmlformats.org/officeDocument/2006/relationships/image" Target="../media/image6210.png"/></Relationships>
</file>

<file path=ppt/slides/_rels/slide125.xml.rels><?xml version="1.0" encoding="UTF-8" standalone="yes"?>
<Relationships xmlns="http://schemas.openxmlformats.org/package/2006/relationships"><Relationship Id="rId13" Type="http://schemas.openxmlformats.org/officeDocument/2006/relationships/image" Target="../media/image6540.png"/><Relationship Id="rId18" Type="http://schemas.openxmlformats.org/officeDocument/2006/relationships/image" Target="../media/image6590.png"/><Relationship Id="rId26" Type="http://schemas.openxmlformats.org/officeDocument/2006/relationships/image" Target="../media/image6630.png"/><Relationship Id="rId21" Type="http://schemas.openxmlformats.org/officeDocument/2006/relationships/image" Target="../media/image6620.png"/><Relationship Id="rId34" Type="http://schemas.openxmlformats.org/officeDocument/2006/relationships/image" Target="../media/image6740.png"/><Relationship Id="rId7" Type="http://schemas.openxmlformats.org/officeDocument/2006/relationships/image" Target="../media/image5611.png"/><Relationship Id="rId12" Type="http://schemas.openxmlformats.org/officeDocument/2006/relationships/image" Target="../media/image6460.png"/><Relationship Id="rId17" Type="http://schemas.openxmlformats.org/officeDocument/2006/relationships/image" Target="../media/image6580.png"/><Relationship Id="rId25" Type="http://schemas.openxmlformats.org/officeDocument/2006/relationships/image" Target="../media/image6210.png"/><Relationship Id="rId33" Type="http://schemas.openxmlformats.org/officeDocument/2006/relationships/image" Target="../media/image6730.png"/><Relationship Id="rId2" Type="http://schemas.openxmlformats.org/officeDocument/2006/relationships/image" Target="../media/image6260.png"/><Relationship Id="rId16" Type="http://schemas.openxmlformats.org/officeDocument/2006/relationships/image" Target="../media/image6570.png"/><Relationship Id="rId20" Type="http://schemas.openxmlformats.org/officeDocument/2006/relationships/image" Target="../media/image6610.png"/><Relationship Id="rId29" Type="http://schemas.openxmlformats.org/officeDocument/2006/relationships/image" Target="../media/image6660.png"/><Relationship Id="rId1" Type="http://schemas.openxmlformats.org/officeDocument/2006/relationships/slideLayout" Target="../slideLayouts/slideLayout3.xml"/><Relationship Id="rId6" Type="http://schemas.openxmlformats.org/officeDocument/2006/relationships/image" Target="../media/image5600.png"/><Relationship Id="rId11" Type="http://schemas.openxmlformats.org/officeDocument/2006/relationships/image" Target="../media/image6350.png"/><Relationship Id="rId24" Type="http://schemas.openxmlformats.org/officeDocument/2006/relationships/image" Target="../media/image6200.png"/><Relationship Id="rId32" Type="http://schemas.openxmlformats.org/officeDocument/2006/relationships/image" Target="../media/image6720.png"/><Relationship Id="rId37" Type="http://schemas.openxmlformats.org/officeDocument/2006/relationships/image" Target="../media/image5670.png"/><Relationship Id="rId5" Type="http://schemas.openxmlformats.org/officeDocument/2006/relationships/image" Target="../media/image6290.png"/><Relationship Id="rId15" Type="http://schemas.openxmlformats.org/officeDocument/2006/relationships/image" Target="../media/image6560.png"/><Relationship Id="rId23" Type="http://schemas.openxmlformats.org/officeDocument/2006/relationships/image" Target="../media/image6170.png"/><Relationship Id="rId28" Type="http://schemas.openxmlformats.org/officeDocument/2006/relationships/image" Target="../media/image6650.png"/><Relationship Id="rId36" Type="http://schemas.openxmlformats.org/officeDocument/2006/relationships/image" Target="../media/image5660.png"/><Relationship Id="rId10" Type="http://schemas.openxmlformats.org/officeDocument/2006/relationships/image" Target="../media/image6340.png"/><Relationship Id="rId19" Type="http://schemas.openxmlformats.org/officeDocument/2006/relationships/image" Target="../media/image6600.png"/><Relationship Id="rId31" Type="http://schemas.openxmlformats.org/officeDocument/2006/relationships/image" Target="../media/image6710.png"/><Relationship Id="rId4" Type="http://schemas.openxmlformats.org/officeDocument/2006/relationships/image" Target="../media/image6280.png"/><Relationship Id="rId9" Type="http://schemas.openxmlformats.org/officeDocument/2006/relationships/image" Target="../media/image5620.png"/><Relationship Id="rId14" Type="http://schemas.openxmlformats.org/officeDocument/2006/relationships/image" Target="../media/image6550.png"/><Relationship Id="rId22" Type="http://schemas.openxmlformats.org/officeDocument/2006/relationships/image" Target="../media/image6160.png"/><Relationship Id="rId27" Type="http://schemas.openxmlformats.org/officeDocument/2006/relationships/image" Target="../media/image6640.png"/><Relationship Id="rId30" Type="http://schemas.openxmlformats.org/officeDocument/2006/relationships/image" Target="../media/image5650.png"/><Relationship Id="rId35" Type="http://schemas.openxmlformats.org/officeDocument/2006/relationships/image" Target="../media/image6750.png"/><Relationship Id="rId8" Type="http://schemas.openxmlformats.org/officeDocument/2006/relationships/image" Target="../media/image5610.png"/><Relationship Id="rId3" Type="http://schemas.openxmlformats.org/officeDocument/2006/relationships/image" Target="../media/image6270.png"/></Relationships>
</file>

<file path=ppt/slides/_rels/slide126.xml.rels><?xml version="1.0" encoding="UTF-8" standalone="yes"?>
<Relationships xmlns="http://schemas.openxmlformats.org/package/2006/relationships"><Relationship Id="rId13" Type="http://schemas.openxmlformats.org/officeDocument/2006/relationships/image" Target="../media/image6880.png"/><Relationship Id="rId18" Type="http://schemas.openxmlformats.org/officeDocument/2006/relationships/image" Target="../media/image6360.png"/><Relationship Id="rId3" Type="http://schemas.openxmlformats.org/officeDocument/2006/relationships/image" Target="../media/image5690.png"/><Relationship Id="rId7" Type="http://schemas.openxmlformats.org/officeDocument/2006/relationships/image" Target="../media/image6300.png"/><Relationship Id="rId12" Type="http://schemas.openxmlformats.org/officeDocument/2006/relationships/image" Target="../media/image6870.png"/><Relationship Id="rId17" Type="http://schemas.openxmlformats.org/officeDocument/2006/relationships/image" Target="../media/image6330.png"/><Relationship Id="rId2" Type="http://schemas.openxmlformats.org/officeDocument/2006/relationships/image" Target="../media/image6770.png"/><Relationship Id="rId16" Type="http://schemas.openxmlformats.org/officeDocument/2006/relationships/image" Target="../media/image6320.png"/><Relationship Id="rId1" Type="http://schemas.openxmlformats.org/officeDocument/2006/relationships/slideLayout" Target="../slideLayouts/slideLayout3.xml"/><Relationship Id="rId6" Type="http://schemas.openxmlformats.org/officeDocument/2006/relationships/image" Target="../media/image6810.png"/><Relationship Id="rId11" Type="http://schemas.openxmlformats.org/officeDocument/2006/relationships/image" Target="../media/image6860.png"/><Relationship Id="rId5" Type="http://schemas.openxmlformats.org/officeDocument/2006/relationships/image" Target="../media/image6800.png"/><Relationship Id="rId15" Type="http://schemas.openxmlformats.org/officeDocument/2006/relationships/image" Target="../media/image6900.png"/><Relationship Id="rId10" Type="http://schemas.openxmlformats.org/officeDocument/2006/relationships/image" Target="../media/image6310.png"/><Relationship Id="rId4" Type="http://schemas.openxmlformats.org/officeDocument/2006/relationships/image" Target="../media/image6140.png"/><Relationship Id="rId9" Type="http://schemas.openxmlformats.org/officeDocument/2006/relationships/image" Target="../media/image6840.png"/><Relationship Id="rId14" Type="http://schemas.openxmlformats.org/officeDocument/2006/relationships/image" Target="../media/image6890.png"/></Relationships>
</file>

<file path=ppt/slides/_rels/slide127.xml.rels><?xml version="1.0" encoding="UTF-8" standalone="yes"?>
<Relationships xmlns="http://schemas.openxmlformats.org/package/2006/relationships"><Relationship Id="rId8" Type="http://schemas.openxmlformats.org/officeDocument/2006/relationships/image" Target="../media/image6990.png"/><Relationship Id="rId13" Type="http://schemas.openxmlformats.org/officeDocument/2006/relationships/image" Target="../media/image7040.png"/><Relationship Id="rId3" Type="http://schemas.openxmlformats.org/officeDocument/2006/relationships/image" Target="../media/image5260.png"/><Relationship Id="rId7" Type="http://schemas.openxmlformats.org/officeDocument/2006/relationships/image" Target="../media/image6980.png"/><Relationship Id="rId12" Type="http://schemas.openxmlformats.org/officeDocument/2006/relationships/image" Target="../media/image7030.png"/><Relationship Id="rId17" Type="http://schemas.openxmlformats.org/officeDocument/2006/relationships/image" Target="../media/image7080.png"/><Relationship Id="rId2" Type="http://schemas.openxmlformats.org/officeDocument/2006/relationships/image" Target="../media/image6940.png"/><Relationship Id="rId16" Type="http://schemas.openxmlformats.org/officeDocument/2006/relationships/image" Target="../media/image7070.png"/><Relationship Id="rId1" Type="http://schemas.openxmlformats.org/officeDocument/2006/relationships/slideLayout" Target="../slideLayouts/slideLayout3.xml"/><Relationship Id="rId6" Type="http://schemas.openxmlformats.org/officeDocument/2006/relationships/image" Target="../media/image6970.png"/><Relationship Id="rId11" Type="http://schemas.openxmlformats.org/officeDocument/2006/relationships/image" Target="../media/image7020.png"/><Relationship Id="rId5" Type="http://schemas.openxmlformats.org/officeDocument/2006/relationships/image" Target="../media/image6960.png"/><Relationship Id="rId15" Type="http://schemas.openxmlformats.org/officeDocument/2006/relationships/image" Target="../media/image7060.png"/><Relationship Id="rId10" Type="http://schemas.openxmlformats.org/officeDocument/2006/relationships/image" Target="../media/image7010.png"/><Relationship Id="rId4" Type="http://schemas.openxmlformats.org/officeDocument/2006/relationships/image" Target="../media/image6950.png"/><Relationship Id="rId9" Type="http://schemas.openxmlformats.org/officeDocument/2006/relationships/image" Target="../media/image7000.png"/><Relationship Id="rId14" Type="http://schemas.openxmlformats.org/officeDocument/2006/relationships/image" Target="../media/image7050.png"/></Relationships>
</file>

<file path=ppt/slides/_rels/slide128.xml.rels><?xml version="1.0" encoding="UTF-8" standalone="yes"?>
<Relationships xmlns="http://schemas.openxmlformats.org/package/2006/relationships"><Relationship Id="rId8" Type="http://schemas.openxmlformats.org/officeDocument/2006/relationships/image" Target="../media/image6500.png"/><Relationship Id="rId3" Type="http://schemas.openxmlformats.org/officeDocument/2006/relationships/image" Target="../media/image7470.png"/><Relationship Id="rId7" Type="http://schemas.openxmlformats.org/officeDocument/2006/relationships/image" Target="../media/image6490.png"/><Relationship Id="rId2" Type="http://schemas.openxmlformats.org/officeDocument/2006/relationships/image" Target="../media/image7460.png"/><Relationship Id="rId1" Type="http://schemas.openxmlformats.org/officeDocument/2006/relationships/slideLayout" Target="../slideLayouts/slideLayout3.xml"/><Relationship Id="rId6" Type="http://schemas.openxmlformats.org/officeDocument/2006/relationships/image" Target="../media/image6480.png"/><Relationship Id="rId11" Type="http://schemas.openxmlformats.org/officeDocument/2006/relationships/image" Target="../media/image7051.png"/><Relationship Id="rId5" Type="http://schemas.openxmlformats.org/officeDocument/2006/relationships/image" Target="../media/image7490.png"/><Relationship Id="rId10" Type="http://schemas.openxmlformats.org/officeDocument/2006/relationships/image" Target="../media/image6930.png"/><Relationship Id="rId4" Type="http://schemas.openxmlformats.org/officeDocument/2006/relationships/image" Target="../media/image7480.png"/><Relationship Id="rId9" Type="http://schemas.openxmlformats.org/officeDocument/2006/relationships/image" Target="../media/image6510.png"/></Relationships>
</file>

<file path=ppt/slides/_rels/slide129.xml.rels><?xml version="1.0" encoding="UTF-8" standalone="yes"?>
<Relationships xmlns="http://schemas.openxmlformats.org/package/2006/relationships"><Relationship Id="rId3" Type="http://schemas.openxmlformats.org/officeDocument/2006/relationships/image" Target="../media/image951.png"/><Relationship Id="rId7" Type="http://schemas.openxmlformats.org/officeDocument/2006/relationships/image" Target="../media/image9440.png"/><Relationship Id="rId2" Type="http://schemas.openxmlformats.org/officeDocument/2006/relationships/image" Target="../media/image9380.png"/><Relationship Id="rId1" Type="http://schemas.openxmlformats.org/officeDocument/2006/relationships/slideLayout" Target="../slideLayouts/slideLayout3.xml"/><Relationship Id="rId6" Type="http://schemas.openxmlformats.org/officeDocument/2006/relationships/image" Target="../media/image9430.png"/><Relationship Id="rId5" Type="http://schemas.openxmlformats.org/officeDocument/2006/relationships/image" Target="../media/image953.png"/><Relationship Id="rId4" Type="http://schemas.openxmlformats.org/officeDocument/2006/relationships/image" Target="../media/image952.png"/></Relationships>
</file>

<file path=ppt/slides/_rels/slide130.xml.rels><?xml version="1.0" encoding="UTF-8" standalone="yes"?>
<Relationships xmlns="http://schemas.openxmlformats.org/package/2006/relationships"><Relationship Id="rId8" Type="http://schemas.openxmlformats.org/officeDocument/2006/relationships/image" Target="../media/image959.png"/><Relationship Id="rId3" Type="http://schemas.openxmlformats.org/officeDocument/2006/relationships/image" Target="../media/image955.png"/><Relationship Id="rId7" Type="http://schemas.openxmlformats.org/officeDocument/2006/relationships/image" Target="../media/image9510.png"/><Relationship Id="rId2" Type="http://schemas.openxmlformats.org/officeDocument/2006/relationships/image" Target="../media/image954.png"/><Relationship Id="rId1" Type="http://schemas.openxmlformats.org/officeDocument/2006/relationships/slideLayout" Target="../slideLayouts/slideLayout3.xml"/><Relationship Id="rId6" Type="http://schemas.openxmlformats.org/officeDocument/2006/relationships/image" Target="../media/image958.png"/><Relationship Id="rId11" Type="http://schemas.openxmlformats.org/officeDocument/2006/relationships/image" Target="../media/image963.png"/><Relationship Id="rId5" Type="http://schemas.openxmlformats.org/officeDocument/2006/relationships/image" Target="../media/image957.png"/><Relationship Id="rId10" Type="http://schemas.openxmlformats.org/officeDocument/2006/relationships/image" Target="../media/image962.png"/><Relationship Id="rId4" Type="http://schemas.openxmlformats.org/officeDocument/2006/relationships/image" Target="../media/image956.png"/><Relationship Id="rId9" Type="http://schemas.openxmlformats.org/officeDocument/2006/relationships/image" Target="../media/image961.png"/></Relationships>
</file>

<file path=ppt/slides/_rels/slide131.xml.rels><?xml version="1.0" encoding="UTF-8" standalone="yes"?>
<Relationships xmlns="http://schemas.openxmlformats.org/package/2006/relationships"><Relationship Id="rId8" Type="http://schemas.openxmlformats.org/officeDocument/2006/relationships/image" Target="../media/image9630.png"/><Relationship Id="rId13" Type="http://schemas.openxmlformats.org/officeDocument/2006/relationships/image" Target="../media/image968.png"/><Relationship Id="rId18" Type="http://schemas.openxmlformats.org/officeDocument/2006/relationships/image" Target="../media/image974.png"/><Relationship Id="rId3" Type="http://schemas.openxmlformats.org/officeDocument/2006/relationships/image" Target="../media/image9570.png"/><Relationship Id="rId21" Type="http://schemas.openxmlformats.org/officeDocument/2006/relationships/image" Target="../media/image977.png"/><Relationship Id="rId7" Type="http://schemas.openxmlformats.org/officeDocument/2006/relationships/image" Target="../media/image9620.png"/><Relationship Id="rId12" Type="http://schemas.openxmlformats.org/officeDocument/2006/relationships/image" Target="../media/image967.png"/><Relationship Id="rId17" Type="http://schemas.openxmlformats.org/officeDocument/2006/relationships/image" Target="../media/image973.png"/><Relationship Id="rId2" Type="http://schemas.openxmlformats.org/officeDocument/2006/relationships/image" Target="../media/image9560.png"/><Relationship Id="rId16" Type="http://schemas.openxmlformats.org/officeDocument/2006/relationships/image" Target="../media/image972.png"/><Relationship Id="rId20" Type="http://schemas.openxmlformats.org/officeDocument/2006/relationships/image" Target="../media/image976.png"/><Relationship Id="rId1" Type="http://schemas.openxmlformats.org/officeDocument/2006/relationships/slideLayout" Target="../slideLayouts/slideLayout3.xml"/><Relationship Id="rId6" Type="http://schemas.openxmlformats.org/officeDocument/2006/relationships/image" Target="../media/image9610.png"/><Relationship Id="rId11" Type="http://schemas.openxmlformats.org/officeDocument/2006/relationships/image" Target="../media/image966.png"/><Relationship Id="rId5" Type="http://schemas.openxmlformats.org/officeDocument/2006/relationships/image" Target="../media/image9590.png"/><Relationship Id="rId15" Type="http://schemas.openxmlformats.org/officeDocument/2006/relationships/image" Target="../media/image971.png"/><Relationship Id="rId10" Type="http://schemas.openxmlformats.org/officeDocument/2006/relationships/image" Target="../media/image965.png"/><Relationship Id="rId19" Type="http://schemas.openxmlformats.org/officeDocument/2006/relationships/image" Target="../media/image975.png"/><Relationship Id="rId4" Type="http://schemas.openxmlformats.org/officeDocument/2006/relationships/image" Target="../media/image9580.png"/><Relationship Id="rId9" Type="http://schemas.openxmlformats.org/officeDocument/2006/relationships/image" Target="../media/image964.png"/><Relationship Id="rId14" Type="http://schemas.openxmlformats.org/officeDocument/2006/relationships/image" Target="../media/image969.png"/></Relationships>
</file>

<file path=ppt/slides/_rels/slide132.xml.rels><?xml version="1.0" encoding="UTF-8" standalone="yes"?>
<Relationships xmlns="http://schemas.openxmlformats.org/package/2006/relationships"><Relationship Id="rId8" Type="http://schemas.openxmlformats.org/officeDocument/2006/relationships/image" Target="../media/image984.png"/><Relationship Id="rId13" Type="http://schemas.openxmlformats.org/officeDocument/2006/relationships/image" Target="../media/image989.png"/><Relationship Id="rId3" Type="http://schemas.openxmlformats.org/officeDocument/2006/relationships/image" Target="../media/image979.png"/><Relationship Id="rId7" Type="http://schemas.openxmlformats.org/officeDocument/2006/relationships/image" Target="../media/image983.png"/><Relationship Id="rId12" Type="http://schemas.openxmlformats.org/officeDocument/2006/relationships/image" Target="../media/image988.png"/><Relationship Id="rId17" Type="http://schemas.openxmlformats.org/officeDocument/2006/relationships/image" Target="../media/image994.png"/><Relationship Id="rId2" Type="http://schemas.openxmlformats.org/officeDocument/2006/relationships/image" Target="../media/image978.png"/><Relationship Id="rId16" Type="http://schemas.openxmlformats.org/officeDocument/2006/relationships/image" Target="../media/image993.png"/><Relationship Id="rId1" Type="http://schemas.openxmlformats.org/officeDocument/2006/relationships/slideLayout" Target="../slideLayouts/slideLayout3.xml"/><Relationship Id="rId6" Type="http://schemas.openxmlformats.org/officeDocument/2006/relationships/image" Target="../media/image982.png"/><Relationship Id="rId11" Type="http://schemas.openxmlformats.org/officeDocument/2006/relationships/image" Target="../media/image987.png"/><Relationship Id="rId5" Type="http://schemas.openxmlformats.org/officeDocument/2006/relationships/image" Target="../media/image9810.png"/><Relationship Id="rId15" Type="http://schemas.openxmlformats.org/officeDocument/2006/relationships/image" Target="../media/image992.png"/><Relationship Id="rId10" Type="http://schemas.openxmlformats.org/officeDocument/2006/relationships/image" Target="../media/image986.png"/><Relationship Id="rId4" Type="http://schemas.openxmlformats.org/officeDocument/2006/relationships/image" Target="../media/image981.png"/><Relationship Id="rId9" Type="http://schemas.openxmlformats.org/officeDocument/2006/relationships/image" Target="../media/image985.png"/><Relationship Id="rId14" Type="http://schemas.openxmlformats.org/officeDocument/2006/relationships/image" Target="../media/image99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4.xml.rels><?xml version="1.0" encoding="UTF-8" standalone="yes"?>
<Relationships xmlns="http://schemas.openxmlformats.org/package/2006/relationships"><Relationship Id="rId2" Type="http://schemas.openxmlformats.org/officeDocument/2006/relationships/image" Target="../media/image5930.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8" Type="http://schemas.openxmlformats.org/officeDocument/2006/relationships/image" Target="../media/image1002.png"/><Relationship Id="rId3" Type="http://schemas.openxmlformats.org/officeDocument/2006/relationships/image" Target="../media/image996.png"/><Relationship Id="rId7" Type="http://schemas.openxmlformats.org/officeDocument/2006/relationships/image" Target="../media/image1001.png"/><Relationship Id="rId12" Type="http://schemas.openxmlformats.org/officeDocument/2006/relationships/image" Target="../media/image1006.png"/><Relationship Id="rId2" Type="http://schemas.openxmlformats.org/officeDocument/2006/relationships/image" Target="../media/image995.png"/><Relationship Id="rId1" Type="http://schemas.openxmlformats.org/officeDocument/2006/relationships/slideLayout" Target="../slideLayouts/slideLayout2.xml"/><Relationship Id="rId6" Type="http://schemas.openxmlformats.org/officeDocument/2006/relationships/image" Target="../media/image999.png"/><Relationship Id="rId11" Type="http://schemas.openxmlformats.org/officeDocument/2006/relationships/image" Target="../media/image1005.png"/><Relationship Id="rId5" Type="http://schemas.openxmlformats.org/officeDocument/2006/relationships/image" Target="../media/image998.png"/><Relationship Id="rId10" Type="http://schemas.openxmlformats.org/officeDocument/2006/relationships/image" Target="../media/image1004.png"/><Relationship Id="rId4" Type="http://schemas.openxmlformats.org/officeDocument/2006/relationships/image" Target="../media/image997.png"/><Relationship Id="rId9" Type="http://schemas.openxmlformats.org/officeDocument/2006/relationships/image" Target="../media/image1003.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8" Type="http://schemas.openxmlformats.org/officeDocument/2006/relationships/image" Target="../media/image1013.png"/><Relationship Id="rId13" Type="http://schemas.openxmlformats.org/officeDocument/2006/relationships/image" Target="../media/image1018.png"/><Relationship Id="rId3" Type="http://schemas.openxmlformats.org/officeDocument/2006/relationships/image" Target="../media/image1008.png"/><Relationship Id="rId7" Type="http://schemas.openxmlformats.org/officeDocument/2006/relationships/image" Target="../media/image1012.png"/><Relationship Id="rId12" Type="http://schemas.openxmlformats.org/officeDocument/2006/relationships/image" Target="../media/image1017.png"/><Relationship Id="rId2" Type="http://schemas.openxmlformats.org/officeDocument/2006/relationships/image" Target="../media/image1007.png"/><Relationship Id="rId1" Type="http://schemas.openxmlformats.org/officeDocument/2006/relationships/slideLayout" Target="../slideLayouts/slideLayout2.xml"/><Relationship Id="rId6" Type="http://schemas.openxmlformats.org/officeDocument/2006/relationships/image" Target="../media/image1011.png"/><Relationship Id="rId11" Type="http://schemas.openxmlformats.org/officeDocument/2006/relationships/image" Target="../media/image1016.png"/><Relationship Id="rId5" Type="http://schemas.openxmlformats.org/officeDocument/2006/relationships/image" Target="../media/image1010.png"/><Relationship Id="rId15" Type="http://schemas.openxmlformats.org/officeDocument/2006/relationships/image" Target="../media/image1022.png"/><Relationship Id="rId10" Type="http://schemas.openxmlformats.org/officeDocument/2006/relationships/image" Target="../media/image1015.png"/><Relationship Id="rId4" Type="http://schemas.openxmlformats.org/officeDocument/2006/relationships/image" Target="../media/image1009.png"/><Relationship Id="rId9" Type="http://schemas.openxmlformats.org/officeDocument/2006/relationships/image" Target="../media/image1014.png"/><Relationship Id="rId14" Type="http://schemas.openxmlformats.org/officeDocument/2006/relationships/image" Target="../media/image1019.png"/></Relationships>
</file>

<file path=ppt/slides/_rels/slide140.xml.rels><?xml version="1.0" encoding="UTF-8" standalone="yes"?>
<Relationships xmlns="http://schemas.openxmlformats.org/package/2006/relationships"><Relationship Id="rId8" Type="http://schemas.openxmlformats.org/officeDocument/2006/relationships/image" Target="../media/image1029.png"/><Relationship Id="rId13" Type="http://schemas.openxmlformats.org/officeDocument/2006/relationships/image" Target="../media/image1036.png"/><Relationship Id="rId3" Type="http://schemas.openxmlformats.org/officeDocument/2006/relationships/image" Target="../media/image1024.png"/><Relationship Id="rId7" Type="http://schemas.openxmlformats.org/officeDocument/2006/relationships/image" Target="../media/image1028.png"/><Relationship Id="rId12" Type="http://schemas.openxmlformats.org/officeDocument/2006/relationships/image" Target="../media/image1035.png"/><Relationship Id="rId2" Type="http://schemas.openxmlformats.org/officeDocument/2006/relationships/image" Target="../media/image1023.png"/><Relationship Id="rId16" Type="http://schemas.openxmlformats.org/officeDocument/2006/relationships/image" Target="../media/image1039.png"/><Relationship Id="rId1" Type="http://schemas.openxmlformats.org/officeDocument/2006/relationships/slideLayout" Target="../slideLayouts/slideLayout2.xml"/><Relationship Id="rId6" Type="http://schemas.openxmlformats.org/officeDocument/2006/relationships/image" Target="../media/image1027.png"/><Relationship Id="rId11" Type="http://schemas.openxmlformats.org/officeDocument/2006/relationships/image" Target="../media/image1034.png"/><Relationship Id="rId5" Type="http://schemas.openxmlformats.org/officeDocument/2006/relationships/image" Target="../media/image1026.png"/><Relationship Id="rId15" Type="http://schemas.openxmlformats.org/officeDocument/2006/relationships/image" Target="../media/image1038.png"/><Relationship Id="rId10" Type="http://schemas.openxmlformats.org/officeDocument/2006/relationships/image" Target="../media/image1033.png"/><Relationship Id="rId4" Type="http://schemas.openxmlformats.org/officeDocument/2006/relationships/image" Target="../media/image1025.png"/><Relationship Id="rId9" Type="http://schemas.openxmlformats.org/officeDocument/2006/relationships/image" Target="../media/image1032.png"/><Relationship Id="rId14" Type="http://schemas.openxmlformats.org/officeDocument/2006/relationships/image" Target="../media/image1037.png"/></Relationships>
</file>

<file path=ppt/slides/_rels/slide141.xml.rels><?xml version="1.0" encoding="UTF-8" standalone="yes"?>
<Relationships xmlns="http://schemas.openxmlformats.org/package/2006/relationships"><Relationship Id="rId8" Type="http://schemas.openxmlformats.org/officeDocument/2006/relationships/image" Target="../media/image1046.png"/><Relationship Id="rId13" Type="http://schemas.openxmlformats.org/officeDocument/2006/relationships/image" Target="../media/image1052.png"/><Relationship Id="rId3" Type="http://schemas.openxmlformats.org/officeDocument/2006/relationships/image" Target="../media/image1041.png"/><Relationship Id="rId7" Type="http://schemas.openxmlformats.org/officeDocument/2006/relationships/image" Target="../media/image1045.png"/><Relationship Id="rId12" Type="http://schemas.openxmlformats.org/officeDocument/2006/relationships/image" Target="../media/image1051.png"/><Relationship Id="rId17" Type="http://schemas.openxmlformats.org/officeDocument/2006/relationships/image" Target="../media/image1056.png"/><Relationship Id="rId2" Type="http://schemas.openxmlformats.org/officeDocument/2006/relationships/image" Target="../media/image1023.png"/><Relationship Id="rId16" Type="http://schemas.openxmlformats.org/officeDocument/2006/relationships/image" Target="../media/image1055.png"/><Relationship Id="rId1" Type="http://schemas.openxmlformats.org/officeDocument/2006/relationships/slideLayout" Target="../slideLayouts/slideLayout2.xml"/><Relationship Id="rId6" Type="http://schemas.openxmlformats.org/officeDocument/2006/relationships/image" Target="../media/image1044.png"/><Relationship Id="rId11" Type="http://schemas.openxmlformats.org/officeDocument/2006/relationships/image" Target="../media/image1049.png"/><Relationship Id="rId5" Type="http://schemas.openxmlformats.org/officeDocument/2006/relationships/image" Target="../media/image1043.png"/><Relationship Id="rId15" Type="http://schemas.openxmlformats.org/officeDocument/2006/relationships/image" Target="../media/image1054.png"/><Relationship Id="rId10" Type="http://schemas.openxmlformats.org/officeDocument/2006/relationships/image" Target="../media/image1048.png"/><Relationship Id="rId4" Type="http://schemas.openxmlformats.org/officeDocument/2006/relationships/image" Target="../media/image1042.png"/><Relationship Id="rId9" Type="http://schemas.openxmlformats.org/officeDocument/2006/relationships/image" Target="../media/image1047.png"/><Relationship Id="rId14" Type="http://schemas.openxmlformats.org/officeDocument/2006/relationships/image" Target="../media/image1053.png"/></Relationships>
</file>

<file path=ppt/slides/_rels/slide142.xml.rels><?xml version="1.0" encoding="UTF-8" standalone="yes"?>
<Relationships xmlns="http://schemas.openxmlformats.org/package/2006/relationships"><Relationship Id="rId2" Type="http://schemas.openxmlformats.org/officeDocument/2006/relationships/image" Target="../media/image1057.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1058.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060.png"/><Relationship Id="rId2" Type="http://schemas.openxmlformats.org/officeDocument/2006/relationships/image" Target="../media/image1059.png"/><Relationship Id="rId1" Type="http://schemas.openxmlformats.org/officeDocument/2006/relationships/slideLayout" Target="../slideLayouts/slideLayout2.xml"/><Relationship Id="rId5" Type="http://schemas.openxmlformats.org/officeDocument/2006/relationships/image" Target="../media/image1062.png"/><Relationship Id="rId4" Type="http://schemas.openxmlformats.org/officeDocument/2006/relationships/image" Target="../media/image1061.png"/></Relationships>
</file>

<file path=ppt/slides/_rels/slide145.xml.rels><?xml version="1.0" encoding="UTF-8" standalone="yes"?>
<Relationships xmlns="http://schemas.openxmlformats.org/package/2006/relationships"><Relationship Id="rId2" Type="http://schemas.openxmlformats.org/officeDocument/2006/relationships/image" Target="../media/image1063.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065.png"/><Relationship Id="rId7" Type="http://schemas.openxmlformats.org/officeDocument/2006/relationships/image" Target="../media/image1069.png"/><Relationship Id="rId2" Type="http://schemas.openxmlformats.org/officeDocument/2006/relationships/image" Target="../media/image1064.png"/><Relationship Id="rId1" Type="http://schemas.openxmlformats.org/officeDocument/2006/relationships/slideLayout" Target="../slideLayouts/slideLayout2.xml"/><Relationship Id="rId6" Type="http://schemas.openxmlformats.org/officeDocument/2006/relationships/image" Target="../media/image1068.png"/><Relationship Id="rId5" Type="http://schemas.openxmlformats.org/officeDocument/2006/relationships/image" Target="../media/image1067.png"/><Relationship Id="rId4" Type="http://schemas.openxmlformats.org/officeDocument/2006/relationships/image" Target="../media/image1066.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8.xml.rels><?xml version="1.0" encoding="UTF-8" standalone="yes"?>
<Relationships xmlns="http://schemas.openxmlformats.org/package/2006/relationships"><Relationship Id="rId8" Type="http://schemas.openxmlformats.org/officeDocument/2006/relationships/image" Target="../media/image1076.png"/><Relationship Id="rId13" Type="http://schemas.openxmlformats.org/officeDocument/2006/relationships/image" Target="../media/image1082.png"/><Relationship Id="rId3" Type="http://schemas.openxmlformats.org/officeDocument/2006/relationships/image" Target="../media/image1071.png"/><Relationship Id="rId7" Type="http://schemas.openxmlformats.org/officeDocument/2006/relationships/image" Target="../media/image1075.png"/><Relationship Id="rId12" Type="http://schemas.openxmlformats.org/officeDocument/2006/relationships/image" Target="../media/image1081.png"/><Relationship Id="rId2" Type="http://schemas.openxmlformats.org/officeDocument/2006/relationships/image" Target="../media/image1070.png"/><Relationship Id="rId1" Type="http://schemas.openxmlformats.org/officeDocument/2006/relationships/slideLayout" Target="../slideLayouts/slideLayout3.xml"/><Relationship Id="rId6" Type="http://schemas.openxmlformats.org/officeDocument/2006/relationships/image" Target="../media/image1074.png"/><Relationship Id="rId11" Type="http://schemas.openxmlformats.org/officeDocument/2006/relationships/image" Target="../media/image1079.png"/><Relationship Id="rId5" Type="http://schemas.openxmlformats.org/officeDocument/2006/relationships/image" Target="../media/image1611.png"/><Relationship Id="rId10" Type="http://schemas.openxmlformats.org/officeDocument/2006/relationships/image" Target="../media/image1078.png"/><Relationship Id="rId4" Type="http://schemas.openxmlformats.org/officeDocument/2006/relationships/image" Target="../media/image1511.png"/><Relationship Id="rId9" Type="http://schemas.openxmlformats.org/officeDocument/2006/relationships/image" Target="../media/image1077.png"/></Relationships>
</file>

<file path=ppt/slides/_rels/slide149.xml.rels><?xml version="1.0" encoding="UTF-8" standalone="yes"?>
<Relationships xmlns="http://schemas.openxmlformats.org/package/2006/relationships"><Relationship Id="rId8" Type="http://schemas.openxmlformats.org/officeDocument/2006/relationships/image" Target="../media/image1087.png"/><Relationship Id="rId13" Type="http://schemas.openxmlformats.org/officeDocument/2006/relationships/image" Target="../media/image1093.png"/><Relationship Id="rId3" Type="http://schemas.openxmlformats.org/officeDocument/2006/relationships/image" Target="../media/image1073.png"/><Relationship Id="rId7" Type="http://schemas.openxmlformats.org/officeDocument/2006/relationships/image" Target="../media/image1086.png"/><Relationship Id="rId12" Type="http://schemas.openxmlformats.org/officeDocument/2006/relationships/image" Target="../media/image1092.png"/><Relationship Id="rId2" Type="http://schemas.openxmlformats.org/officeDocument/2006/relationships/image" Target="../media/image1072.png"/><Relationship Id="rId1" Type="http://schemas.openxmlformats.org/officeDocument/2006/relationships/slideLayout" Target="../slideLayouts/slideLayout3.xml"/><Relationship Id="rId6" Type="http://schemas.openxmlformats.org/officeDocument/2006/relationships/image" Target="../media/image1085.png"/><Relationship Id="rId11" Type="http://schemas.openxmlformats.org/officeDocument/2006/relationships/image" Target="../media/image1091.png"/><Relationship Id="rId5" Type="http://schemas.openxmlformats.org/officeDocument/2006/relationships/image" Target="../media/image1084.png"/><Relationship Id="rId10" Type="http://schemas.openxmlformats.org/officeDocument/2006/relationships/image" Target="../media/image1089.png"/><Relationship Id="rId4" Type="http://schemas.openxmlformats.org/officeDocument/2006/relationships/image" Target="../media/image1083.png"/><Relationship Id="rId9" Type="http://schemas.openxmlformats.org/officeDocument/2006/relationships/image" Target="../media/image1088.png"/></Relationships>
</file>

<file path=ppt/slides/_rels/slide150.xml.rels><?xml version="1.0" encoding="UTF-8" standalone="yes"?>
<Relationships xmlns="http://schemas.openxmlformats.org/package/2006/relationships"><Relationship Id="rId8" Type="http://schemas.openxmlformats.org/officeDocument/2006/relationships/image" Target="../media/image1102.png"/><Relationship Id="rId13" Type="http://schemas.openxmlformats.org/officeDocument/2006/relationships/image" Target="../media/image2311.png"/><Relationship Id="rId18" Type="http://schemas.openxmlformats.org/officeDocument/2006/relationships/image" Target="../media/image2810.png"/><Relationship Id="rId3" Type="http://schemas.openxmlformats.org/officeDocument/2006/relationships/image" Target="../media/image1711.png"/><Relationship Id="rId7" Type="http://schemas.openxmlformats.org/officeDocument/2006/relationships/image" Target="../media/image1101.png"/><Relationship Id="rId12" Type="http://schemas.openxmlformats.org/officeDocument/2006/relationships/image" Target="../media/image2211.png"/><Relationship Id="rId17" Type="http://schemas.openxmlformats.org/officeDocument/2006/relationships/image" Target="../media/image2710.png"/><Relationship Id="rId2" Type="http://schemas.openxmlformats.org/officeDocument/2006/relationships/notesSlide" Target="../notesSlides/notesSlide3.xml"/><Relationship Id="rId16" Type="http://schemas.openxmlformats.org/officeDocument/2006/relationships/image" Target="../media/image2610.png"/><Relationship Id="rId1" Type="http://schemas.openxmlformats.org/officeDocument/2006/relationships/slideLayout" Target="../slideLayouts/slideLayout3.xml"/><Relationship Id="rId6" Type="http://schemas.openxmlformats.org/officeDocument/2006/relationships/image" Target="../media/image1099.png"/><Relationship Id="rId11" Type="http://schemas.openxmlformats.org/officeDocument/2006/relationships/image" Target="../media/image2112.png"/><Relationship Id="rId5" Type="http://schemas.openxmlformats.org/officeDocument/2006/relationships/image" Target="../media/image1811.png"/><Relationship Id="rId15" Type="http://schemas.openxmlformats.org/officeDocument/2006/relationships/image" Target="../media/image2510.png"/><Relationship Id="rId10" Type="http://schemas.openxmlformats.org/officeDocument/2006/relationships/image" Target="../media/image2010.png"/><Relationship Id="rId4" Type="http://schemas.openxmlformats.org/officeDocument/2006/relationships/image" Target="../media/image1097.png"/><Relationship Id="rId9" Type="http://schemas.openxmlformats.org/officeDocument/2006/relationships/image" Target="../media/image1911.png"/><Relationship Id="rId14" Type="http://schemas.openxmlformats.org/officeDocument/2006/relationships/image" Target="../media/image2410.png"/></Relationships>
</file>

<file path=ppt/slides/_rels/slide151.xml.rels><?xml version="1.0" encoding="UTF-8" standalone="yes"?>
<Relationships xmlns="http://schemas.openxmlformats.org/package/2006/relationships"><Relationship Id="rId8" Type="http://schemas.openxmlformats.org/officeDocument/2006/relationships/image" Target="../media/image1098.png"/><Relationship Id="rId13" Type="http://schemas.openxmlformats.org/officeDocument/2006/relationships/image" Target="../media/image3911.png"/><Relationship Id="rId18" Type="http://schemas.openxmlformats.org/officeDocument/2006/relationships/image" Target="../media/image4410.png"/><Relationship Id="rId3" Type="http://schemas.openxmlformats.org/officeDocument/2006/relationships/image" Target="../media/image2910.png"/><Relationship Id="rId7" Type="http://schemas.openxmlformats.org/officeDocument/2006/relationships/image" Target="../media/image3311.png"/><Relationship Id="rId12" Type="http://schemas.openxmlformats.org/officeDocument/2006/relationships/image" Target="../media/image3810.png"/><Relationship Id="rId17" Type="http://schemas.openxmlformats.org/officeDocument/2006/relationships/image" Target="../media/image4311.png"/><Relationship Id="rId2" Type="http://schemas.openxmlformats.org/officeDocument/2006/relationships/notesSlide" Target="../notesSlides/notesSlide4.xml"/><Relationship Id="rId16" Type="http://schemas.openxmlformats.org/officeDocument/2006/relationships/image" Target="../media/image4210.png"/><Relationship Id="rId1" Type="http://schemas.openxmlformats.org/officeDocument/2006/relationships/slideLayout" Target="../slideLayouts/slideLayout3.xml"/><Relationship Id="rId6" Type="http://schemas.openxmlformats.org/officeDocument/2006/relationships/image" Target="../media/image1096.png"/><Relationship Id="rId11" Type="http://schemas.openxmlformats.org/officeDocument/2006/relationships/image" Target="../media/image3712.png"/><Relationship Id="rId5" Type="http://schemas.openxmlformats.org/officeDocument/2006/relationships/image" Target="../media/image1095.png"/><Relationship Id="rId15" Type="http://schemas.openxmlformats.org/officeDocument/2006/relationships/image" Target="../media/image4111.png"/><Relationship Id="rId10" Type="http://schemas.openxmlformats.org/officeDocument/2006/relationships/image" Target="../media/image3610.png"/><Relationship Id="rId19" Type="http://schemas.openxmlformats.org/officeDocument/2006/relationships/image" Target="../media/image1104.png"/><Relationship Id="rId4" Type="http://schemas.openxmlformats.org/officeDocument/2006/relationships/image" Target="../media/image1094.png"/><Relationship Id="rId9" Type="http://schemas.openxmlformats.org/officeDocument/2006/relationships/image" Target="../media/image1103.png"/><Relationship Id="rId14" Type="http://schemas.openxmlformats.org/officeDocument/2006/relationships/image" Target="../media/image4011.png"/></Relationships>
</file>

<file path=ppt/slides/_rels/slide152.xml.rels><?xml version="1.0" encoding="UTF-8" standalone="yes"?>
<Relationships xmlns="http://schemas.openxmlformats.org/package/2006/relationships"><Relationship Id="rId8" Type="http://schemas.openxmlformats.org/officeDocument/2006/relationships/image" Target="../media/image1106.png"/><Relationship Id="rId13" Type="http://schemas.openxmlformats.org/officeDocument/2006/relationships/image" Target="../media/image1112.png"/><Relationship Id="rId18" Type="http://schemas.openxmlformats.org/officeDocument/2006/relationships/image" Target="../media/image1117.png"/><Relationship Id="rId3" Type="http://schemas.openxmlformats.org/officeDocument/2006/relationships/image" Target="../media/image2910.png"/><Relationship Id="rId7" Type="http://schemas.openxmlformats.org/officeDocument/2006/relationships/image" Target="../media/image1105.png"/><Relationship Id="rId12" Type="http://schemas.openxmlformats.org/officeDocument/2006/relationships/image" Target="../media/image1111.png"/><Relationship Id="rId17" Type="http://schemas.openxmlformats.org/officeDocument/2006/relationships/image" Target="../media/image1116.png"/><Relationship Id="rId2" Type="http://schemas.openxmlformats.org/officeDocument/2006/relationships/notesSlide" Target="../notesSlides/notesSlide5.xml"/><Relationship Id="rId16" Type="http://schemas.openxmlformats.org/officeDocument/2006/relationships/image" Target="../media/image1115.png"/><Relationship Id="rId1" Type="http://schemas.openxmlformats.org/officeDocument/2006/relationships/slideLayout" Target="../slideLayouts/slideLayout3.xml"/><Relationship Id="rId6" Type="http://schemas.openxmlformats.org/officeDocument/2006/relationships/image" Target="../media/image4811.png"/><Relationship Id="rId11" Type="http://schemas.openxmlformats.org/officeDocument/2006/relationships/image" Target="../media/image1109.png"/><Relationship Id="rId5" Type="http://schemas.openxmlformats.org/officeDocument/2006/relationships/image" Target="../media/image4710.png"/><Relationship Id="rId15" Type="http://schemas.openxmlformats.org/officeDocument/2006/relationships/image" Target="../media/image1114.png"/><Relationship Id="rId10" Type="http://schemas.openxmlformats.org/officeDocument/2006/relationships/image" Target="../media/image1108.png"/><Relationship Id="rId4" Type="http://schemas.openxmlformats.org/officeDocument/2006/relationships/image" Target="../media/image4610.png"/><Relationship Id="rId9" Type="http://schemas.openxmlformats.org/officeDocument/2006/relationships/image" Target="../media/image1107.png"/><Relationship Id="rId14" Type="http://schemas.openxmlformats.org/officeDocument/2006/relationships/image" Target="../media/image1113.png"/></Relationships>
</file>

<file path=ppt/slides/_rels/slide153.xml.rels><?xml version="1.0" encoding="UTF-8" standalone="yes"?>
<Relationships xmlns="http://schemas.openxmlformats.org/package/2006/relationships"><Relationship Id="rId8" Type="http://schemas.openxmlformats.org/officeDocument/2006/relationships/image" Target="../media/image1122.png"/><Relationship Id="rId3" Type="http://schemas.openxmlformats.org/officeDocument/2006/relationships/image" Target="../media/image6211.png"/><Relationship Id="rId7" Type="http://schemas.openxmlformats.org/officeDocument/2006/relationships/image" Target="../media/image1121.png"/><Relationship Id="rId2" Type="http://schemas.openxmlformats.org/officeDocument/2006/relationships/image" Target="../media/image6111.png"/><Relationship Id="rId1" Type="http://schemas.openxmlformats.org/officeDocument/2006/relationships/slideLayout" Target="../slideLayouts/slideLayout3.xml"/><Relationship Id="rId6" Type="http://schemas.openxmlformats.org/officeDocument/2006/relationships/image" Target="../media/image1119.png"/><Relationship Id="rId5" Type="http://schemas.openxmlformats.org/officeDocument/2006/relationships/image" Target="../media/image1118.png"/><Relationship Id="rId10" Type="http://schemas.openxmlformats.org/officeDocument/2006/relationships/image" Target="../media/image6910.png"/><Relationship Id="rId4" Type="http://schemas.openxmlformats.org/officeDocument/2006/relationships/image" Target="../media/image6311.png"/><Relationship Id="rId9" Type="http://schemas.openxmlformats.org/officeDocument/2006/relationships/image" Target="../media/image1123.png"/></Relationships>
</file>

<file path=ppt/slides/_rels/slide154.xml.rels><?xml version="1.0" encoding="UTF-8" standalone="yes"?>
<Relationships xmlns="http://schemas.openxmlformats.org/package/2006/relationships"><Relationship Id="rId8" Type="http://schemas.openxmlformats.org/officeDocument/2006/relationships/image" Target="../media/image7610.png"/><Relationship Id="rId13" Type="http://schemas.openxmlformats.org/officeDocument/2006/relationships/image" Target="../media/image8110.png"/><Relationship Id="rId3" Type="http://schemas.openxmlformats.org/officeDocument/2006/relationships/image" Target="../media/image7110.png"/><Relationship Id="rId7" Type="http://schemas.openxmlformats.org/officeDocument/2006/relationships/image" Target="../media/image7510.png"/><Relationship Id="rId12" Type="http://schemas.openxmlformats.org/officeDocument/2006/relationships/image" Target="../media/image8010.png"/><Relationship Id="rId2" Type="http://schemas.openxmlformats.org/officeDocument/2006/relationships/image" Target="../media/image7011.png"/><Relationship Id="rId1" Type="http://schemas.openxmlformats.org/officeDocument/2006/relationships/slideLayout" Target="../slideLayouts/slideLayout3.xml"/><Relationship Id="rId6" Type="http://schemas.openxmlformats.org/officeDocument/2006/relationships/image" Target="../media/image7410.png"/><Relationship Id="rId11" Type="http://schemas.openxmlformats.org/officeDocument/2006/relationships/image" Target="../media/image7910.png"/><Relationship Id="rId5" Type="http://schemas.openxmlformats.org/officeDocument/2006/relationships/image" Target="../media/image7310.png"/><Relationship Id="rId15" Type="http://schemas.openxmlformats.org/officeDocument/2006/relationships/image" Target="../media/image8310.png"/><Relationship Id="rId10" Type="http://schemas.openxmlformats.org/officeDocument/2006/relationships/image" Target="../media/image7810.png"/><Relationship Id="rId4" Type="http://schemas.openxmlformats.org/officeDocument/2006/relationships/image" Target="../media/image7210.png"/><Relationship Id="rId9" Type="http://schemas.openxmlformats.org/officeDocument/2006/relationships/image" Target="../media/image7710.png"/><Relationship Id="rId14" Type="http://schemas.openxmlformats.org/officeDocument/2006/relationships/image" Target="../media/image8210.png"/></Relationships>
</file>

<file path=ppt/slides/_rels/slide155.xml.rels><?xml version="1.0" encoding="UTF-8" standalone="yes"?>
<Relationships xmlns="http://schemas.openxmlformats.org/package/2006/relationships"><Relationship Id="rId8" Type="http://schemas.openxmlformats.org/officeDocument/2006/relationships/image" Target="../media/image9010.png"/><Relationship Id="rId13" Type="http://schemas.openxmlformats.org/officeDocument/2006/relationships/image" Target="../media/image9511.png"/><Relationship Id="rId3" Type="http://schemas.openxmlformats.org/officeDocument/2006/relationships/image" Target="../media/image8510.png"/><Relationship Id="rId7" Type="http://schemas.openxmlformats.org/officeDocument/2006/relationships/image" Target="../media/image8910.png"/><Relationship Id="rId12" Type="http://schemas.openxmlformats.org/officeDocument/2006/relationships/image" Target="../media/image9410.png"/><Relationship Id="rId2" Type="http://schemas.openxmlformats.org/officeDocument/2006/relationships/image" Target="../media/image8410.png"/><Relationship Id="rId1" Type="http://schemas.openxmlformats.org/officeDocument/2006/relationships/slideLayout" Target="../slideLayouts/slideLayout3.xml"/><Relationship Id="rId6" Type="http://schemas.openxmlformats.org/officeDocument/2006/relationships/image" Target="../media/image8810.png"/><Relationship Id="rId11" Type="http://schemas.openxmlformats.org/officeDocument/2006/relationships/image" Target="../media/image9310.png"/><Relationship Id="rId5" Type="http://schemas.openxmlformats.org/officeDocument/2006/relationships/image" Target="../media/image8710.png"/><Relationship Id="rId10" Type="http://schemas.openxmlformats.org/officeDocument/2006/relationships/image" Target="../media/image9210.png"/><Relationship Id="rId4" Type="http://schemas.openxmlformats.org/officeDocument/2006/relationships/image" Target="../media/image8610.png"/><Relationship Id="rId9" Type="http://schemas.openxmlformats.org/officeDocument/2006/relationships/image" Target="../media/image9110.png"/></Relationships>
</file>

<file path=ppt/slides/_rels/slide156.xml.rels><?xml version="1.0" encoding="UTF-8" standalone="yes"?>
<Relationships xmlns="http://schemas.openxmlformats.org/package/2006/relationships"><Relationship Id="rId8" Type="http://schemas.openxmlformats.org/officeDocument/2006/relationships/image" Target="../media/image10210.png"/><Relationship Id="rId3" Type="http://schemas.openxmlformats.org/officeDocument/2006/relationships/image" Target="../media/image9710.png"/><Relationship Id="rId7" Type="http://schemas.openxmlformats.org/officeDocument/2006/relationships/image" Target="../media/image10110.png"/><Relationship Id="rId2" Type="http://schemas.openxmlformats.org/officeDocument/2006/relationships/image" Target="../media/image1124.png"/><Relationship Id="rId1" Type="http://schemas.openxmlformats.org/officeDocument/2006/relationships/slideLayout" Target="../slideLayouts/slideLayout3.xml"/><Relationship Id="rId6" Type="http://schemas.openxmlformats.org/officeDocument/2006/relationships/image" Target="../media/image1126.png"/><Relationship Id="rId5" Type="http://schemas.openxmlformats.org/officeDocument/2006/relationships/image" Target="../media/image1125.png"/><Relationship Id="rId4" Type="http://schemas.openxmlformats.org/officeDocument/2006/relationships/image" Target="../media/image9811.png"/><Relationship Id="rId9" Type="http://schemas.openxmlformats.org/officeDocument/2006/relationships/image" Target="../media/image10310.png"/></Relationships>
</file>

<file path=ppt/slides/_rels/slide157.xml.rels><?xml version="1.0" encoding="UTF-8" standalone="yes"?>
<Relationships xmlns="http://schemas.openxmlformats.org/package/2006/relationships"><Relationship Id="rId8" Type="http://schemas.openxmlformats.org/officeDocument/2006/relationships/image" Target="../media/image11010.png"/><Relationship Id="rId3" Type="http://schemas.openxmlformats.org/officeDocument/2006/relationships/image" Target="../media/image10510.png"/><Relationship Id="rId7" Type="http://schemas.openxmlformats.org/officeDocument/2006/relationships/image" Target="../media/image10910.png"/><Relationship Id="rId2" Type="http://schemas.openxmlformats.org/officeDocument/2006/relationships/image" Target="../media/image10410.png"/><Relationship Id="rId1" Type="http://schemas.openxmlformats.org/officeDocument/2006/relationships/slideLayout" Target="../slideLayouts/slideLayout3.xml"/><Relationship Id="rId6" Type="http://schemas.openxmlformats.org/officeDocument/2006/relationships/image" Target="../media/image10810.png"/><Relationship Id="rId11" Type="http://schemas.openxmlformats.org/officeDocument/2006/relationships/image" Target="../media/image11310.png"/><Relationship Id="rId5" Type="http://schemas.openxmlformats.org/officeDocument/2006/relationships/image" Target="../media/image10710.png"/><Relationship Id="rId10" Type="http://schemas.openxmlformats.org/officeDocument/2006/relationships/image" Target="../media/image11210.png"/><Relationship Id="rId4" Type="http://schemas.openxmlformats.org/officeDocument/2006/relationships/image" Target="../media/image10610.png"/><Relationship Id="rId9" Type="http://schemas.openxmlformats.org/officeDocument/2006/relationships/image" Target="../media/image11110.png"/></Relationships>
</file>

<file path=ppt/slides/_rels/slide158.xml.rels><?xml version="1.0" encoding="UTF-8" standalone="yes"?>
<Relationships xmlns="http://schemas.openxmlformats.org/package/2006/relationships"><Relationship Id="rId8" Type="http://schemas.openxmlformats.org/officeDocument/2006/relationships/image" Target="../media/image11910.png"/><Relationship Id="rId3" Type="http://schemas.openxmlformats.org/officeDocument/2006/relationships/image" Target="../media/image11410.png"/><Relationship Id="rId7" Type="http://schemas.openxmlformats.org/officeDocument/2006/relationships/image" Target="../media/image11810.png"/><Relationship Id="rId2" Type="http://schemas.openxmlformats.org/officeDocument/2006/relationships/image" Target="../media/image10610.png"/><Relationship Id="rId1" Type="http://schemas.openxmlformats.org/officeDocument/2006/relationships/slideLayout" Target="../slideLayouts/slideLayout3.xml"/><Relationship Id="rId6" Type="http://schemas.openxmlformats.org/officeDocument/2006/relationships/image" Target="../media/image11710.png"/><Relationship Id="rId11" Type="http://schemas.openxmlformats.org/officeDocument/2006/relationships/image" Target="../media/image12210.png"/><Relationship Id="rId5" Type="http://schemas.openxmlformats.org/officeDocument/2006/relationships/image" Target="../media/image11610.png"/><Relationship Id="rId10" Type="http://schemas.openxmlformats.org/officeDocument/2006/relationships/image" Target="../media/image12110.png"/><Relationship Id="rId4" Type="http://schemas.openxmlformats.org/officeDocument/2006/relationships/image" Target="../media/image11510.png"/><Relationship Id="rId9" Type="http://schemas.openxmlformats.org/officeDocument/2006/relationships/image" Target="../media/image12010.png"/></Relationships>
</file>

<file path=ppt/slides/_rels/slide159.xml.rels><?xml version="1.0" encoding="UTF-8" standalone="yes"?>
<Relationships xmlns="http://schemas.openxmlformats.org/package/2006/relationships"><Relationship Id="rId8" Type="http://schemas.openxmlformats.org/officeDocument/2006/relationships/image" Target="../media/image1281.png"/><Relationship Id="rId3" Type="http://schemas.openxmlformats.org/officeDocument/2006/relationships/image" Target="../media/image12310.png"/><Relationship Id="rId7" Type="http://schemas.openxmlformats.org/officeDocument/2006/relationships/image" Target="../media/image1271.png"/><Relationship Id="rId12" Type="http://schemas.openxmlformats.org/officeDocument/2006/relationships/image" Target="../media/image1321.png"/><Relationship Id="rId2" Type="http://schemas.openxmlformats.org/officeDocument/2006/relationships/image" Target="../media/image11410.png"/><Relationship Id="rId1" Type="http://schemas.openxmlformats.org/officeDocument/2006/relationships/slideLayout" Target="../slideLayouts/slideLayout3.xml"/><Relationship Id="rId6" Type="http://schemas.openxmlformats.org/officeDocument/2006/relationships/image" Target="../media/image1261.png"/><Relationship Id="rId11" Type="http://schemas.openxmlformats.org/officeDocument/2006/relationships/image" Target="../media/image1311.png"/><Relationship Id="rId5" Type="http://schemas.openxmlformats.org/officeDocument/2006/relationships/image" Target="../media/image1127.png"/><Relationship Id="rId10" Type="http://schemas.openxmlformats.org/officeDocument/2006/relationships/image" Target="../media/image1301.png"/><Relationship Id="rId4" Type="http://schemas.openxmlformats.org/officeDocument/2006/relationships/image" Target="../media/image1245.png"/><Relationship Id="rId9" Type="http://schemas.openxmlformats.org/officeDocument/2006/relationships/image" Target="../media/image1291.png"/></Relationships>
</file>

<file path=ppt/slides/_rels/slide160.xml.rels><?xml version="1.0" encoding="UTF-8" standalone="yes"?>
<Relationships xmlns="http://schemas.openxmlformats.org/package/2006/relationships"><Relationship Id="rId8" Type="http://schemas.openxmlformats.org/officeDocument/2006/relationships/image" Target="../media/image1391.png"/><Relationship Id="rId3" Type="http://schemas.openxmlformats.org/officeDocument/2006/relationships/image" Target="../media/image1128.png"/><Relationship Id="rId7" Type="http://schemas.openxmlformats.org/officeDocument/2006/relationships/image" Target="../media/image1131.png"/><Relationship Id="rId2" Type="http://schemas.openxmlformats.org/officeDocument/2006/relationships/image" Target="../media/image1331.png"/><Relationship Id="rId1" Type="http://schemas.openxmlformats.org/officeDocument/2006/relationships/slideLayout" Target="../slideLayouts/slideLayout3.xml"/><Relationship Id="rId6" Type="http://schemas.openxmlformats.org/officeDocument/2006/relationships/image" Target="../media/image1129.png"/><Relationship Id="rId11" Type="http://schemas.openxmlformats.org/officeDocument/2006/relationships/image" Target="../media/image1421.png"/><Relationship Id="rId5" Type="http://schemas.openxmlformats.org/officeDocument/2006/relationships/image" Target="../media/image1361.png"/><Relationship Id="rId10" Type="http://schemas.openxmlformats.org/officeDocument/2006/relationships/image" Target="../media/image1411.png"/><Relationship Id="rId4" Type="http://schemas.openxmlformats.org/officeDocument/2006/relationships/image" Target="../media/image1351.png"/><Relationship Id="rId9" Type="http://schemas.openxmlformats.org/officeDocument/2006/relationships/image" Target="../media/image1401.png"/></Relationships>
</file>

<file path=ppt/slides/_rels/slide161.xml.rels><?xml version="1.0" encoding="UTF-8" standalone="yes"?>
<Relationships xmlns="http://schemas.openxmlformats.org/package/2006/relationships"><Relationship Id="rId8" Type="http://schemas.openxmlformats.org/officeDocument/2006/relationships/image" Target="../media/image1461.png"/><Relationship Id="rId13" Type="http://schemas.openxmlformats.org/officeDocument/2006/relationships/image" Target="../media/image1512.png"/><Relationship Id="rId18" Type="http://schemas.openxmlformats.org/officeDocument/2006/relationships/image" Target="../media/image1561.png"/><Relationship Id="rId3" Type="http://schemas.openxmlformats.org/officeDocument/2006/relationships/image" Target="../media/image11510.png"/><Relationship Id="rId7" Type="http://schemas.openxmlformats.org/officeDocument/2006/relationships/image" Target="../media/image1451.png"/><Relationship Id="rId12" Type="http://schemas.openxmlformats.org/officeDocument/2006/relationships/image" Target="../media/image1501.png"/><Relationship Id="rId17" Type="http://schemas.openxmlformats.org/officeDocument/2006/relationships/image" Target="../media/image1550.png"/><Relationship Id="rId2" Type="http://schemas.openxmlformats.org/officeDocument/2006/relationships/image" Target="../media/image11410.png"/><Relationship Id="rId16" Type="http://schemas.openxmlformats.org/officeDocument/2006/relationships/image" Target="../media/image1540.png"/><Relationship Id="rId1" Type="http://schemas.openxmlformats.org/officeDocument/2006/relationships/slideLayout" Target="../slideLayouts/slideLayout3.xml"/><Relationship Id="rId6" Type="http://schemas.openxmlformats.org/officeDocument/2006/relationships/image" Target="../media/image1441.png"/><Relationship Id="rId11" Type="http://schemas.openxmlformats.org/officeDocument/2006/relationships/image" Target="../media/image1491.png"/><Relationship Id="rId5" Type="http://schemas.openxmlformats.org/officeDocument/2006/relationships/image" Target="../media/image11810.png"/><Relationship Id="rId15" Type="http://schemas.openxmlformats.org/officeDocument/2006/relationships/image" Target="../media/image1531.png"/><Relationship Id="rId10" Type="http://schemas.openxmlformats.org/officeDocument/2006/relationships/image" Target="../media/image1481.png"/><Relationship Id="rId4" Type="http://schemas.openxmlformats.org/officeDocument/2006/relationships/image" Target="../media/image1431.png"/><Relationship Id="rId9" Type="http://schemas.openxmlformats.org/officeDocument/2006/relationships/image" Target="../media/image1471.png"/><Relationship Id="rId14" Type="http://schemas.openxmlformats.org/officeDocument/2006/relationships/image" Target="../media/image152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3.xml.rels><?xml version="1.0" encoding="UTF-8" standalone="yes"?>
<Relationships xmlns="http://schemas.openxmlformats.org/package/2006/relationships"><Relationship Id="rId3" Type="http://schemas.openxmlformats.org/officeDocument/2006/relationships/image" Target="../media/image1581.png"/><Relationship Id="rId2" Type="http://schemas.openxmlformats.org/officeDocument/2006/relationships/image" Target="../media/image1570.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1132.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1602.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1612.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1133.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1134.pn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0.xml.rels><?xml version="1.0" encoding="UTF-8" standalone="yes"?>
<Relationships xmlns="http://schemas.openxmlformats.org/package/2006/relationships"><Relationship Id="rId8" Type="http://schemas.openxmlformats.org/officeDocument/2006/relationships/image" Target="../media/image1691.png"/><Relationship Id="rId13" Type="http://schemas.openxmlformats.org/officeDocument/2006/relationships/image" Target="../media/image1741.png"/><Relationship Id="rId3" Type="http://schemas.openxmlformats.org/officeDocument/2006/relationships/image" Target="../media/image1641.png"/><Relationship Id="rId7" Type="http://schemas.openxmlformats.org/officeDocument/2006/relationships/image" Target="../media/image1681.png"/><Relationship Id="rId12" Type="http://schemas.openxmlformats.org/officeDocument/2006/relationships/image" Target="../media/image1731.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671.png"/><Relationship Id="rId11" Type="http://schemas.openxmlformats.org/officeDocument/2006/relationships/image" Target="../media/image1722.png"/><Relationship Id="rId5" Type="http://schemas.openxmlformats.org/officeDocument/2006/relationships/image" Target="../media/image1661.png"/><Relationship Id="rId10" Type="http://schemas.openxmlformats.org/officeDocument/2006/relationships/image" Target="../media/image1712.png"/><Relationship Id="rId4" Type="http://schemas.openxmlformats.org/officeDocument/2006/relationships/image" Target="../media/image1135.png"/><Relationship Id="rId9" Type="http://schemas.openxmlformats.org/officeDocument/2006/relationships/image" Target="../media/image1701.png"/></Relationships>
</file>

<file path=ppt/slides/_rels/slide171.xml.rels><?xml version="1.0" encoding="UTF-8" standalone="yes"?>
<Relationships xmlns="http://schemas.openxmlformats.org/package/2006/relationships"><Relationship Id="rId8" Type="http://schemas.openxmlformats.org/officeDocument/2006/relationships/image" Target="../media/image1141.png"/><Relationship Id="rId13" Type="http://schemas.openxmlformats.org/officeDocument/2006/relationships/image" Target="../media/image1146.png"/><Relationship Id="rId18" Type="http://schemas.openxmlformats.org/officeDocument/2006/relationships/image" Target="../media/image1151.png"/><Relationship Id="rId3" Type="http://schemas.openxmlformats.org/officeDocument/2006/relationships/image" Target="../media/image1751.png"/><Relationship Id="rId7" Type="http://schemas.openxmlformats.org/officeDocument/2006/relationships/image" Target="../media/image1139.png"/><Relationship Id="rId12" Type="http://schemas.openxmlformats.org/officeDocument/2006/relationships/image" Target="../media/image1145.png"/><Relationship Id="rId17" Type="http://schemas.openxmlformats.org/officeDocument/2006/relationships/image" Target="../media/image1150.png"/><Relationship Id="rId2" Type="http://schemas.openxmlformats.org/officeDocument/2006/relationships/notesSlide" Target="../notesSlides/notesSlide7.xml"/><Relationship Id="rId16" Type="http://schemas.openxmlformats.org/officeDocument/2006/relationships/image" Target="../media/image1149.png"/><Relationship Id="rId1" Type="http://schemas.openxmlformats.org/officeDocument/2006/relationships/slideLayout" Target="../slideLayouts/slideLayout3.xml"/><Relationship Id="rId6" Type="http://schemas.openxmlformats.org/officeDocument/2006/relationships/image" Target="../media/image1138.png"/><Relationship Id="rId11" Type="http://schemas.openxmlformats.org/officeDocument/2006/relationships/image" Target="../media/image1144.png"/><Relationship Id="rId5" Type="http://schemas.openxmlformats.org/officeDocument/2006/relationships/image" Target="../media/image1137.png"/><Relationship Id="rId15" Type="http://schemas.openxmlformats.org/officeDocument/2006/relationships/image" Target="../media/image1148.png"/><Relationship Id="rId10" Type="http://schemas.openxmlformats.org/officeDocument/2006/relationships/image" Target="../media/image1143.png"/><Relationship Id="rId4" Type="http://schemas.openxmlformats.org/officeDocument/2006/relationships/image" Target="../media/image1136.png"/><Relationship Id="rId9" Type="http://schemas.openxmlformats.org/officeDocument/2006/relationships/image" Target="../media/image1142.png"/><Relationship Id="rId14" Type="http://schemas.openxmlformats.org/officeDocument/2006/relationships/image" Target="../media/image1147.png"/></Relationships>
</file>

<file path=ppt/slides/_rels/slide172.xml.rels><?xml version="1.0" encoding="UTF-8" standalone="yes"?>
<Relationships xmlns="http://schemas.openxmlformats.org/package/2006/relationships"><Relationship Id="rId8" Type="http://schemas.openxmlformats.org/officeDocument/2006/relationships/image" Target="../media/image1151.png"/><Relationship Id="rId13" Type="http://schemas.openxmlformats.org/officeDocument/2006/relationships/image" Target="../media/image1161.png"/><Relationship Id="rId18" Type="http://schemas.openxmlformats.org/officeDocument/2006/relationships/image" Target="../media/image1166.png"/><Relationship Id="rId3" Type="http://schemas.openxmlformats.org/officeDocument/2006/relationships/image" Target="../media/image1152.png"/><Relationship Id="rId7" Type="http://schemas.openxmlformats.org/officeDocument/2006/relationships/image" Target="../media/image1155.png"/><Relationship Id="rId12" Type="http://schemas.openxmlformats.org/officeDocument/2006/relationships/image" Target="../media/image1159.png"/><Relationship Id="rId17" Type="http://schemas.openxmlformats.org/officeDocument/2006/relationships/image" Target="../media/image1165.png"/><Relationship Id="rId2" Type="http://schemas.openxmlformats.org/officeDocument/2006/relationships/notesSlide" Target="../notesSlides/notesSlide8.xml"/><Relationship Id="rId16" Type="http://schemas.openxmlformats.org/officeDocument/2006/relationships/image" Target="../media/image1164.png"/><Relationship Id="rId1" Type="http://schemas.openxmlformats.org/officeDocument/2006/relationships/slideLayout" Target="../slideLayouts/slideLayout3.xml"/><Relationship Id="rId6" Type="http://schemas.openxmlformats.org/officeDocument/2006/relationships/image" Target="../media/image1150.png"/><Relationship Id="rId11" Type="http://schemas.openxmlformats.org/officeDocument/2006/relationships/image" Target="../media/image1158.png"/><Relationship Id="rId5" Type="http://schemas.openxmlformats.org/officeDocument/2006/relationships/image" Target="../media/image1154.png"/><Relationship Id="rId15" Type="http://schemas.openxmlformats.org/officeDocument/2006/relationships/image" Target="../media/image1163.png"/><Relationship Id="rId10" Type="http://schemas.openxmlformats.org/officeDocument/2006/relationships/image" Target="../media/image1157.png"/><Relationship Id="rId19" Type="http://schemas.openxmlformats.org/officeDocument/2006/relationships/image" Target="../media/image1167.png"/><Relationship Id="rId4" Type="http://schemas.openxmlformats.org/officeDocument/2006/relationships/image" Target="../media/image1153.png"/><Relationship Id="rId9" Type="http://schemas.openxmlformats.org/officeDocument/2006/relationships/image" Target="../media/image1156.png"/><Relationship Id="rId14" Type="http://schemas.openxmlformats.org/officeDocument/2006/relationships/image" Target="../media/image1162.png"/></Relationships>
</file>

<file path=ppt/slides/_rels/slide173.xml.rels><?xml version="1.0" encoding="UTF-8" standalone="yes"?>
<Relationships xmlns="http://schemas.openxmlformats.org/package/2006/relationships"><Relationship Id="rId8" Type="http://schemas.openxmlformats.org/officeDocument/2006/relationships/image" Target="../media/image2020.png"/><Relationship Id="rId13" Type="http://schemas.openxmlformats.org/officeDocument/2006/relationships/image" Target="../media/image2060.png"/><Relationship Id="rId18" Type="http://schemas.openxmlformats.org/officeDocument/2006/relationships/image" Target="../media/image2113.png"/><Relationship Id="rId3" Type="http://schemas.openxmlformats.org/officeDocument/2006/relationships/image" Target="../media/image1970.png"/><Relationship Id="rId21" Type="http://schemas.openxmlformats.org/officeDocument/2006/relationships/image" Target="../media/image2142.png"/><Relationship Id="rId7" Type="http://schemas.openxmlformats.org/officeDocument/2006/relationships/image" Target="../media/image2011.png"/><Relationship Id="rId12" Type="http://schemas.openxmlformats.org/officeDocument/2006/relationships/image" Target="../media/image2050.png"/><Relationship Id="rId17" Type="http://schemas.openxmlformats.org/officeDocument/2006/relationships/image" Target="../media/image2102.png"/><Relationship Id="rId2" Type="http://schemas.openxmlformats.org/officeDocument/2006/relationships/notesSlide" Target="../notesSlides/notesSlide9.xml"/><Relationship Id="rId16" Type="http://schemas.openxmlformats.org/officeDocument/2006/relationships/image" Target="../media/image2092.png"/><Relationship Id="rId20" Type="http://schemas.openxmlformats.org/officeDocument/2006/relationships/image" Target="../media/image2132.png"/><Relationship Id="rId1" Type="http://schemas.openxmlformats.org/officeDocument/2006/relationships/slideLayout" Target="../slideLayouts/slideLayout3.xml"/><Relationship Id="rId6" Type="http://schemas.openxmlformats.org/officeDocument/2006/relationships/image" Target="../media/image2000.png"/><Relationship Id="rId11" Type="http://schemas.openxmlformats.org/officeDocument/2006/relationships/image" Target="../media/image2040.png"/><Relationship Id="rId5" Type="http://schemas.openxmlformats.org/officeDocument/2006/relationships/image" Target="../media/image1990.png"/><Relationship Id="rId15" Type="http://schemas.openxmlformats.org/officeDocument/2006/relationships/image" Target="../media/image2082.png"/><Relationship Id="rId10" Type="http://schemas.openxmlformats.org/officeDocument/2006/relationships/image" Target="../media/image2031.png"/><Relationship Id="rId19" Type="http://schemas.openxmlformats.org/officeDocument/2006/relationships/image" Target="../media/image2122.png"/><Relationship Id="rId4" Type="http://schemas.openxmlformats.org/officeDocument/2006/relationships/image" Target="../media/image1980.png"/><Relationship Id="rId9" Type="http://schemas.openxmlformats.org/officeDocument/2006/relationships/image" Target="../media/image1761.png"/><Relationship Id="rId14" Type="http://schemas.openxmlformats.org/officeDocument/2006/relationships/image" Target="../media/image2072.png"/></Relationships>
</file>

<file path=ppt/slides/_rels/slide174.xml.rels><?xml version="1.0" encoding="UTF-8" standalone="yes"?>
<Relationships xmlns="http://schemas.openxmlformats.org/package/2006/relationships"><Relationship Id="rId18" Type="http://schemas.openxmlformats.org/officeDocument/2006/relationships/image" Target="../media/image2301.png"/><Relationship Id="rId21" Type="http://schemas.openxmlformats.org/officeDocument/2006/relationships/image" Target="../media/image2330.png"/><Relationship Id="rId17" Type="http://schemas.openxmlformats.org/officeDocument/2006/relationships/image" Target="../media/image2291.png"/><Relationship Id="rId2" Type="http://schemas.openxmlformats.org/officeDocument/2006/relationships/notesSlide" Target="../notesSlides/notesSlide10.xml"/><Relationship Id="rId16" Type="http://schemas.openxmlformats.org/officeDocument/2006/relationships/image" Target="../media/image2281.png"/><Relationship Id="rId20" Type="http://schemas.openxmlformats.org/officeDocument/2006/relationships/image" Target="../media/image2320.png"/><Relationship Id="rId1" Type="http://schemas.openxmlformats.org/officeDocument/2006/relationships/slideLayout" Target="../slideLayouts/slideLayout3.xml"/><Relationship Id="rId19" Type="http://schemas.openxmlformats.org/officeDocument/2006/relationships/image" Target="../media/image2312.png"/><Relationship Id="rId22" Type="http://schemas.openxmlformats.org/officeDocument/2006/relationships/image" Target="../media/image2341.png"/></Relationships>
</file>

<file path=ppt/slides/_rels/slide175.xml.rels><?xml version="1.0" encoding="UTF-8" standalone="yes"?>
<Relationships xmlns="http://schemas.openxmlformats.org/package/2006/relationships"><Relationship Id="rId13" Type="http://schemas.openxmlformats.org/officeDocument/2006/relationships/image" Target="../media/image2430.png"/><Relationship Id="rId12" Type="http://schemas.openxmlformats.org/officeDocument/2006/relationships/image" Target="../media/image2420.png"/><Relationship Id="rId2" Type="http://schemas.openxmlformats.org/officeDocument/2006/relationships/notesSlide" Target="../notesSlides/notesSlide11.xml"/><Relationship Id="rId16" Type="http://schemas.openxmlformats.org/officeDocument/2006/relationships/image" Target="../media/image1169.png"/><Relationship Id="rId1" Type="http://schemas.openxmlformats.org/officeDocument/2006/relationships/slideLayout" Target="../slideLayouts/slideLayout3.xml"/><Relationship Id="rId11" Type="http://schemas.openxmlformats.org/officeDocument/2006/relationships/image" Target="../media/image2411.png"/><Relationship Id="rId15" Type="http://schemas.openxmlformats.org/officeDocument/2006/relationships/image" Target="../media/image1168.png"/><Relationship Id="rId10" Type="http://schemas.openxmlformats.org/officeDocument/2006/relationships/image" Target="../media/image2400.png"/><Relationship Id="rId9" Type="http://schemas.openxmlformats.org/officeDocument/2006/relationships/image" Target="../media/image2390.png"/><Relationship Id="rId14" Type="http://schemas.openxmlformats.org/officeDocument/2006/relationships/image" Target="../media/image2440.png"/></Relationships>
</file>

<file path=ppt/slides/_rels/slide176.xml.rels><?xml version="1.0" encoding="UTF-8" standalone="yes"?>
<Relationships xmlns="http://schemas.openxmlformats.org/package/2006/relationships"><Relationship Id="rId8" Type="http://schemas.openxmlformats.org/officeDocument/2006/relationships/image" Target="../media/image1173.png"/><Relationship Id="rId3" Type="http://schemas.openxmlformats.org/officeDocument/2006/relationships/image" Target="../media/image2390.png"/><Relationship Id="rId7" Type="http://schemas.openxmlformats.org/officeDocument/2006/relationships/image" Target="../media/image1169.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168.png"/><Relationship Id="rId11" Type="http://schemas.openxmlformats.org/officeDocument/2006/relationships/image" Target="../media/image1176.png"/><Relationship Id="rId5" Type="http://schemas.openxmlformats.org/officeDocument/2006/relationships/image" Target="../media/image1172.png"/><Relationship Id="rId10" Type="http://schemas.openxmlformats.org/officeDocument/2006/relationships/image" Target="../media/image1175.png"/><Relationship Id="rId4" Type="http://schemas.openxmlformats.org/officeDocument/2006/relationships/image" Target="../media/image1171.png"/><Relationship Id="rId9" Type="http://schemas.openxmlformats.org/officeDocument/2006/relationships/image" Target="../media/image1174.png"/></Relationships>
</file>

<file path=ppt/slides/_rels/slide177.xml.rels><?xml version="1.0" encoding="UTF-8" standalone="yes"?>
<Relationships xmlns="http://schemas.openxmlformats.org/package/2006/relationships"><Relationship Id="rId26" Type="http://schemas.openxmlformats.org/officeDocument/2006/relationships/image" Target="../media/image2760.png"/><Relationship Id="rId39" Type="http://schemas.openxmlformats.org/officeDocument/2006/relationships/image" Target="../media/image2890.png"/><Relationship Id="rId34" Type="http://schemas.openxmlformats.org/officeDocument/2006/relationships/image" Target="../media/image2840.png"/><Relationship Id="rId42" Type="http://schemas.openxmlformats.org/officeDocument/2006/relationships/image" Target="../media/image2920.png"/><Relationship Id="rId25" Type="http://schemas.openxmlformats.org/officeDocument/2006/relationships/image" Target="../media/image2750.png"/><Relationship Id="rId33" Type="http://schemas.openxmlformats.org/officeDocument/2006/relationships/image" Target="../media/image2830.png"/><Relationship Id="rId38" Type="http://schemas.openxmlformats.org/officeDocument/2006/relationships/image" Target="../media/image2880.png"/><Relationship Id="rId2" Type="http://schemas.openxmlformats.org/officeDocument/2006/relationships/notesSlide" Target="../notesSlides/notesSlide13.xml"/><Relationship Id="rId29" Type="http://schemas.openxmlformats.org/officeDocument/2006/relationships/image" Target="../media/image2792.png"/><Relationship Id="rId41" Type="http://schemas.openxmlformats.org/officeDocument/2006/relationships/image" Target="../media/image2911.png"/><Relationship Id="rId1" Type="http://schemas.openxmlformats.org/officeDocument/2006/relationships/slideLayout" Target="../slideLayouts/slideLayout3.xml"/><Relationship Id="rId24" Type="http://schemas.openxmlformats.org/officeDocument/2006/relationships/image" Target="../media/image2740.png"/><Relationship Id="rId37" Type="http://schemas.openxmlformats.org/officeDocument/2006/relationships/image" Target="../media/image2871.png"/><Relationship Id="rId40" Type="http://schemas.openxmlformats.org/officeDocument/2006/relationships/image" Target="../media/image2900.png"/><Relationship Id="rId23" Type="http://schemas.openxmlformats.org/officeDocument/2006/relationships/image" Target="../media/image2730.png"/><Relationship Id="rId28" Type="http://schemas.openxmlformats.org/officeDocument/2006/relationships/image" Target="../media/image2781.png"/><Relationship Id="rId36" Type="http://schemas.openxmlformats.org/officeDocument/2006/relationships/image" Target="../media/image2860.png"/><Relationship Id="rId22" Type="http://schemas.openxmlformats.org/officeDocument/2006/relationships/image" Target="../media/image2720.png"/><Relationship Id="rId27" Type="http://schemas.openxmlformats.org/officeDocument/2006/relationships/image" Target="../media/image2770.png"/><Relationship Id="rId35" Type="http://schemas.openxmlformats.org/officeDocument/2006/relationships/image" Target="../media/image2850.png"/></Relationships>
</file>

<file path=ppt/slides/_rels/slide178.xml.rels><?xml version="1.0" encoding="UTF-8" standalone="yes"?>
<Relationships xmlns="http://schemas.openxmlformats.org/package/2006/relationships"><Relationship Id="rId8" Type="http://schemas.openxmlformats.org/officeDocument/2006/relationships/image" Target="../media/image2980.png"/><Relationship Id="rId13" Type="http://schemas.openxmlformats.org/officeDocument/2006/relationships/image" Target="../media/image3030.png"/><Relationship Id="rId26" Type="http://schemas.openxmlformats.org/officeDocument/2006/relationships/image" Target="../media/image3160.png"/><Relationship Id="rId3" Type="http://schemas.openxmlformats.org/officeDocument/2006/relationships/image" Target="../media/image2930.png"/><Relationship Id="rId7" Type="http://schemas.openxmlformats.org/officeDocument/2006/relationships/image" Target="../media/image2970.png"/><Relationship Id="rId12" Type="http://schemas.openxmlformats.org/officeDocument/2006/relationships/image" Target="../media/image3020.png"/><Relationship Id="rId25" Type="http://schemas.openxmlformats.org/officeDocument/2006/relationships/image" Target="../media/image3150.png"/><Relationship Id="rId33" Type="http://schemas.openxmlformats.org/officeDocument/2006/relationships/image" Target="../media/image3231.png"/><Relationship Id="rId2" Type="http://schemas.openxmlformats.org/officeDocument/2006/relationships/notesSlide" Target="../notesSlides/notesSlide14.xml"/><Relationship Id="rId16" Type="http://schemas.openxmlformats.org/officeDocument/2006/relationships/image" Target="../media/image3060.png"/><Relationship Id="rId29" Type="http://schemas.openxmlformats.org/officeDocument/2006/relationships/image" Target="../media/image3190.png"/><Relationship Id="rId1" Type="http://schemas.openxmlformats.org/officeDocument/2006/relationships/slideLayout" Target="../slideLayouts/slideLayout3.xml"/><Relationship Id="rId6" Type="http://schemas.openxmlformats.org/officeDocument/2006/relationships/image" Target="../media/image2960.png"/><Relationship Id="rId11" Type="http://schemas.openxmlformats.org/officeDocument/2006/relationships/image" Target="../media/image3010.png"/><Relationship Id="rId32" Type="http://schemas.openxmlformats.org/officeDocument/2006/relationships/image" Target="../media/image3220.png"/><Relationship Id="rId5" Type="http://schemas.openxmlformats.org/officeDocument/2006/relationships/image" Target="../media/image2950.png"/><Relationship Id="rId15" Type="http://schemas.openxmlformats.org/officeDocument/2006/relationships/image" Target="../media/image3050.png"/><Relationship Id="rId28" Type="http://schemas.openxmlformats.org/officeDocument/2006/relationships/image" Target="../media/image3180.png"/><Relationship Id="rId10" Type="http://schemas.openxmlformats.org/officeDocument/2006/relationships/image" Target="../media/image1177.png"/><Relationship Id="rId31" Type="http://schemas.openxmlformats.org/officeDocument/2006/relationships/image" Target="../media/image3210.png"/><Relationship Id="rId4" Type="http://schemas.openxmlformats.org/officeDocument/2006/relationships/image" Target="../media/image2940.png"/><Relationship Id="rId9" Type="http://schemas.openxmlformats.org/officeDocument/2006/relationships/image" Target="../media/image2990.png"/><Relationship Id="rId14" Type="http://schemas.openxmlformats.org/officeDocument/2006/relationships/image" Target="../media/image3040.png"/><Relationship Id="rId27" Type="http://schemas.openxmlformats.org/officeDocument/2006/relationships/image" Target="../media/image3170.png"/><Relationship Id="rId30" Type="http://schemas.openxmlformats.org/officeDocument/2006/relationships/image" Target="../media/image3200.png"/></Relationships>
</file>

<file path=ppt/slides/_rels/slide179.xml.rels><?xml version="1.0" encoding="UTF-8" standalone="yes"?>
<Relationships xmlns="http://schemas.openxmlformats.org/package/2006/relationships"><Relationship Id="rId3" Type="http://schemas.openxmlformats.org/officeDocument/2006/relationships/image" Target="../media/image3250.png"/><Relationship Id="rId21" Type="http://schemas.openxmlformats.org/officeDocument/2006/relationships/image" Target="../media/image3431.png"/><Relationship Id="rId7" Type="http://schemas.openxmlformats.org/officeDocument/2006/relationships/image" Target="../media/image3291.png"/><Relationship Id="rId2" Type="http://schemas.openxmlformats.org/officeDocument/2006/relationships/image" Target="../media/image3241.png"/><Relationship Id="rId20" Type="http://schemas.openxmlformats.org/officeDocument/2006/relationships/image" Target="../media/image3421.png"/><Relationship Id="rId1" Type="http://schemas.openxmlformats.org/officeDocument/2006/relationships/slideLayout" Target="../slideLayouts/slideLayout3.xml"/><Relationship Id="rId6" Type="http://schemas.openxmlformats.org/officeDocument/2006/relationships/image" Target="../media/image3280.png"/><Relationship Id="rId5" Type="http://schemas.openxmlformats.org/officeDocument/2006/relationships/image" Target="../media/image3270.png"/><Relationship Id="rId23" Type="http://schemas.openxmlformats.org/officeDocument/2006/relationships/image" Target="../media/image3451.png"/><Relationship Id="rId4" Type="http://schemas.openxmlformats.org/officeDocument/2006/relationships/image" Target="../media/image3260.png"/><Relationship Id="rId22" Type="http://schemas.openxmlformats.org/officeDocument/2006/relationships/image" Target="../media/image3441.png"/></Relationships>
</file>

<file path=ppt/slides/_rels/slide180.xml.rels><?xml version="1.0" encoding="UTF-8" standalone="yes"?>
<Relationships xmlns="http://schemas.openxmlformats.org/package/2006/relationships"><Relationship Id="rId18" Type="http://schemas.openxmlformats.org/officeDocument/2006/relationships/image" Target="../media/image3621.png"/><Relationship Id="rId26" Type="http://schemas.openxmlformats.org/officeDocument/2006/relationships/image" Target="../media/image3702.png"/><Relationship Id="rId3" Type="http://schemas.openxmlformats.org/officeDocument/2006/relationships/image" Target="../media/image3471.png"/><Relationship Id="rId21" Type="http://schemas.openxmlformats.org/officeDocument/2006/relationships/image" Target="../media/image3651.png"/><Relationship Id="rId34" Type="http://schemas.openxmlformats.org/officeDocument/2006/relationships/image" Target="../media/image3780.png"/><Relationship Id="rId17" Type="http://schemas.openxmlformats.org/officeDocument/2006/relationships/image" Target="../media/image3612.png"/><Relationship Id="rId25" Type="http://schemas.openxmlformats.org/officeDocument/2006/relationships/image" Target="../media/image3692.png"/><Relationship Id="rId33" Type="http://schemas.openxmlformats.org/officeDocument/2006/relationships/image" Target="../media/image3770.png"/><Relationship Id="rId2" Type="http://schemas.openxmlformats.org/officeDocument/2006/relationships/image" Target="../media/image3461.png"/><Relationship Id="rId20" Type="http://schemas.openxmlformats.org/officeDocument/2006/relationships/image" Target="../media/image3641.png"/><Relationship Id="rId29" Type="http://schemas.openxmlformats.org/officeDocument/2006/relationships/image" Target="../media/image3730.png"/><Relationship Id="rId1" Type="http://schemas.openxmlformats.org/officeDocument/2006/relationships/slideLayout" Target="../slideLayouts/slideLayout3.xml"/><Relationship Id="rId6" Type="http://schemas.openxmlformats.org/officeDocument/2006/relationships/image" Target="../media/image3501.png"/><Relationship Id="rId24" Type="http://schemas.openxmlformats.org/officeDocument/2006/relationships/image" Target="../media/image3682.png"/><Relationship Id="rId32" Type="http://schemas.openxmlformats.org/officeDocument/2006/relationships/image" Target="../media/image3760.png"/><Relationship Id="rId5" Type="http://schemas.openxmlformats.org/officeDocument/2006/relationships/image" Target="../media/image3491.png"/><Relationship Id="rId23" Type="http://schemas.openxmlformats.org/officeDocument/2006/relationships/image" Target="../media/image3672.png"/><Relationship Id="rId28" Type="http://schemas.openxmlformats.org/officeDocument/2006/relationships/image" Target="../media/image3720.png"/><Relationship Id="rId31" Type="http://schemas.openxmlformats.org/officeDocument/2006/relationships/image" Target="../media/image3750.png"/><Relationship Id="rId4" Type="http://schemas.openxmlformats.org/officeDocument/2006/relationships/image" Target="../media/image3481.png"/><Relationship Id="rId22" Type="http://schemas.openxmlformats.org/officeDocument/2006/relationships/image" Target="../media/image3662.png"/><Relationship Id="rId27" Type="http://schemas.openxmlformats.org/officeDocument/2006/relationships/image" Target="../media/image3713.png"/><Relationship Id="rId30" Type="http://schemas.openxmlformats.org/officeDocument/2006/relationships/image" Target="../media/image3740.png"/></Relationships>
</file>

<file path=ppt/slides/_rels/slide181.xml.rels><?xml version="1.0" encoding="UTF-8" standalone="yes"?>
<Relationships xmlns="http://schemas.openxmlformats.org/package/2006/relationships"><Relationship Id="rId8" Type="http://schemas.openxmlformats.org/officeDocument/2006/relationships/image" Target="../media/image3850.png"/><Relationship Id="rId13" Type="http://schemas.openxmlformats.org/officeDocument/2006/relationships/image" Target="../media/image3900.png"/><Relationship Id="rId3" Type="http://schemas.openxmlformats.org/officeDocument/2006/relationships/image" Target="../media/image3800.png"/><Relationship Id="rId7" Type="http://schemas.openxmlformats.org/officeDocument/2006/relationships/image" Target="../media/image3840.png"/><Relationship Id="rId12" Type="http://schemas.openxmlformats.org/officeDocument/2006/relationships/image" Target="../media/image3890.png"/><Relationship Id="rId2" Type="http://schemas.openxmlformats.org/officeDocument/2006/relationships/image" Target="../media/image3790.png"/><Relationship Id="rId1" Type="http://schemas.openxmlformats.org/officeDocument/2006/relationships/slideLayout" Target="../slideLayouts/slideLayout3.xml"/><Relationship Id="rId6" Type="http://schemas.openxmlformats.org/officeDocument/2006/relationships/image" Target="../media/image3830.png"/><Relationship Id="rId11" Type="http://schemas.openxmlformats.org/officeDocument/2006/relationships/image" Target="../media/image3880.png"/><Relationship Id="rId5" Type="http://schemas.openxmlformats.org/officeDocument/2006/relationships/image" Target="../media/image3820.png"/><Relationship Id="rId10" Type="http://schemas.openxmlformats.org/officeDocument/2006/relationships/image" Target="../media/image3870.png"/><Relationship Id="rId4" Type="http://schemas.openxmlformats.org/officeDocument/2006/relationships/image" Target="../media/image3812.png"/><Relationship Id="rId9" Type="http://schemas.openxmlformats.org/officeDocument/2006/relationships/image" Target="../media/image1178.png"/></Relationships>
</file>

<file path=ppt/slides/_rels/slide182.xml.rels><?xml version="1.0" encoding="UTF-8" standalone="yes"?>
<Relationships xmlns="http://schemas.openxmlformats.org/package/2006/relationships"><Relationship Id="rId13" Type="http://schemas.openxmlformats.org/officeDocument/2006/relationships/image" Target="../media/image2182.png"/><Relationship Id="rId3" Type="http://schemas.openxmlformats.org/officeDocument/2006/relationships/image" Target="../media/image2152.png"/><Relationship Id="rId12" Type="http://schemas.openxmlformats.org/officeDocument/2006/relationships/image" Target="../media/image2172.png"/><Relationship Id="rId2" Type="http://schemas.openxmlformats.org/officeDocument/2006/relationships/image" Target="../media/image1179.png"/><Relationship Id="rId1" Type="http://schemas.openxmlformats.org/officeDocument/2006/relationships/slideLayout" Target="../slideLayouts/slideLayout3.xml"/><Relationship Id="rId11" Type="http://schemas.openxmlformats.org/officeDocument/2006/relationships/image" Target="../media/image3930.png"/><Relationship Id="rId15" Type="http://schemas.openxmlformats.org/officeDocument/2006/relationships/image" Target="../media/image2202.png"/><Relationship Id="rId4" Type="http://schemas.openxmlformats.org/officeDocument/2006/relationships/image" Target="../media/image2161.png"/><Relationship Id="rId14" Type="http://schemas.openxmlformats.org/officeDocument/2006/relationships/image" Target="../media/image2192.png"/></Relationships>
</file>

<file path=ppt/slides/_rels/slide183.xml.rels><?xml version="1.0" encoding="UTF-8" standalone="yes"?>
<Relationships xmlns="http://schemas.openxmlformats.org/package/2006/relationships"><Relationship Id="rId8" Type="http://schemas.openxmlformats.org/officeDocument/2006/relationships/image" Target="../media/image2270.png"/><Relationship Id="rId13" Type="http://schemas.openxmlformats.org/officeDocument/2006/relationships/image" Target="../media/image1183.png"/><Relationship Id="rId3" Type="http://schemas.openxmlformats.org/officeDocument/2006/relationships/image" Target="../media/image2221.png"/><Relationship Id="rId7" Type="http://schemas.openxmlformats.org/officeDocument/2006/relationships/image" Target="../media/image2260.png"/><Relationship Id="rId12" Type="http://schemas.openxmlformats.org/officeDocument/2006/relationships/image" Target="../media/image1182.png"/><Relationship Id="rId2" Type="http://schemas.openxmlformats.org/officeDocument/2006/relationships/image" Target="../media/image2212.png"/><Relationship Id="rId1" Type="http://schemas.openxmlformats.org/officeDocument/2006/relationships/slideLayout" Target="../slideLayouts/slideLayout3.xml"/><Relationship Id="rId11" Type="http://schemas.openxmlformats.org/officeDocument/2006/relationships/image" Target="../media/image2370.png"/><Relationship Id="rId5" Type="http://schemas.openxmlformats.org/officeDocument/2006/relationships/image" Target="../media/image1181.png"/><Relationship Id="rId10" Type="http://schemas.openxmlformats.org/officeDocument/2006/relationships/image" Target="../media/image2361.png"/><Relationship Id="rId4" Type="http://schemas.openxmlformats.org/officeDocument/2006/relationships/image" Target="../media/image2231.png"/><Relationship Id="rId9" Type="http://schemas.openxmlformats.org/officeDocument/2006/relationships/image" Target="../media/image2352.png"/></Relationships>
</file>

<file path=ppt/slides/_rels/slide184.xml.rels><?xml version="1.0" encoding="UTF-8" standalone="yes"?>
<Relationships xmlns="http://schemas.openxmlformats.org/package/2006/relationships"><Relationship Id="rId8" Type="http://schemas.openxmlformats.org/officeDocument/2006/relationships/image" Target="../media/image2560.png"/><Relationship Id="rId3" Type="http://schemas.openxmlformats.org/officeDocument/2006/relationships/image" Target="../media/image2381.png"/><Relationship Id="rId7" Type="http://schemas.openxmlformats.org/officeDocument/2006/relationships/image" Target="../media/image2550.png"/><Relationship Id="rId2" Type="http://schemas.openxmlformats.org/officeDocument/2006/relationships/image" Target="../media/image2360.png"/><Relationship Id="rId1" Type="http://schemas.openxmlformats.org/officeDocument/2006/relationships/slideLayout" Target="../slideLayouts/slideLayout3.xml"/><Relationship Id="rId6" Type="http://schemas.openxmlformats.org/officeDocument/2006/relationships/image" Target="../media/image2540.png"/><Relationship Id="rId5" Type="http://schemas.openxmlformats.org/officeDocument/2006/relationships/image" Target="../media/image2530.png"/><Relationship Id="rId10" Type="http://schemas.openxmlformats.org/officeDocument/2006/relationships/image" Target="../media/image2370.png"/><Relationship Id="rId4" Type="http://schemas.openxmlformats.org/officeDocument/2006/relationships/image" Target="../media/image2380.png"/><Relationship Id="rId9" Type="http://schemas.openxmlformats.org/officeDocument/2006/relationships/image" Target="../media/image2570.png"/></Relationships>
</file>

<file path=ppt/slides/_rels/slide185.xml.rels><?xml version="1.0" encoding="UTF-8" standalone="yes"?>
<Relationships xmlns="http://schemas.openxmlformats.org/package/2006/relationships"><Relationship Id="rId8" Type="http://schemas.openxmlformats.org/officeDocument/2006/relationships/image" Target="../media/image1188.png"/><Relationship Id="rId3" Type="http://schemas.openxmlformats.org/officeDocument/2006/relationships/image" Target="../media/image2380.png"/><Relationship Id="rId7" Type="http://schemas.openxmlformats.org/officeDocument/2006/relationships/image" Target="../media/image1187.png"/><Relationship Id="rId2" Type="http://schemas.openxmlformats.org/officeDocument/2006/relationships/image" Target="../media/image2360.png"/><Relationship Id="rId1" Type="http://schemas.openxmlformats.org/officeDocument/2006/relationships/slideLayout" Target="../slideLayouts/slideLayout3.xml"/><Relationship Id="rId6" Type="http://schemas.openxmlformats.org/officeDocument/2006/relationships/image" Target="../media/image1186.png"/><Relationship Id="rId11" Type="http://schemas.openxmlformats.org/officeDocument/2006/relationships/image" Target="../media/image1191.png"/><Relationship Id="rId5" Type="http://schemas.openxmlformats.org/officeDocument/2006/relationships/image" Target="../media/image1185.png"/><Relationship Id="rId10" Type="http://schemas.openxmlformats.org/officeDocument/2006/relationships/image" Target="../media/image2370.png"/><Relationship Id="rId4" Type="http://schemas.openxmlformats.org/officeDocument/2006/relationships/image" Target="../media/image1184.png"/><Relationship Id="rId9" Type="http://schemas.openxmlformats.org/officeDocument/2006/relationships/image" Target="../media/image1189.png"/></Relationships>
</file>

<file path=ppt/slides/_rels/slide186.xml.rels><?xml version="1.0" encoding="UTF-8" standalone="yes"?>
<Relationships xmlns="http://schemas.openxmlformats.org/package/2006/relationships"><Relationship Id="rId8" Type="http://schemas.openxmlformats.org/officeDocument/2006/relationships/image" Target="../media/image2690.png"/><Relationship Id="rId3" Type="http://schemas.openxmlformats.org/officeDocument/2006/relationships/image" Target="../media/image2640.png"/><Relationship Id="rId7" Type="http://schemas.openxmlformats.org/officeDocument/2006/relationships/image" Target="../media/image2680.png"/><Relationship Id="rId12" Type="http://schemas.openxmlformats.org/officeDocument/2006/relationships/image" Target="../media/image2811.png"/><Relationship Id="rId2" Type="http://schemas.openxmlformats.org/officeDocument/2006/relationships/image" Target="../media/image2630.png"/><Relationship Id="rId1" Type="http://schemas.openxmlformats.org/officeDocument/2006/relationships/slideLayout" Target="../slideLayouts/slideLayout3.xml"/><Relationship Id="rId6" Type="http://schemas.openxmlformats.org/officeDocument/2006/relationships/image" Target="../media/image2670.png"/><Relationship Id="rId11" Type="http://schemas.openxmlformats.org/officeDocument/2006/relationships/image" Target="../media/image2801.png"/><Relationship Id="rId5" Type="http://schemas.openxmlformats.org/officeDocument/2006/relationships/image" Target="../media/image2660.png"/><Relationship Id="rId10" Type="http://schemas.openxmlformats.org/officeDocument/2006/relationships/image" Target="../media/image2711.png"/><Relationship Id="rId4" Type="http://schemas.openxmlformats.org/officeDocument/2006/relationships/image" Target="../media/image2650.png"/><Relationship Id="rId9" Type="http://schemas.openxmlformats.org/officeDocument/2006/relationships/image" Target="../media/image2700.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8.xml.rels><?xml version="1.0" encoding="UTF-8" standalone="yes"?>
<Relationships xmlns="http://schemas.openxmlformats.org/package/2006/relationships"><Relationship Id="rId2" Type="http://schemas.openxmlformats.org/officeDocument/2006/relationships/image" Target="../media/image2820.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8" Type="http://schemas.openxmlformats.org/officeDocument/2006/relationships/image" Target="../media/image3130.png"/><Relationship Id="rId13" Type="http://schemas.openxmlformats.org/officeDocument/2006/relationships/image" Target="../media/image3330.png"/><Relationship Id="rId3" Type="http://schemas.openxmlformats.org/officeDocument/2006/relationships/image" Target="../media/image3081.png"/><Relationship Id="rId7" Type="http://schemas.openxmlformats.org/officeDocument/2006/relationships/image" Target="../media/image3120.png"/><Relationship Id="rId12" Type="http://schemas.openxmlformats.org/officeDocument/2006/relationships/image" Target="../media/image3320.png"/><Relationship Id="rId2" Type="http://schemas.openxmlformats.org/officeDocument/2006/relationships/image" Target="../media/image3070.png"/><Relationship Id="rId1" Type="http://schemas.openxmlformats.org/officeDocument/2006/relationships/slideLayout" Target="../slideLayouts/slideLayout2.xml"/><Relationship Id="rId6" Type="http://schemas.openxmlformats.org/officeDocument/2006/relationships/image" Target="../media/image3110.png"/><Relationship Id="rId11" Type="http://schemas.openxmlformats.org/officeDocument/2006/relationships/image" Target="../media/image3312.png"/><Relationship Id="rId5" Type="http://schemas.openxmlformats.org/officeDocument/2006/relationships/image" Target="../media/image3101.png"/><Relationship Id="rId15" Type="http://schemas.openxmlformats.org/officeDocument/2006/relationships/image" Target="../media/image3351.png"/><Relationship Id="rId10" Type="http://schemas.openxmlformats.org/officeDocument/2006/relationships/image" Target="../media/image3301.png"/><Relationship Id="rId4" Type="http://schemas.openxmlformats.org/officeDocument/2006/relationships/image" Target="../media/image3090.png"/><Relationship Id="rId9" Type="http://schemas.openxmlformats.org/officeDocument/2006/relationships/image" Target="../media/image3140.png"/><Relationship Id="rId14" Type="http://schemas.openxmlformats.org/officeDocument/2006/relationships/image" Target="../media/image3340.png"/></Relationships>
</file>

<file path=ppt/slides/_rels/slide190.xml.rels><?xml version="1.0" encoding="UTF-8" standalone="yes"?>
<Relationships xmlns="http://schemas.openxmlformats.org/package/2006/relationships"><Relationship Id="rId2" Type="http://schemas.openxmlformats.org/officeDocument/2006/relationships/image" Target="../media/image3361.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1192.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3.xml.rels><?xml version="1.0" encoding="UTF-8" standalone="yes"?>
<Relationships xmlns="http://schemas.openxmlformats.org/package/2006/relationships"><Relationship Id="rId8" Type="http://schemas.openxmlformats.org/officeDocument/2006/relationships/image" Target="../media/image3531.png"/><Relationship Id="rId3" Type="http://schemas.openxmlformats.org/officeDocument/2006/relationships/image" Target="../media/image3391.png"/><Relationship Id="rId7" Type="http://schemas.openxmlformats.org/officeDocument/2006/relationships/image" Target="../media/image1194.png"/><Relationship Id="rId2" Type="http://schemas.openxmlformats.org/officeDocument/2006/relationships/image" Target="../media/image1193.png"/><Relationship Id="rId1" Type="http://schemas.openxmlformats.org/officeDocument/2006/relationships/slideLayout" Target="../slideLayouts/slideLayout2.xml"/><Relationship Id="rId6" Type="http://schemas.openxmlformats.org/officeDocument/2006/relationships/image" Target="../media/image3511.png"/><Relationship Id="rId11" Type="http://schemas.openxmlformats.org/officeDocument/2006/relationships/image" Target="../media/image1195.png"/><Relationship Id="rId5" Type="http://schemas.openxmlformats.org/officeDocument/2006/relationships/image" Target="../media/image3410.png"/><Relationship Id="rId10" Type="http://schemas.openxmlformats.org/officeDocument/2006/relationships/image" Target="../media/image3551.png"/><Relationship Id="rId4" Type="http://schemas.openxmlformats.org/officeDocument/2006/relationships/image" Target="../media/image3401.png"/><Relationship Id="rId9" Type="http://schemas.openxmlformats.org/officeDocument/2006/relationships/image" Target="../media/image3541.png"/></Relationships>
</file>

<file path=ppt/slides/_rels/slide194.xml.rels><?xml version="1.0" encoding="UTF-8" standalone="yes"?>
<Relationships xmlns="http://schemas.openxmlformats.org/package/2006/relationships"><Relationship Id="rId8" Type="http://schemas.openxmlformats.org/officeDocument/2006/relationships/image" Target="../media/image3912.png"/><Relationship Id="rId13" Type="http://schemas.openxmlformats.org/officeDocument/2006/relationships/image" Target="../media/image3970.png"/><Relationship Id="rId18" Type="http://schemas.openxmlformats.org/officeDocument/2006/relationships/image" Target="../media/image4020.png"/><Relationship Id="rId26" Type="http://schemas.openxmlformats.org/officeDocument/2006/relationships/image" Target="../media/image4100.png"/><Relationship Id="rId3" Type="http://schemas.openxmlformats.org/officeDocument/2006/relationships/image" Target="../media/image3571.png"/><Relationship Id="rId21" Type="http://schemas.openxmlformats.org/officeDocument/2006/relationships/image" Target="../media/image4050.png"/><Relationship Id="rId12" Type="http://schemas.openxmlformats.org/officeDocument/2006/relationships/image" Target="../media/image3960.png"/><Relationship Id="rId17" Type="http://schemas.openxmlformats.org/officeDocument/2006/relationships/image" Target="../media/image4012.png"/><Relationship Id="rId25" Type="http://schemas.openxmlformats.org/officeDocument/2006/relationships/image" Target="../media/image4090.png"/><Relationship Id="rId16" Type="http://schemas.openxmlformats.org/officeDocument/2006/relationships/image" Target="../media/image4000.png"/><Relationship Id="rId20" Type="http://schemas.openxmlformats.org/officeDocument/2006/relationships/image" Target="../media/image4040.png"/><Relationship Id="rId29" Type="http://schemas.openxmlformats.org/officeDocument/2006/relationships/image" Target="../media/image4130.png"/><Relationship Id="rId1" Type="http://schemas.openxmlformats.org/officeDocument/2006/relationships/slideLayout" Target="../slideLayouts/slideLayout2.xml"/><Relationship Id="rId11" Type="http://schemas.openxmlformats.org/officeDocument/2006/relationships/image" Target="../media/image3950.png"/><Relationship Id="rId24" Type="http://schemas.openxmlformats.org/officeDocument/2006/relationships/image" Target="../media/image4080.png"/><Relationship Id="rId15" Type="http://schemas.openxmlformats.org/officeDocument/2006/relationships/image" Target="../media/image3990.png"/><Relationship Id="rId23" Type="http://schemas.openxmlformats.org/officeDocument/2006/relationships/image" Target="../media/image4070.png"/><Relationship Id="rId28" Type="http://schemas.openxmlformats.org/officeDocument/2006/relationships/image" Target="../media/image4120.png"/><Relationship Id="rId10" Type="http://schemas.openxmlformats.org/officeDocument/2006/relationships/image" Target="../media/image3940.png"/><Relationship Id="rId19" Type="http://schemas.openxmlformats.org/officeDocument/2006/relationships/image" Target="../media/image4030.png"/><Relationship Id="rId4" Type="http://schemas.openxmlformats.org/officeDocument/2006/relationships/image" Target="../media/image3581.png"/><Relationship Id="rId9" Type="http://schemas.openxmlformats.org/officeDocument/2006/relationships/image" Target="../media/image3920.png"/><Relationship Id="rId14" Type="http://schemas.openxmlformats.org/officeDocument/2006/relationships/image" Target="../media/image3980.png"/><Relationship Id="rId22" Type="http://schemas.openxmlformats.org/officeDocument/2006/relationships/image" Target="../media/image4060.png"/><Relationship Id="rId27" Type="http://schemas.openxmlformats.org/officeDocument/2006/relationships/image" Target="../media/image4112.png"/><Relationship Id="rId30" Type="http://schemas.openxmlformats.org/officeDocument/2006/relationships/image" Target="../media/image1196.png"/></Relationships>
</file>

<file path=ppt/slides/_rels/slide195.xml.rels><?xml version="1.0" encoding="UTF-8" standalone="yes"?>
<Relationships xmlns="http://schemas.openxmlformats.org/package/2006/relationships"><Relationship Id="rId3" Type="http://schemas.openxmlformats.org/officeDocument/2006/relationships/image" Target="../media/image4150.png"/><Relationship Id="rId7" Type="http://schemas.openxmlformats.org/officeDocument/2006/relationships/image" Target="../media/image4191.png"/><Relationship Id="rId2" Type="http://schemas.openxmlformats.org/officeDocument/2006/relationships/image" Target="../media/image4140.png"/><Relationship Id="rId1" Type="http://schemas.openxmlformats.org/officeDocument/2006/relationships/slideLayout" Target="../slideLayouts/slideLayout2.xml"/><Relationship Id="rId6" Type="http://schemas.openxmlformats.org/officeDocument/2006/relationships/image" Target="../media/image4181.png"/><Relationship Id="rId5" Type="http://schemas.openxmlformats.org/officeDocument/2006/relationships/image" Target="../media/image4171.png"/><Relationship Id="rId4" Type="http://schemas.openxmlformats.org/officeDocument/2006/relationships/image" Target="../media/image4161.png"/></Relationships>
</file>

<file path=ppt/slides/_rels/slide196.xml.rels><?xml version="1.0" encoding="UTF-8" standalone="yes"?>
<Relationships xmlns="http://schemas.openxmlformats.org/package/2006/relationships"><Relationship Id="rId8" Type="http://schemas.openxmlformats.org/officeDocument/2006/relationships/image" Target="../media/image4220.png"/><Relationship Id="rId13" Type="http://schemas.openxmlformats.org/officeDocument/2006/relationships/image" Target="../media/image4271.png"/><Relationship Id="rId3" Type="http://schemas.openxmlformats.org/officeDocument/2006/relationships/image" Target="../media/image4170.png"/><Relationship Id="rId7" Type="http://schemas.openxmlformats.org/officeDocument/2006/relationships/image" Target="../media/image4212.png"/><Relationship Id="rId12" Type="http://schemas.openxmlformats.org/officeDocument/2006/relationships/image" Target="../media/image4260.png"/><Relationship Id="rId2" Type="http://schemas.openxmlformats.org/officeDocument/2006/relationships/image" Target="../media/image4160.png"/><Relationship Id="rId1" Type="http://schemas.openxmlformats.org/officeDocument/2006/relationships/slideLayout" Target="../slideLayouts/slideLayout2.xml"/><Relationship Id="rId6" Type="http://schemas.openxmlformats.org/officeDocument/2006/relationships/image" Target="../media/image4200.png"/><Relationship Id="rId11" Type="http://schemas.openxmlformats.org/officeDocument/2006/relationships/image" Target="../media/image4250.png"/><Relationship Id="rId5" Type="http://schemas.openxmlformats.org/officeDocument/2006/relationships/image" Target="../media/image4190.png"/><Relationship Id="rId15" Type="http://schemas.openxmlformats.org/officeDocument/2006/relationships/image" Target="../media/image4291.png"/><Relationship Id="rId10" Type="http://schemas.openxmlformats.org/officeDocument/2006/relationships/image" Target="../media/image4240.png"/><Relationship Id="rId4" Type="http://schemas.openxmlformats.org/officeDocument/2006/relationships/image" Target="../media/image4180.png"/><Relationship Id="rId9" Type="http://schemas.openxmlformats.org/officeDocument/2006/relationships/image" Target="../media/image4230.png"/><Relationship Id="rId14" Type="http://schemas.openxmlformats.org/officeDocument/2006/relationships/image" Target="../media/image4281.png"/></Relationships>
</file>

<file path=ppt/slides/_rels/slide197.xml.rels><?xml version="1.0" encoding="UTF-8" standalone="yes"?>
<Relationships xmlns="http://schemas.openxmlformats.org/package/2006/relationships"><Relationship Id="rId8" Type="http://schemas.openxmlformats.org/officeDocument/2006/relationships/image" Target="../media/image4320.png"/><Relationship Id="rId13" Type="http://schemas.openxmlformats.org/officeDocument/2006/relationships/image" Target="../media/image4370.png"/><Relationship Id="rId3" Type="http://schemas.openxmlformats.org/officeDocument/2006/relationships/image" Target="../media/image4270.png"/><Relationship Id="rId7" Type="http://schemas.openxmlformats.org/officeDocument/2006/relationships/image" Target="../media/image4312.png"/><Relationship Id="rId12" Type="http://schemas.openxmlformats.org/officeDocument/2006/relationships/image" Target="../media/image4360.png"/><Relationship Id="rId2" Type="http://schemas.openxmlformats.org/officeDocument/2006/relationships/image" Target="../media/image4160.png"/><Relationship Id="rId1" Type="http://schemas.openxmlformats.org/officeDocument/2006/relationships/slideLayout" Target="../slideLayouts/slideLayout2.xml"/><Relationship Id="rId6" Type="http://schemas.openxmlformats.org/officeDocument/2006/relationships/image" Target="../media/image4300.png"/><Relationship Id="rId11" Type="http://schemas.openxmlformats.org/officeDocument/2006/relationships/image" Target="../media/image4350.png"/><Relationship Id="rId5" Type="http://schemas.openxmlformats.org/officeDocument/2006/relationships/image" Target="../media/image4290.png"/><Relationship Id="rId15" Type="http://schemas.openxmlformats.org/officeDocument/2006/relationships/image" Target="../media/image4390.png"/><Relationship Id="rId10" Type="http://schemas.openxmlformats.org/officeDocument/2006/relationships/image" Target="../media/image4340.png"/><Relationship Id="rId4" Type="http://schemas.openxmlformats.org/officeDocument/2006/relationships/image" Target="../media/image4280.png"/><Relationship Id="rId9" Type="http://schemas.openxmlformats.org/officeDocument/2006/relationships/image" Target="../media/image4330.png"/><Relationship Id="rId14" Type="http://schemas.openxmlformats.org/officeDocument/2006/relationships/image" Target="../media/image4380.png"/></Relationships>
</file>

<file path=ppt/slides/_rels/slide198.xml.rels><?xml version="1.0" encoding="UTF-8" standalone="yes"?>
<Relationships xmlns="http://schemas.openxmlformats.org/package/2006/relationships"><Relationship Id="rId8" Type="http://schemas.openxmlformats.org/officeDocument/2006/relationships/image" Target="../media/image1201.png"/><Relationship Id="rId3" Type="http://schemas.openxmlformats.org/officeDocument/2006/relationships/image" Target="../media/image4411.png"/><Relationship Id="rId7" Type="http://schemas.openxmlformats.org/officeDocument/2006/relationships/image" Target="../media/image1199.png"/><Relationship Id="rId2" Type="http://schemas.openxmlformats.org/officeDocument/2006/relationships/image" Target="../media/image4400.png"/><Relationship Id="rId1" Type="http://schemas.openxmlformats.org/officeDocument/2006/relationships/slideLayout" Target="../slideLayouts/slideLayout3.xml"/><Relationship Id="rId6" Type="http://schemas.openxmlformats.org/officeDocument/2006/relationships/image" Target="../media/image1198.png"/><Relationship Id="rId5" Type="http://schemas.openxmlformats.org/officeDocument/2006/relationships/image" Target="../media/image1197.png"/><Relationship Id="rId4" Type="http://schemas.openxmlformats.org/officeDocument/2006/relationships/image" Target="../media/image4420.png"/></Relationships>
</file>

<file path=ppt/slides/_rels/slide199.xml.rels><?xml version="1.0" encoding="UTF-8" standalone="yes"?>
<Relationships xmlns="http://schemas.openxmlformats.org/package/2006/relationships"><Relationship Id="rId8" Type="http://schemas.openxmlformats.org/officeDocument/2006/relationships/image" Target="../media/image1207.png"/><Relationship Id="rId13" Type="http://schemas.openxmlformats.org/officeDocument/2006/relationships/image" Target="../media/image1213.png"/><Relationship Id="rId18" Type="http://schemas.openxmlformats.org/officeDocument/2006/relationships/image" Target="../media/image4630.png"/><Relationship Id="rId3" Type="http://schemas.openxmlformats.org/officeDocument/2006/relationships/image" Target="../media/image1202.png"/><Relationship Id="rId7" Type="http://schemas.openxmlformats.org/officeDocument/2006/relationships/image" Target="../media/image1206.png"/><Relationship Id="rId12" Type="http://schemas.openxmlformats.org/officeDocument/2006/relationships/image" Target="../media/image1212.png"/><Relationship Id="rId17" Type="http://schemas.openxmlformats.org/officeDocument/2006/relationships/image" Target="../media/image4620.png"/><Relationship Id="rId2" Type="http://schemas.openxmlformats.org/officeDocument/2006/relationships/image" Target="../media/image4470.png"/><Relationship Id="rId16" Type="http://schemas.openxmlformats.org/officeDocument/2006/relationships/image" Target="../media/image4611.png"/><Relationship Id="rId1" Type="http://schemas.openxmlformats.org/officeDocument/2006/relationships/slideLayout" Target="../slideLayouts/slideLayout2.xml"/><Relationship Id="rId6" Type="http://schemas.openxmlformats.org/officeDocument/2006/relationships/image" Target="../media/image1205.png"/><Relationship Id="rId11" Type="http://schemas.openxmlformats.org/officeDocument/2006/relationships/image" Target="../media/image1211.png"/><Relationship Id="rId5" Type="http://schemas.openxmlformats.org/officeDocument/2006/relationships/image" Target="../media/image1204.png"/><Relationship Id="rId15" Type="http://schemas.openxmlformats.org/officeDocument/2006/relationships/image" Target="../media/image1215.png"/><Relationship Id="rId10" Type="http://schemas.openxmlformats.org/officeDocument/2006/relationships/image" Target="../media/image1209.png"/><Relationship Id="rId19" Type="http://schemas.openxmlformats.org/officeDocument/2006/relationships/image" Target="../media/image4640.png"/><Relationship Id="rId4" Type="http://schemas.openxmlformats.org/officeDocument/2006/relationships/image" Target="../media/image1203.png"/><Relationship Id="rId9" Type="http://schemas.openxmlformats.org/officeDocument/2006/relationships/image" Target="../media/image1208.png"/><Relationship Id="rId14" Type="http://schemas.openxmlformats.org/officeDocument/2006/relationships/image" Target="../media/image1214.png"/></Relationships>
</file>

<file path=ppt/slides/_rels/slide200.xml.rels><?xml version="1.0" encoding="UTF-8" standalone="yes"?>
<Relationships xmlns="http://schemas.openxmlformats.org/package/2006/relationships"><Relationship Id="rId8" Type="http://schemas.openxmlformats.org/officeDocument/2006/relationships/image" Target="../media/image1223.png"/><Relationship Id="rId18" Type="http://schemas.openxmlformats.org/officeDocument/2006/relationships/image" Target="../media/image4801.png"/><Relationship Id="rId3" Type="http://schemas.openxmlformats.org/officeDocument/2006/relationships/image" Target="../media/image1217.png"/><Relationship Id="rId21" Type="http://schemas.openxmlformats.org/officeDocument/2006/relationships/image" Target="../media/image1226.png"/><Relationship Id="rId7" Type="http://schemas.openxmlformats.org/officeDocument/2006/relationships/image" Target="../media/image1222.png"/><Relationship Id="rId17" Type="http://schemas.openxmlformats.org/officeDocument/2006/relationships/image" Target="../media/image4791.png"/><Relationship Id="rId2" Type="http://schemas.openxmlformats.org/officeDocument/2006/relationships/image" Target="../media/image1216.png"/><Relationship Id="rId20" Type="http://schemas.openxmlformats.org/officeDocument/2006/relationships/image" Target="../media/image1225.png"/><Relationship Id="rId1" Type="http://schemas.openxmlformats.org/officeDocument/2006/relationships/slideLayout" Target="../slideLayouts/slideLayout2.xml"/><Relationship Id="rId6" Type="http://schemas.openxmlformats.org/officeDocument/2006/relationships/image" Target="../media/image1221.png"/><Relationship Id="rId5" Type="http://schemas.openxmlformats.org/officeDocument/2006/relationships/image" Target="../media/image1219.png"/><Relationship Id="rId10" Type="http://schemas.openxmlformats.org/officeDocument/2006/relationships/image" Target="../media/image4470.png"/><Relationship Id="rId19" Type="http://schemas.openxmlformats.org/officeDocument/2006/relationships/image" Target="../media/image4611.png"/><Relationship Id="rId4" Type="http://schemas.openxmlformats.org/officeDocument/2006/relationships/image" Target="../media/image1218.png"/><Relationship Id="rId9" Type="http://schemas.openxmlformats.org/officeDocument/2006/relationships/image" Target="../media/image1224.png"/><Relationship Id="rId22" Type="http://schemas.openxmlformats.org/officeDocument/2006/relationships/image" Target="../media/image1227.png"/></Relationships>
</file>

<file path=ppt/slides/_rels/slide201.xml.rels><?xml version="1.0" encoding="UTF-8" standalone="yes"?>
<Relationships xmlns="http://schemas.openxmlformats.org/package/2006/relationships"><Relationship Id="rId8" Type="http://schemas.openxmlformats.org/officeDocument/2006/relationships/image" Target="../media/image1235.png"/><Relationship Id="rId13" Type="http://schemas.openxmlformats.org/officeDocument/2006/relationships/image" Target="../media/image1241.png"/><Relationship Id="rId3" Type="http://schemas.openxmlformats.org/officeDocument/2006/relationships/image" Target="../media/image1229.png"/><Relationship Id="rId7" Type="http://schemas.openxmlformats.org/officeDocument/2006/relationships/image" Target="../media/image1234.png"/><Relationship Id="rId12" Type="http://schemas.openxmlformats.org/officeDocument/2006/relationships/image" Target="../media/image1239.png"/><Relationship Id="rId17" Type="http://schemas.openxmlformats.org/officeDocument/2006/relationships/image" Target="../media/image1218.png"/><Relationship Id="rId2" Type="http://schemas.openxmlformats.org/officeDocument/2006/relationships/image" Target="../media/image1228.png"/><Relationship Id="rId16" Type="http://schemas.openxmlformats.org/officeDocument/2006/relationships/image" Target="../media/image1217.png"/><Relationship Id="rId1" Type="http://schemas.openxmlformats.org/officeDocument/2006/relationships/slideLayout" Target="../slideLayouts/slideLayout2.xml"/><Relationship Id="rId6" Type="http://schemas.openxmlformats.org/officeDocument/2006/relationships/image" Target="../media/image1233.png"/><Relationship Id="rId11" Type="http://schemas.openxmlformats.org/officeDocument/2006/relationships/image" Target="../media/image1238.png"/><Relationship Id="rId5" Type="http://schemas.openxmlformats.org/officeDocument/2006/relationships/image" Target="../media/image1232.png"/><Relationship Id="rId15" Type="http://schemas.openxmlformats.org/officeDocument/2006/relationships/image" Target="../media/image1216.png"/><Relationship Id="rId10" Type="http://schemas.openxmlformats.org/officeDocument/2006/relationships/image" Target="../media/image1237.png"/><Relationship Id="rId4" Type="http://schemas.openxmlformats.org/officeDocument/2006/relationships/image" Target="../media/image1231.png"/><Relationship Id="rId9" Type="http://schemas.openxmlformats.org/officeDocument/2006/relationships/image" Target="../media/image1236.png"/><Relationship Id="rId14" Type="http://schemas.openxmlformats.org/officeDocument/2006/relationships/image" Target="../media/image1242.png"/></Relationships>
</file>

<file path=ppt/slides/_rels/slide202.xml.rels><?xml version="1.0" encoding="UTF-8" standalone="yes"?>
<Relationships xmlns="http://schemas.openxmlformats.org/package/2006/relationships"><Relationship Id="rId8" Type="http://schemas.openxmlformats.org/officeDocument/2006/relationships/image" Target="../media/image4870.png"/><Relationship Id="rId13" Type="http://schemas.openxmlformats.org/officeDocument/2006/relationships/image" Target="../media/image4920.png"/><Relationship Id="rId3" Type="http://schemas.openxmlformats.org/officeDocument/2006/relationships/image" Target="../media/image4821.png"/><Relationship Id="rId7" Type="http://schemas.openxmlformats.org/officeDocument/2006/relationships/image" Target="../media/image4860.png"/><Relationship Id="rId12" Type="http://schemas.openxmlformats.org/officeDocument/2006/relationships/image" Target="../media/image4910.png"/><Relationship Id="rId2" Type="http://schemas.openxmlformats.org/officeDocument/2006/relationships/image" Target="../media/image4812.png"/><Relationship Id="rId1" Type="http://schemas.openxmlformats.org/officeDocument/2006/relationships/slideLayout" Target="../slideLayouts/slideLayout2.xml"/><Relationship Id="rId6" Type="http://schemas.openxmlformats.org/officeDocument/2006/relationships/image" Target="../media/image4850.png"/><Relationship Id="rId11" Type="http://schemas.openxmlformats.org/officeDocument/2006/relationships/image" Target="../media/image4900.png"/><Relationship Id="rId5" Type="http://schemas.openxmlformats.org/officeDocument/2006/relationships/image" Target="../media/image4841.png"/><Relationship Id="rId15" Type="http://schemas.openxmlformats.org/officeDocument/2006/relationships/image" Target="../media/image4940.png"/><Relationship Id="rId10" Type="http://schemas.openxmlformats.org/officeDocument/2006/relationships/image" Target="../media/image4890.png"/><Relationship Id="rId4" Type="http://schemas.openxmlformats.org/officeDocument/2006/relationships/image" Target="../media/image4831.png"/><Relationship Id="rId9" Type="http://schemas.openxmlformats.org/officeDocument/2006/relationships/image" Target="../media/image4880.png"/><Relationship Id="rId14" Type="http://schemas.openxmlformats.org/officeDocument/2006/relationships/image" Target="../media/image4930.png"/></Relationships>
</file>

<file path=ppt/slides/_rels/slide203.xml.rels><?xml version="1.0" encoding="UTF-8" standalone="yes"?>
<Relationships xmlns="http://schemas.openxmlformats.org/package/2006/relationships"><Relationship Id="rId8" Type="http://schemas.openxmlformats.org/officeDocument/2006/relationships/image" Target="../media/image5011.png"/><Relationship Id="rId13" Type="http://schemas.openxmlformats.org/officeDocument/2006/relationships/image" Target="../media/image5061.png"/><Relationship Id="rId3" Type="http://schemas.openxmlformats.org/officeDocument/2006/relationships/image" Target="../media/image4960.png"/><Relationship Id="rId7" Type="http://schemas.openxmlformats.org/officeDocument/2006/relationships/image" Target="../media/image5001.png"/><Relationship Id="rId12" Type="http://schemas.openxmlformats.org/officeDocument/2006/relationships/image" Target="../media/image5051.png"/><Relationship Id="rId17" Type="http://schemas.openxmlformats.org/officeDocument/2006/relationships/image" Target="../media/image5101.png"/><Relationship Id="rId2" Type="http://schemas.openxmlformats.org/officeDocument/2006/relationships/image" Target="../media/image4950.png"/><Relationship Id="rId16" Type="http://schemas.openxmlformats.org/officeDocument/2006/relationships/image" Target="../media/image5091.png"/><Relationship Id="rId1" Type="http://schemas.openxmlformats.org/officeDocument/2006/relationships/slideLayout" Target="../slideLayouts/slideLayout2.xml"/><Relationship Id="rId6" Type="http://schemas.openxmlformats.org/officeDocument/2006/relationships/image" Target="../media/image4991.png"/><Relationship Id="rId11" Type="http://schemas.openxmlformats.org/officeDocument/2006/relationships/image" Target="../media/image5041.png"/><Relationship Id="rId5" Type="http://schemas.openxmlformats.org/officeDocument/2006/relationships/image" Target="../media/image4981.png"/><Relationship Id="rId15" Type="http://schemas.openxmlformats.org/officeDocument/2006/relationships/image" Target="../media/image5081.png"/><Relationship Id="rId10" Type="http://schemas.openxmlformats.org/officeDocument/2006/relationships/image" Target="../media/image5031.png"/><Relationship Id="rId4" Type="http://schemas.openxmlformats.org/officeDocument/2006/relationships/image" Target="../media/image1243.png"/><Relationship Id="rId9" Type="http://schemas.openxmlformats.org/officeDocument/2006/relationships/image" Target="../media/image5021.png"/><Relationship Id="rId14" Type="http://schemas.openxmlformats.org/officeDocument/2006/relationships/image" Target="../media/image5071.png"/></Relationships>
</file>

<file path=ppt/slides/_rels/slide204.xml.rels><?xml version="1.0" encoding="UTF-8" standalone="yes"?>
<Relationships xmlns="http://schemas.openxmlformats.org/package/2006/relationships"><Relationship Id="rId8" Type="http://schemas.openxmlformats.org/officeDocument/2006/relationships/image" Target="../media/image5161.png"/><Relationship Id="rId13" Type="http://schemas.openxmlformats.org/officeDocument/2006/relationships/image" Target="../media/image5191.png"/><Relationship Id="rId3" Type="http://schemas.openxmlformats.org/officeDocument/2006/relationships/image" Target="../media/image1244.png"/><Relationship Id="rId7" Type="http://schemas.openxmlformats.org/officeDocument/2006/relationships/image" Target="../media/image5151.png"/><Relationship Id="rId12" Type="http://schemas.openxmlformats.org/officeDocument/2006/relationships/image" Target="../media/image4970.png"/><Relationship Id="rId2" Type="http://schemas.openxmlformats.org/officeDocument/2006/relationships/image" Target="../media/image5111.png"/><Relationship Id="rId1" Type="http://schemas.openxmlformats.org/officeDocument/2006/relationships/slideLayout" Target="../slideLayouts/slideLayout2.xml"/><Relationship Id="rId6" Type="http://schemas.openxmlformats.org/officeDocument/2006/relationships/image" Target="../media/image5141.png"/><Relationship Id="rId11" Type="http://schemas.openxmlformats.org/officeDocument/2006/relationships/image" Target="../media/image5181.png"/><Relationship Id="rId5" Type="http://schemas.openxmlformats.org/officeDocument/2006/relationships/image" Target="../media/image5131.png"/><Relationship Id="rId10" Type="http://schemas.openxmlformats.org/officeDocument/2006/relationships/image" Target="../media/image5031.png"/><Relationship Id="rId4" Type="http://schemas.openxmlformats.org/officeDocument/2006/relationships/image" Target="../media/image5121.png"/><Relationship Id="rId9" Type="http://schemas.openxmlformats.org/officeDocument/2006/relationships/image" Target="../media/image5171.png"/></Relationships>
</file>

<file path=ppt/slides/_rels/slide20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4000.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6D125B39-4795-4BA6-B9B5-11FFCFC98439}"/>
              </a:ext>
            </a:extLst>
          </p:cNvPr>
          <p:cNvSpPr>
            <a:spLocks noGrp="1"/>
          </p:cNvSpPr>
          <p:nvPr>
            <p:ph type="ctrTitle"/>
          </p:nvPr>
        </p:nvSpPr>
        <p:spPr>
          <a:xfrm>
            <a:off x="559490" y="1122364"/>
            <a:ext cx="7035300" cy="2578780"/>
          </a:xfrm>
        </p:spPr>
        <p:txBody>
          <a:bodyPr/>
          <a:lstStyle/>
          <a:p>
            <a:r>
              <a:rPr lang="en-US" dirty="0"/>
              <a:t>Unit – 2</a:t>
            </a:r>
            <a:br>
              <a:rPr lang="en-US" dirty="0"/>
            </a:br>
            <a:r>
              <a:rPr lang="en-IN" dirty="0"/>
              <a:t>Probability</a:t>
            </a:r>
            <a:endParaRPr lang="en-US" dirty="0"/>
          </a:p>
        </p:txBody>
      </p:sp>
      <p:sp>
        <p:nvSpPr>
          <p:cNvPr id="16" name="Text Placeholder 15">
            <a:extLst>
              <a:ext uri="{FF2B5EF4-FFF2-40B4-BE49-F238E27FC236}">
                <a16:creationId xmlns:a16="http://schemas.microsoft.com/office/drawing/2014/main" id="{05EEC38D-B69A-4F45-9CFB-3F832F2054F3}"/>
              </a:ext>
            </a:extLst>
          </p:cNvPr>
          <p:cNvSpPr>
            <a:spLocks noGrp="1"/>
          </p:cNvSpPr>
          <p:nvPr>
            <p:ph type="body" sz="quarter" idx="11"/>
          </p:nvPr>
        </p:nvSpPr>
        <p:spPr>
          <a:xfrm>
            <a:off x="2180943" y="6175935"/>
            <a:ext cx="3735998" cy="290081"/>
          </a:xfrm>
        </p:spPr>
        <p:txBody>
          <a:bodyPr/>
          <a:lstStyle/>
          <a:p>
            <a:r>
              <a:rPr lang="en-US" dirty="0"/>
              <a:t>vasudev.barjadiya@darshan.ac.in</a:t>
            </a:r>
          </a:p>
        </p:txBody>
      </p:sp>
      <p:sp>
        <p:nvSpPr>
          <p:cNvPr id="17" name="Text Placeholder 16">
            <a:extLst>
              <a:ext uri="{FF2B5EF4-FFF2-40B4-BE49-F238E27FC236}">
                <a16:creationId xmlns:a16="http://schemas.microsoft.com/office/drawing/2014/main" id="{3B892750-977A-4A19-B627-46C829D9CDA2}"/>
              </a:ext>
            </a:extLst>
          </p:cNvPr>
          <p:cNvSpPr>
            <a:spLocks noGrp="1"/>
          </p:cNvSpPr>
          <p:nvPr>
            <p:ph type="body" sz="quarter" idx="12"/>
          </p:nvPr>
        </p:nvSpPr>
        <p:spPr>
          <a:xfrm>
            <a:off x="2183874" y="6460218"/>
            <a:ext cx="3735998" cy="290081"/>
          </a:xfrm>
        </p:spPr>
        <p:txBody>
          <a:bodyPr/>
          <a:lstStyle/>
          <a:p>
            <a:r>
              <a:rPr lang="en-US" dirty="0"/>
              <a:t>901 64 27 400</a:t>
            </a:r>
          </a:p>
        </p:txBody>
      </p:sp>
      <p:sp>
        <p:nvSpPr>
          <p:cNvPr id="18" name="Text Placeholder 17">
            <a:extLst>
              <a:ext uri="{FF2B5EF4-FFF2-40B4-BE49-F238E27FC236}">
                <a16:creationId xmlns:a16="http://schemas.microsoft.com/office/drawing/2014/main" id="{DDD3C75D-9CAD-401D-B6F2-D687EEC3CDEC}"/>
              </a:ext>
            </a:extLst>
          </p:cNvPr>
          <p:cNvSpPr>
            <a:spLocks noGrp="1"/>
          </p:cNvSpPr>
          <p:nvPr>
            <p:ph type="body" sz="quarter" idx="13"/>
          </p:nvPr>
        </p:nvSpPr>
        <p:spPr>
          <a:xfrm>
            <a:off x="1837678" y="5537768"/>
            <a:ext cx="3735998" cy="290081"/>
          </a:xfrm>
        </p:spPr>
        <p:txBody>
          <a:bodyPr/>
          <a:lstStyle/>
          <a:p>
            <a:r>
              <a:rPr lang="en-US"/>
              <a:t>Department of Humanities &amp; Science</a:t>
            </a:r>
            <a:endParaRPr lang="en-US" dirty="0"/>
          </a:p>
        </p:txBody>
      </p:sp>
      <p:sp>
        <p:nvSpPr>
          <p:cNvPr id="19" name="Text Placeholder 18">
            <a:extLst>
              <a:ext uri="{FF2B5EF4-FFF2-40B4-BE49-F238E27FC236}">
                <a16:creationId xmlns:a16="http://schemas.microsoft.com/office/drawing/2014/main" id="{D6DA44CB-50AE-4D51-AC18-616176252887}"/>
              </a:ext>
            </a:extLst>
          </p:cNvPr>
          <p:cNvSpPr>
            <a:spLocks noGrp="1"/>
          </p:cNvSpPr>
          <p:nvPr>
            <p:ph type="body" sz="quarter" idx="14"/>
          </p:nvPr>
        </p:nvSpPr>
        <p:spPr>
          <a:xfrm>
            <a:off x="1837677" y="5273332"/>
            <a:ext cx="5581039" cy="290081"/>
          </a:xfrm>
        </p:spPr>
        <p:txBody>
          <a:bodyPr/>
          <a:lstStyle/>
          <a:p>
            <a:r>
              <a:rPr lang="en-US" dirty="0"/>
              <a:t>Prof. Vasudev </a:t>
            </a:r>
            <a:r>
              <a:rPr lang="en-US" dirty="0" err="1"/>
              <a:t>Barjadiya</a:t>
            </a:r>
            <a:endParaRPr lang="en-US" dirty="0"/>
          </a:p>
        </p:txBody>
      </p:sp>
      <p:sp>
        <p:nvSpPr>
          <p:cNvPr id="2" name="Text Placeholder 1">
            <a:extLst>
              <a:ext uri="{FF2B5EF4-FFF2-40B4-BE49-F238E27FC236}">
                <a16:creationId xmlns:a16="http://schemas.microsoft.com/office/drawing/2014/main" id="{F12C6FA8-76F5-4F55-873C-76674E986E27}"/>
              </a:ext>
            </a:extLst>
          </p:cNvPr>
          <p:cNvSpPr>
            <a:spLocks noGrp="1"/>
          </p:cNvSpPr>
          <p:nvPr>
            <p:ph type="body" sz="quarter" idx="16"/>
          </p:nvPr>
        </p:nvSpPr>
        <p:spPr>
          <a:xfrm>
            <a:off x="2581756" y="20384"/>
            <a:ext cx="4646358" cy="734653"/>
          </a:xfrm>
        </p:spPr>
        <p:txBody>
          <a:bodyPr/>
          <a:lstStyle/>
          <a:p>
            <a:r>
              <a:rPr lang="en-IN" dirty="0"/>
              <a:t>Probability &amp; Statistics (PS)</a:t>
            </a:r>
          </a:p>
          <a:p>
            <a:r>
              <a:rPr lang="en-IN" dirty="0"/>
              <a:t>DU # 2301HS402</a:t>
            </a:r>
          </a:p>
        </p:txBody>
      </p:sp>
      <p:pic>
        <p:nvPicPr>
          <p:cNvPr id="10" name="Picture Placeholder 9">
            <a:extLst>
              <a:ext uri="{FF2B5EF4-FFF2-40B4-BE49-F238E27FC236}">
                <a16:creationId xmlns:a16="http://schemas.microsoft.com/office/drawing/2014/main" id="{222E2A12-3616-430B-98B7-4DB2C6F17117}"/>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a:stretch/>
        </p:blipFill>
        <p:spPr>
          <a:xfrm>
            <a:off x="353569" y="5211251"/>
            <a:ext cx="1353599" cy="1353599"/>
          </a:xfrm>
        </p:spPr>
      </p:pic>
    </p:spTree>
    <p:extLst>
      <p:ext uri="{BB962C8B-B14F-4D97-AF65-F5344CB8AC3E}">
        <p14:creationId xmlns:p14="http://schemas.microsoft.com/office/powerpoint/2010/main" val="1273260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2E988DA4-0944-4E8D-969E-D57D8844DC17}"/>
              </a:ext>
            </a:extLst>
          </p:cNvPr>
          <p:cNvCxnSpPr>
            <a:cxnSpLocks/>
            <a:endCxn id="15" idx="0"/>
          </p:cNvCxnSpPr>
          <p:nvPr/>
        </p:nvCxnSpPr>
        <p:spPr>
          <a:xfrm>
            <a:off x="1191446" y="0"/>
            <a:ext cx="0" cy="51145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854CD797-DE29-41C7-B2F5-D10F1D62CC82}"/>
              </a:ext>
            </a:extLst>
          </p:cNvPr>
          <p:cNvSpPr/>
          <p:nvPr/>
        </p:nvSpPr>
        <p:spPr>
          <a:xfrm>
            <a:off x="954165" y="51145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16" name="TextBox 15">
            <a:extLst>
              <a:ext uri="{FF2B5EF4-FFF2-40B4-BE49-F238E27FC236}">
                <a16:creationId xmlns:a16="http://schemas.microsoft.com/office/drawing/2014/main" id="{0CA37DD2-AB22-447A-B018-EB2E669A682A}"/>
              </a:ext>
            </a:extLst>
          </p:cNvPr>
          <p:cNvSpPr txBox="1"/>
          <p:nvPr/>
        </p:nvSpPr>
        <p:spPr>
          <a:xfrm>
            <a:off x="1527893" y="54868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17" name="Straight Connector 16">
            <a:extLst>
              <a:ext uri="{FF2B5EF4-FFF2-40B4-BE49-F238E27FC236}">
                <a16:creationId xmlns:a16="http://schemas.microsoft.com/office/drawing/2014/main" id="{4F59A2A3-AF1C-4060-BA07-51DF9E55FE5F}"/>
              </a:ext>
            </a:extLst>
          </p:cNvPr>
          <p:cNvCxnSpPr>
            <a:cxnSpLocks/>
          </p:cNvCxnSpPr>
          <p:nvPr/>
        </p:nvCxnSpPr>
        <p:spPr>
          <a:xfrm>
            <a:off x="1191446" y="986018"/>
            <a:ext cx="0" cy="418729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73DE0D8-BF47-4896-BF8F-200F546123CB}"/>
              </a:ext>
            </a:extLst>
          </p:cNvPr>
          <p:cNvSpPr txBox="1"/>
          <p:nvPr/>
        </p:nvSpPr>
        <p:spPr>
          <a:xfrm>
            <a:off x="1458963" y="560256"/>
            <a:ext cx="10428233" cy="4613058"/>
          </a:xfrm>
          <a:prstGeom prst="rect">
            <a:avLst/>
          </a:prstGeom>
          <a:noFill/>
        </p:spPr>
        <p:txBody>
          <a:bodyPr wrap="square" rtlCol="0">
            <a:spAutoFit/>
          </a:bodyPr>
          <a:lstStyle/>
          <a:p>
            <a:r>
              <a:rPr lang="en-US" sz="2800" b="1" dirty="0">
                <a:solidFill>
                  <a:srgbClr val="FF0000"/>
                </a:solidFill>
              </a:rPr>
              <a:t>Topics of Unit 2</a:t>
            </a:r>
          </a:p>
          <a:p>
            <a:pPr marL="914400" lvl="1" indent="-457200">
              <a:lnSpc>
                <a:spcPct val="125000"/>
              </a:lnSpc>
              <a:spcBef>
                <a:spcPts val="1000"/>
              </a:spcBef>
              <a:buFont typeface="Wingdings" panose="05000000000000000000" pitchFamily="2" charset="2"/>
              <a:buChar char="§"/>
            </a:pPr>
            <a:r>
              <a:rPr lang="en-GB" sz="2400" dirty="0">
                <a:solidFill>
                  <a:srgbClr val="002060"/>
                </a:solidFill>
              </a:rPr>
              <a:t>Counting</a:t>
            </a:r>
          </a:p>
          <a:p>
            <a:pPr marL="914400" lvl="1" indent="-457200">
              <a:lnSpc>
                <a:spcPct val="125000"/>
              </a:lnSpc>
              <a:spcBef>
                <a:spcPts val="1000"/>
              </a:spcBef>
              <a:buFont typeface="Wingdings" panose="05000000000000000000" pitchFamily="2" charset="2"/>
              <a:buChar char="§"/>
            </a:pPr>
            <a:r>
              <a:rPr lang="en-GB" sz="2400" dirty="0">
                <a:solidFill>
                  <a:srgbClr val="002060"/>
                </a:solidFill>
              </a:rPr>
              <a:t>Basic Terminologies and Results on Probability</a:t>
            </a:r>
          </a:p>
          <a:p>
            <a:pPr marL="914400" lvl="1" indent="-457200">
              <a:lnSpc>
                <a:spcPct val="125000"/>
              </a:lnSpc>
              <a:spcBef>
                <a:spcPts val="1000"/>
              </a:spcBef>
              <a:buFont typeface="Wingdings" panose="05000000000000000000" pitchFamily="2" charset="2"/>
              <a:buChar char="§"/>
            </a:pPr>
            <a:r>
              <a:rPr lang="en-GB" sz="2400" dirty="0">
                <a:solidFill>
                  <a:srgbClr val="002060"/>
                </a:solidFill>
              </a:rPr>
              <a:t>Conditional Probability and Independent Events</a:t>
            </a:r>
          </a:p>
          <a:p>
            <a:pPr marL="914400" lvl="1" indent="-457200">
              <a:lnSpc>
                <a:spcPct val="125000"/>
              </a:lnSpc>
              <a:spcBef>
                <a:spcPts val="1000"/>
              </a:spcBef>
              <a:buFont typeface="Wingdings" panose="05000000000000000000" pitchFamily="2" charset="2"/>
              <a:buChar char="§"/>
            </a:pPr>
            <a:r>
              <a:rPr lang="en-GB" sz="2400" dirty="0">
                <a:solidFill>
                  <a:srgbClr val="002060"/>
                </a:solidFill>
              </a:rPr>
              <a:t>Bayes’ Theorem</a:t>
            </a:r>
          </a:p>
          <a:p>
            <a:pPr marL="914400" lvl="1" indent="-457200">
              <a:lnSpc>
                <a:spcPct val="125000"/>
              </a:lnSpc>
              <a:spcBef>
                <a:spcPts val="1000"/>
              </a:spcBef>
              <a:buFont typeface="Wingdings" panose="05000000000000000000" pitchFamily="2" charset="2"/>
              <a:buChar char="§"/>
            </a:pPr>
            <a:r>
              <a:rPr lang="en-GB" sz="2400" dirty="0">
                <a:solidFill>
                  <a:srgbClr val="002060"/>
                </a:solidFill>
              </a:rPr>
              <a:t>Random Variables and Probability Function</a:t>
            </a:r>
          </a:p>
          <a:p>
            <a:pPr marL="914400" lvl="1" indent="-457200">
              <a:lnSpc>
                <a:spcPct val="125000"/>
              </a:lnSpc>
              <a:spcBef>
                <a:spcPts val="1000"/>
              </a:spcBef>
              <a:buFont typeface="Wingdings" panose="05000000000000000000" pitchFamily="2" charset="2"/>
              <a:buChar char="§"/>
            </a:pPr>
            <a:r>
              <a:rPr lang="en-GB" sz="2400" dirty="0">
                <a:solidFill>
                  <a:srgbClr val="002060"/>
                </a:solidFill>
              </a:rPr>
              <a:t>Various Measures of Statics</a:t>
            </a:r>
          </a:p>
          <a:p>
            <a:pPr marL="914400" lvl="1" indent="-457200">
              <a:lnSpc>
                <a:spcPct val="125000"/>
              </a:lnSpc>
              <a:spcBef>
                <a:spcPts val="1000"/>
              </a:spcBef>
              <a:buFont typeface="Wingdings" panose="05000000000000000000" pitchFamily="2" charset="2"/>
              <a:buChar char="§"/>
            </a:pPr>
            <a:r>
              <a:rPr lang="en-GB" sz="2400" dirty="0">
                <a:solidFill>
                  <a:srgbClr val="002060"/>
                </a:solidFill>
              </a:rPr>
              <a:t>Cumulative Distribution Function and its Properties.</a:t>
            </a:r>
            <a:endParaRPr lang="en-US" sz="2400" dirty="0">
              <a:solidFill>
                <a:srgbClr val="002060"/>
              </a:solidFill>
            </a:endParaRPr>
          </a:p>
        </p:txBody>
      </p:sp>
    </p:spTree>
    <p:extLst>
      <p:ext uri="{BB962C8B-B14F-4D97-AF65-F5344CB8AC3E}">
        <p14:creationId xmlns:p14="http://schemas.microsoft.com/office/powerpoint/2010/main" val="1692854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p:cTn id="11" dur="500" fill="hold"/>
                                        <p:tgtEl>
                                          <p:spTgt spid="15"/>
                                        </p:tgtEl>
                                        <p:attrNameLst>
                                          <p:attrName>ppt_w</p:attrName>
                                        </p:attrNameLst>
                                      </p:cBhvr>
                                      <p:tavLst>
                                        <p:tav tm="0">
                                          <p:val>
                                            <p:fltVal val="0"/>
                                          </p:val>
                                        </p:tav>
                                        <p:tav tm="100000">
                                          <p:val>
                                            <p:strVal val="#ppt_w"/>
                                          </p:val>
                                        </p:tav>
                                      </p:tavLst>
                                    </p:anim>
                                    <p:anim calcmode="lin" valueType="num">
                                      <p:cBhvr>
                                        <p:cTn id="12" dur="500" fill="hold"/>
                                        <p:tgtEl>
                                          <p:spTgt spid="15"/>
                                        </p:tgtEl>
                                        <p:attrNameLst>
                                          <p:attrName>ppt_h</p:attrName>
                                        </p:attrNameLst>
                                      </p:cBhvr>
                                      <p:tavLst>
                                        <p:tav tm="0">
                                          <p:val>
                                            <p:fltVal val="0"/>
                                          </p:val>
                                        </p:tav>
                                        <p:tav tm="100000">
                                          <p:val>
                                            <p:strVal val="#ppt_h"/>
                                          </p:val>
                                        </p:tav>
                                      </p:tavLst>
                                    </p:anim>
                                    <p:animEffect transition="in" filter="fade">
                                      <p:cBhvr>
                                        <p:cTn id="13" dur="500"/>
                                        <p:tgtEl>
                                          <p:spTgt spid="15"/>
                                        </p:tgtEl>
                                      </p:cBhvr>
                                    </p:animEffect>
                                  </p:childTnLst>
                                </p:cTn>
                              </p:par>
                            </p:childTnLst>
                          </p:cTn>
                        </p:par>
                        <p:par>
                          <p:cTn id="14" fill="hold">
                            <p:stCondLst>
                              <p:cond delay="1000"/>
                            </p:stCondLst>
                            <p:childTnLst>
                              <p:par>
                                <p:cTn id="15" presetID="22" presetClass="entr" presetSubtype="1" fill="hold" grpId="0" nodeType="after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up)">
                                      <p:cBhvr>
                                        <p:cTn id="17" dur="500"/>
                                        <p:tgtEl>
                                          <p:spTgt spid="18"/>
                                        </p:tgtEl>
                                      </p:cBhvr>
                                    </p:animEffect>
                                  </p:childTnLst>
                                </p:cTn>
                              </p:par>
                              <p:par>
                                <p:cTn id="18" presetID="22" presetClass="entr" presetSubtype="1" fill="hold"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up)">
                                      <p:cBhvr>
                                        <p:cTn id="2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val 14">
            <a:extLst>
              <a:ext uri="{FF2B5EF4-FFF2-40B4-BE49-F238E27FC236}">
                <a16:creationId xmlns:a16="http://schemas.microsoft.com/office/drawing/2014/main" id="{854CD797-DE29-41C7-B2F5-D10F1D62CC82}"/>
              </a:ext>
            </a:extLst>
          </p:cNvPr>
          <p:cNvSpPr/>
          <p:nvPr/>
        </p:nvSpPr>
        <p:spPr>
          <a:xfrm>
            <a:off x="954165" y="51145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16" name="TextBox 15">
            <a:extLst>
              <a:ext uri="{FF2B5EF4-FFF2-40B4-BE49-F238E27FC236}">
                <a16:creationId xmlns:a16="http://schemas.microsoft.com/office/drawing/2014/main" id="{0CA37DD2-AB22-447A-B018-EB2E669A682A}"/>
              </a:ext>
            </a:extLst>
          </p:cNvPr>
          <p:cNvSpPr txBox="1"/>
          <p:nvPr/>
        </p:nvSpPr>
        <p:spPr>
          <a:xfrm>
            <a:off x="1527893" y="54868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17" name="Straight Connector 16">
            <a:extLst>
              <a:ext uri="{FF2B5EF4-FFF2-40B4-BE49-F238E27FC236}">
                <a16:creationId xmlns:a16="http://schemas.microsoft.com/office/drawing/2014/main" id="{4F59A2A3-AF1C-4060-BA07-51DF9E55FE5F}"/>
              </a:ext>
            </a:extLst>
          </p:cNvPr>
          <p:cNvCxnSpPr>
            <a:cxnSpLocks/>
          </p:cNvCxnSpPr>
          <p:nvPr/>
        </p:nvCxnSpPr>
        <p:spPr>
          <a:xfrm>
            <a:off x="1191446" y="986018"/>
            <a:ext cx="0" cy="524333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73DE0D8-BF47-4896-BF8F-200F546123CB}"/>
              </a:ext>
            </a:extLst>
          </p:cNvPr>
          <p:cNvSpPr txBox="1"/>
          <p:nvPr/>
        </p:nvSpPr>
        <p:spPr>
          <a:xfrm>
            <a:off x="1458963" y="560256"/>
            <a:ext cx="10485386" cy="5792868"/>
          </a:xfrm>
          <a:prstGeom prst="rect">
            <a:avLst/>
          </a:prstGeom>
          <a:noFill/>
        </p:spPr>
        <p:txBody>
          <a:bodyPr wrap="square" rtlCol="0">
            <a:spAutoFit/>
          </a:bodyPr>
          <a:lstStyle/>
          <a:p>
            <a:r>
              <a:rPr lang="en-US" sz="2800" b="1" dirty="0">
                <a:solidFill>
                  <a:srgbClr val="FF0000"/>
                </a:solidFill>
              </a:rPr>
              <a:t>Outline of Unit 2</a:t>
            </a:r>
          </a:p>
          <a:p>
            <a:pPr marL="914400" lvl="1" indent="-457200">
              <a:lnSpc>
                <a:spcPct val="125000"/>
              </a:lnSpc>
              <a:spcBef>
                <a:spcPts val="1000"/>
              </a:spcBef>
              <a:buFont typeface="Wingdings" panose="05000000000000000000" pitchFamily="2" charset="2"/>
              <a:buChar char="§"/>
            </a:pPr>
            <a:r>
              <a:rPr lang="en-GB" sz="2400" dirty="0">
                <a:solidFill>
                  <a:srgbClr val="002060"/>
                </a:solidFill>
              </a:rPr>
              <a:t>Counting</a:t>
            </a:r>
          </a:p>
          <a:p>
            <a:pPr marL="1371600" lvl="2" indent="-457200">
              <a:lnSpc>
                <a:spcPct val="125000"/>
              </a:lnSpc>
              <a:spcBef>
                <a:spcPts val="1000"/>
              </a:spcBef>
              <a:buFont typeface="Wingdings" panose="05000000000000000000" pitchFamily="2" charset="2"/>
              <a:buChar char="§"/>
            </a:pPr>
            <a:r>
              <a:rPr lang="en-GB" sz="2400" dirty="0">
                <a:solidFill>
                  <a:srgbClr val="002060"/>
                </a:solidFill>
              </a:rPr>
              <a:t>Permutation and Combination</a:t>
            </a:r>
          </a:p>
          <a:p>
            <a:pPr marL="914400" lvl="1" indent="-457200">
              <a:lnSpc>
                <a:spcPct val="125000"/>
              </a:lnSpc>
              <a:spcBef>
                <a:spcPts val="1000"/>
              </a:spcBef>
              <a:buFont typeface="Wingdings" panose="05000000000000000000" pitchFamily="2" charset="2"/>
              <a:buChar char="§"/>
            </a:pPr>
            <a:r>
              <a:rPr lang="en-GB" sz="2400" dirty="0">
                <a:solidFill>
                  <a:srgbClr val="002060"/>
                </a:solidFill>
              </a:rPr>
              <a:t>Basic Terminologies and Results on Probability</a:t>
            </a:r>
          </a:p>
          <a:p>
            <a:pPr marL="1371600" lvl="2" indent="-457200">
              <a:lnSpc>
                <a:spcPct val="125000"/>
              </a:lnSpc>
              <a:spcBef>
                <a:spcPts val="1000"/>
              </a:spcBef>
              <a:buFont typeface="Wingdings" panose="05000000000000000000" pitchFamily="2" charset="2"/>
              <a:buChar char="§"/>
            </a:pPr>
            <a:r>
              <a:rPr lang="en-GB" sz="2400" dirty="0">
                <a:solidFill>
                  <a:srgbClr val="002060"/>
                </a:solidFill>
              </a:rPr>
              <a:t>Basic Terminologies</a:t>
            </a:r>
          </a:p>
          <a:p>
            <a:pPr marL="1371600" lvl="2" indent="-457200">
              <a:lnSpc>
                <a:spcPct val="125000"/>
              </a:lnSpc>
              <a:spcBef>
                <a:spcPts val="1000"/>
              </a:spcBef>
              <a:buFont typeface="Wingdings" panose="05000000000000000000" pitchFamily="2" charset="2"/>
              <a:buChar char="§"/>
            </a:pPr>
            <a:r>
              <a:rPr lang="en-GB" sz="2400" dirty="0">
                <a:solidFill>
                  <a:srgbClr val="002060"/>
                </a:solidFill>
              </a:rPr>
              <a:t>Probability of an Event</a:t>
            </a:r>
          </a:p>
          <a:p>
            <a:pPr marL="914400" lvl="1" indent="-457200">
              <a:lnSpc>
                <a:spcPct val="125000"/>
              </a:lnSpc>
              <a:spcBef>
                <a:spcPts val="1000"/>
              </a:spcBef>
              <a:buFont typeface="Wingdings" panose="05000000000000000000" pitchFamily="2" charset="2"/>
              <a:buChar char="§"/>
            </a:pPr>
            <a:r>
              <a:rPr lang="en-GB" sz="2400" dirty="0">
                <a:solidFill>
                  <a:srgbClr val="002060"/>
                </a:solidFill>
              </a:rPr>
              <a:t>Conditional Probability and Independent Events</a:t>
            </a:r>
          </a:p>
          <a:p>
            <a:pPr marL="1371600" lvl="2" indent="-457200">
              <a:lnSpc>
                <a:spcPct val="125000"/>
              </a:lnSpc>
              <a:spcBef>
                <a:spcPts val="1000"/>
              </a:spcBef>
              <a:buFont typeface="Wingdings" panose="05000000000000000000" pitchFamily="2" charset="2"/>
              <a:buChar char="§"/>
            </a:pPr>
            <a:r>
              <a:rPr lang="en-GB" sz="2400" dirty="0">
                <a:solidFill>
                  <a:srgbClr val="002060"/>
                </a:solidFill>
              </a:rPr>
              <a:t>Conditional Probability</a:t>
            </a:r>
          </a:p>
          <a:p>
            <a:pPr marL="1371600" lvl="2" indent="-457200">
              <a:lnSpc>
                <a:spcPct val="125000"/>
              </a:lnSpc>
              <a:spcBef>
                <a:spcPts val="1000"/>
              </a:spcBef>
              <a:buFont typeface="Wingdings" panose="05000000000000000000" pitchFamily="2" charset="2"/>
              <a:buChar char="§"/>
            </a:pPr>
            <a:r>
              <a:rPr lang="en-GB" sz="2400" dirty="0">
                <a:solidFill>
                  <a:srgbClr val="002060"/>
                </a:solidFill>
              </a:rPr>
              <a:t>Multiplicative Law of Probability</a:t>
            </a:r>
          </a:p>
          <a:p>
            <a:pPr marL="1371600" lvl="2" indent="-457200">
              <a:lnSpc>
                <a:spcPct val="125000"/>
              </a:lnSpc>
              <a:spcBef>
                <a:spcPts val="1000"/>
              </a:spcBef>
              <a:buFont typeface="Wingdings" panose="05000000000000000000" pitchFamily="2" charset="2"/>
              <a:buChar char="§"/>
            </a:pPr>
            <a:r>
              <a:rPr lang="en-IN" sz="2400" dirty="0">
                <a:solidFill>
                  <a:srgbClr val="002060"/>
                </a:solidFill>
              </a:rPr>
              <a:t>Independent &amp; Mutually Independent Events</a:t>
            </a:r>
          </a:p>
        </p:txBody>
      </p:sp>
      <p:cxnSp>
        <p:nvCxnSpPr>
          <p:cNvPr id="7" name="Straight Connector 6">
            <a:extLst>
              <a:ext uri="{FF2B5EF4-FFF2-40B4-BE49-F238E27FC236}">
                <a16:creationId xmlns:a16="http://schemas.microsoft.com/office/drawing/2014/main" id="{260783CB-CD6F-42CF-8BA5-118F6020C29C}"/>
              </a:ext>
            </a:extLst>
          </p:cNvPr>
          <p:cNvCxnSpPr>
            <a:cxnSpLocks/>
          </p:cNvCxnSpPr>
          <p:nvPr/>
        </p:nvCxnSpPr>
        <p:spPr>
          <a:xfrm>
            <a:off x="1191446" y="0"/>
            <a:ext cx="0" cy="51145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7980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p:cTn id="11" dur="500" fill="hold"/>
                                        <p:tgtEl>
                                          <p:spTgt spid="15"/>
                                        </p:tgtEl>
                                        <p:attrNameLst>
                                          <p:attrName>ppt_w</p:attrName>
                                        </p:attrNameLst>
                                      </p:cBhvr>
                                      <p:tavLst>
                                        <p:tav tm="0">
                                          <p:val>
                                            <p:fltVal val="0"/>
                                          </p:val>
                                        </p:tav>
                                        <p:tav tm="100000">
                                          <p:val>
                                            <p:strVal val="#ppt_w"/>
                                          </p:val>
                                        </p:tav>
                                      </p:tavLst>
                                    </p:anim>
                                    <p:anim calcmode="lin" valueType="num">
                                      <p:cBhvr>
                                        <p:cTn id="12" dur="500" fill="hold"/>
                                        <p:tgtEl>
                                          <p:spTgt spid="15"/>
                                        </p:tgtEl>
                                        <p:attrNameLst>
                                          <p:attrName>ppt_h</p:attrName>
                                        </p:attrNameLst>
                                      </p:cBhvr>
                                      <p:tavLst>
                                        <p:tav tm="0">
                                          <p:val>
                                            <p:fltVal val="0"/>
                                          </p:val>
                                        </p:tav>
                                        <p:tav tm="100000">
                                          <p:val>
                                            <p:strVal val="#ppt_h"/>
                                          </p:val>
                                        </p:tav>
                                      </p:tavLst>
                                    </p:anim>
                                    <p:animEffect transition="in" filter="fade">
                                      <p:cBhvr>
                                        <p:cTn id="13" dur="500"/>
                                        <p:tgtEl>
                                          <p:spTgt spid="15"/>
                                        </p:tgtEl>
                                      </p:cBhvr>
                                    </p:animEffect>
                                  </p:childTnLst>
                                </p:cTn>
                              </p:par>
                            </p:childTnLst>
                          </p:cTn>
                        </p:par>
                        <p:par>
                          <p:cTn id="14" fill="hold">
                            <p:stCondLst>
                              <p:cond delay="1000"/>
                            </p:stCondLst>
                            <p:childTnLst>
                              <p:par>
                                <p:cTn id="15" presetID="22" presetClass="entr" presetSubtype="1" fill="hold" grpId="0" nodeType="after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up)">
                                      <p:cBhvr>
                                        <p:cTn id="17" dur="500"/>
                                        <p:tgtEl>
                                          <p:spTgt spid="18"/>
                                        </p:tgtEl>
                                      </p:cBhvr>
                                    </p:animEffect>
                                  </p:childTnLst>
                                </p:cTn>
                              </p:par>
                              <p:par>
                                <p:cTn id="18" presetID="22" presetClass="entr" presetSubtype="1" fill="hold"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up)">
                                      <p:cBhvr>
                                        <p:cTn id="2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val 14">
            <a:extLst>
              <a:ext uri="{FF2B5EF4-FFF2-40B4-BE49-F238E27FC236}">
                <a16:creationId xmlns:a16="http://schemas.microsoft.com/office/drawing/2014/main" id="{854CD797-DE29-41C7-B2F5-D10F1D62CC82}"/>
              </a:ext>
            </a:extLst>
          </p:cNvPr>
          <p:cNvSpPr/>
          <p:nvPr/>
        </p:nvSpPr>
        <p:spPr>
          <a:xfrm>
            <a:off x="954165" y="51145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16" name="TextBox 15">
            <a:extLst>
              <a:ext uri="{FF2B5EF4-FFF2-40B4-BE49-F238E27FC236}">
                <a16:creationId xmlns:a16="http://schemas.microsoft.com/office/drawing/2014/main" id="{0CA37DD2-AB22-447A-B018-EB2E669A682A}"/>
              </a:ext>
            </a:extLst>
          </p:cNvPr>
          <p:cNvSpPr txBox="1"/>
          <p:nvPr/>
        </p:nvSpPr>
        <p:spPr>
          <a:xfrm>
            <a:off x="1527893" y="54868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17" name="Straight Connector 16">
            <a:extLst>
              <a:ext uri="{FF2B5EF4-FFF2-40B4-BE49-F238E27FC236}">
                <a16:creationId xmlns:a16="http://schemas.microsoft.com/office/drawing/2014/main" id="{4F59A2A3-AF1C-4060-BA07-51DF9E55FE5F}"/>
              </a:ext>
            </a:extLst>
          </p:cNvPr>
          <p:cNvCxnSpPr>
            <a:cxnSpLocks/>
          </p:cNvCxnSpPr>
          <p:nvPr/>
        </p:nvCxnSpPr>
        <p:spPr>
          <a:xfrm>
            <a:off x="1191446" y="986018"/>
            <a:ext cx="0" cy="43104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73DE0D8-BF47-4896-BF8F-200F546123CB}"/>
              </a:ext>
            </a:extLst>
          </p:cNvPr>
          <p:cNvSpPr txBox="1"/>
          <p:nvPr/>
        </p:nvSpPr>
        <p:spPr>
          <a:xfrm>
            <a:off x="1458963" y="560256"/>
            <a:ext cx="10485385" cy="4736168"/>
          </a:xfrm>
          <a:prstGeom prst="rect">
            <a:avLst/>
          </a:prstGeom>
          <a:noFill/>
        </p:spPr>
        <p:txBody>
          <a:bodyPr wrap="square" rtlCol="0">
            <a:spAutoFit/>
          </a:bodyPr>
          <a:lstStyle/>
          <a:p>
            <a:r>
              <a:rPr lang="en-US" sz="2800" b="1" dirty="0">
                <a:solidFill>
                  <a:srgbClr val="FF0000"/>
                </a:solidFill>
              </a:rPr>
              <a:t>Outline of Unit 2</a:t>
            </a:r>
          </a:p>
          <a:p>
            <a:pPr marL="914400" lvl="1" indent="-457200">
              <a:lnSpc>
                <a:spcPct val="150000"/>
              </a:lnSpc>
              <a:spcBef>
                <a:spcPts val="600"/>
              </a:spcBef>
              <a:buFont typeface="Wingdings" panose="05000000000000000000" pitchFamily="2" charset="2"/>
              <a:buChar char="§"/>
            </a:pPr>
            <a:r>
              <a:rPr lang="en-GB" sz="2400" dirty="0">
                <a:solidFill>
                  <a:srgbClr val="002060"/>
                </a:solidFill>
              </a:rPr>
              <a:t>Bayes’ Theorem</a:t>
            </a:r>
          </a:p>
          <a:p>
            <a:pPr marL="1371600" lvl="2" indent="-457200">
              <a:lnSpc>
                <a:spcPct val="150000"/>
              </a:lnSpc>
              <a:spcBef>
                <a:spcPts val="600"/>
              </a:spcBef>
              <a:buFont typeface="Wingdings" panose="05000000000000000000" pitchFamily="2" charset="2"/>
              <a:buChar char="§"/>
            </a:pPr>
            <a:r>
              <a:rPr lang="en-GB" sz="2400" dirty="0">
                <a:solidFill>
                  <a:srgbClr val="002060"/>
                </a:solidFill>
              </a:rPr>
              <a:t>Total </a:t>
            </a:r>
            <a:r>
              <a:rPr lang="en-IN" sz="2400" dirty="0">
                <a:solidFill>
                  <a:srgbClr val="002060"/>
                </a:solidFill>
              </a:rPr>
              <a:t>Probability</a:t>
            </a:r>
          </a:p>
          <a:p>
            <a:pPr marL="1371600" lvl="2" indent="-457200">
              <a:lnSpc>
                <a:spcPct val="150000"/>
              </a:lnSpc>
              <a:spcBef>
                <a:spcPts val="600"/>
              </a:spcBef>
              <a:buFont typeface="Wingdings" panose="05000000000000000000" pitchFamily="2" charset="2"/>
              <a:buChar char="§"/>
            </a:pPr>
            <a:r>
              <a:rPr lang="en-IN" sz="2400" dirty="0">
                <a:solidFill>
                  <a:srgbClr val="002060"/>
                </a:solidFill>
              </a:rPr>
              <a:t>Bayes’ Theorem</a:t>
            </a:r>
          </a:p>
          <a:p>
            <a:pPr marL="914400" lvl="1" indent="-457200">
              <a:lnSpc>
                <a:spcPct val="125000"/>
              </a:lnSpc>
              <a:spcBef>
                <a:spcPts val="1000"/>
              </a:spcBef>
              <a:buFont typeface="Wingdings" panose="05000000000000000000" pitchFamily="2" charset="2"/>
              <a:buChar char="§"/>
            </a:pPr>
            <a:r>
              <a:rPr lang="en-GB" sz="2400" dirty="0">
                <a:solidFill>
                  <a:srgbClr val="002060"/>
                </a:solidFill>
              </a:rPr>
              <a:t>Random Variables and Probability Function</a:t>
            </a:r>
          </a:p>
          <a:p>
            <a:pPr marL="1371600" lvl="2" indent="-457200">
              <a:lnSpc>
                <a:spcPct val="125000"/>
              </a:lnSpc>
              <a:spcBef>
                <a:spcPts val="1000"/>
              </a:spcBef>
              <a:buFont typeface="Wingdings" panose="05000000000000000000" pitchFamily="2" charset="2"/>
              <a:buChar char="§"/>
            </a:pPr>
            <a:r>
              <a:rPr lang="en-IN" sz="2400" dirty="0">
                <a:solidFill>
                  <a:srgbClr val="002060"/>
                </a:solidFill>
              </a:rPr>
              <a:t>Discrete &amp; Continuous Random Variable</a:t>
            </a:r>
          </a:p>
          <a:p>
            <a:pPr marL="1371600" lvl="2" indent="-457200">
              <a:lnSpc>
                <a:spcPct val="125000"/>
              </a:lnSpc>
              <a:spcBef>
                <a:spcPts val="1000"/>
              </a:spcBef>
              <a:buFont typeface="Wingdings" panose="05000000000000000000" pitchFamily="2" charset="2"/>
              <a:buChar char="§"/>
            </a:pPr>
            <a:r>
              <a:rPr lang="en-GB" sz="2400" dirty="0">
                <a:solidFill>
                  <a:srgbClr val="002060"/>
                </a:solidFill>
              </a:rPr>
              <a:t>Probability Distribution of random variable</a:t>
            </a:r>
          </a:p>
          <a:p>
            <a:pPr marL="1371600" lvl="2" indent="-457200">
              <a:lnSpc>
                <a:spcPct val="125000"/>
              </a:lnSpc>
              <a:spcBef>
                <a:spcPts val="1000"/>
              </a:spcBef>
              <a:buFont typeface="Wingdings" panose="05000000000000000000" pitchFamily="2" charset="2"/>
              <a:buChar char="§"/>
            </a:pPr>
            <a:r>
              <a:rPr lang="en-IN" sz="2400" dirty="0">
                <a:solidFill>
                  <a:srgbClr val="002060"/>
                </a:solidFill>
              </a:rPr>
              <a:t>Probability Mass Function &amp; Probability Density Function</a:t>
            </a:r>
            <a:endParaRPr lang="en-GB" sz="2400" dirty="0">
              <a:solidFill>
                <a:srgbClr val="002060"/>
              </a:solidFill>
            </a:endParaRPr>
          </a:p>
        </p:txBody>
      </p:sp>
      <p:cxnSp>
        <p:nvCxnSpPr>
          <p:cNvPr id="7" name="Straight Connector 6">
            <a:extLst>
              <a:ext uri="{FF2B5EF4-FFF2-40B4-BE49-F238E27FC236}">
                <a16:creationId xmlns:a16="http://schemas.microsoft.com/office/drawing/2014/main" id="{260783CB-CD6F-42CF-8BA5-118F6020C29C}"/>
              </a:ext>
            </a:extLst>
          </p:cNvPr>
          <p:cNvCxnSpPr>
            <a:cxnSpLocks/>
          </p:cNvCxnSpPr>
          <p:nvPr/>
        </p:nvCxnSpPr>
        <p:spPr>
          <a:xfrm>
            <a:off x="1191446" y="0"/>
            <a:ext cx="0" cy="51145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0764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p:cTn id="11" dur="500" fill="hold"/>
                                        <p:tgtEl>
                                          <p:spTgt spid="15"/>
                                        </p:tgtEl>
                                        <p:attrNameLst>
                                          <p:attrName>ppt_w</p:attrName>
                                        </p:attrNameLst>
                                      </p:cBhvr>
                                      <p:tavLst>
                                        <p:tav tm="0">
                                          <p:val>
                                            <p:fltVal val="0"/>
                                          </p:val>
                                        </p:tav>
                                        <p:tav tm="100000">
                                          <p:val>
                                            <p:strVal val="#ppt_w"/>
                                          </p:val>
                                        </p:tav>
                                      </p:tavLst>
                                    </p:anim>
                                    <p:anim calcmode="lin" valueType="num">
                                      <p:cBhvr>
                                        <p:cTn id="12" dur="500" fill="hold"/>
                                        <p:tgtEl>
                                          <p:spTgt spid="15"/>
                                        </p:tgtEl>
                                        <p:attrNameLst>
                                          <p:attrName>ppt_h</p:attrName>
                                        </p:attrNameLst>
                                      </p:cBhvr>
                                      <p:tavLst>
                                        <p:tav tm="0">
                                          <p:val>
                                            <p:fltVal val="0"/>
                                          </p:val>
                                        </p:tav>
                                        <p:tav tm="100000">
                                          <p:val>
                                            <p:strVal val="#ppt_h"/>
                                          </p:val>
                                        </p:tav>
                                      </p:tavLst>
                                    </p:anim>
                                    <p:animEffect transition="in" filter="fade">
                                      <p:cBhvr>
                                        <p:cTn id="13" dur="500"/>
                                        <p:tgtEl>
                                          <p:spTgt spid="15"/>
                                        </p:tgtEl>
                                      </p:cBhvr>
                                    </p:animEffect>
                                  </p:childTnLst>
                                </p:cTn>
                              </p:par>
                            </p:childTnLst>
                          </p:cTn>
                        </p:par>
                        <p:par>
                          <p:cTn id="14" fill="hold">
                            <p:stCondLst>
                              <p:cond delay="1000"/>
                            </p:stCondLst>
                            <p:childTnLst>
                              <p:par>
                                <p:cTn id="15" presetID="22" presetClass="entr" presetSubtype="1" fill="hold" grpId="0" nodeType="after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up)">
                                      <p:cBhvr>
                                        <p:cTn id="17" dur="500"/>
                                        <p:tgtEl>
                                          <p:spTgt spid="18"/>
                                        </p:tgtEl>
                                      </p:cBhvr>
                                    </p:animEffect>
                                  </p:childTnLst>
                                </p:cTn>
                              </p:par>
                              <p:par>
                                <p:cTn id="18" presetID="22" presetClass="entr" presetSubtype="1" fill="hold"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up)">
                                      <p:cBhvr>
                                        <p:cTn id="2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val 14">
            <a:extLst>
              <a:ext uri="{FF2B5EF4-FFF2-40B4-BE49-F238E27FC236}">
                <a16:creationId xmlns:a16="http://schemas.microsoft.com/office/drawing/2014/main" id="{854CD797-DE29-41C7-B2F5-D10F1D62CC82}"/>
              </a:ext>
            </a:extLst>
          </p:cNvPr>
          <p:cNvSpPr/>
          <p:nvPr/>
        </p:nvSpPr>
        <p:spPr>
          <a:xfrm>
            <a:off x="954165" y="51145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16" name="TextBox 15">
            <a:extLst>
              <a:ext uri="{FF2B5EF4-FFF2-40B4-BE49-F238E27FC236}">
                <a16:creationId xmlns:a16="http://schemas.microsoft.com/office/drawing/2014/main" id="{0CA37DD2-AB22-447A-B018-EB2E669A682A}"/>
              </a:ext>
            </a:extLst>
          </p:cNvPr>
          <p:cNvSpPr txBox="1"/>
          <p:nvPr/>
        </p:nvSpPr>
        <p:spPr>
          <a:xfrm>
            <a:off x="1527893" y="54868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17" name="Straight Connector 16">
            <a:extLst>
              <a:ext uri="{FF2B5EF4-FFF2-40B4-BE49-F238E27FC236}">
                <a16:creationId xmlns:a16="http://schemas.microsoft.com/office/drawing/2014/main" id="{4F59A2A3-AF1C-4060-BA07-51DF9E55FE5F}"/>
              </a:ext>
            </a:extLst>
          </p:cNvPr>
          <p:cNvCxnSpPr>
            <a:cxnSpLocks/>
          </p:cNvCxnSpPr>
          <p:nvPr/>
        </p:nvCxnSpPr>
        <p:spPr>
          <a:xfrm>
            <a:off x="1191446" y="986018"/>
            <a:ext cx="0" cy="300748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73DE0D8-BF47-4896-BF8F-200F546123CB}"/>
              </a:ext>
            </a:extLst>
          </p:cNvPr>
          <p:cNvSpPr txBox="1"/>
          <p:nvPr/>
        </p:nvSpPr>
        <p:spPr>
          <a:xfrm>
            <a:off x="1458963" y="560256"/>
            <a:ext cx="10485385" cy="3433248"/>
          </a:xfrm>
          <a:prstGeom prst="rect">
            <a:avLst/>
          </a:prstGeom>
          <a:noFill/>
        </p:spPr>
        <p:txBody>
          <a:bodyPr wrap="square" rtlCol="0">
            <a:spAutoFit/>
          </a:bodyPr>
          <a:lstStyle/>
          <a:p>
            <a:r>
              <a:rPr lang="en-US" sz="2800" b="1" dirty="0">
                <a:solidFill>
                  <a:srgbClr val="FF0000"/>
                </a:solidFill>
              </a:rPr>
              <a:t>Outline of Unit 2</a:t>
            </a:r>
          </a:p>
          <a:p>
            <a:pPr marL="914400" lvl="1" indent="-457200">
              <a:lnSpc>
                <a:spcPct val="125000"/>
              </a:lnSpc>
              <a:spcBef>
                <a:spcPts val="1000"/>
              </a:spcBef>
              <a:buFont typeface="Wingdings" panose="05000000000000000000" pitchFamily="2" charset="2"/>
              <a:buChar char="§"/>
            </a:pPr>
            <a:r>
              <a:rPr lang="en-GB" sz="2400" dirty="0">
                <a:solidFill>
                  <a:srgbClr val="002060"/>
                </a:solidFill>
              </a:rPr>
              <a:t>Various Measures of Statics</a:t>
            </a:r>
          </a:p>
          <a:p>
            <a:pPr marL="1371600" lvl="2" indent="-457200">
              <a:lnSpc>
                <a:spcPct val="125000"/>
              </a:lnSpc>
              <a:spcBef>
                <a:spcPts val="1000"/>
              </a:spcBef>
              <a:buFont typeface="Wingdings" panose="05000000000000000000" pitchFamily="2" charset="2"/>
              <a:buChar char="§"/>
            </a:pPr>
            <a:r>
              <a:rPr lang="en-GB" sz="2400" dirty="0">
                <a:solidFill>
                  <a:srgbClr val="002060"/>
                </a:solidFill>
              </a:rPr>
              <a:t>Mathematical Expectation </a:t>
            </a:r>
          </a:p>
          <a:p>
            <a:pPr marL="1371600" lvl="2" indent="-457200">
              <a:lnSpc>
                <a:spcPct val="125000"/>
              </a:lnSpc>
              <a:spcBef>
                <a:spcPts val="1000"/>
              </a:spcBef>
              <a:buFont typeface="Wingdings" panose="05000000000000000000" pitchFamily="2" charset="2"/>
              <a:buChar char="§"/>
            </a:pPr>
            <a:r>
              <a:rPr lang="en-GB" sz="2400" dirty="0">
                <a:solidFill>
                  <a:srgbClr val="002060"/>
                </a:solidFill>
              </a:rPr>
              <a:t>Variance of Random Variable</a:t>
            </a:r>
          </a:p>
          <a:p>
            <a:pPr marL="1371600" lvl="2" indent="-457200">
              <a:lnSpc>
                <a:spcPct val="125000"/>
              </a:lnSpc>
              <a:spcBef>
                <a:spcPts val="1000"/>
              </a:spcBef>
              <a:buFont typeface="Wingdings" panose="05000000000000000000" pitchFamily="2" charset="2"/>
              <a:buChar char="§"/>
            </a:pPr>
            <a:r>
              <a:rPr lang="en-GB" sz="2400" dirty="0">
                <a:solidFill>
                  <a:srgbClr val="002060"/>
                </a:solidFill>
              </a:rPr>
              <a:t>Standard Deviation of Random Variable</a:t>
            </a:r>
          </a:p>
          <a:p>
            <a:pPr marL="914400" lvl="1" indent="-457200">
              <a:lnSpc>
                <a:spcPct val="125000"/>
              </a:lnSpc>
              <a:spcBef>
                <a:spcPts val="1000"/>
              </a:spcBef>
              <a:buFont typeface="Wingdings" panose="05000000000000000000" pitchFamily="2" charset="2"/>
              <a:buChar char="§"/>
            </a:pPr>
            <a:r>
              <a:rPr lang="en-GB" sz="2400" dirty="0">
                <a:solidFill>
                  <a:srgbClr val="002060"/>
                </a:solidFill>
              </a:rPr>
              <a:t>Cumulative Distribution Function and its Properties</a:t>
            </a:r>
          </a:p>
        </p:txBody>
      </p:sp>
      <p:cxnSp>
        <p:nvCxnSpPr>
          <p:cNvPr id="7" name="Straight Connector 6">
            <a:extLst>
              <a:ext uri="{FF2B5EF4-FFF2-40B4-BE49-F238E27FC236}">
                <a16:creationId xmlns:a16="http://schemas.microsoft.com/office/drawing/2014/main" id="{260783CB-CD6F-42CF-8BA5-118F6020C29C}"/>
              </a:ext>
            </a:extLst>
          </p:cNvPr>
          <p:cNvCxnSpPr>
            <a:cxnSpLocks/>
          </p:cNvCxnSpPr>
          <p:nvPr/>
        </p:nvCxnSpPr>
        <p:spPr>
          <a:xfrm>
            <a:off x="1191446" y="0"/>
            <a:ext cx="0" cy="51145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8843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p:cTn id="11" dur="500" fill="hold"/>
                                        <p:tgtEl>
                                          <p:spTgt spid="15"/>
                                        </p:tgtEl>
                                        <p:attrNameLst>
                                          <p:attrName>ppt_w</p:attrName>
                                        </p:attrNameLst>
                                      </p:cBhvr>
                                      <p:tavLst>
                                        <p:tav tm="0">
                                          <p:val>
                                            <p:fltVal val="0"/>
                                          </p:val>
                                        </p:tav>
                                        <p:tav tm="100000">
                                          <p:val>
                                            <p:strVal val="#ppt_w"/>
                                          </p:val>
                                        </p:tav>
                                      </p:tavLst>
                                    </p:anim>
                                    <p:anim calcmode="lin" valueType="num">
                                      <p:cBhvr>
                                        <p:cTn id="12" dur="500" fill="hold"/>
                                        <p:tgtEl>
                                          <p:spTgt spid="15"/>
                                        </p:tgtEl>
                                        <p:attrNameLst>
                                          <p:attrName>ppt_h</p:attrName>
                                        </p:attrNameLst>
                                      </p:cBhvr>
                                      <p:tavLst>
                                        <p:tav tm="0">
                                          <p:val>
                                            <p:fltVal val="0"/>
                                          </p:val>
                                        </p:tav>
                                        <p:tav tm="100000">
                                          <p:val>
                                            <p:strVal val="#ppt_h"/>
                                          </p:val>
                                        </p:tav>
                                      </p:tavLst>
                                    </p:anim>
                                    <p:animEffect transition="in" filter="fade">
                                      <p:cBhvr>
                                        <p:cTn id="13" dur="500"/>
                                        <p:tgtEl>
                                          <p:spTgt spid="15"/>
                                        </p:tgtEl>
                                      </p:cBhvr>
                                    </p:animEffect>
                                  </p:childTnLst>
                                </p:cTn>
                              </p:par>
                            </p:childTnLst>
                          </p:cTn>
                        </p:par>
                        <p:par>
                          <p:cTn id="14" fill="hold">
                            <p:stCondLst>
                              <p:cond delay="1000"/>
                            </p:stCondLst>
                            <p:childTnLst>
                              <p:par>
                                <p:cTn id="15" presetID="22" presetClass="entr" presetSubtype="1" fill="hold" grpId="0" nodeType="after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up)">
                                      <p:cBhvr>
                                        <p:cTn id="17" dur="500"/>
                                        <p:tgtEl>
                                          <p:spTgt spid="18"/>
                                        </p:tgtEl>
                                      </p:cBhvr>
                                    </p:animEffect>
                                  </p:childTnLst>
                                </p:cTn>
                              </p:par>
                              <p:par>
                                <p:cTn id="18" presetID="22" presetClass="entr" presetSubtype="1" fill="hold"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up)">
                                      <p:cBhvr>
                                        <p:cTn id="2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Introduction</a:t>
            </a:r>
          </a:p>
        </p:txBody>
      </p:sp>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pPr lvl="0"/>
            <a:r>
              <a:rPr lang="en-US" dirty="0"/>
              <a:t>Probability theory is the branch of mathematics that is concerned with random (or chance) phenomena. It has attracted people to its study both because of its intrinsic interest and its successful applications to many areas within the physical, biological, social sciences, in engineering and in the business world.</a:t>
            </a:r>
            <a:endParaRPr lang="en-IN" dirty="0"/>
          </a:p>
          <a:p>
            <a:pPr lvl="0"/>
            <a:r>
              <a:rPr lang="en-US" dirty="0"/>
              <a:t>The words </a:t>
            </a:r>
            <a:r>
              <a:rPr lang="en-US" b="1" dirty="0"/>
              <a:t>probable</a:t>
            </a:r>
            <a:r>
              <a:rPr lang="en-US" dirty="0"/>
              <a:t> and </a:t>
            </a:r>
            <a:r>
              <a:rPr lang="en-US" b="1" dirty="0"/>
              <a:t>possible chances </a:t>
            </a:r>
            <a:r>
              <a:rPr lang="en-US" dirty="0"/>
              <a:t>are quite familiar to us. We use these words when we are sure of the result of certain events. These words convey the sense of uncertainty of occurrence of events.</a:t>
            </a:r>
            <a:endParaRPr lang="en-IN" dirty="0"/>
          </a:p>
        </p:txBody>
      </p:sp>
    </p:spTree>
    <p:extLst>
      <p:ext uri="{BB962C8B-B14F-4D97-AF65-F5344CB8AC3E}">
        <p14:creationId xmlns:p14="http://schemas.microsoft.com/office/powerpoint/2010/main" val="2449393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Introduction</a:t>
            </a:r>
          </a:p>
        </p:txBody>
      </p:sp>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pPr>
              <a:spcAft>
                <a:spcPts val="300"/>
              </a:spcAft>
            </a:pPr>
            <a:r>
              <a:rPr lang="en-GB" dirty="0"/>
              <a:t>Probability allows computer scientists to handle the inherent uncertainty in computational systems and real-world data.</a:t>
            </a:r>
          </a:p>
          <a:p>
            <a:pPr>
              <a:spcAft>
                <a:spcPts val="300"/>
              </a:spcAft>
            </a:pPr>
            <a:r>
              <a:rPr lang="en-GB" dirty="0"/>
              <a:t>It helps us make informed decisions, analyse risks, and predict outcomes based on available information.</a:t>
            </a:r>
          </a:p>
          <a:p>
            <a:pPr lvl="0"/>
            <a:r>
              <a:rPr lang="en-US" dirty="0"/>
              <a:t>Probability is the word we use to calculate the degree of the certainty of events.</a:t>
            </a:r>
            <a:endParaRPr lang="en-IN" dirty="0"/>
          </a:p>
          <a:p>
            <a:pPr lvl="0"/>
            <a:r>
              <a:rPr lang="en-US" dirty="0"/>
              <a:t>There are two types of approaches in the theory of Probability: </a:t>
            </a:r>
            <a:endParaRPr lang="en-IN" dirty="0"/>
          </a:p>
          <a:p>
            <a:pPr lvl="1"/>
            <a:r>
              <a:rPr lang="en-US" dirty="0"/>
              <a:t>Classical Approach – By Blaise Pascal </a:t>
            </a:r>
            <a:endParaRPr lang="en-IN" dirty="0"/>
          </a:p>
          <a:p>
            <a:pPr lvl="1"/>
            <a:r>
              <a:rPr lang="en-US" dirty="0"/>
              <a:t>Axiomatic Approach – By A. Kolmogorov</a:t>
            </a:r>
            <a:endParaRPr lang="en-GB" dirty="0"/>
          </a:p>
        </p:txBody>
      </p:sp>
    </p:spTree>
    <p:extLst>
      <p:ext uri="{BB962C8B-B14F-4D97-AF65-F5344CB8AC3E}">
        <p14:creationId xmlns:p14="http://schemas.microsoft.com/office/powerpoint/2010/main" val="3240021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8AE8BF-CAAA-4DBA-8E1B-B8AB5795967C}"/>
              </a:ext>
            </a:extLst>
          </p:cNvPr>
          <p:cNvSpPr>
            <a:spLocks noGrp="1"/>
          </p:cNvSpPr>
          <p:nvPr>
            <p:ph type="title"/>
          </p:nvPr>
        </p:nvSpPr>
        <p:spPr/>
        <p:txBody>
          <a:bodyPr/>
          <a:lstStyle/>
          <a:p>
            <a:r>
              <a:rPr lang="en-IN" dirty="0">
                <a:gradFill flip="none" rotWithShape="1">
                  <a:gsLst>
                    <a:gs pos="0">
                      <a:schemeClr val="accent6">
                        <a:lumMod val="50000"/>
                      </a:schemeClr>
                    </a:gs>
                    <a:gs pos="100000">
                      <a:schemeClr val="accent6"/>
                    </a:gs>
                  </a:gsLst>
                  <a:lin ang="0" scaled="1"/>
                  <a:tileRect/>
                </a:gradFill>
              </a:rPr>
              <a:t>Method</a:t>
            </a:r>
            <a:r>
              <a:rPr lang="en-IN" dirty="0"/>
              <a:t> 1</a:t>
            </a:r>
            <a:br>
              <a:rPr lang="en-IN" dirty="0"/>
            </a:br>
            <a:r>
              <a:rPr lang="en-IN" sz="6000" dirty="0"/>
              <a:t>Counting</a:t>
            </a:r>
            <a:endParaRPr lang="en-IN" dirty="0"/>
          </a:p>
        </p:txBody>
      </p:sp>
      <p:sp>
        <p:nvSpPr>
          <p:cNvPr id="5" name="Text Placeholder 4">
            <a:extLst>
              <a:ext uri="{FF2B5EF4-FFF2-40B4-BE49-F238E27FC236}">
                <a16:creationId xmlns:a16="http://schemas.microsoft.com/office/drawing/2014/main" id="{306EDA8C-E0A9-4AC9-81CF-B8536F61630F}"/>
              </a:ext>
            </a:extLst>
          </p:cNvPr>
          <p:cNvSpPr>
            <a:spLocks noGrp="1"/>
          </p:cNvSpPr>
          <p:nvPr>
            <p:ph type="body" idx="1"/>
          </p:nvPr>
        </p:nvSpPr>
        <p:spPr/>
        <p:txBody>
          <a:bodyPr>
            <a:normAutofit/>
          </a:bodyPr>
          <a:lstStyle/>
          <a:p>
            <a:endParaRPr lang="en-IN" sz="2800" dirty="0"/>
          </a:p>
        </p:txBody>
      </p:sp>
    </p:spTree>
    <p:extLst>
      <p:ext uri="{BB962C8B-B14F-4D97-AF65-F5344CB8AC3E}">
        <p14:creationId xmlns:p14="http://schemas.microsoft.com/office/powerpoint/2010/main" val="3868768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Factorial</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r>
                  <a:rPr lang="en-GB" dirty="0"/>
                  <a:t>The product of the first </a:t>
                </a:r>
                <a14:m>
                  <m:oMath xmlns:m="http://schemas.openxmlformats.org/officeDocument/2006/math">
                    <m:r>
                      <m:rPr>
                        <m:sty m:val="p"/>
                      </m:rPr>
                      <a:rPr lang="en-GB" i="0" dirty="0" smtClean="0">
                        <a:latin typeface="Cambria Math" panose="02040503050406030204" pitchFamily="18" charset="0"/>
                      </a:rPr>
                      <m:t>n</m:t>
                    </m:r>
                  </m:oMath>
                </a14:m>
                <a:r>
                  <a:rPr lang="en-GB" dirty="0"/>
                  <a:t> positive integers </a:t>
                </a:r>
                <a:r>
                  <a:rPr lang="en-US" dirty="0"/>
                  <a:t>is known as ‘</a:t>
                </a:r>
                <a14:m>
                  <m:oMath xmlns:m="http://schemas.openxmlformats.org/officeDocument/2006/math">
                    <m:r>
                      <m:rPr>
                        <m:sty m:val="p"/>
                      </m:rPr>
                      <a:rPr lang="en-US" i="0" dirty="0" smtClean="0">
                        <a:latin typeface="Cambria Math" panose="02040503050406030204" pitchFamily="18" charset="0"/>
                      </a:rPr>
                      <m:t>n</m:t>
                    </m:r>
                  </m:oMath>
                </a14:m>
                <a:r>
                  <a:rPr lang="en-US" dirty="0"/>
                  <a:t> factorial’.</a:t>
                </a:r>
              </a:p>
              <a:p>
                <a:r>
                  <a:rPr lang="en-US" dirty="0"/>
                  <a:t>It is denoted by </a:t>
                </a:r>
                <a14:m>
                  <m:oMath xmlns:m="http://schemas.openxmlformats.org/officeDocument/2006/math">
                    <m:r>
                      <a:rPr lang="en-US" b="1" i="1" smtClean="0">
                        <a:solidFill>
                          <a:srgbClr val="FF0000"/>
                        </a:solidFill>
                        <a:latin typeface="Cambria Math" panose="02040503050406030204" pitchFamily="18" charset="0"/>
                      </a:rPr>
                      <m:t>𝐧</m:t>
                    </m:r>
                    <m:r>
                      <a:rPr lang="en-US" b="1">
                        <a:solidFill>
                          <a:srgbClr val="FF0000"/>
                        </a:solidFill>
                        <a:latin typeface="Cambria Math" panose="02040503050406030204" pitchFamily="18" charset="0"/>
                      </a:rPr>
                      <m:t>!</m:t>
                    </m:r>
                  </m:oMath>
                </a14:m>
                <a:endParaRPr lang="en-IN" b="1" dirty="0"/>
              </a:p>
              <a:p>
                <a:pPr marL="271463" indent="0">
                  <a:buNone/>
                </a:pPr>
                <a:r>
                  <a:rPr lang="en-US" dirty="0"/>
                  <a:t>i.e.,  </a:t>
                </a:r>
                <a14:m>
                  <m:oMath xmlns:m="http://schemas.openxmlformats.org/officeDocument/2006/math">
                    <m:r>
                      <a:rPr lang="en-US" b="1" i="1" smtClean="0">
                        <a:solidFill>
                          <a:srgbClr val="FF0000"/>
                        </a:solidFill>
                        <a:latin typeface="Cambria Math" panose="02040503050406030204" pitchFamily="18" charset="0"/>
                      </a:rPr>
                      <m:t>𝐧</m:t>
                    </m:r>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𝟏</m:t>
                    </m:r>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𝟐</m:t>
                    </m:r>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𝟑</m:t>
                    </m:r>
                    <m:r>
                      <a:rPr lang="en-US" b="1">
                        <a:solidFill>
                          <a:srgbClr val="FF0000"/>
                        </a:solidFill>
                        <a:latin typeface="Cambria Math" panose="02040503050406030204" pitchFamily="18" charset="0"/>
                      </a:rPr>
                      <m:t>×…×</m:t>
                    </m:r>
                    <m:d>
                      <m:dPr>
                        <m:ctrlPr>
                          <a:rPr lang="en-US" b="1"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𝐧</m:t>
                        </m:r>
                        <m:r>
                          <a:rPr lang="en-US" b="1" i="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𝟏</m:t>
                        </m:r>
                      </m:e>
                    </m:d>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𝐧</m:t>
                    </m:r>
                  </m:oMath>
                </a14:m>
                <a:endParaRPr lang="en-IN" dirty="0"/>
              </a:p>
              <a:p>
                <a:r>
                  <a:rPr lang="en-US" b="1" dirty="0">
                    <a:solidFill>
                      <a:schemeClr val="accent6">
                        <a:lumMod val="50000"/>
                      </a:schemeClr>
                    </a:solidFill>
                  </a:rPr>
                  <a:t>For example:</a:t>
                </a:r>
                <a:endParaRPr lang="en-IN" b="1" i="1" dirty="0">
                  <a:solidFill>
                    <a:schemeClr val="accent6">
                      <a:lumMod val="50000"/>
                    </a:schemeClr>
                  </a:solidFill>
                  <a:latin typeface="Cambria Math" panose="02040503050406030204" pitchFamily="18" charset="0"/>
                </a:endParaRPr>
              </a:p>
              <a:p>
                <a:pPr lvl="1"/>
                <a14:m>
                  <m:oMath xmlns:m="http://schemas.openxmlformats.org/officeDocument/2006/math">
                    <m:r>
                      <a:rPr lang="en-US" i="1">
                        <a:latin typeface="Cambria Math" panose="02040503050406030204" pitchFamily="18" charset="0"/>
                      </a:rPr>
                      <m:t>5</m:t>
                    </m:r>
                    <m:r>
                      <a:rPr lang="en-US" i="1" smtClean="0">
                        <a:latin typeface="Cambria Math" panose="02040503050406030204" pitchFamily="18" charset="0"/>
                      </a:rPr>
                      <m:t>!</m:t>
                    </m:r>
                  </m:oMath>
                </a14:m>
                <a:endParaRPr lang="en-IN" dirty="0"/>
              </a:p>
              <a:p>
                <a:r>
                  <a:rPr lang="en-US" b="1" dirty="0"/>
                  <a:t>Some important results:</a:t>
                </a:r>
                <a:endParaRPr lang="en-IN" dirty="0"/>
              </a:p>
              <a:p>
                <a:pPr lvl="1"/>
                <a14:m>
                  <m:oMath xmlns:m="http://schemas.openxmlformats.org/officeDocument/2006/math">
                    <m:r>
                      <m:rPr>
                        <m:sty m:val="p"/>
                      </m:rPr>
                      <a:rPr lang="en-US">
                        <a:latin typeface="Cambria Math" panose="02040503050406030204" pitchFamily="18" charset="0"/>
                      </a:rPr>
                      <m:t>n</m:t>
                    </m:r>
                    <m:r>
                      <a:rPr lang="en-US">
                        <a:latin typeface="Cambria Math" panose="02040503050406030204" pitchFamily="18" charset="0"/>
                      </a:rPr>
                      <m:t>!=</m:t>
                    </m:r>
                    <m:r>
                      <m:rPr>
                        <m:sty m:val="p"/>
                      </m:rPr>
                      <a:rPr lang="en-US">
                        <a:latin typeface="Cambria Math" panose="02040503050406030204" pitchFamily="18" charset="0"/>
                      </a:rPr>
                      <m:t>n</m:t>
                    </m:r>
                    <m:r>
                      <a:rPr lang="en-US">
                        <a:latin typeface="Cambria Math" panose="02040503050406030204" pitchFamily="18" charset="0"/>
                      </a:rPr>
                      <m:t>⋅</m:t>
                    </m:r>
                    <m:d>
                      <m:dPr>
                        <m:ctrlPr>
                          <a:rPr lang="en-IN" i="1">
                            <a:latin typeface="Cambria Math" panose="02040503050406030204" pitchFamily="18" charset="0"/>
                          </a:rPr>
                        </m:ctrlPr>
                      </m:dPr>
                      <m:e>
                        <m:r>
                          <m:rPr>
                            <m:sty m:val="p"/>
                          </m:rPr>
                          <a:rPr lang="en-US">
                            <a:latin typeface="Cambria Math" panose="02040503050406030204" pitchFamily="18" charset="0"/>
                          </a:rPr>
                          <m:t>n</m:t>
                        </m:r>
                        <m:r>
                          <a:rPr lang="en-US" i="1">
                            <a:latin typeface="Cambria Math" panose="02040503050406030204" pitchFamily="18" charset="0"/>
                          </a:rPr>
                          <m:t>−</m:t>
                        </m:r>
                        <m:r>
                          <a:rPr lang="en-US">
                            <a:latin typeface="Cambria Math" panose="02040503050406030204" pitchFamily="18" charset="0"/>
                          </a:rPr>
                          <m:t>1</m:t>
                        </m:r>
                      </m:e>
                    </m:d>
                    <m:r>
                      <a:rPr lang="en-US" i="1">
                        <a:latin typeface="Cambria Math" panose="02040503050406030204" pitchFamily="18" charset="0"/>
                      </a:rPr>
                      <m:t>!</m:t>
                    </m:r>
                  </m:oMath>
                </a14:m>
                <a:endParaRPr lang="en-US" i="1" dirty="0">
                  <a:latin typeface="Cambria Math" panose="02040503050406030204" pitchFamily="18" charset="0"/>
                </a:endParaRPr>
              </a:p>
              <a:p>
                <a:pPr lvl="1"/>
                <a14:m>
                  <m:oMath xmlns:m="http://schemas.openxmlformats.org/officeDocument/2006/math">
                    <m:r>
                      <a:rPr lang="en-US" i="1">
                        <a:latin typeface="Cambria Math" panose="02040503050406030204" pitchFamily="18" charset="0"/>
                      </a:rPr>
                      <m:t>0!</m:t>
                    </m:r>
                  </m:oMath>
                </a14:m>
                <a:endParaRPr lang="en-GB" dirty="0"/>
              </a:p>
            </p:txBody>
          </p:sp>
        </mc:Choice>
        <mc:Fallback xmlns="">
          <p:sp>
            <p:nvSpPr>
              <p:cNvPr id="5" name="Content Placeholder 4">
                <a:extLst>
                  <a:ext uri="{FF2B5EF4-FFF2-40B4-BE49-F238E27FC236}">
                    <a16:creationId xmlns:a16="http://schemas.microsoft.com/office/drawing/2014/main" id="{0346D6E4-2CDF-4CD2-9674-A490F9F9E356}"/>
                  </a:ext>
                </a:extLst>
              </p:cNvPr>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145D3A3-9346-4E99-B113-D5FFFE32F925}"/>
                  </a:ext>
                </a:extLst>
              </p:cNvPr>
              <p:cNvSpPr txBox="1"/>
              <p:nvPr/>
            </p:nvSpPr>
            <p:spPr>
              <a:xfrm>
                <a:off x="1178983" y="3565525"/>
                <a:ext cx="321839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r>
                        <a:rPr lang="en-US" sz="2800" i="1" smtClean="0">
                          <a:solidFill>
                            <a:srgbClr val="002060"/>
                          </a:solidFill>
                          <a:latin typeface="Cambria Math" panose="02040503050406030204" pitchFamily="18" charset="0"/>
                        </a:rPr>
                        <m:t>5</m:t>
                      </m:r>
                      <m:r>
                        <a:rPr lang="en-IN" sz="2800" b="0" i="1" smtClean="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4×3×2×1</m:t>
                      </m:r>
                    </m:oMath>
                  </m:oMathPara>
                </a14:m>
                <a:endParaRPr lang="en-IN" sz="2800" dirty="0">
                  <a:solidFill>
                    <a:srgbClr val="002060"/>
                  </a:solidFill>
                </a:endParaRPr>
              </a:p>
            </p:txBody>
          </p:sp>
        </mc:Choice>
        <mc:Fallback xmlns="">
          <p:sp>
            <p:nvSpPr>
              <p:cNvPr id="6" name="TextBox 5">
                <a:extLst>
                  <a:ext uri="{FF2B5EF4-FFF2-40B4-BE49-F238E27FC236}">
                    <a16:creationId xmlns:a16="http://schemas.microsoft.com/office/drawing/2014/main" id="{7145D3A3-9346-4E99-B113-D5FFFE32F925}"/>
                  </a:ext>
                </a:extLst>
              </p:cNvPr>
              <p:cNvSpPr txBox="1">
                <a:spLocks noRot="1" noChangeAspect="1" noMove="1" noResize="1" noEditPoints="1" noAdjustHandles="1" noChangeArrowheads="1" noChangeShapeType="1" noTextEdit="1"/>
              </p:cNvSpPr>
              <p:nvPr/>
            </p:nvSpPr>
            <p:spPr>
              <a:xfrm>
                <a:off x="1178983" y="3565525"/>
                <a:ext cx="3218392"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BBC85EC-EAA5-4356-AA77-FC086DB03387}"/>
                  </a:ext>
                </a:extLst>
              </p:cNvPr>
              <p:cNvSpPr txBox="1"/>
              <p:nvPr/>
            </p:nvSpPr>
            <p:spPr>
              <a:xfrm>
                <a:off x="4397375" y="3565525"/>
                <a:ext cx="114829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800" i="1">
                          <a:solidFill>
                            <a:srgbClr val="002060"/>
                          </a:solidFill>
                          <a:latin typeface="Cambria Math" panose="02040503050406030204" pitchFamily="18" charset="0"/>
                        </a:rPr>
                        <m:t>=120</m:t>
                      </m:r>
                    </m:oMath>
                  </m:oMathPara>
                </a14:m>
                <a:endParaRPr lang="en-IN" sz="2800" dirty="0">
                  <a:solidFill>
                    <a:srgbClr val="002060"/>
                  </a:solidFill>
                </a:endParaRPr>
              </a:p>
            </p:txBody>
          </p:sp>
        </mc:Choice>
        <mc:Fallback xmlns="">
          <p:sp>
            <p:nvSpPr>
              <p:cNvPr id="7" name="TextBox 6">
                <a:extLst>
                  <a:ext uri="{FF2B5EF4-FFF2-40B4-BE49-F238E27FC236}">
                    <a16:creationId xmlns:a16="http://schemas.microsoft.com/office/drawing/2014/main" id="{CBBC85EC-EAA5-4356-AA77-FC086DB03387}"/>
                  </a:ext>
                </a:extLst>
              </p:cNvPr>
              <p:cNvSpPr txBox="1">
                <a:spLocks noRot="1" noChangeAspect="1" noMove="1" noResize="1" noEditPoints="1" noAdjustHandles="1" noChangeArrowheads="1" noChangeShapeType="1" noTextEdit="1"/>
              </p:cNvSpPr>
              <p:nvPr/>
            </p:nvSpPr>
            <p:spPr>
              <a:xfrm>
                <a:off x="4397375" y="3565525"/>
                <a:ext cx="1148292"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F83677D-1833-4EC4-BB3E-08299A43D13D}"/>
                  </a:ext>
                </a:extLst>
              </p:cNvPr>
              <p:cNvSpPr txBox="1"/>
              <p:nvPr/>
            </p:nvSpPr>
            <p:spPr>
              <a:xfrm>
                <a:off x="1178983" y="5525467"/>
                <a:ext cx="88603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800" i="1">
                          <a:solidFill>
                            <a:srgbClr val="002060"/>
                          </a:solidFill>
                          <a:latin typeface="Cambria Math" panose="02040503050406030204" pitchFamily="18" charset="0"/>
                        </a:rPr>
                        <m:t>=1</m:t>
                      </m:r>
                    </m:oMath>
                  </m:oMathPara>
                </a14:m>
                <a:endParaRPr lang="en-IN" sz="2800" dirty="0">
                  <a:solidFill>
                    <a:srgbClr val="002060"/>
                  </a:solidFill>
                </a:endParaRPr>
              </a:p>
            </p:txBody>
          </p:sp>
        </mc:Choice>
        <mc:Fallback xmlns="">
          <p:sp>
            <p:nvSpPr>
              <p:cNvPr id="9" name="TextBox 8">
                <a:extLst>
                  <a:ext uri="{FF2B5EF4-FFF2-40B4-BE49-F238E27FC236}">
                    <a16:creationId xmlns:a16="http://schemas.microsoft.com/office/drawing/2014/main" id="{EF83677D-1833-4EC4-BB3E-08299A43D13D}"/>
                  </a:ext>
                </a:extLst>
              </p:cNvPr>
              <p:cNvSpPr txBox="1">
                <a:spLocks noRot="1" noChangeAspect="1" noMove="1" noResize="1" noEditPoints="1" noAdjustHandles="1" noChangeArrowheads="1" noChangeShapeType="1" noTextEdit="1"/>
              </p:cNvSpPr>
              <p:nvPr/>
            </p:nvSpPr>
            <p:spPr>
              <a:xfrm>
                <a:off x="1178983" y="5525467"/>
                <a:ext cx="886037" cy="523220"/>
              </a:xfrm>
              <a:prstGeom prst="rect">
                <a:avLst/>
              </a:prstGeom>
              <a:blipFill>
                <a:blip r:embed="rId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131417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6" grpId="0" uiExpand="1"/>
      <p:bldP spid="7" grpId="0" uiExpand="1"/>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Permutation (Arrangement)</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pPr lvl="0"/>
                <a:r>
                  <a:rPr lang="en-US" dirty="0"/>
                  <a:t>A permutation is an </a:t>
                </a:r>
                <a:r>
                  <a:rPr lang="en-US" b="1" dirty="0">
                    <a:solidFill>
                      <a:srgbClr val="FF0000"/>
                    </a:solidFill>
                  </a:rPr>
                  <a:t>arrangement</a:t>
                </a:r>
                <a:r>
                  <a:rPr lang="en-US" dirty="0"/>
                  <a:t> in a definite order of a number of objects taken some or all at a time.</a:t>
                </a:r>
                <a:endParaRPr lang="en-IN" dirty="0"/>
              </a:p>
              <a:p>
                <a:pPr lvl="0"/>
                <a:r>
                  <a:rPr lang="en-US" dirty="0"/>
                  <a:t>Suppose that we are given ‘</a:t>
                </a:r>
                <a14:m>
                  <m:oMath xmlns:m="http://schemas.openxmlformats.org/officeDocument/2006/math">
                    <m:r>
                      <m:rPr>
                        <m:sty m:val="p"/>
                      </m:rPr>
                      <a:rPr lang="en-US" i="0">
                        <a:latin typeface="Cambria Math" panose="02040503050406030204" pitchFamily="18" charset="0"/>
                      </a:rPr>
                      <m:t>n</m:t>
                    </m:r>
                  </m:oMath>
                </a14:m>
                <a:r>
                  <a:rPr lang="en-US" dirty="0"/>
                  <a:t>’ distinct objects and wish to arrange ‘</a:t>
                </a:r>
                <a14:m>
                  <m:oMath xmlns:m="http://schemas.openxmlformats.org/officeDocument/2006/math">
                    <m:r>
                      <m:rPr>
                        <m:sty m:val="p"/>
                      </m:rPr>
                      <a:rPr lang="en-US" i="0">
                        <a:latin typeface="Cambria Math" panose="02040503050406030204" pitchFamily="18" charset="0"/>
                      </a:rPr>
                      <m:t>r</m:t>
                    </m:r>
                  </m:oMath>
                </a14:m>
                <a:r>
                  <a:rPr lang="en-US" dirty="0"/>
                  <a:t>’ of these objects in a line </a:t>
                </a:r>
                <a:r>
                  <a:rPr lang="en-US" b="1" dirty="0"/>
                  <a:t>without repeating</a:t>
                </a:r>
                <a:r>
                  <a:rPr lang="en-US" dirty="0"/>
                  <a:t>. </a:t>
                </a:r>
                <a14:m>
                  <m:oMath xmlns:m="http://schemas.openxmlformats.org/officeDocument/2006/math">
                    <m:d>
                      <m:dPr>
                        <m:ctrlPr>
                          <a:rPr lang="en-IN" i="1">
                            <a:latin typeface="Cambria Math" panose="02040503050406030204" pitchFamily="18" charset="0"/>
                          </a:rPr>
                        </m:ctrlPr>
                      </m:dPr>
                      <m:e>
                        <m:r>
                          <a:rPr lang="en-IN">
                            <a:latin typeface="Cambria Math" panose="02040503050406030204" pitchFamily="18" charset="0"/>
                          </a:rPr>
                          <m:t>0</m:t>
                        </m:r>
                        <m:r>
                          <a:rPr lang="en-US">
                            <a:latin typeface="Cambria Math" panose="02040503050406030204" pitchFamily="18" charset="0"/>
                          </a:rPr>
                          <m:t>≤</m:t>
                        </m:r>
                        <m:r>
                          <m:rPr>
                            <m:sty m:val="p"/>
                          </m:rPr>
                          <a:rPr lang="en-US">
                            <a:latin typeface="Cambria Math" panose="02040503050406030204" pitchFamily="18" charset="0"/>
                          </a:rPr>
                          <m:t>r</m:t>
                        </m:r>
                        <m:r>
                          <a:rPr lang="en-US">
                            <a:latin typeface="Cambria Math" panose="02040503050406030204" pitchFamily="18" charset="0"/>
                          </a:rPr>
                          <m:t>≤</m:t>
                        </m:r>
                        <m:r>
                          <m:rPr>
                            <m:sty m:val="p"/>
                          </m:rPr>
                          <a:rPr lang="en-US">
                            <a:latin typeface="Cambria Math" panose="02040503050406030204" pitchFamily="18" charset="0"/>
                          </a:rPr>
                          <m:t>n</m:t>
                        </m:r>
                      </m:e>
                    </m:d>
                  </m:oMath>
                </a14:m>
                <a:endParaRPr lang="en-US" dirty="0"/>
              </a:p>
              <a:p>
                <a:pPr lvl="0"/>
                <a:r>
                  <a:rPr lang="en-US" dirty="0"/>
                  <a:t>An ordered arrangement of </a:t>
                </a:r>
                <a14:m>
                  <m:oMath xmlns:m="http://schemas.openxmlformats.org/officeDocument/2006/math">
                    <m:r>
                      <m:rPr>
                        <m:sty m:val="p"/>
                      </m:rPr>
                      <a:rPr lang="en-US" i="0" dirty="0" smtClean="0">
                        <a:latin typeface="Cambria Math" panose="02040503050406030204" pitchFamily="18" charset="0"/>
                      </a:rPr>
                      <m:t>r</m:t>
                    </m:r>
                  </m:oMath>
                </a14:m>
                <a:r>
                  <a:rPr lang="en-US" dirty="0"/>
                  <a:t> elements of a set is known as </a:t>
                </a:r>
                <a14:m>
                  <m:oMath xmlns:m="http://schemas.openxmlformats.org/officeDocument/2006/math">
                    <m:r>
                      <m:rPr>
                        <m:sty m:val="p"/>
                      </m:rPr>
                      <a:rPr lang="en-US" i="0" dirty="0" smtClean="0">
                        <a:latin typeface="Cambria Math" panose="02040503050406030204" pitchFamily="18" charset="0"/>
                      </a:rPr>
                      <m:t>r</m:t>
                    </m:r>
                    <m:r>
                      <a:rPr lang="en-US" i="0" dirty="0" smtClean="0">
                        <a:latin typeface="Cambria Math" panose="02040503050406030204" pitchFamily="18" charset="0"/>
                      </a:rPr>
                      <m:t> </m:t>
                    </m:r>
                  </m:oMath>
                </a14:m>
                <a:r>
                  <a:rPr lang="en-US" dirty="0"/>
                  <a:t>– permutation.</a:t>
                </a:r>
                <a:endParaRPr lang="en-IN" dirty="0"/>
              </a:p>
              <a:p>
                <a:r>
                  <a:rPr lang="en-US" dirty="0"/>
                  <a:t>It is denoted by </a:t>
                </a:r>
                <a14:m>
                  <m:oMath xmlns:m="http://schemas.openxmlformats.org/officeDocument/2006/math">
                    <m:sSub>
                      <m:sSubPr>
                        <m:ctrlPr>
                          <a:rPr lang="en-IN" b="1" i="1" smtClean="0">
                            <a:solidFill>
                              <a:srgbClr val="FF0000"/>
                            </a:solidFill>
                            <a:latin typeface="Cambria Math" panose="02040503050406030204" pitchFamily="18" charset="0"/>
                          </a:rPr>
                        </m:ctrlPr>
                      </m:sSubPr>
                      <m:e>
                        <m:sPre>
                          <m:sPrePr>
                            <m:ctrlPr>
                              <a:rPr lang="en-US" b="1" i="1">
                                <a:solidFill>
                                  <a:srgbClr val="FF0000"/>
                                </a:solidFill>
                                <a:latin typeface="Cambria Math" panose="02040503050406030204" pitchFamily="18" charset="0"/>
                              </a:rPr>
                            </m:ctrlPr>
                          </m:sPrePr>
                          <m:sub>
                            <m:r>
                              <a:rPr lang="en-IN" b="1" i="0">
                                <a:solidFill>
                                  <a:srgbClr val="FF0000"/>
                                </a:solidFill>
                                <a:latin typeface="Cambria Math" panose="02040503050406030204" pitchFamily="18" charset="0"/>
                              </a:rPr>
                              <m:t> </m:t>
                            </m:r>
                          </m:sub>
                          <m:sup>
                            <m:r>
                              <a:rPr lang="en-IN" b="1" i="0">
                                <a:solidFill>
                                  <a:srgbClr val="FF0000"/>
                                </a:solidFill>
                                <a:latin typeface="Cambria Math" panose="02040503050406030204" pitchFamily="18" charset="0"/>
                              </a:rPr>
                              <m:t>𝐧</m:t>
                            </m:r>
                          </m:sup>
                          <m:e>
                            <m:r>
                              <a:rPr lang="en-IN" b="1" i="0">
                                <a:solidFill>
                                  <a:srgbClr val="FF0000"/>
                                </a:solidFill>
                                <a:latin typeface="Cambria Math" panose="02040503050406030204" pitchFamily="18" charset="0"/>
                              </a:rPr>
                              <m:t>𝐏</m:t>
                            </m:r>
                          </m:e>
                        </m:sPre>
                      </m:e>
                      <m:sub>
                        <m:r>
                          <a:rPr lang="en-IN" b="1" i="0">
                            <a:solidFill>
                              <a:srgbClr val="FF0000"/>
                            </a:solidFill>
                            <a:latin typeface="Cambria Math" panose="02040503050406030204" pitchFamily="18" charset="0"/>
                          </a:rPr>
                          <m:t>𝐫</m:t>
                        </m:r>
                      </m:sub>
                    </m:sSub>
                  </m:oMath>
                </a14:m>
                <a:r>
                  <a:rPr lang="en-US" dirty="0"/>
                  <a:t> or </a:t>
                </a:r>
                <a14:m>
                  <m:oMath xmlns:m="http://schemas.openxmlformats.org/officeDocument/2006/math">
                    <m:sSub>
                      <m:sSubPr>
                        <m:ctrlPr>
                          <a:rPr lang="en-IN" b="1" i="1" smtClean="0">
                            <a:solidFill>
                              <a:srgbClr val="FF0000"/>
                            </a:solidFill>
                            <a:latin typeface="Cambria Math" panose="02040503050406030204" pitchFamily="18" charset="0"/>
                          </a:rPr>
                        </m:ctrlPr>
                      </m:sSubPr>
                      <m:e>
                        <m:r>
                          <a:rPr lang="en-IN" b="1" i="0" smtClean="0">
                            <a:solidFill>
                              <a:srgbClr val="FF0000"/>
                            </a:solidFill>
                            <a:latin typeface="Cambria Math" panose="02040503050406030204" pitchFamily="18" charset="0"/>
                          </a:rPr>
                          <m:t> </m:t>
                        </m:r>
                      </m:e>
                      <m:sub>
                        <m:r>
                          <a:rPr lang="en-IN" b="1" i="0" smtClean="0">
                            <a:solidFill>
                              <a:srgbClr val="FF0000"/>
                            </a:solidFill>
                            <a:latin typeface="Cambria Math" panose="02040503050406030204" pitchFamily="18" charset="0"/>
                          </a:rPr>
                          <m:t>𝐧</m:t>
                        </m:r>
                      </m:sub>
                    </m:sSub>
                    <m:sSub>
                      <m:sSubPr>
                        <m:ctrlPr>
                          <a:rPr lang="en-IN" b="1" i="1" smtClean="0">
                            <a:solidFill>
                              <a:srgbClr val="FF0000"/>
                            </a:solidFill>
                            <a:latin typeface="Cambria Math" panose="02040503050406030204" pitchFamily="18" charset="0"/>
                          </a:rPr>
                        </m:ctrlPr>
                      </m:sSubPr>
                      <m:e>
                        <m:r>
                          <a:rPr lang="en-IN" b="1" i="0" smtClean="0">
                            <a:solidFill>
                              <a:srgbClr val="FF0000"/>
                            </a:solidFill>
                            <a:latin typeface="Cambria Math" panose="02040503050406030204" pitchFamily="18" charset="0"/>
                          </a:rPr>
                          <m:t>𝐏</m:t>
                        </m:r>
                      </m:e>
                      <m:sub>
                        <m:r>
                          <a:rPr lang="en-IN" b="1" i="0" smtClean="0">
                            <a:solidFill>
                              <a:srgbClr val="FF0000"/>
                            </a:solidFill>
                            <a:latin typeface="Cambria Math" panose="02040503050406030204" pitchFamily="18" charset="0"/>
                          </a:rPr>
                          <m:t>𝐫</m:t>
                        </m:r>
                      </m:sub>
                    </m:sSub>
                    <m:r>
                      <a:rPr lang="en-IN" b="0" i="0" smtClean="0">
                        <a:latin typeface="Cambria Math" panose="02040503050406030204" pitchFamily="18" charset="0"/>
                      </a:rPr>
                      <m:t> </m:t>
                    </m:r>
                  </m:oMath>
                </a14:m>
                <a:r>
                  <a:rPr lang="en-US" dirty="0"/>
                  <a:t> or </a:t>
                </a:r>
                <a14:m>
                  <m:oMath xmlns:m="http://schemas.openxmlformats.org/officeDocument/2006/math">
                    <m:r>
                      <a:rPr lang="en-IN" b="1" i="0" smtClean="0">
                        <a:solidFill>
                          <a:srgbClr val="FF0000"/>
                        </a:solidFill>
                        <a:latin typeface="Cambria Math" panose="02040503050406030204" pitchFamily="18" charset="0"/>
                      </a:rPr>
                      <m:t>𝐏</m:t>
                    </m:r>
                    <m:d>
                      <m:dPr>
                        <m:ctrlPr>
                          <a:rPr lang="en-IN" b="1" i="1" smtClean="0">
                            <a:solidFill>
                              <a:srgbClr val="FF0000"/>
                            </a:solidFill>
                            <a:latin typeface="Cambria Math" panose="02040503050406030204" pitchFamily="18" charset="0"/>
                          </a:rPr>
                        </m:ctrlPr>
                      </m:dPr>
                      <m:e>
                        <m:r>
                          <a:rPr lang="en-IN" b="1" i="0" smtClean="0">
                            <a:solidFill>
                              <a:srgbClr val="FF0000"/>
                            </a:solidFill>
                            <a:latin typeface="Cambria Math" panose="02040503050406030204" pitchFamily="18" charset="0"/>
                          </a:rPr>
                          <m:t>𝐧</m:t>
                        </m:r>
                        <m:r>
                          <a:rPr lang="en-IN" b="1" i="0" smtClean="0">
                            <a:solidFill>
                              <a:srgbClr val="FF0000"/>
                            </a:solidFill>
                            <a:latin typeface="Cambria Math" panose="02040503050406030204" pitchFamily="18" charset="0"/>
                          </a:rPr>
                          <m:t>,</m:t>
                        </m:r>
                        <m:r>
                          <a:rPr lang="en-IN" b="1" i="0" smtClean="0">
                            <a:solidFill>
                              <a:srgbClr val="FF0000"/>
                            </a:solidFill>
                            <a:latin typeface="Cambria Math" panose="02040503050406030204" pitchFamily="18" charset="0"/>
                          </a:rPr>
                          <m:t>𝐫</m:t>
                        </m:r>
                      </m:e>
                    </m:d>
                  </m:oMath>
                </a14:m>
                <a:r>
                  <a:rPr lang="en-US" dirty="0"/>
                  <a:t>. </a:t>
                </a:r>
              </a:p>
              <a:p>
                <a:r>
                  <a:rPr lang="en-US" dirty="0"/>
                  <a:t>Total number of </a:t>
                </a:r>
                <a:r>
                  <a:rPr lang="en-IN" dirty="0"/>
                  <a:t>permutation </a:t>
                </a:r>
                <a:r>
                  <a:rPr lang="en-US" dirty="0"/>
                  <a:t>(arrangements) can be calculated as follow:</a:t>
                </a:r>
                <a:endParaRPr lang="en-IN" dirty="0"/>
              </a:p>
              <a:p>
                <a:pPr marL="269875" indent="0">
                  <a:buNone/>
                </a:pPr>
                <a14:m>
                  <m:oMathPara xmlns:m="http://schemas.openxmlformats.org/officeDocument/2006/math">
                    <m:oMathParaPr>
                      <m:jc m:val="left"/>
                    </m:oMathParaPr>
                    <m:oMath xmlns:m="http://schemas.openxmlformats.org/officeDocument/2006/math">
                      <m:r>
                        <a:rPr lang="en-US" b="1" i="0" smtClean="0">
                          <a:solidFill>
                            <a:srgbClr val="002060"/>
                          </a:solidFill>
                          <a:latin typeface="Cambria Math" panose="02040503050406030204" pitchFamily="18" charset="0"/>
                        </a:rPr>
                        <m:t>𝐏</m:t>
                      </m:r>
                      <m:d>
                        <m:dPr>
                          <m:ctrlPr>
                            <a:rPr lang="en-IN" b="1" i="1">
                              <a:solidFill>
                                <a:srgbClr val="002060"/>
                              </a:solidFill>
                              <a:latin typeface="Cambria Math" panose="02040503050406030204" pitchFamily="18" charset="0"/>
                            </a:rPr>
                          </m:ctrlPr>
                        </m:dPr>
                        <m:e>
                          <m:r>
                            <a:rPr lang="en-US" b="1" i="0" smtClean="0">
                              <a:solidFill>
                                <a:srgbClr val="FF0000"/>
                              </a:solidFill>
                              <a:latin typeface="Cambria Math" panose="02040503050406030204" pitchFamily="18" charset="0"/>
                            </a:rPr>
                            <m:t>𝐧</m:t>
                          </m:r>
                          <m:r>
                            <a:rPr lang="en-US" b="1" i="0">
                              <a:solidFill>
                                <a:srgbClr val="002060"/>
                              </a:solidFill>
                              <a:latin typeface="Cambria Math" panose="02040503050406030204" pitchFamily="18" charset="0"/>
                            </a:rPr>
                            <m:t>, </m:t>
                          </m:r>
                          <m:r>
                            <a:rPr lang="en-US" b="1" i="0" smtClean="0">
                              <a:solidFill>
                                <a:srgbClr val="0070C0"/>
                              </a:solidFill>
                              <a:latin typeface="Cambria Math" panose="02040503050406030204" pitchFamily="18" charset="0"/>
                            </a:rPr>
                            <m:t>𝐫</m:t>
                          </m:r>
                        </m:e>
                      </m:d>
                      <m:r>
                        <a:rPr lang="en-US" b="1" i="0">
                          <a:solidFill>
                            <a:srgbClr val="002060"/>
                          </a:solidFill>
                          <a:latin typeface="Cambria Math" panose="02040503050406030204" pitchFamily="18" charset="0"/>
                        </a:rPr>
                        <m:t>=</m:t>
                      </m:r>
                      <m:sSub>
                        <m:sSubPr>
                          <m:ctrlPr>
                            <a:rPr lang="en-IN" b="1" i="1" smtClean="0">
                              <a:solidFill>
                                <a:srgbClr val="002060"/>
                              </a:solidFill>
                              <a:latin typeface="Cambria Math" panose="02040503050406030204" pitchFamily="18" charset="0"/>
                            </a:rPr>
                          </m:ctrlPr>
                        </m:sSubPr>
                        <m:e>
                          <m:sPre>
                            <m:sPrePr>
                              <m:ctrlPr>
                                <a:rPr lang="en-US" b="1" i="1" smtClean="0">
                                  <a:solidFill>
                                    <a:srgbClr val="002060"/>
                                  </a:solidFill>
                                  <a:latin typeface="Cambria Math" panose="02040503050406030204" pitchFamily="18" charset="0"/>
                                </a:rPr>
                              </m:ctrlPr>
                            </m:sPrePr>
                            <m:sub>
                              <m:r>
                                <a:rPr lang="en-IN" b="1" i="0" smtClean="0">
                                  <a:solidFill>
                                    <a:srgbClr val="002060"/>
                                  </a:solidFill>
                                  <a:latin typeface="Cambria Math" panose="02040503050406030204" pitchFamily="18" charset="0"/>
                                </a:rPr>
                                <m:t> </m:t>
                              </m:r>
                            </m:sub>
                            <m:sup>
                              <m:r>
                                <a:rPr lang="en-IN" b="1" i="0" smtClean="0">
                                  <a:solidFill>
                                    <a:srgbClr val="FF0000"/>
                                  </a:solidFill>
                                  <a:latin typeface="Cambria Math" panose="02040503050406030204" pitchFamily="18" charset="0"/>
                                </a:rPr>
                                <m:t>𝐧</m:t>
                              </m:r>
                            </m:sup>
                            <m:e>
                              <m:r>
                                <a:rPr lang="en-IN" b="1" i="0" smtClean="0">
                                  <a:latin typeface="Cambria Math" panose="02040503050406030204" pitchFamily="18" charset="0"/>
                                </a:rPr>
                                <m:t>𝐏</m:t>
                              </m:r>
                            </m:e>
                          </m:sPre>
                        </m:e>
                        <m:sub>
                          <m:r>
                            <a:rPr lang="en-IN" b="1" i="0" smtClean="0">
                              <a:solidFill>
                                <a:srgbClr val="0070C0"/>
                              </a:solidFill>
                              <a:latin typeface="Cambria Math" panose="02040503050406030204" pitchFamily="18" charset="0"/>
                            </a:rPr>
                            <m:t>𝐫</m:t>
                          </m:r>
                        </m:sub>
                      </m:sSub>
                      <m:r>
                        <a:rPr lang="en-US" b="1" i="0">
                          <a:solidFill>
                            <a:srgbClr val="002060"/>
                          </a:solidFill>
                          <a:latin typeface="Cambria Math" panose="02040503050406030204" pitchFamily="18" charset="0"/>
                        </a:rPr>
                        <m:t>=</m:t>
                      </m:r>
                      <m:f>
                        <m:fPr>
                          <m:ctrlPr>
                            <a:rPr lang="en-IN" b="1" i="1">
                              <a:solidFill>
                                <a:srgbClr val="002060"/>
                              </a:solidFill>
                              <a:latin typeface="Cambria Math" panose="02040503050406030204" pitchFamily="18" charset="0"/>
                            </a:rPr>
                          </m:ctrlPr>
                        </m:fPr>
                        <m:num>
                          <m:r>
                            <a:rPr lang="en-US" b="1" i="0" smtClean="0">
                              <a:solidFill>
                                <a:srgbClr val="FF0000"/>
                              </a:solidFill>
                              <a:latin typeface="Cambria Math" panose="02040503050406030204" pitchFamily="18" charset="0"/>
                            </a:rPr>
                            <m:t>𝐧</m:t>
                          </m:r>
                          <m:r>
                            <a:rPr lang="en-US" b="1" i="0" smtClean="0">
                              <a:solidFill>
                                <a:srgbClr val="002060"/>
                              </a:solidFill>
                              <a:latin typeface="Cambria Math" panose="02040503050406030204" pitchFamily="18" charset="0"/>
                            </a:rPr>
                            <m:t>!</m:t>
                          </m:r>
                        </m:num>
                        <m:den>
                          <m:r>
                            <a:rPr lang="en-US" b="1" i="0">
                              <a:solidFill>
                                <a:srgbClr val="002060"/>
                              </a:solidFill>
                              <a:latin typeface="Cambria Math" panose="02040503050406030204" pitchFamily="18" charset="0"/>
                            </a:rPr>
                            <m:t> </m:t>
                          </m:r>
                          <m:d>
                            <m:dPr>
                              <m:ctrlPr>
                                <a:rPr lang="en-IN" b="1" i="1">
                                  <a:solidFill>
                                    <a:srgbClr val="002060"/>
                                  </a:solidFill>
                                  <a:latin typeface="Cambria Math" panose="02040503050406030204" pitchFamily="18" charset="0"/>
                                </a:rPr>
                              </m:ctrlPr>
                            </m:dPr>
                            <m:e>
                              <m:r>
                                <a:rPr lang="en-US" b="1" i="0" smtClean="0">
                                  <a:solidFill>
                                    <a:srgbClr val="FF0000"/>
                                  </a:solidFill>
                                  <a:latin typeface="Cambria Math" panose="02040503050406030204" pitchFamily="18" charset="0"/>
                                </a:rPr>
                                <m:t>𝐧</m:t>
                              </m:r>
                              <m:r>
                                <a:rPr lang="en-US" b="1" i="0">
                                  <a:solidFill>
                                    <a:srgbClr val="002060"/>
                                  </a:solidFill>
                                  <a:latin typeface="Cambria Math" panose="02040503050406030204" pitchFamily="18" charset="0"/>
                                </a:rPr>
                                <m:t>−</m:t>
                              </m:r>
                              <m:r>
                                <a:rPr lang="en-US" b="1" i="0" smtClean="0">
                                  <a:solidFill>
                                    <a:srgbClr val="0070C0"/>
                                  </a:solidFill>
                                  <a:latin typeface="Cambria Math" panose="02040503050406030204" pitchFamily="18" charset="0"/>
                                </a:rPr>
                                <m:t>𝐫</m:t>
                              </m:r>
                            </m:e>
                          </m:d>
                          <m:r>
                            <a:rPr lang="en-US" b="1" i="0">
                              <a:solidFill>
                                <a:srgbClr val="002060"/>
                              </a:solidFill>
                              <a:latin typeface="Cambria Math" panose="02040503050406030204" pitchFamily="18" charset="0"/>
                            </a:rPr>
                            <m:t>! </m:t>
                          </m:r>
                        </m:den>
                      </m:f>
                    </m:oMath>
                  </m:oMathPara>
                </a14:m>
                <a:endParaRPr lang="en-IN" dirty="0"/>
              </a:p>
            </p:txBody>
          </p:sp>
        </mc:Choice>
        <mc:Fallback xmlns="">
          <p:sp>
            <p:nvSpPr>
              <p:cNvPr id="5" name="Content Placeholder 4">
                <a:extLst>
                  <a:ext uri="{FF2B5EF4-FFF2-40B4-BE49-F238E27FC236}">
                    <a16:creationId xmlns:a16="http://schemas.microsoft.com/office/drawing/2014/main" id="{0346D6E4-2CDF-4CD2-9674-A490F9F9E356}"/>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3292264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Permutation (Arrangement)</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r>
                  <a:rPr lang="en-US" b="1" dirty="0">
                    <a:solidFill>
                      <a:schemeClr val="accent6">
                        <a:lumMod val="50000"/>
                      </a:schemeClr>
                    </a:solidFill>
                  </a:rPr>
                  <a:t>For example:</a:t>
                </a:r>
                <a:endParaRPr lang="en-IN" dirty="0"/>
              </a:p>
              <a:p>
                <a:pPr lvl="1"/>
                <a:r>
                  <a:rPr lang="en-US" dirty="0"/>
                  <a:t>A number of </a:t>
                </a:r>
                <a14:m>
                  <m:oMath xmlns:m="http://schemas.openxmlformats.org/officeDocument/2006/math">
                    <m:r>
                      <a:rPr lang="en-US" i="1" dirty="0" smtClean="0">
                        <a:latin typeface="Cambria Math" panose="02040503050406030204" pitchFamily="18" charset="0"/>
                      </a:rPr>
                      <m:t>3</m:t>
                    </m:r>
                  </m:oMath>
                </a14:m>
                <a:r>
                  <a:rPr lang="en-US" dirty="0"/>
                  <a:t> lettered words which can be formed by without repeating letters of the word “</a:t>
                </a:r>
                <a:r>
                  <a:rPr lang="en-US" b="1" dirty="0"/>
                  <a:t>NUMBER</a:t>
                </a:r>
                <a:r>
                  <a:rPr lang="en-US" dirty="0"/>
                  <a:t>” is, </a:t>
                </a:r>
                <a:endParaRPr lang="en-IN" dirty="0"/>
              </a:p>
              <a:p>
                <a:pPr marL="536575" indent="0">
                  <a:buNone/>
                </a:pPr>
                <a14:m>
                  <m:oMathPara xmlns:m="http://schemas.openxmlformats.org/officeDocument/2006/math">
                    <m:oMathParaPr>
                      <m:jc m:val="left"/>
                    </m:oMathParaPr>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a:rPr lang="en-US">
                              <a:latin typeface="Cambria Math" panose="02040503050406030204" pitchFamily="18" charset="0"/>
                            </a:rPr>
                            <m:t>5, 3</m:t>
                          </m:r>
                        </m:e>
                      </m:d>
                      <m:r>
                        <a:rPr lang="en-US">
                          <a:latin typeface="Cambria Math" panose="02040503050406030204" pitchFamily="18" charset="0"/>
                        </a:rPr>
                        <m:t>=</m:t>
                      </m:r>
                      <m:sSub>
                        <m:sSubPr>
                          <m:ctrlPr>
                            <a:rPr lang="en-IN" i="1" smtClean="0">
                              <a:solidFill>
                                <a:srgbClr val="002060"/>
                              </a:solidFill>
                              <a:latin typeface="Cambria Math" panose="02040503050406030204" pitchFamily="18" charset="0"/>
                            </a:rPr>
                          </m:ctrlPr>
                        </m:sSubPr>
                        <m:e>
                          <m:sPre>
                            <m:sPrePr>
                              <m:ctrlPr>
                                <a:rPr lang="en-US" i="1">
                                  <a:solidFill>
                                    <a:srgbClr val="002060"/>
                                  </a:solidFill>
                                  <a:latin typeface="Cambria Math" panose="02040503050406030204" pitchFamily="18" charset="0"/>
                                </a:rPr>
                              </m:ctrlPr>
                            </m:sPrePr>
                            <m:sub>
                              <m:r>
                                <a:rPr lang="en-IN" b="0">
                                  <a:solidFill>
                                    <a:srgbClr val="002060"/>
                                  </a:solidFill>
                                  <a:latin typeface="Cambria Math" panose="02040503050406030204" pitchFamily="18" charset="0"/>
                                </a:rPr>
                                <m:t> </m:t>
                              </m:r>
                            </m:sub>
                            <m:sup>
                              <m:r>
                                <a:rPr lang="en-IN" b="0" i="1" smtClean="0">
                                  <a:solidFill>
                                    <a:srgbClr val="002060"/>
                                  </a:solidFill>
                                  <a:latin typeface="Cambria Math" panose="02040503050406030204" pitchFamily="18" charset="0"/>
                                </a:rPr>
                                <m:t>6</m:t>
                              </m:r>
                            </m:sup>
                            <m:e>
                              <m:r>
                                <m:rPr>
                                  <m:sty m:val="p"/>
                                </m:rPr>
                                <a:rPr lang="en-IN" b="0" i="1">
                                  <a:solidFill>
                                    <a:srgbClr val="002060"/>
                                  </a:solidFill>
                                  <a:latin typeface="Cambria Math" panose="02040503050406030204" pitchFamily="18" charset="0"/>
                                </a:rPr>
                                <m:t>P</m:t>
                              </m:r>
                            </m:e>
                          </m:sPre>
                        </m:e>
                        <m:sub>
                          <m:r>
                            <a:rPr lang="en-IN" b="0" i="1" smtClean="0">
                              <a:solidFill>
                                <a:srgbClr val="002060"/>
                              </a:solidFill>
                              <a:latin typeface="Cambria Math" panose="02040503050406030204" pitchFamily="18" charset="0"/>
                            </a:rPr>
                            <m:t>3</m:t>
                          </m:r>
                        </m:sub>
                      </m:sSub>
                      <m:f>
                        <m:fPr>
                          <m:ctrlPr>
                            <a:rPr lang="en-IN" i="1" smtClean="0">
                              <a:solidFill>
                                <a:schemeClr val="bg1"/>
                              </a:solidFill>
                              <a:latin typeface="Cambria Math" panose="02040503050406030204" pitchFamily="18" charset="0"/>
                            </a:rPr>
                          </m:ctrlPr>
                        </m:fPr>
                        <m:num>
                          <m:r>
                            <a:rPr lang="en-US">
                              <a:solidFill>
                                <a:schemeClr val="bg1"/>
                              </a:solidFill>
                              <a:latin typeface="Cambria Math" panose="02040503050406030204" pitchFamily="18" charset="0"/>
                            </a:rPr>
                            <m:t>5!</m:t>
                          </m:r>
                        </m:num>
                        <m:den>
                          <m:r>
                            <a:rPr lang="en-US">
                              <a:solidFill>
                                <a:schemeClr val="bg1"/>
                              </a:solidFill>
                              <a:latin typeface="Cambria Math" panose="02040503050406030204" pitchFamily="18" charset="0"/>
                            </a:rPr>
                            <m:t> </m:t>
                          </m:r>
                          <m:d>
                            <m:dPr>
                              <m:ctrlPr>
                                <a:rPr lang="en-IN" i="1">
                                  <a:solidFill>
                                    <a:schemeClr val="bg1"/>
                                  </a:solidFill>
                                  <a:latin typeface="Cambria Math" panose="02040503050406030204" pitchFamily="18" charset="0"/>
                                </a:rPr>
                              </m:ctrlPr>
                            </m:dPr>
                            <m:e>
                              <m:r>
                                <a:rPr lang="en-US">
                                  <a:solidFill>
                                    <a:schemeClr val="bg1"/>
                                  </a:solidFill>
                                  <a:latin typeface="Cambria Math" panose="02040503050406030204" pitchFamily="18" charset="0"/>
                                </a:rPr>
                                <m:t>5</m:t>
                              </m:r>
                              <m:r>
                                <a:rPr lang="en-US" i="1">
                                  <a:solidFill>
                                    <a:schemeClr val="bg1"/>
                                  </a:solidFill>
                                  <a:latin typeface="Cambria Math" panose="02040503050406030204" pitchFamily="18" charset="0"/>
                                </a:rPr>
                                <m:t>−</m:t>
                              </m:r>
                              <m:r>
                                <a:rPr lang="en-US">
                                  <a:solidFill>
                                    <a:schemeClr val="bg1"/>
                                  </a:solidFill>
                                  <a:latin typeface="Cambria Math" panose="02040503050406030204" pitchFamily="18" charset="0"/>
                                </a:rPr>
                                <m:t>3</m:t>
                              </m:r>
                            </m:e>
                          </m:d>
                          <m:r>
                            <a:rPr lang="en-US">
                              <a:solidFill>
                                <a:schemeClr val="bg1"/>
                              </a:solidFill>
                              <a:latin typeface="Cambria Math" panose="02040503050406030204" pitchFamily="18" charset="0"/>
                            </a:rPr>
                            <m:t>! </m:t>
                          </m:r>
                        </m:den>
                      </m:f>
                      <m:r>
                        <a:rPr lang="en-US">
                          <a:solidFill>
                            <a:schemeClr val="bg1"/>
                          </a:solidFill>
                          <a:latin typeface="Cambria Math" panose="02040503050406030204" pitchFamily="18" charset="0"/>
                        </a:rPr>
                        <m:t>=60</m:t>
                      </m:r>
                    </m:oMath>
                  </m:oMathPara>
                </a14:m>
                <a:endParaRPr lang="en-GB" dirty="0">
                  <a:solidFill>
                    <a:schemeClr val="bg1"/>
                  </a:solidFill>
                </a:endParaRPr>
              </a:p>
            </p:txBody>
          </p:sp>
        </mc:Choice>
        <mc:Fallback xmlns="">
          <p:sp>
            <p:nvSpPr>
              <p:cNvPr id="5" name="Content Placeholder 4">
                <a:extLst>
                  <a:ext uri="{FF2B5EF4-FFF2-40B4-BE49-F238E27FC236}">
                    <a16:creationId xmlns:a16="http://schemas.microsoft.com/office/drawing/2014/main" id="{0346D6E4-2CDF-4CD2-9674-A490F9F9E356}"/>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145D3A3-9346-4E99-B113-D5FFFE32F925}"/>
                  </a:ext>
                </a:extLst>
              </p:cNvPr>
              <p:cNvSpPr txBox="1"/>
              <p:nvPr/>
            </p:nvSpPr>
            <p:spPr>
              <a:xfrm>
                <a:off x="2760874" y="2819433"/>
                <a:ext cx="1897380" cy="97148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6</m:t>
                          </m:r>
                          <m:r>
                            <a:rPr lang="en-US" sz="2800">
                              <a:solidFill>
                                <a:srgbClr val="002060"/>
                              </a:solidFill>
                              <a:latin typeface="Cambria Math" panose="02040503050406030204" pitchFamily="18" charset="0"/>
                            </a:rPr>
                            <m:t>!</m:t>
                          </m:r>
                        </m:num>
                        <m:den>
                          <m:r>
                            <a:rPr lang="en-US" sz="280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6</m:t>
                              </m:r>
                              <m:r>
                                <a:rPr lang="en-US" sz="2800" i="1">
                                  <a:solidFill>
                                    <a:srgbClr val="002060"/>
                                  </a:solidFill>
                                  <a:latin typeface="Cambria Math" panose="02040503050406030204" pitchFamily="18" charset="0"/>
                                </a:rPr>
                                <m:t>−</m:t>
                              </m:r>
                              <m:r>
                                <a:rPr lang="en-US" sz="2800">
                                  <a:solidFill>
                                    <a:srgbClr val="002060"/>
                                  </a:solidFill>
                                  <a:latin typeface="Cambria Math" panose="02040503050406030204" pitchFamily="18" charset="0"/>
                                </a:rPr>
                                <m:t>3</m:t>
                              </m:r>
                            </m:e>
                          </m:d>
                          <m:r>
                            <a:rPr lang="en-US" sz="280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6" name="TextBox 5">
                <a:extLst>
                  <a:ext uri="{FF2B5EF4-FFF2-40B4-BE49-F238E27FC236}">
                    <a16:creationId xmlns:a16="http://schemas.microsoft.com/office/drawing/2014/main" id="{7145D3A3-9346-4E99-B113-D5FFFE32F925}"/>
                  </a:ext>
                </a:extLst>
              </p:cNvPr>
              <p:cNvSpPr txBox="1">
                <a:spLocks noRot="1" noChangeAspect="1" noMove="1" noResize="1" noEditPoints="1" noAdjustHandles="1" noChangeArrowheads="1" noChangeShapeType="1" noTextEdit="1"/>
              </p:cNvSpPr>
              <p:nvPr/>
            </p:nvSpPr>
            <p:spPr>
              <a:xfrm>
                <a:off x="2760874" y="2819433"/>
                <a:ext cx="1897380" cy="971484"/>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BBC85EC-EAA5-4356-AA77-FC086DB03387}"/>
                  </a:ext>
                </a:extLst>
              </p:cNvPr>
              <p:cNvSpPr txBox="1"/>
              <p:nvPr/>
            </p:nvSpPr>
            <p:spPr>
              <a:xfrm>
                <a:off x="4658254" y="3043565"/>
                <a:ext cx="114829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120</m:t>
                      </m:r>
                    </m:oMath>
                  </m:oMathPara>
                </a14:m>
                <a:endParaRPr lang="en-IN" sz="2800" dirty="0">
                  <a:solidFill>
                    <a:srgbClr val="002060"/>
                  </a:solidFill>
                </a:endParaRPr>
              </a:p>
            </p:txBody>
          </p:sp>
        </mc:Choice>
        <mc:Fallback xmlns="">
          <p:sp>
            <p:nvSpPr>
              <p:cNvPr id="7" name="TextBox 6">
                <a:extLst>
                  <a:ext uri="{FF2B5EF4-FFF2-40B4-BE49-F238E27FC236}">
                    <a16:creationId xmlns:a16="http://schemas.microsoft.com/office/drawing/2014/main" id="{CBBC85EC-EAA5-4356-AA77-FC086DB03387}"/>
                  </a:ext>
                </a:extLst>
              </p:cNvPr>
              <p:cNvSpPr txBox="1">
                <a:spLocks noRot="1" noChangeAspect="1" noMove="1" noResize="1" noEditPoints="1" noAdjustHandles="1" noChangeArrowheads="1" noChangeShapeType="1" noTextEdit="1"/>
              </p:cNvSpPr>
              <p:nvPr/>
            </p:nvSpPr>
            <p:spPr>
              <a:xfrm>
                <a:off x="4658254" y="3043565"/>
                <a:ext cx="1148292" cy="523220"/>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842961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Permutation (Arrangement)</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pPr lvl="0"/>
                <a:r>
                  <a:rPr lang="en-US" b="1" dirty="0"/>
                  <a:t>Some important results</a:t>
                </a:r>
              </a:p>
              <a:p>
                <a:pPr lvl="1"/>
                <a14:m>
                  <m:oMath xmlns:m="http://schemas.openxmlformats.org/officeDocument/2006/math">
                    <m:sSub>
                      <m:sSubPr>
                        <m:ctrlPr>
                          <a:rPr lang="en-IN" i="1">
                            <a:latin typeface="Cambria Math" panose="02040503050406030204" pitchFamily="18" charset="0"/>
                          </a:rPr>
                        </m:ctrlPr>
                      </m:sSubPr>
                      <m:e>
                        <m:sPre>
                          <m:sPrePr>
                            <m:ctrlPr>
                              <a:rPr lang="en-IN" i="1">
                                <a:latin typeface="Cambria Math" panose="02040503050406030204" pitchFamily="18" charset="0"/>
                              </a:rPr>
                            </m:ctrlPr>
                          </m:sPrePr>
                          <m:sub>
                            <m:r>
                              <a:rPr lang="en-IN" b="0" i="1" smtClean="0">
                                <a:latin typeface="Cambria Math" panose="02040503050406030204" pitchFamily="18" charset="0"/>
                              </a:rPr>
                              <m:t> </m:t>
                            </m:r>
                          </m:sub>
                          <m:sup>
                            <m:r>
                              <m:rPr>
                                <m:sty m:val="p"/>
                              </m:rPr>
                              <a:rPr lang="en-US">
                                <a:latin typeface="Cambria Math" panose="02040503050406030204" pitchFamily="18" charset="0"/>
                              </a:rPr>
                              <m:t>n</m:t>
                            </m:r>
                          </m:sup>
                          <m:e>
                            <m:r>
                              <m:rPr>
                                <m:sty m:val="p"/>
                              </m:rPr>
                              <a:rPr lang="en-US">
                                <a:latin typeface="Cambria Math" panose="02040503050406030204" pitchFamily="18" charset="0"/>
                              </a:rPr>
                              <m:t>P</m:t>
                            </m:r>
                          </m:e>
                        </m:sPre>
                      </m:e>
                      <m:sub>
                        <m:r>
                          <m:rPr>
                            <m:sty m:val="p"/>
                          </m:rPr>
                          <a:rPr lang="en-US">
                            <a:latin typeface="Cambria Math" panose="02040503050406030204" pitchFamily="18" charset="0"/>
                          </a:rPr>
                          <m:t>n</m:t>
                        </m:r>
                      </m:sub>
                    </m:sSub>
                    <m:r>
                      <a:rPr lang="en-US">
                        <a:latin typeface="Cambria Math" panose="02040503050406030204" pitchFamily="18" charset="0"/>
                      </a:rPr>
                      <m:t>=</m:t>
                    </m:r>
                    <m:r>
                      <m:rPr>
                        <m:sty m:val="p"/>
                      </m:rPr>
                      <a:rPr lang="en-US">
                        <a:latin typeface="Cambria Math" panose="02040503050406030204" pitchFamily="18" charset="0"/>
                      </a:rPr>
                      <m:t>n</m:t>
                    </m:r>
                    <m:r>
                      <a:rPr lang="en-US">
                        <a:latin typeface="Cambria Math" panose="02040503050406030204" pitchFamily="18" charset="0"/>
                      </a:rPr>
                      <m:t>!</m:t>
                    </m:r>
                  </m:oMath>
                </a14:m>
                <a:endParaRPr lang="en-IN" dirty="0"/>
              </a:p>
              <a:p>
                <a:pPr lvl="1"/>
                <a14:m>
                  <m:oMath xmlns:m="http://schemas.openxmlformats.org/officeDocument/2006/math">
                    <m:sSub>
                      <m:sSubPr>
                        <m:ctrlPr>
                          <a:rPr lang="en-IN" i="1">
                            <a:latin typeface="Cambria Math" panose="02040503050406030204" pitchFamily="18" charset="0"/>
                          </a:rPr>
                        </m:ctrlPr>
                      </m:sSubPr>
                      <m:e>
                        <m:sPre>
                          <m:sPrePr>
                            <m:ctrlPr>
                              <a:rPr lang="en-IN" i="1">
                                <a:latin typeface="Cambria Math" panose="02040503050406030204" pitchFamily="18" charset="0"/>
                              </a:rPr>
                            </m:ctrlPr>
                          </m:sPrePr>
                          <m:sub>
                            <m:r>
                              <a:rPr lang="en-IN" b="0" i="1" smtClean="0">
                                <a:latin typeface="Cambria Math" panose="02040503050406030204" pitchFamily="18" charset="0"/>
                              </a:rPr>
                              <m:t> </m:t>
                            </m:r>
                          </m:sub>
                          <m:sup>
                            <m:r>
                              <m:rPr>
                                <m:sty m:val="p"/>
                              </m:rPr>
                              <a:rPr lang="en-US">
                                <a:latin typeface="Cambria Math" panose="02040503050406030204" pitchFamily="18" charset="0"/>
                              </a:rPr>
                              <m:t>n</m:t>
                            </m:r>
                          </m:sup>
                          <m:e>
                            <m:r>
                              <m:rPr>
                                <m:sty m:val="p"/>
                              </m:rPr>
                              <a:rPr lang="en-US">
                                <a:latin typeface="Cambria Math" panose="02040503050406030204" pitchFamily="18" charset="0"/>
                              </a:rPr>
                              <m:t>P</m:t>
                            </m:r>
                          </m:e>
                        </m:sPre>
                      </m:e>
                      <m:sub>
                        <m:r>
                          <a:rPr lang="en-US">
                            <a:latin typeface="Cambria Math" panose="02040503050406030204" pitchFamily="18" charset="0"/>
                          </a:rPr>
                          <m:t>0</m:t>
                        </m:r>
                      </m:sub>
                    </m:sSub>
                    <m:r>
                      <a:rPr lang="en-US">
                        <a:latin typeface="Cambria Math" panose="02040503050406030204" pitchFamily="18" charset="0"/>
                      </a:rPr>
                      <m:t>=1</m:t>
                    </m:r>
                  </m:oMath>
                </a14:m>
                <a:endParaRPr lang="en-IN" dirty="0"/>
              </a:p>
              <a:p>
                <a:pPr lvl="1" fontAlgn="base"/>
                <a:r>
                  <a:rPr lang="en-US" dirty="0">
                    <a:effectLst>
                      <a:glow>
                        <a:srgbClr val="000000"/>
                      </a:glow>
                      <a:outerShdw sx="0" sy="0">
                        <a:srgbClr val="000000"/>
                      </a:outerShdw>
                      <a:reflection stA="0" endPos="0" fadeDir="0" sx="0" sy="0"/>
                    </a:effectLst>
                  </a:rPr>
                  <a:t>When all the objects are distinct, the number of permutations </a:t>
                </a:r>
                <a:r>
                  <a:rPr lang="en-US" b="1" dirty="0">
                    <a:effectLst>
                      <a:glow>
                        <a:srgbClr val="000000"/>
                      </a:glow>
                      <a:outerShdw sx="0" sy="0">
                        <a:srgbClr val="000000"/>
                      </a:outerShdw>
                      <a:reflection stA="0" endPos="0" fadeDir="0" sx="0" sy="0"/>
                    </a:effectLst>
                  </a:rPr>
                  <a:t>with repeating </a:t>
                </a:r>
                <a:r>
                  <a:rPr lang="en-US" dirty="0">
                    <a:effectLst>
                      <a:glow>
                        <a:srgbClr val="000000"/>
                      </a:glow>
                      <a:outerShdw sx="0" sy="0">
                        <a:srgbClr val="000000"/>
                      </a:outerShdw>
                      <a:reflection stA="0" endPos="0" fadeDir="0" sx="0" sy="0"/>
                    </a:effectLst>
                  </a:rPr>
                  <a:t>the object is given by </a:t>
                </a:r>
                <a14:m>
                  <m:oMath xmlns:m="http://schemas.openxmlformats.org/officeDocument/2006/math">
                    <m:sSup>
                      <m:sSupPr>
                        <m:ctrlPr>
                          <a:rPr lang="en-IN" b="1" i="1" smtClean="0">
                            <a:solidFill>
                              <a:srgbClr val="FF0000"/>
                            </a:solidFill>
                            <a:effectLst>
                              <a:glow>
                                <a:srgbClr val="000000"/>
                              </a:glow>
                              <a:outerShdw sx="0" sy="0">
                                <a:srgbClr val="000000"/>
                              </a:outerShdw>
                              <a:reflection stA="0" endPos="0" fadeDir="0" sx="0" sy="0"/>
                            </a:effectLst>
                            <a:latin typeface="Cambria Math" panose="02040503050406030204" pitchFamily="18" charset="0"/>
                          </a:rPr>
                        </m:ctrlPr>
                      </m:sSupPr>
                      <m:e>
                        <m:r>
                          <a:rPr lang="en-US" b="1" i="1">
                            <a:solidFill>
                              <a:srgbClr val="FF0000"/>
                            </a:solidFill>
                            <a:effectLst>
                              <a:glow>
                                <a:srgbClr val="000000"/>
                              </a:glow>
                              <a:outerShdw sx="0" sy="0">
                                <a:srgbClr val="000000"/>
                              </a:outerShdw>
                              <a:reflection stA="0" endPos="0" fadeDir="0" sx="0" sy="0"/>
                            </a:effectLst>
                            <a:latin typeface="Cambria Math" panose="02040503050406030204" pitchFamily="18" charset="0"/>
                          </a:rPr>
                          <m:t>𝐧</m:t>
                        </m:r>
                      </m:e>
                      <m:sup>
                        <m:r>
                          <a:rPr lang="en-US" b="1" i="1">
                            <a:solidFill>
                              <a:srgbClr val="FF0000"/>
                            </a:solidFill>
                            <a:effectLst>
                              <a:glow>
                                <a:srgbClr val="000000"/>
                              </a:glow>
                              <a:outerShdw sx="0" sy="0">
                                <a:srgbClr val="000000"/>
                              </a:outerShdw>
                              <a:reflection stA="0" endPos="0" fadeDir="0" sx="0" sy="0"/>
                            </a:effectLst>
                            <a:latin typeface="Cambria Math" panose="02040503050406030204" pitchFamily="18" charset="0"/>
                          </a:rPr>
                          <m:t>𝐫</m:t>
                        </m:r>
                      </m:sup>
                    </m:sSup>
                  </m:oMath>
                </a14:m>
                <a:r>
                  <a:rPr lang="en-US" dirty="0">
                    <a:effectLst>
                      <a:glow>
                        <a:srgbClr val="000000"/>
                      </a:glow>
                      <a:outerShdw sx="0" sy="0">
                        <a:srgbClr val="000000"/>
                      </a:outerShdw>
                      <a:reflection stA="0" endPos="0" fadeDir="0" sx="0" sy="0"/>
                    </a:effectLst>
                  </a:rPr>
                  <a:t>.</a:t>
                </a:r>
                <a:endParaRPr lang="en-IN" dirty="0">
                  <a:effectLst>
                    <a:glow>
                      <a:srgbClr val="000000"/>
                    </a:glow>
                    <a:outerShdw sx="0" sy="0">
                      <a:srgbClr val="000000"/>
                    </a:outerShdw>
                    <a:reflection stA="0" endPos="0" fadeDir="0" sx="0" sy="0"/>
                  </a:effectLst>
                </a:endParaRPr>
              </a:p>
              <a:p>
                <a:pPr lvl="1"/>
                <a:r>
                  <a:rPr lang="en-US" b="1" dirty="0">
                    <a:solidFill>
                      <a:schemeClr val="accent6">
                        <a:lumMod val="50000"/>
                      </a:schemeClr>
                    </a:solidFill>
                  </a:rPr>
                  <a:t>For example:</a:t>
                </a:r>
                <a:endParaRPr lang="en-IN" dirty="0"/>
              </a:p>
              <a:p>
                <a:pPr marL="628650" lvl="1" indent="0">
                  <a:buNone/>
                </a:pPr>
                <a:r>
                  <a:rPr lang="en-US" dirty="0"/>
                  <a:t>A number of </a:t>
                </a:r>
                <a14:m>
                  <m:oMath xmlns:m="http://schemas.openxmlformats.org/officeDocument/2006/math">
                    <m:r>
                      <a:rPr lang="en-US" i="1" dirty="0" smtClean="0">
                        <a:latin typeface="Cambria Math" panose="02040503050406030204" pitchFamily="18" charset="0"/>
                      </a:rPr>
                      <m:t>3</m:t>
                    </m:r>
                  </m:oMath>
                </a14:m>
                <a:r>
                  <a:rPr lang="en-US" dirty="0"/>
                  <a:t> lettered words which can be formed by repeating letters of the word “</a:t>
                </a:r>
                <a:r>
                  <a:rPr lang="en-US" b="1" dirty="0"/>
                  <a:t>NUMBER</a:t>
                </a:r>
                <a:r>
                  <a:rPr lang="en-US" dirty="0"/>
                  <a:t>” is </a:t>
                </a:r>
                <a:endParaRPr lang="en-IN" dirty="0"/>
              </a:p>
              <a:p>
                <a:pPr marL="628650" lvl="1" indent="0">
                  <a:buNone/>
                </a:pPr>
                <a14:m>
                  <m:oMathPara xmlns:m="http://schemas.openxmlformats.org/officeDocument/2006/math">
                    <m:oMathParaPr>
                      <m:jc m:val="left"/>
                    </m:oMathParaPr>
                    <m:oMath xmlns:m="http://schemas.openxmlformats.org/officeDocument/2006/math">
                      <m:sSup>
                        <m:sSupPr>
                          <m:ctrlPr>
                            <a:rPr lang="en-IN" i="1">
                              <a:latin typeface="Cambria Math" panose="02040503050406030204" pitchFamily="18" charset="0"/>
                            </a:rPr>
                          </m:ctrlPr>
                        </m:sSupPr>
                        <m:e>
                          <m:r>
                            <a:rPr lang="en-US">
                              <a:latin typeface="Cambria Math" panose="02040503050406030204" pitchFamily="18" charset="0"/>
                            </a:rPr>
                            <m:t>6</m:t>
                          </m:r>
                        </m:e>
                        <m:sup>
                          <m:r>
                            <a:rPr lang="en-US">
                              <a:latin typeface="Cambria Math" panose="02040503050406030204" pitchFamily="18" charset="0"/>
                            </a:rPr>
                            <m:t>3</m:t>
                          </m:r>
                        </m:sup>
                      </m:sSup>
                      <m:r>
                        <a:rPr lang="en-US">
                          <a:latin typeface="Cambria Math" panose="02040503050406030204" pitchFamily="18" charset="0"/>
                        </a:rPr>
                        <m:t>=216.</m:t>
                      </m:r>
                    </m:oMath>
                  </m:oMathPara>
                </a14:m>
                <a:endParaRPr lang="en-IN" dirty="0"/>
              </a:p>
              <a:p>
                <a:pPr lvl="1"/>
                <a:endParaRPr lang="en-IN" dirty="0"/>
              </a:p>
            </p:txBody>
          </p:sp>
        </mc:Choice>
        <mc:Fallback xmlns="">
          <p:sp>
            <p:nvSpPr>
              <p:cNvPr id="5" name="Content Placeholder 4">
                <a:extLst>
                  <a:ext uri="{FF2B5EF4-FFF2-40B4-BE49-F238E27FC236}">
                    <a16:creationId xmlns:a16="http://schemas.microsoft.com/office/drawing/2014/main" id="{0346D6E4-2CDF-4CD2-9674-A490F9F9E356}"/>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344753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Permutation (Arrangement)</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pPr lvl="0"/>
                <a:r>
                  <a:rPr lang="en-US" b="1" dirty="0"/>
                  <a:t>Some important results</a:t>
                </a:r>
              </a:p>
              <a:p>
                <a:pPr lvl="1" fontAlgn="base"/>
                <a:r>
                  <a:rPr lang="en-US" dirty="0">
                    <a:effectLst>
                      <a:glow>
                        <a:srgbClr val="000000"/>
                      </a:glow>
                      <a:outerShdw sx="0" sy="0">
                        <a:srgbClr val="000000"/>
                      </a:outerShdw>
                      <a:reflection stA="0" endPos="0" fadeDir="0" sx="0" sy="0"/>
                    </a:effectLst>
                  </a:rPr>
                  <a:t>When all the objects are </a:t>
                </a:r>
                <a:r>
                  <a:rPr lang="en-US" b="1" dirty="0">
                    <a:solidFill>
                      <a:srgbClr val="FF0000"/>
                    </a:solidFill>
                    <a:effectLst>
                      <a:glow>
                        <a:srgbClr val="000000"/>
                      </a:glow>
                      <a:outerShdw sx="0" sy="0">
                        <a:srgbClr val="000000"/>
                      </a:outerShdw>
                      <a:reflection stA="0" endPos="0" fadeDir="0" sx="0" sy="0"/>
                    </a:effectLst>
                  </a:rPr>
                  <a:t>not distinct</a:t>
                </a:r>
                <a:r>
                  <a:rPr lang="en-US" dirty="0">
                    <a:effectLst>
                      <a:glow>
                        <a:srgbClr val="000000"/>
                      </a:glow>
                      <a:outerShdw sx="0" sy="0">
                        <a:srgbClr val="000000"/>
                      </a:outerShdw>
                      <a:reflection stA="0" endPos="0" fadeDir="0" sx="0" sy="0"/>
                    </a:effectLst>
                  </a:rPr>
                  <a:t>, the number of permutations of </a:t>
                </a:r>
                <a14:m>
                  <m:oMath xmlns:m="http://schemas.openxmlformats.org/officeDocument/2006/math">
                    <m:r>
                      <m:rPr>
                        <m:sty m:val="p"/>
                      </m:rPr>
                      <a:rPr lang="en-US">
                        <a:effectLst>
                          <a:glow>
                            <a:srgbClr val="000000"/>
                          </a:glow>
                          <a:outerShdw sx="0" sy="0">
                            <a:srgbClr val="000000"/>
                          </a:outerShdw>
                          <a:reflection stA="0" endPos="0" fadeDir="0" sx="0" sy="0"/>
                        </a:effectLst>
                        <a:latin typeface="Cambria Math" panose="02040503050406030204" pitchFamily="18" charset="0"/>
                      </a:rPr>
                      <m:t>n</m:t>
                    </m:r>
                  </m:oMath>
                </a14:m>
                <a:r>
                  <a:rPr lang="en-US" dirty="0">
                    <a:effectLst>
                      <a:glow>
                        <a:srgbClr val="000000"/>
                      </a:glow>
                      <a:outerShdw sx="0" sy="0">
                        <a:srgbClr val="000000"/>
                      </a:outerShdw>
                      <a:reflection stA="0" endPos="0" fadeDir="0" sx="0" sy="0"/>
                    </a:effectLst>
                  </a:rPr>
                  <a:t> object in which </a:t>
                </a:r>
                <a14:m>
                  <m:oMath xmlns:m="http://schemas.openxmlformats.org/officeDocument/2006/math">
                    <m:sSub>
                      <m:sSubPr>
                        <m:ctrlPr>
                          <a:rPr lang="en-IN" i="1">
                            <a:effectLst>
                              <a:glow>
                                <a:srgbClr val="000000"/>
                              </a:glow>
                              <a:outerShdw sx="0" sy="0">
                                <a:srgbClr val="000000"/>
                              </a:outerShdw>
                              <a:reflection stA="0" endPos="0" fadeDir="0" sx="0" sy="0"/>
                            </a:effectLst>
                            <a:latin typeface="Cambria Math" panose="02040503050406030204" pitchFamily="18" charset="0"/>
                          </a:rPr>
                        </m:ctrlPr>
                      </m:sSubPr>
                      <m:e>
                        <m:r>
                          <m:rPr>
                            <m:sty m:val="p"/>
                          </m:rPr>
                          <a:rPr lang="en-US">
                            <a:effectLst>
                              <a:glow>
                                <a:srgbClr val="000000"/>
                              </a:glow>
                              <a:outerShdw sx="0" sy="0">
                                <a:srgbClr val="000000"/>
                              </a:outerShdw>
                              <a:reflection stA="0" endPos="0" fadeDir="0" sx="0" sy="0"/>
                            </a:effectLst>
                            <a:latin typeface="Cambria Math" panose="02040503050406030204" pitchFamily="18" charset="0"/>
                          </a:rPr>
                          <m:t>n</m:t>
                        </m:r>
                      </m:e>
                      <m:sub>
                        <m:r>
                          <a:rPr lang="en-US">
                            <a:effectLst>
                              <a:glow>
                                <a:srgbClr val="000000"/>
                              </a:glow>
                              <a:outerShdw sx="0" sy="0">
                                <a:srgbClr val="000000"/>
                              </a:outerShdw>
                              <a:reflection stA="0" endPos="0" fadeDir="0" sx="0" sy="0"/>
                            </a:effectLst>
                            <a:latin typeface="Cambria Math" panose="02040503050406030204" pitchFamily="18" charset="0"/>
                          </a:rPr>
                          <m:t>1</m:t>
                        </m:r>
                      </m:sub>
                    </m:sSub>
                  </m:oMath>
                </a14:m>
                <a:r>
                  <a:rPr lang="en-US" dirty="0">
                    <a:effectLst>
                      <a:glow>
                        <a:srgbClr val="000000"/>
                      </a:glow>
                      <a:outerShdw sx="0" sy="0">
                        <a:srgbClr val="000000"/>
                      </a:outerShdw>
                      <a:reflection stA="0" endPos="0" fadeDir="0" sx="0" sy="0"/>
                    </a:effectLst>
                  </a:rPr>
                  <a:t> are of one kind, </a:t>
                </a:r>
                <a14:m>
                  <m:oMath xmlns:m="http://schemas.openxmlformats.org/officeDocument/2006/math">
                    <m:sSub>
                      <m:sSubPr>
                        <m:ctrlPr>
                          <a:rPr lang="en-IN" i="1">
                            <a:effectLst>
                              <a:glow>
                                <a:srgbClr val="000000"/>
                              </a:glow>
                              <a:outerShdw sx="0" sy="0">
                                <a:srgbClr val="000000"/>
                              </a:outerShdw>
                              <a:reflection stA="0" endPos="0" fadeDir="0" sx="0" sy="0"/>
                            </a:effectLst>
                            <a:latin typeface="Cambria Math" panose="02040503050406030204" pitchFamily="18" charset="0"/>
                          </a:rPr>
                        </m:ctrlPr>
                      </m:sSubPr>
                      <m:e>
                        <m:r>
                          <m:rPr>
                            <m:sty m:val="p"/>
                          </m:rPr>
                          <a:rPr lang="en-US">
                            <a:effectLst>
                              <a:glow>
                                <a:srgbClr val="000000"/>
                              </a:glow>
                              <a:outerShdw sx="0" sy="0">
                                <a:srgbClr val="000000"/>
                              </a:outerShdw>
                              <a:reflection stA="0" endPos="0" fadeDir="0" sx="0" sy="0"/>
                            </a:effectLst>
                            <a:latin typeface="Cambria Math" panose="02040503050406030204" pitchFamily="18" charset="0"/>
                          </a:rPr>
                          <m:t>n</m:t>
                        </m:r>
                      </m:e>
                      <m:sub>
                        <m:r>
                          <a:rPr lang="en-US">
                            <a:effectLst>
                              <a:glow>
                                <a:srgbClr val="000000"/>
                              </a:glow>
                              <a:outerShdw sx="0" sy="0">
                                <a:srgbClr val="000000"/>
                              </a:outerShdw>
                              <a:reflection stA="0" endPos="0" fadeDir="0" sx="0" sy="0"/>
                            </a:effectLst>
                            <a:latin typeface="Cambria Math" panose="02040503050406030204" pitchFamily="18" charset="0"/>
                          </a:rPr>
                          <m:t>2</m:t>
                        </m:r>
                      </m:sub>
                    </m:sSub>
                  </m:oMath>
                </a14:m>
                <a:r>
                  <a:rPr lang="en-US" dirty="0">
                    <a:effectLst>
                      <a:glow>
                        <a:srgbClr val="000000"/>
                      </a:glow>
                      <a:outerShdw sx="0" sy="0">
                        <a:srgbClr val="000000"/>
                      </a:outerShdw>
                      <a:reflection stA="0" endPos="0" fadeDir="0" sx="0" sy="0"/>
                    </a:effectLst>
                  </a:rPr>
                  <a:t> are of second kind, …, and </a:t>
                </a:r>
                <a14:m>
                  <m:oMath xmlns:m="http://schemas.openxmlformats.org/officeDocument/2006/math">
                    <m:sSub>
                      <m:sSubPr>
                        <m:ctrlPr>
                          <a:rPr lang="en-IN" i="1">
                            <a:effectLst>
                              <a:glow>
                                <a:srgbClr val="000000"/>
                              </a:glow>
                              <a:outerShdw sx="0" sy="0">
                                <a:srgbClr val="000000"/>
                              </a:outerShdw>
                              <a:reflection stA="0" endPos="0" fadeDir="0" sx="0" sy="0"/>
                            </a:effectLst>
                            <a:latin typeface="Cambria Math" panose="02040503050406030204" pitchFamily="18" charset="0"/>
                          </a:rPr>
                        </m:ctrlPr>
                      </m:sSubPr>
                      <m:e>
                        <m:r>
                          <m:rPr>
                            <m:sty m:val="p"/>
                          </m:rPr>
                          <a:rPr lang="en-US">
                            <a:effectLst>
                              <a:glow>
                                <a:srgbClr val="000000"/>
                              </a:glow>
                              <a:outerShdw sx="0" sy="0">
                                <a:srgbClr val="000000"/>
                              </a:outerShdw>
                              <a:reflection stA="0" endPos="0" fadeDir="0" sx="0" sy="0"/>
                            </a:effectLst>
                            <a:latin typeface="Cambria Math" panose="02040503050406030204" pitchFamily="18" charset="0"/>
                          </a:rPr>
                          <m:t>n</m:t>
                        </m:r>
                      </m:e>
                      <m:sub>
                        <m:r>
                          <m:rPr>
                            <m:sty m:val="p"/>
                          </m:rPr>
                          <a:rPr lang="en-US">
                            <a:effectLst>
                              <a:glow>
                                <a:srgbClr val="000000"/>
                              </a:glow>
                              <a:outerShdw sx="0" sy="0">
                                <a:srgbClr val="000000"/>
                              </a:outerShdw>
                              <a:reflection stA="0" endPos="0" fadeDir="0" sx="0" sy="0"/>
                            </a:effectLst>
                            <a:latin typeface="Cambria Math" panose="02040503050406030204" pitchFamily="18" charset="0"/>
                          </a:rPr>
                          <m:t>k</m:t>
                        </m:r>
                      </m:sub>
                    </m:sSub>
                  </m:oMath>
                </a14:m>
                <a:r>
                  <a:rPr lang="en-US" dirty="0">
                    <a:effectLst>
                      <a:glow>
                        <a:srgbClr val="000000"/>
                      </a:glow>
                      <a:outerShdw sx="0" sy="0">
                        <a:srgbClr val="000000"/>
                      </a:outerShdw>
                      <a:reflection stA="0" endPos="0" fadeDir="0" sx="0" sy="0"/>
                    </a:effectLst>
                  </a:rPr>
                  <a:t> are of </a:t>
                </a:r>
                <a14:m>
                  <m:oMath xmlns:m="http://schemas.openxmlformats.org/officeDocument/2006/math">
                    <m:sSup>
                      <m:sSupPr>
                        <m:ctrlPr>
                          <a:rPr lang="en-IN" i="1">
                            <a:effectLst>
                              <a:glow>
                                <a:srgbClr val="000000"/>
                              </a:glow>
                              <a:outerShdw sx="0" sy="0">
                                <a:srgbClr val="000000"/>
                              </a:outerShdw>
                              <a:reflection stA="0" endPos="0" fadeDir="0" sx="0" sy="0"/>
                            </a:effectLst>
                            <a:latin typeface="Cambria Math" panose="02040503050406030204" pitchFamily="18" charset="0"/>
                          </a:rPr>
                        </m:ctrlPr>
                      </m:sSupPr>
                      <m:e>
                        <m:r>
                          <m:rPr>
                            <m:sty m:val="p"/>
                          </m:rPr>
                          <a:rPr lang="en-US">
                            <a:effectLst>
                              <a:glow>
                                <a:srgbClr val="000000"/>
                              </a:glow>
                              <a:outerShdw sx="0" sy="0">
                                <a:srgbClr val="000000"/>
                              </a:outerShdw>
                              <a:reflection stA="0" endPos="0" fadeDir="0" sx="0" sy="0"/>
                            </a:effectLst>
                            <a:latin typeface="Cambria Math" panose="02040503050406030204" pitchFamily="18" charset="0"/>
                          </a:rPr>
                          <m:t>k</m:t>
                        </m:r>
                      </m:e>
                      <m:sup>
                        <m:r>
                          <m:rPr>
                            <m:sty m:val="p"/>
                          </m:rPr>
                          <a:rPr lang="en-US">
                            <a:effectLst>
                              <a:glow>
                                <a:srgbClr val="000000"/>
                              </a:glow>
                              <a:outerShdw sx="0" sy="0">
                                <a:srgbClr val="000000"/>
                              </a:outerShdw>
                              <a:reflection stA="0" endPos="0" fadeDir="0" sx="0" sy="0"/>
                            </a:effectLst>
                            <a:latin typeface="Cambria Math" panose="02040503050406030204" pitchFamily="18" charset="0"/>
                          </a:rPr>
                          <m:t>th</m:t>
                        </m:r>
                      </m:sup>
                    </m:sSup>
                  </m:oMath>
                </a14:m>
                <a:r>
                  <a:rPr lang="en-US" dirty="0">
                    <a:effectLst>
                      <a:glow>
                        <a:srgbClr val="000000"/>
                      </a:glow>
                      <a:outerShdw sx="0" sy="0">
                        <a:srgbClr val="000000"/>
                      </a:outerShdw>
                      <a:reflection stA="0" endPos="0" fadeDir="0" sx="0" sy="0"/>
                    </a:effectLst>
                  </a:rPr>
                  <a:t> kind is given by,</a:t>
                </a:r>
                <a:endParaRPr lang="en-IN" dirty="0">
                  <a:effectLst>
                    <a:glow>
                      <a:srgbClr val="000000"/>
                    </a:glow>
                    <a:outerShdw sx="0" sy="0">
                      <a:srgbClr val="000000"/>
                    </a:outerShdw>
                    <a:reflection stA="0" endPos="0" fadeDir="0" sx="0" sy="0"/>
                  </a:effectLst>
                </a:endParaRPr>
              </a:p>
              <a:p>
                <a:pPr lvl="1" indent="0">
                  <a:buNone/>
                </a:pPr>
                <a14:m>
                  <m:oMathPara xmlns:m="http://schemas.openxmlformats.org/officeDocument/2006/math">
                    <m:oMathParaPr>
                      <m:jc m:val="left"/>
                    </m:oMathParaPr>
                    <m:oMath xmlns:m="http://schemas.openxmlformats.org/officeDocument/2006/math">
                      <m:f>
                        <m:fPr>
                          <m:ctrlPr>
                            <a:rPr lang="en-IN" b="1" i="1" smtClean="0">
                              <a:solidFill>
                                <a:srgbClr val="FF0000"/>
                              </a:solidFill>
                              <a:latin typeface="Cambria Math" panose="02040503050406030204" pitchFamily="18" charset="0"/>
                            </a:rPr>
                          </m:ctrlPr>
                        </m:fPr>
                        <m:num>
                          <m:r>
                            <a:rPr lang="en-US" b="1" i="1">
                              <a:solidFill>
                                <a:srgbClr val="FF0000"/>
                              </a:solidFill>
                              <a:latin typeface="Cambria Math" panose="02040503050406030204" pitchFamily="18" charset="0"/>
                            </a:rPr>
                            <m:t>𝐧</m:t>
                          </m:r>
                          <m:r>
                            <a:rPr lang="en-US" b="1">
                              <a:solidFill>
                                <a:srgbClr val="FF0000"/>
                              </a:solidFill>
                              <a:latin typeface="Cambria Math" panose="02040503050406030204" pitchFamily="18" charset="0"/>
                            </a:rPr>
                            <m:t>! </m:t>
                          </m:r>
                        </m:num>
                        <m:den>
                          <m:sSub>
                            <m:sSubPr>
                              <m:ctrlPr>
                                <a:rPr lang="en-IN"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𝐧</m:t>
                              </m:r>
                            </m:e>
                            <m:sub>
                              <m:r>
                                <a:rPr lang="en-US" b="1" i="1">
                                  <a:solidFill>
                                    <a:srgbClr val="FF0000"/>
                                  </a:solidFill>
                                  <a:latin typeface="Cambria Math" panose="02040503050406030204" pitchFamily="18" charset="0"/>
                                </a:rPr>
                                <m:t>𝟏</m:t>
                              </m:r>
                            </m:sub>
                          </m:sSub>
                          <m:r>
                            <a:rPr lang="en-US" b="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 </m:t>
                          </m:r>
                          <m:sSub>
                            <m:sSubPr>
                              <m:ctrlPr>
                                <a:rPr lang="en-IN"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𝐧</m:t>
                              </m:r>
                            </m:e>
                            <m:sub>
                              <m:r>
                                <a:rPr lang="en-US" b="1" i="1">
                                  <a:solidFill>
                                    <a:srgbClr val="FF0000"/>
                                  </a:solidFill>
                                  <a:latin typeface="Cambria Math" panose="02040503050406030204" pitchFamily="18" charset="0"/>
                                </a:rPr>
                                <m:t>𝟐</m:t>
                              </m:r>
                            </m:sub>
                          </m:sSub>
                          <m:r>
                            <a:rPr lang="en-US" b="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 </m:t>
                          </m:r>
                          <m:sSub>
                            <m:sSubPr>
                              <m:ctrlPr>
                                <a:rPr lang="en-IN"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𝐧</m:t>
                              </m:r>
                            </m:e>
                            <m:sub>
                              <m:r>
                                <a:rPr lang="en-US" b="1" i="1">
                                  <a:solidFill>
                                    <a:srgbClr val="FF0000"/>
                                  </a:solidFill>
                                  <a:latin typeface="Cambria Math" panose="02040503050406030204" pitchFamily="18" charset="0"/>
                                </a:rPr>
                                <m:t>𝐤</m:t>
                              </m:r>
                            </m:sub>
                          </m:sSub>
                          <m:r>
                            <a:rPr lang="en-US" b="1">
                              <a:solidFill>
                                <a:srgbClr val="FF0000"/>
                              </a:solidFill>
                              <a:latin typeface="Cambria Math" panose="02040503050406030204" pitchFamily="18" charset="0"/>
                            </a:rPr>
                            <m:t>! </m:t>
                          </m:r>
                        </m:den>
                      </m:f>
                      <m:r>
                        <a:rPr lang="en-US">
                          <a:latin typeface="Cambria Math" panose="02040503050406030204" pitchFamily="18" charset="0"/>
                        </a:rPr>
                        <m:t>.</m:t>
                      </m:r>
                    </m:oMath>
                  </m:oMathPara>
                </a14:m>
                <a:endParaRPr lang="en-IN" dirty="0"/>
              </a:p>
              <a:p>
                <a:pPr lvl="1"/>
                <a:r>
                  <a:rPr lang="en-US" dirty="0"/>
                  <a:t>Note that, </a:t>
                </a:r>
                <a14:m>
                  <m:oMath xmlns:m="http://schemas.openxmlformats.org/officeDocument/2006/math">
                    <m:r>
                      <m:rPr>
                        <m:sty m:val="p"/>
                      </m:rPr>
                      <a:rPr lang="en-US">
                        <a:latin typeface="Cambria Math" panose="02040503050406030204" pitchFamily="18" charset="0"/>
                      </a:rPr>
                      <m:t>n</m:t>
                    </m:r>
                    <m:r>
                      <a:rPr lang="en-US">
                        <a:latin typeface="Cambria Math" panose="02040503050406030204" pitchFamily="18" charset="0"/>
                      </a:rPr>
                      <m:t>=</m:t>
                    </m:r>
                    <m:sSub>
                      <m:sSubPr>
                        <m:ctrlPr>
                          <a:rPr lang="en-IN" i="1">
                            <a:latin typeface="Cambria Math" panose="02040503050406030204" pitchFamily="18" charset="0"/>
                          </a:rPr>
                        </m:ctrlPr>
                      </m:sSubPr>
                      <m:e>
                        <m:r>
                          <m:rPr>
                            <m:sty m:val="p"/>
                          </m:rPr>
                          <a:rPr lang="en-US">
                            <a:latin typeface="Cambria Math" panose="02040503050406030204" pitchFamily="18" charset="0"/>
                          </a:rPr>
                          <m:t>n</m:t>
                        </m:r>
                      </m:e>
                      <m:sub>
                        <m:r>
                          <a:rPr lang="en-US">
                            <a:latin typeface="Cambria Math" panose="02040503050406030204" pitchFamily="18" charset="0"/>
                          </a:rPr>
                          <m:t>1</m:t>
                        </m:r>
                      </m:sub>
                    </m:sSub>
                    <m:r>
                      <a:rPr lang="en-US">
                        <a:latin typeface="Cambria Math" panose="02040503050406030204" pitchFamily="18" charset="0"/>
                      </a:rPr>
                      <m:t>+</m:t>
                    </m:r>
                    <m:sSub>
                      <m:sSubPr>
                        <m:ctrlPr>
                          <a:rPr lang="en-IN" i="1">
                            <a:latin typeface="Cambria Math" panose="02040503050406030204" pitchFamily="18" charset="0"/>
                          </a:rPr>
                        </m:ctrlPr>
                      </m:sSubPr>
                      <m:e>
                        <m:r>
                          <m:rPr>
                            <m:sty m:val="p"/>
                          </m:rPr>
                          <a:rPr lang="en-US">
                            <a:latin typeface="Cambria Math" panose="02040503050406030204" pitchFamily="18" charset="0"/>
                          </a:rPr>
                          <m:t>n</m:t>
                        </m:r>
                      </m:e>
                      <m:sub>
                        <m:r>
                          <a:rPr lang="en-US">
                            <a:latin typeface="Cambria Math" panose="02040503050406030204" pitchFamily="18" charset="0"/>
                          </a:rPr>
                          <m:t>2</m:t>
                        </m:r>
                      </m:sub>
                    </m:sSub>
                    <m:r>
                      <a:rPr lang="en-US">
                        <a:latin typeface="Cambria Math" panose="02040503050406030204" pitchFamily="18" charset="0"/>
                      </a:rPr>
                      <m:t>+⋯+</m:t>
                    </m:r>
                    <m:sSub>
                      <m:sSubPr>
                        <m:ctrlPr>
                          <a:rPr lang="en-IN" i="1">
                            <a:latin typeface="Cambria Math" panose="02040503050406030204" pitchFamily="18" charset="0"/>
                          </a:rPr>
                        </m:ctrlPr>
                      </m:sSubPr>
                      <m:e>
                        <m:r>
                          <m:rPr>
                            <m:sty m:val="p"/>
                          </m:rPr>
                          <a:rPr lang="en-US">
                            <a:latin typeface="Cambria Math" panose="02040503050406030204" pitchFamily="18" charset="0"/>
                          </a:rPr>
                          <m:t>n</m:t>
                        </m:r>
                      </m:e>
                      <m:sub>
                        <m:r>
                          <m:rPr>
                            <m:sty m:val="p"/>
                          </m:rPr>
                          <a:rPr lang="en-US">
                            <a:latin typeface="Cambria Math" panose="02040503050406030204" pitchFamily="18" charset="0"/>
                          </a:rPr>
                          <m:t>k</m:t>
                        </m:r>
                      </m:sub>
                    </m:sSub>
                    <m:r>
                      <a:rPr lang="en-US">
                        <a:latin typeface="Cambria Math" panose="02040503050406030204" pitchFamily="18" charset="0"/>
                      </a:rPr>
                      <m:t>.</m:t>
                    </m:r>
                  </m:oMath>
                </a14:m>
                <a:endParaRPr lang="en-IN" dirty="0"/>
              </a:p>
            </p:txBody>
          </p:sp>
        </mc:Choice>
        <mc:Fallback xmlns="">
          <p:sp>
            <p:nvSpPr>
              <p:cNvPr id="5" name="Content Placeholder 4">
                <a:extLst>
                  <a:ext uri="{FF2B5EF4-FFF2-40B4-BE49-F238E27FC236}">
                    <a16:creationId xmlns:a16="http://schemas.microsoft.com/office/drawing/2014/main" id="{0346D6E4-2CDF-4CD2-9674-A490F9F9E356}"/>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1375889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Permutation (Arrangement)</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pPr lvl="0"/>
                <a:r>
                  <a:rPr lang="en-US" b="1" dirty="0"/>
                  <a:t>Some important results</a:t>
                </a:r>
              </a:p>
              <a:p>
                <a:pPr lvl="1"/>
                <a:r>
                  <a:rPr lang="en-US" b="1" dirty="0">
                    <a:solidFill>
                      <a:schemeClr val="accent6">
                        <a:lumMod val="50000"/>
                      </a:schemeClr>
                    </a:solidFill>
                  </a:rPr>
                  <a:t>For example:</a:t>
                </a:r>
                <a:endParaRPr lang="en-IN" dirty="0"/>
              </a:p>
              <a:p>
                <a:pPr marL="628650" lvl="2" indent="0">
                  <a:buNone/>
                </a:pPr>
                <a:r>
                  <a:rPr lang="en-GB" dirty="0"/>
                  <a:t>The number of different permutations of the letters in the word "</a:t>
                </a:r>
                <a:r>
                  <a:rPr lang="en-GB" b="1" dirty="0"/>
                  <a:t>MISSISSIPPI</a:t>
                </a:r>
                <a:r>
                  <a:rPr lang="en-GB" dirty="0"/>
                  <a:t>" is calculated as follows:</a:t>
                </a:r>
              </a:p>
              <a:p>
                <a:pPr marL="628650" lvl="2" indent="0">
                  <a:buNone/>
                </a:pPr>
                <a:r>
                  <a:rPr lang="en-GB" dirty="0"/>
                  <a:t>There are </a:t>
                </a:r>
                <a14:m>
                  <m:oMath xmlns:m="http://schemas.openxmlformats.org/officeDocument/2006/math">
                    <m:r>
                      <a:rPr lang="en-GB" i="1" dirty="0" smtClean="0">
                        <a:latin typeface="Cambria Math" panose="02040503050406030204" pitchFamily="18" charset="0"/>
                      </a:rPr>
                      <m:t>11</m:t>
                    </m:r>
                  </m:oMath>
                </a14:m>
                <a:r>
                  <a:rPr lang="en-GB" dirty="0"/>
                  <a:t> total letters, where M occurs </a:t>
                </a:r>
                <a14:m>
                  <m:oMath xmlns:m="http://schemas.openxmlformats.org/officeDocument/2006/math">
                    <m:r>
                      <a:rPr lang="en-GB" i="1" dirty="0" smtClean="0">
                        <a:latin typeface="Cambria Math" panose="02040503050406030204" pitchFamily="18" charset="0"/>
                      </a:rPr>
                      <m:t>1</m:t>
                    </m:r>
                  </m:oMath>
                </a14:m>
                <a:r>
                  <a:rPr lang="en-GB" dirty="0"/>
                  <a:t> time, I and S each occur </a:t>
                </a:r>
                <a14:m>
                  <m:oMath xmlns:m="http://schemas.openxmlformats.org/officeDocument/2006/math">
                    <m:r>
                      <a:rPr lang="en-GB" i="1" dirty="0" smtClean="0">
                        <a:latin typeface="Cambria Math" panose="02040503050406030204" pitchFamily="18" charset="0"/>
                      </a:rPr>
                      <m:t>4</m:t>
                    </m:r>
                  </m:oMath>
                </a14:m>
                <a:r>
                  <a:rPr lang="en-GB" dirty="0"/>
                  <a:t> times, and P occurs </a:t>
                </a:r>
                <a14:m>
                  <m:oMath xmlns:m="http://schemas.openxmlformats.org/officeDocument/2006/math">
                    <m:r>
                      <a:rPr lang="en-GB" i="1" dirty="0" smtClean="0">
                        <a:latin typeface="Cambria Math" panose="02040503050406030204" pitchFamily="18" charset="0"/>
                      </a:rPr>
                      <m:t>2</m:t>
                    </m:r>
                  </m:oMath>
                </a14:m>
                <a:r>
                  <a:rPr lang="en-GB" dirty="0"/>
                  <a:t> times.</a:t>
                </a:r>
                <a:endParaRPr lang="en-IN" dirty="0"/>
              </a:p>
              <a:p>
                <a:pPr marL="628650" lvl="2" indent="0">
                  <a:buNone/>
                </a:pPr>
                <a14:m>
                  <m:oMathPara xmlns:m="http://schemas.openxmlformats.org/officeDocument/2006/math">
                    <m:oMathParaPr>
                      <m:jc m:val="left"/>
                    </m:oMathParaPr>
                    <m:oMath xmlns:m="http://schemas.openxmlformats.org/officeDocument/2006/math">
                      <m:f>
                        <m:fPr>
                          <m:ctrlPr>
                            <a:rPr lang="en-IN" i="1">
                              <a:latin typeface="Cambria Math" panose="02040503050406030204" pitchFamily="18" charset="0"/>
                            </a:rPr>
                          </m:ctrlPr>
                        </m:fPr>
                        <m:num>
                          <m:r>
                            <a:rPr lang="en-US" i="1">
                              <a:latin typeface="Cambria Math" panose="02040503050406030204" pitchFamily="18" charset="0"/>
                            </a:rPr>
                            <m:t> 11! </m:t>
                          </m:r>
                        </m:num>
                        <m:den>
                          <m:r>
                            <a:rPr lang="en-US" i="1">
                              <a:latin typeface="Cambria Math" panose="02040503050406030204" pitchFamily="18" charset="0"/>
                            </a:rPr>
                            <m:t> 1! 4! 4! 2! </m:t>
                          </m:r>
                        </m:den>
                      </m:f>
                      <m:r>
                        <a:rPr lang="en-US" i="1">
                          <a:latin typeface="Cambria Math" panose="02040503050406030204" pitchFamily="18" charset="0"/>
                        </a:rPr>
                        <m:t>=34650</m:t>
                      </m:r>
                    </m:oMath>
                  </m:oMathPara>
                </a14:m>
                <a:endParaRPr lang="en-IN" dirty="0"/>
              </a:p>
            </p:txBody>
          </p:sp>
        </mc:Choice>
        <mc:Fallback xmlns="">
          <p:sp>
            <p:nvSpPr>
              <p:cNvPr id="5" name="Content Placeholder 4">
                <a:extLst>
                  <a:ext uri="{FF2B5EF4-FFF2-40B4-BE49-F238E27FC236}">
                    <a16:creationId xmlns:a16="http://schemas.microsoft.com/office/drawing/2014/main" id="{0346D6E4-2CDF-4CD2-9674-A490F9F9E356}"/>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548423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US" b="1" dirty="0"/>
              <a:t>Combination</a:t>
            </a:r>
            <a:endParaRPr lang="en-IN"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r>
                  <a:rPr lang="en-US" dirty="0"/>
                  <a:t>Combinations are </a:t>
                </a:r>
                <a:r>
                  <a:rPr lang="en-US" b="1" dirty="0">
                    <a:solidFill>
                      <a:srgbClr val="FF0000"/>
                    </a:solidFill>
                  </a:rPr>
                  <a:t>selections</a:t>
                </a:r>
                <a:r>
                  <a:rPr lang="en-US" dirty="0"/>
                  <a:t> of objects without regard to the order.</a:t>
                </a:r>
                <a:endParaRPr lang="en-IN" dirty="0"/>
              </a:p>
              <a:p>
                <a:r>
                  <a:rPr lang="en-US" dirty="0"/>
                  <a:t>Suppose that we are given ‘</a:t>
                </a:r>
                <a14:m>
                  <m:oMath xmlns:m="http://schemas.openxmlformats.org/officeDocument/2006/math">
                    <m:r>
                      <a:rPr lang="en-US" b="1" i="0" dirty="0" smtClean="0">
                        <a:solidFill>
                          <a:srgbClr val="FF0000"/>
                        </a:solidFill>
                        <a:latin typeface="Cambria Math" panose="02040503050406030204" pitchFamily="18" charset="0"/>
                      </a:rPr>
                      <m:t>𝐧</m:t>
                    </m:r>
                  </m:oMath>
                </a14:m>
                <a:r>
                  <a:rPr lang="en-US" dirty="0"/>
                  <a:t>’ distinct objects and wish to select ‘</a:t>
                </a:r>
                <a14:m>
                  <m:oMath xmlns:m="http://schemas.openxmlformats.org/officeDocument/2006/math">
                    <m:r>
                      <a:rPr lang="en-US" b="1" i="0" dirty="0" smtClean="0">
                        <a:solidFill>
                          <a:srgbClr val="0070C0"/>
                        </a:solidFill>
                        <a:latin typeface="Cambria Math" panose="02040503050406030204" pitchFamily="18" charset="0"/>
                      </a:rPr>
                      <m:t>𝐫</m:t>
                    </m:r>
                  </m:oMath>
                </a14:m>
                <a:r>
                  <a:rPr lang="en-US" dirty="0"/>
                  <a:t>’ of these objects </a:t>
                </a:r>
                <a:r>
                  <a:rPr lang="en-US" b="1" dirty="0"/>
                  <a:t>without </a:t>
                </a:r>
                <a:r>
                  <a:rPr lang="en-IN" b="1" dirty="0"/>
                  <a:t>repetition</a:t>
                </a:r>
                <a:r>
                  <a:rPr lang="en-US" dirty="0"/>
                  <a:t>. </a:t>
                </a:r>
                <a14:m>
                  <m:oMath xmlns:m="http://schemas.openxmlformats.org/officeDocument/2006/math">
                    <m:d>
                      <m:dPr>
                        <m:ctrlPr>
                          <a:rPr lang="en-IN" i="1">
                            <a:latin typeface="Cambria Math" panose="02040503050406030204" pitchFamily="18" charset="0"/>
                          </a:rPr>
                        </m:ctrlPr>
                      </m:dPr>
                      <m:e>
                        <m:r>
                          <a:rPr lang="en-IN" b="0" i="0" smtClean="0">
                            <a:latin typeface="Cambria Math" panose="02040503050406030204" pitchFamily="18" charset="0"/>
                          </a:rPr>
                          <m:t>0</m:t>
                        </m:r>
                        <m:r>
                          <a:rPr lang="en-US">
                            <a:latin typeface="Cambria Math" panose="02040503050406030204" pitchFamily="18" charset="0"/>
                          </a:rPr>
                          <m:t>≤</m:t>
                        </m:r>
                        <m:r>
                          <m:rPr>
                            <m:sty m:val="p"/>
                          </m:rPr>
                          <a:rPr lang="en-US">
                            <a:latin typeface="Cambria Math" panose="02040503050406030204" pitchFamily="18" charset="0"/>
                          </a:rPr>
                          <m:t>r</m:t>
                        </m:r>
                        <m:r>
                          <a:rPr lang="en-US">
                            <a:latin typeface="Cambria Math" panose="02040503050406030204" pitchFamily="18" charset="0"/>
                          </a:rPr>
                          <m:t>≤</m:t>
                        </m:r>
                        <m:r>
                          <m:rPr>
                            <m:sty m:val="p"/>
                          </m:rPr>
                          <a:rPr lang="en-US">
                            <a:latin typeface="Cambria Math" panose="02040503050406030204" pitchFamily="18" charset="0"/>
                          </a:rPr>
                          <m:t>n</m:t>
                        </m:r>
                      </m:e>
                    </m:d>
                  </m:oMath>
                </a14:m>
                <a:r>
                  <a:rPr lang="en-US" dirty="0"/>
                  <a:t> </a:t>
                </a:r>
              </a:p>
              <a:p>
                <a:r>
                  <a:rPr lang="en-US" dirty="0"/>
                  <a:t>An </a:t>
                </a:r>
                <a:r>
                  <a:rPr lang="en-IN" dirty="0"/>
                  <a:t>Selection </a:t>
                </a:r>
                <a:r>
                  <a:rPr lang="en-US" dirty="0"/>
                  <a:t> </a:t>
                </a:r>
                <a14:m>
                  <m:oMath xmlns:m="http://schemas.openxmlformats.org/officeDocument/2006/math">
                    <m:r>
                      <m:rPr>
                        <m:sty m:val="p"/>
                      </m:rPr>
                      <a:rPr lang="en-US" dirty="0">
                        <a:latin typeface="Cambria Math" panose="02040503050406030204" pitchFamily="18" charset="0"/>
                      </a:rPr>
                      <m:t>r</m:t>
                    </m:r>
                  </m:oMath>
                </a14:m>
                <a:r>
                  <a:rPr lang="en-US" dirty="0"/>
                  <a:t> elements of a set is known as </a:t>
                </a:r>
                <a14:m>
                  <m:oMath xmlns:m="http://schemas.openxmlformats.org/officeDocument/2006/math">
                    <m:r>
                      <m:rPr>
                        <m:sty m:val="p"/>
                      </m:rPr>
                      <a:rPr lang="en-US" dirty="0">
                        <a:latin typeface="Cambria Math" panose="02040503050406030204" pitchFamily="18" charset="0"/>
                      </a:rPr>
                      <m:t>r</m:t>
                    </m:r>
                    <m:r>
                      <a:rPr lang="en-US" dirty="0">
                        <a:latin typeface="Cambria Math" panose="02040503050406030204" pitchFamily="18" charset="0"/>
                      </a:rPr>
                      <m:t> </m:t>
                    </m:r>
                  </m:oMath>
                </a14:m>
                <a:r>
                  <a:rPr lang="en-US" dirty="0"/>
                  <a:t>– </a:t>
                </a:r>
                <a:r>
                  <a:rPr lang="en-IN" dirty="0"/>
                  <a:t>combination.</a:t>
                </a:r>
              </a:p>
              <a:p>
                <a:r>
                  <a:rPr lang="en-US" dirty="0"/>
                  <a:t>Total number of </a:t>
                </a:r>
                <a:r>
                  <a:rPr lang="en-IN" dirty="0"/>
                  <a:t>combinations </a:t>
                </a:r>
                <a:r>
                  <a:rPr lang="en-US" dirty="0"/>
                  <a:t>(selections) can be calculated as follow:</a:t>
                </a:r>
                <a:endParaRPr lang="en-IN" dirty="0"/>
              </a:p>
              <a:p>
                <a:pPr marL="271463" indent="0">
                  <a:buNone/>
                </a:pPr>
                <a14:m>
                  <m:oMathPara xmlns:m="http://schemas.openxmlformats.org/officeDocument/2006/math">
                    <m:oMathParaPr>
                      <m:jc m:val="left"/>
                    </m:oMathParaPr>
                    <m:oMath xmlns:m="http://schemas.openxmlformats.org/officeDocument/2006/math">
                      <m:r>
                        <a:rPr lang="en-US" b="1" i="1" smtClean="0">
                          <a:solidFill>
                            <a:srgbClr val="002060"/>
                          </a:solidFill>
                          <a:latin typeface="Cambria Math" panose="02040503050406030204" pitchFamily="18" charset="0"/>
                        </a:rPr>
                        <m:t>𝐂</m:t>
                      </m:r>
                      <m:d>
                        <m:dPr>
                          <m:ctrlPr>
                            <a:rPr lang="en-IN" b="1" i="1">
                              <a:solidFill>
                                <a:srgbClr val="002060"/>
                              </a:solidFill>
                              <a:latin typeface="Cambria Math" panose="02040503050406030204" pitchFamily="18" charset="0"/>
                            </a:rPr>
                          </m:ctrlPr>
                        </m:dPr>
                        <m:e>
                          <m:r>
                            <a:rPr lang="en-US" b="1" i="1" smtClean="0">
                              <a:solidFill>
                                <a:srgbClr val="FF0000"/>
                              </a:solidFill>
                              <a:latin typeface="Cambria Math" panose="02040503050406030204" pitchFamily="18" charset="0"/>
                            </a:rPr>
                            <m:t>𝐧</m:t>
                          </m:r>
                          <m:r>
                            <a:rPr lang="en-US" b="1">
                              <a:solidFill>
                                <a:srgbClr val="002060"/>
                              </a:solidFill>
                              <a:latin typeface="Cambria Math" panose="02040503050406030204" pitchFamily="18" charset="0"/>
                            </a:rPr>
                            <m:t>, </m:t>
                          </m:r>
                          <m:r>
                            <a:rPr lang="en-US" b="1" i="1" smtClean="0">
                              <a:solidFill>
                                <a:srgbClr val="0070C0"/>
                              </a:solidFill>
                              <a:latin typeface="Cambria Math" panose="02040503050406030204" pitchFamily="18" charset="0"/>
                            </a:rPr>
                            <m:t>𝐫</m:t>
                          </m:r>
                        </m:e>
                      </m:d>
                      <m:r>
                        <a:rPr lang="en-US" b="1">
                          <a:solidFill>
                            <a:srgbClr val="002060"/>
                          </a:solidFill>
                          <a:latin typeface="Cambria Math" panose="02040503050406030204" pitchFamily="18" charset="0"/>
                        </a:rPr>
                        <m:t>=</m:t>
                      </m:r>
                      <m:sSub>
                        <m:sSubPr>
                          <m:ctrlPr>
                            <a:rPr lang="en-IN" b="1" i="1">
                              <a:latin typeface="Cambria Math" panose="02040503050406030204" pitchFamily="18" charset="0"/>
                            </a:rPr>
                          </m:ctrlPr>
                        </m:sSubPr>
                        <m:e>
                          <m:sPre>
                            <m:sPrePr>
                              <m:ctrlPr>
                                <a:rPr lang="en-US" b="1" i="1">
                                  <a:latin typeface="Cambria Math" panose="02040503050406030204" pitchFamily="18" charset="0"/>
                                </a:rPr>
                              </m:ctrlPr>
                            </m:sPrePr>
                            <m:sub>
                              <m:r>
                                <a:rPr lang="en-IN" b="1">
                                  <a:latin typeface="Cambria Math" panose="02040503050406030204" pitchFamily="18" charset="0"/>
                                </a:rPr>
                                <m:t> </m:t>
                              </m:r>
                            </m:sub>
                            <m:sup>
                              <m:r>
                                <a:rPr lang="en-IN" b="1">
                                  <a:solidFill>
                                    <a:srgbClr val="FF0000"/>
                                  </a:solidFill>
                                  <a:latin typeface="Cambria Math" panose="02040503050406030204" pitchFamily="18" charset="0"/>
                                </a:rPr>
                                <m:t>𝐧</m:t>
                              </m:r>
                            </m:sup>
                            <m:e>
                              <m:r>
                                <a:rPr lang="en-IN" b="1" i="0" smtClean="0">
                                  <a:latin typeface="Cambria Math" panose="02040503050406030204" pitchFamily="18" charset="0"/>
                                </a:rPr>
                                <m:t>𝐂</m:t>
                              </m:r>
                            </m:e>
                          </m:sPre>
                        </m:e>
                        <m:sub>
                          <m:r>
                            <a:rPr lang="en-IN" b="1">
                              <a:solidFill>
                                <a:srgbClr val="0070C0"/>
                              </a:solidFill>
                              <a:latin typeface="Cambria Math" panose="02040503050406030204" pitchFamily="18" charset="0"/>
                            </a:rPr>
                            <m:t>𝐫</m:t>
                          </m:r>
                        </m:sub>
                      </m:sSub>
                      <m:r>
                        <a:rPr lang="en-US" b="1">
                          <a:solidFill>
                            <a:srgbClr val="002060"/>
                          </a:solidFill>
                          <a:latin typeface="Cambria Math" panose="02040503050406030204" pitchFamily="18" charset="0"/>
                        </a:rPr>
                        <m:t>=</m:t>
                      </m:r>
                      <m:d>
                        <m:dPr>
                          <m:ctrlPr>
                            <a:rPr lang="en-IN" b="1" i="1">
                              <a:solidFill>
                                <a:srgbClr val="002060"/>
                              </a:solidFill>
                              <a:latin typeface="Cambria Math" panose="02040503050406030204" pitchFamily="18" charset="0"/>
                            </a:rPr>
                          </m:ctrlPr>
                        </m:dPr>
                        <m:e>
                          <m:eqArr>
                            <m:eqArrPr>
                              <m:ctrlPr>
                                <a:rPr lang="en-US" b="1" i="1">
                                  <a:solidFill>
                                    <a:srgbClr val="002060"/>
                                  </a:solidFill>
                                  <a:latin typeface="Cambria Math" panose="02040503050406030204" pitchFamily="18" charset="0"/>
                                </a:rPr>
                              </m:ctrlPr>
                            </m:eqArrPr>
                            <m:e>
                              <m:eqArr>
                                <m:eqArrPr>
                                  <m:ctrlPr>
                                    <a:rPr lang="en-US" b="1" i="1">
                                      <a:solidFill>
                                        <a:srgbClr val="002060"/>
                                      </a:solidFill>
                                      <a:latin typeface="Cambria Math" panose="02040503050406030204" pitchFamily="18" charset="0"/>
                                    </a:rPr>
                                  </m:ctrlPr>
                                </m:eqArrPr>
                                <m:e>
                                  <m:r>
                                    <a:rPr lang="en-IN" b="1" i="1" smtClean="0">
                                      <a:solidFill>
                                        <a:srgbClr val="002060"/>
                                      </a:solidFill>
                                      <a:latin typeface="Cambria Math" panose="02040503050406030204" pitchFamily="18" charset="0"/>
                                    </a:rPr>
                                    <m:t> </m:t>
                                  </m:r>
                                </m:e>
                                <m:e>
                                  <m:r>
                                    <a:rPr lang="en-US" b="1" i="1">
                                      <a:solidFill>
                                        <a:srgbClr val="002060"/>
                                      </a:solidFill>
                                      <a:latin typeface="Cambria Math" panose="02040503050406030204" pitchFamily="18" charset="0"/>
                                    </a:rPr>
                                    <m:t> </m:t>
                                  </m:r>
                                  <m:f>
                                    <m:fPr>
                                      <m:type m:val="noBar"/>
                                      <m:ctrlPr>
                                        <a:rPr lang="en-IN" b="1" i="1">
                                          <a:solidFill>
                                            <a:srgbClr val="002060"/>
                                          </a:solidFill>
                                          <a:latin typeface="Cambria Math" panose="02040503050406030204" pitchFamily="18" charset="0"/>
                                        </a:rPr>
                                      </m:ctrlPr>
                                    </m:fPr>
                                    <m:num>
                                      <m:r>
                                        <a:rPr lang="en-US" b="1" i="1" smtClean="0">
                                          <a:solidFill>
                                            <a:srgbClr val="FF0000"/>
                                          </a:solidFill>
                                          <a:latin typeface="Cambria Math" panose="02040503050406030204" pitchFamily="18" charset="0"/>
                                        </a:rPr>
                                        <m:t>𝐧</m:t>
                                      </m:r>
                                    </m:num>
                                    <m:den>
                                      <m:r>
                                        <a:rPr lang="en-US" b="1" i="1" smtClean="0">
                                          <a:solidFill>
                                            <a:srgbClr val="0070C0"/>
                                          </a:solidFill>
                                          <a:latin typeface="Cambria Math" panose="02040503050406030204" pitchFamily="18" charset="0"/>
                                        </a:rPr>
                                        <m:t>𝐫</m:t>
                                      </m:r>
                                    </m:den>
                                  </m:f>
                                  <m:r>
                                    <a:rPr lang="en-US" b="1" i="1">
                                      <a:solidFill>
                                        <a:srgbClr val="002060"/>
                                      </a:solidFill>
                                      <a:latin typeface="Cambria Math" panose="02040503050406030204" pitchFamily="18" charset="0"/>
                                    </a:rPr>
                                    <m:t> </m:t>
                                  </m:r>
                                </m:e>
                              </m:eqArr>
                            </m:e>
                            <m:e>
                              <m:r>
                                <a:rPr lang="en-IN" b="1" i="1" smtClean="0">
                                  <a:solidFill>
                                    <a:srgbClr val="002060"/>
                                  </a:solidFill>
                                  <a:latin typeface="Cambria Math" panose="02040503050406030204" pitchFamily="18" charset="0"/>
                                </a:rPr>
                                <m:t> </m:t>
                              </m:r>
                            </m:e>
                          </m:eqArr>
                        </m:e>
                      </m:d>
                      <m:r>
                        <a:rPr lang="en-US" b="1">
                          <a:solidFill>
                            <a:srgbClr val="002060"/>
                          </a:solidFill>
                          <a:latin typeface="Cambria Math" panose="02040503050406030204" pitchFamily="18" charset="0"/>
                        </a:rPr>
                        <m:t>=</m:t>
                      </m:r>
                      <m:f>
                        <m:fPr>
                          <m:ctrlPr>
                            <a:rPr lang="en-IN" b="1" i="1">
                              <a:solidFill>
                                <a:srgbClr val="002060"/>
                              </a:solidFill>
                              <a:latin typeface="Cambria Math" panose="02040503050406030204" pitchFamily="18" charset="0"/>
                            </a:rPr>
                          </m:ctrlPr>
                        </m:fPr>
                        <m:num>
                          <m:r>
                            <a:rPr lang="en-US" b="1" i="1" smtClean="0">
                              <a:solidFill>
                                <a:srgbClr val="FF0000"/>
                              </a:solidFill>
                              <a:latin typeface="Cambria Math" panose="02040503050406030204" pitchFamily="18" charset="0"/>
                            </a:rPr>
                            <m:t>𝐧</m:t>
                          </m:r>
                          <m:r>
                            <a:rPr lang="en-US" b="1">
                              <a:solidFill>
                                <a:srgbClr val="002060"/>
                              </a:solidFill>
                              <a:latin typeface="Cambria Math" panose="02040503050406030204" pitchFamily="18" charset="0"/>
                            </a:rPr>
                            <m:t>!</m:t>
                          </m:r>
                        </m:num>
                        <m:den>
                          <m:r>
                            <a:rPr lang="en-US" b="1">
                              <a:solidFill>
                                <a:srgbClr val="002060"/>
                              </a:solidFill>
                              <a:latin typeface="Cambria Math" panose="02040503050406030204" pitchFamily="18" charset="0"/>
                            </a:rPr>
                            <m:t> </m:t>
                          </m:r>
                          <m:r>
                            <a:rPr lang="en-US" b="1" i="1" smtClean="0">
                              <a:solidFill>
                                <a:srgbClr val="0070C0"/>
                              </a:solidFill>
                              <a:latin typeface="Cambria Math" panose="02040503050406030204" pitchFamily="18" charset="0"/>
                            </a:rPr>
                            <m:t>𝐫</m:t>
                          </m:r>
                          <m:r>
                            <a:rPr lang="en-US" b="1">
                              <a:solidFill>
                                <a:srgbClr val="002060"/>
                              </a:solidFill>
                              <a:latin typeface="Cambria Math" panose="02040503050406030204" pitchFamily="18" charset="0"/>
                            </a:rPr>
                            <m:t>!</m:t>
                          </m:r>
                          <m:d>
                            <m:dPr>
                              <m:ctrlPr>
                                <a:rPr lang="en-IN" b="1" i="1">
                                  <a:solidFill>
                                    <a:srgbClr val="002060"/>
                                  </a:solidFill>
                                  <a:latin typeface="Cambria Math" panose="02040503050406030204" pitchFamily="18" charset="0"/>
                                </a:rPr>
                              </m:ctrlPr>
                            </m:dPr>
                            <m:e>
                              <m:r>
                                <a:rPr lang="en-US" b="1" i="1" smtClean="0">
                                  <a:solidFill>
                                    <a:srgbClr val="FF0000"/>
                                  </a:solidFill>
                                  <a:latin typeface="Cambria Math" panose="02040503050406030204" pitchFamily="18" charset="0"/>
                                </a:rPr>
                                <m:t>𝐧</m:t>
                              </m:r>
                              <m:r>
                                <a:rPr lang="en-US" b="1" i="1">
                                  <a:solidFill>
                                    <a:srgbClr val="002060"/>
                                  </a:solidFill>
                                  <a:latin typeface="Cambria Math" panose="02040503050406030204" pitchFamily="18" charset="0"/>
                                </a:rPr>
                                <m:t>−</m:t>
                              </m:r>
                              <m:r>
                                <a:rPr lang="en-US" b="1" i="1" smtClean="0">
                                  <a:solidFill>
                                    <a:srgbClr val="0070C0"/>
                                  </a:solidFill>
                                  <a:latin typeface="Cambria Math" panose="02040503050406030204" pitchFamily="18" charset="0"/>
                                </a:rPr>
                                <m:t>𝐫</m:t>
                              </m:r>
                            </m:e>
                          </m:d>
                          <m:r>
                            <a:rPr lang="en-US" b="1">
                              <a:solidFill>
                                <a:srgbClr val="002060"/>
                              </a:solidFill>
                              <a:latin typeface="Cambria Math" panose="02040503050406030204" pitchFamily="18" charset="0"/>
                            </a:rPr>
                            <m:t>! </m:t>
                          </m:r>
                        </m:den>
                      </m:f>
                    </m:oMath>
                  </m:oMathPara>
                </a14:m>
                <a:endParaRPr lang="en-IN" dirty="0">
                  <a:solidFill>
                    <a:srgbClr val="FF0000"/>
                  </a:solidFill>
                </a:endParaRPr>
              </a:p>
            </p:txBody>
          </p:sp>
        </mc:Choice>
        <mc:Fallback xmlns="">
          <p:sp>
            <p:nvSpPr>
              <p:cNvPr id="5" name="Content Placeholder 4">
                <a:extLst>
                  <a:ext uri="{FF2B5EF4-FFF2-40B4-BE49-F238E27FC236}">
                    <a16:creationId xmlns:a16="http://schemas.microsoft.com/office/drawing/2014/main" id="{0346D6E4-2CDF-4CD2-9674-A490F9F9E356}"/>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2396786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US" b="1" dirty="0"/>
              <a:t>Combination</a:t>
            </a:r>
            <a:endParaRPr lang="en-IN"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r>
                  <a:rPr lang="en-US" b="1" dirty="0">
                    <a:solidFill>
                      <a:schemeClr val="accent6">
                        <a:lumMod val="50000"/>
                      </a:schemeClr>
                    </a:solidFill>
                  </a:rPr>
                  <a:t>For example:</a:t>
                </a:r>
                <a:endParaRPr lang="en-IN" dirty="0"/>
              </a:p>
              <a:p>
                <a:pPr lvl="1"/>
                <a:r>
                  <a:rPr lang="en-US" dirty="0"/>
                  <a:t>The number of ways in which 3 card can be chosen from </a:t>
                </a:r>
                <a14:m>
                  <m:oMath xmlns:m="http://schemas.openxmlformats.org/officeDocument/2006/math">
                    <m:r>
                      <a:rPr lang="en-US" i="1" dirty="0" smtClean="0">
                        <a:latin typeface="Cambria Math" panose="02040503050406030204" pitchFamily="18" charset="0"/>
                      </a:rPr>
                      <m:t>8</m:t>
                    </m:r>
                  </m:oMath>
                </a14:m>
                <a:r>
                  <a:rPr lang="en-US" dirty="0"/>
                  <a:t> cards is</a:t>
                </a:r>
                <a:endParaRPr lang="en-IN" dirty="0"/>
              </a:p>
              <a:p>
                <a:pPr marL="630238" indent="0">
                  <a:buNone/>
                </a:pPr>
                <a14:m>
                  <m:oMathPara xmlns:m="http://schemas.openxmlformats.org/officeDocument/2006/math">
                    <m:oMathParaPr>
                      <m:jc m:val="left"/>
                    </m:oMathParaPr>
                    <m:oMath xmlns:m="http://schemas.openxmlformats.org/officeDocument/2006/math">
                      <m:d>
                        <m:dPr>
                          <m:ctrlPr>
                            <a:rPr lang="en-IN" i="1">
                              <a:latin typeface="Cambria Math" panose="02040503050406030204" pitchFamily="18" charset="0"/>
                            </a:rPr>
                          </m:ctrlPr>
                        </m:dPr>
                        <m:e>
                          <m:eqArr>
                            <m:eqArrPr>
                              <m:ctrlPr>
                                <a:rPr lang="en-IN" i="1">
                                  <a:latin typeface="Cambria Math" panose="02040503050406030204" pitchFamily="18" charset="0"/>
                                </a:rPr>
                              </m:ctrlPr>
                            </m:eqArrPr>
                            <m:e>
                              <m:r>
                                <a:rPr lang="en-IN" b="0" i="1" smtClean="0">
                                  <a:latin typeface="Cambria Math" panose="02040503050406030204" pitchFamily="18" charset="0"/>
                                </a:rPr>
                                <m:t> </m:t>
                              </m:r>
                            </m:e>
                            <m:e>
                              <m:r>
                                <a:rPr lang="en-IN" b="0" i="1" smtClean="0">
                                  <a:latin typeface="Cambria Math" panose="02040503050406030204" pitchFamily="18" charset="0"/>
                                </a:rPr>
                                <m:t> </m:t>
                              </m:r>
                              <m:f>
                                <m:fPr>
                                  <m:type m:val="noBar"/>
                                  <m:ctrlPr>
                                    <a:rPr lang="en-IN" i="1">
                                      <a:latin typeface="Cambria Math" panose="02040503050406030204" pitchFamily="18" charset="0"/>
                                    </a:rPr>
                                  </m:ctrlPr>
                                </m:fPr>
                                <m:num>
                                  <m:r>
                                    <a:rPr lang="en-US">
                                      <a:latin typeface="Cambria Math" panose="02040503050406030204" pitchFamily="18" charset="0"/>
                                    </a:rPr>
                                    <m:t>8</m:t>
                                  </m:r>
                                </m:num>
                                <m:den>
                                  <m:r>
                                    <a:rPr lang="en-US">
                                      <a:latin typeface="Cambria Math" panose="02040503050406030204" pitchFamily="18" charset="0"/>
                                    </a:rPr>
                                    <m:t>3</m:t>
                                  </m:r>
                                </m:den>
                              </m:f>
                              <m:r>
                                <a:rPr lang="en-US">
                                  <a:latin typeface="Cambria Math" panose="02040503050406030204" pitchFamily="18" charset="0"/>
                                </a:rPr>
                                <m:t> </m:t>
                              </m:r>
                            </m:e>
                            <m:e>
                              <m:r>
                                <a:rPr lang="en-IN" b="0" i="1" smtClean="0">
                                  <a:latin typeface="Cambria Math" panose="02040503050406030204" pitchFamily="18" charset="0"/>
                                </a:rPr>
                                <m:t> </m:t>
                              </m:r>
                            </m:e>
                          </m:eqArr>
                        </m:e>
                      </m:d>
                      <m:r>
                        <a:rPr lang="en-US">
                          <a:latin typeface="Cambria Math" panose="02040503050406030204" pitchFamily="18" charset="0"/>
                        </a:rPr>
                        <m:t>=</m:t>
                      </m:r>
                      <m:f>
                        <m:fPr>
                          <m:ctrlPr>
                            <a:rPr lang="en-IN" i="1">
                              <a:latin typeface="Cambria Math" panose="02040503050406030204" pitchFamily="18" charset="0"/>
                            </a:rPr>
                          </m:ctrlPr>
                        </m:fPr>
                        <m:num>
                          <m:r>
                            <a:rPr lang="en-US">
                              <a:latin typeface="Cambria Math" panose="02040503050406030204" pitchFamily="18" charset="0"/>
                            </a:rPr>
                            <m:t> 8! </m:t>
                          </m:r>
                        </m:num>
                        <m:den>
                          <m:r>
                            <a:rPr lang="en-US">
                              <a:latin typeface="Cambria Math" panose="02040503050406030204" pitchFamily="18" charset="0"/>
                            </a:rPr>
                            <m:t>3!</m:t>
                          </m:r>
                          <m:d>
                            <m:dPr>
                              <m:ctrlPr>
                                <a:rPr lang="en-IN" i="1">
                                  <a:latin typeface="Cambria Math" panose="02040503050406030204" pitchFamily="18" charset="0"/>
                                </a:rPr>
                              </m:ctrlPr>
                            </m:dPr>
                            <m:e>
                              <m:r>
                                <a:rPr lang="en-US">
                                  <a:latin typeface="Cambria Math" panose="02040503050406030204" pitchFamily="18" charset="0"/>
                                </a:rPr>
                                <m:t>8</m:t>
                              </m:r>
                              <m:r>
                                <a:rPr lang="en-US" i="1">
                                  <a:latin typeface="Cambria Math" panose="02040503050406030204" pitchFamily="18" charset="0"/>
                                </a:rPr>
                                <m:t>−</m:t>
                              </m:r>
                              <m:r>
                                <a:rPr lang="en-US">
                                  <a:latin typeface="Cambria Math" panose="02040503050406030204" pitchFamily="18" charset="0"/>
                                </a:rPr>
                                <m:t>3</m:t>
                              </m:r>
                            </m:e>
                          </m:d>
                          <m:r>
                            <a:rPr lang="en-US">
                              <a:latin typeface="Cambria Math" panose="02040503050406030204" pitchFamily="18" charset="0"/>
                            </a:rPr>
                            <m:t>! </m:t>
                          </m:r>
                        </m:den>
                      </m:f>
                      <m:r>
                        <a:rPr lang="en-US">
                          <a:latin typeface="Cambria Math" panose="02040503050406030204" pitchFamily="18" charset="0"/>
                        </a:rPr>
                        <m:t>=</m:t>
                      </m:r>
                      <m:f>
                        <m:fPr>
                          <m:ctrlPr>
                            <a:rPr lang="en-IN" i="1">
                              <a:latin typeface="Cambria Math" panose="02040503050406030204" pitchFamily="18" charset="0"/>
                            </a:rPr>
                          </m:ctrlPr>
                        </m:fPr>
                        <m:num>
                          <m:r>
                            <a:rPr lang="en-US">
                              <a:latin typeface="Cambria Math" panose="02040503050406030204" pitchFamily="18" charset="0"/>
                            </a:rPr>
                            <m:t> 8×7×6 </m:t>
                          </m:r>
                        </m:num>
                        <m:den>
                          <m:r>
                            <a:rPr lang="en-US">
                              <a:latin typeface="Cambria Math" panose="02040503050406030204" pitchFamily="18" charset="0"/>
                            </a:rPr>
                            <m:t>3×2×1 </m:t>
                          </m:r>
                        </m:den>
                      </m:f>
                      <m:r>
                        <a:rPr lang="en-US">
                          <a:latin typeface="Cambria Math" panose="02040503050406030204" pitchFamily="18" charset="0"/>
                        </a:rPr>
                        <m:t>=56</m:t>
                      </m:r>
                    </m:oMath>
                  </m:oMathPara>
                </a14:m>
                <a:endParaRPr lang="en-IN" dirty="0"/>
              </a:p>
              <a:p>
                <a:pPr lvl="1"/>
                <a:r>
                  <a:rPr lang="en-US" dirty="0"/>
                  <a:t>A club has 10 male and 8 female members. A committee composed of 3 men and 4 women is formed. In how many ways this can be done?</a:t>
                </a:r>
                <a:endParaRPr lang="en-IN" dirty="0"/>
              </a:p>
              <a:p>
                <a:pPr marL="628650" indent="0">
                  <a:buNone/>
                </a:pPr>
                <a14:m>
                  <m:oMathPara xmlns:m="http://schemas.openxmlformats.org/officeDocument/2006/math">
                    <m:oMathParaPr>
                      <m:jc m:val="left"/>
                    </m:oMathParaPr>
                    <m:oMath xmlns:m="http://schemas.openxmlformats.org/officeDocument/2006/math">
                      <m:d>
                        <m:dPr>
                          <m:ctrlPr>
                            <a:rPr lang="en-IN" i="1">
                              <a:latin typeface="Cambria Math" panose="02040503050406030204" pitchFamily="18" charset="0"/>
                            </a:rPr>
                          </m:ctrlPr>
                        </m:dPr>
                        <m:e>
                          <m:eqArr>
                            <m:eqArrPr>
                              <m:ctrlPr>
                                <a:rPr lang="en-IN" i="1">
                                  <a:latin typeface="Cambria Math" panose="02040503050406030204" pitchFamily="18" charset="0"/>
                                </a:rPr>
                              </m:ctrlPr>
                            </m:eqArrPr>
                            <m:e>
                              <m:r>
                                <a:rPr lang="en-IN" b="0" i="1" smtClean="0">
                                  <a:latin typeface="Cambria Math" panose="02040503050406030204" pitchFamily="18" charset="0"/>
                                </a:rPr>
                                <m:t> </m:t>
                              </m:r>
                            </m:e>
                            <m:e>
                              <m:r>
                                <a:rPr lang="en-IN" b="0" i="1" smtClean="0">
                                  <a:latin typeface="Cambria Math" panose="02040503050406030204" pitchFamily="18" charset="0"/>
                                </a:rPr>
                                <m:t> </m:t>
                              </m:r>
                              <m:f>
                                <m:fPr>
                                  <m:type m:val="noBar"/>
                                  <m:ctrlPr>
                                    <a:rPr lang="en-IN" i="1">
                                      <a:latin typeface="Cambria Math" panose="02040503050406030204" pitchFamily="18" charset="0"/>
                                    </a:rPr>
                                  </m:ctrlPr>
                                </m:fPr>
                                <m:num>
                                  <m:r>
                                    <a:rPr lang="en-US">
                                      <a:latin typeface="Cambria Math" panose="02040503050406030204" pitchFamily="18" charset="0"/>
                                    </a:rPr>
                                    <m:t>10</m:t>
                                  </m:r>
                                </m:num>
                                <m:den>
                                  <m:r>
                                    <a:rPr lang="en-US">
                                      <a:latin typeface="Cambria Math" panose="02040503050406030204" pitchFamily="18" charset="0"/>
                                    </a:rPr>
                                    <m:t>3</m:t>
                                  </m:r>
                                </m:den>
                              </m:f>
                              <m:r>
                                <a:rPr lang="en-US">
                                  <a:latin typeface="Cambria Math" panose="02040503050406030204" pitchFamily="18" charset="0"/>
                                </a:rPr>
                                <m:t> </m:t>
                              </m:r>
                            </m:e>
                            <m:e>
                              <m:r>
                                <a:rPr lang="en-IN" b="0" i="1" smtClean="0">
                                  <a:latin typeface="Cambria Math" panose="02040503050406030204" pitchFamily="18" charset="0"/>
                                </a:rPr>
                                <m:t> </m:t>
                              </m:r>
                            </m:e>
                          </m:eqArr>
                        </m:e>
                      </m:d>
                      <m:d>
                        <m:dPr>
                          <m:ctrlPr>
                            <a:rPr lang="en-IN" i="1">
                              <a:latin typeface="Cambria Math" panose="02040503050406030204" pitchFamily="18" charset="0"/>
                            </a:rPr>
                          </m:ctrlPr>
                        </m:dPr>
                        <m:e>
                          <m:eqArr>
                            <m:eqArrPr>
                              <m:ctrlPr>
                                <a:rPr lang="en-IN" i="1">
                                  <a:latin typeface="Cambria Math" panose="02040503050406030204" pitchFamily="18" charset="0"/>
                                </a:rPr>
                              </m:ctrlPr>
                            </m:eqArrPr>
                            <m:e>
                              <m:r>
                                <a:rPr lang="en-IN" b="0" i="1" smtClean="0">
                                  <a:latin typeface="Cambria Math" panose="02040503050406030204" pitchFamily="18" charset="0"/>
                                </a:rPr>
                                <m:t> </m:t>
                              </m:r>
                            </m:e>
                            <m:e>
                              <m:r>
                                <a:rPr lang="en-IN" b="0" i="1" smtClean="0">
                                  <a:latin typeface="Cambria Math" panose="02040503050406030204" pitchFamily="18" charset="0"/>
                                </a:rPr>
                                <m:t> </m:t>
                              </m:r>
                              <m:f>
                                <m:fPr>
                                  <m:type m:val="noBar"/>
                                  <m:ctrlPr>
                                    <a:rPr lang="en-IN" i="1">
                                      <a:latin typeface="Cambria Math" panose="02040503050406030204" pitchFamily="18" charset="0"/>
                                    </a:rPr>
                                  </m:ctrlPr>
                                </m:fPr>
                                <m:num>
                                  <m:r>
                                    <a:rPr lang="en-US">
                                      <a:latin typeface="Cambria Math" panose="02040503050406030204" pitchFamily="18" charset="0"/>
                                    </a:rPr>
                                    <m:t>8</m:t>
                                  </m:r>
                                </m:num>
                                <m:den>
                                  <m:r>
                                    <a:rPr lang="en-US">
                                      <a:latin typeface="Cambria Math" panose="02040503050406030204" pitchFamily="18" charset="0"/>
                                    </a:rPr>
                                    <m:t>4</m:t>
                                  </m:r>
                                </m:den>
                              </m:f>
                              <m:r>
                                <a:rPr lang="en-US">
                                  <a:latin typeface="Cambria Math" panose="02040503050406030204" pitchFamily="18" charset="0"/>
                                </a:rPr>
                                <m:t> </m:t>
                              </m:r>
                            </m:e>
                            <m:e>
                              <m:r>
                                <a:rPr lang="en-IN" b="0" i="1" smtClean="0">
                                  <a:latin typeface="Cambria Math" panose="02040503050406030204" pitchFamily="18" charset="0"/>
                                </a:rPr>
                                <m:t> </m:t>
                              </m:r>
                            </m:e>
                          </m:eqArr>
                        </m:e>
                      </m:d>
                      <m:r>
                        <a:rPr lang="en-US">
                          <a:latin typeface="Cambria Math" panose="02040503050406030204" pitchFamily="18" charset="0"/>
                        </a:rPr>
                        <m:t>=120×70=8400</m:t>
                      </m:r>
                    </m:oMath>
                  </m:oMathPara>
                </a14:m>
                <a:endParaRPr lang="en-IN" dirty="0"/>
              </a:p>
            </p:txBody>
          </p:sp>
        </mc:Choice>
        <mc:Fallback xmlns="">
          <p:sp>
            <p:nvSpPr>
              <p:cNvPr id="5" name="Content Placeholder 4">
                <a:extLst>
                  <a:ext uri="{FF2B5EF4-FFF2-40B4-BE49-F238E27FC236}">
                    <a16:creationId xmlns:a16="http://schemas.microsoft.com/office/drawing/2014/main" id="{0346D6E4-2CDF-4CD2-9674-A490F9F9E356}"/>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2219802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US" b="1" dirty="0"/>
              <a:t>Combination</a:t>
            </a:r>
            <a:endParaRPr lang="en-IN"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r>
                  <a:rPr lang="en-US" b="1" dirty="0">
                    <a:solidFill>
                      <a:schemeClr val="accent6">
                        <a:lumMod val="50000"/>
                      </a:schemeClr>
                    </a:solidFill>
                  </a:rPr>
                  <a:t>For example:</a:t>
                </a:r>
                <a:endParaRPr lang="en-IN" dirty="0"/>
              </a:p>
              <a:p>
                <a:pPr lvl="1"/>
                <a:r>
                  <a:rPr lang="en-US" dirty="0"/>
                  <a:t>Out of 6 boys and 4 girls, in how many ways a committee of five members can be formed in which there are at most 2 girls are included?</a:t>
                </a:r>
                <a:endParaRPr lang="en-IN" dirty="0"/>
              </a:p>
              <a:p>
                <a:pPr marL="628650" indent="0">
                  <a:buNone/>
                </a:pPr>
                <a14:m>
                  <m:oMathPara xmlns:m="http://schemas.openxmlformats.org/officeDocument/2006/math">
                    <m:oMathParaPr>
                      <m:jc m:val="left"/>
                    </m:oMathParaPr>
                    <m:oMath xmlns:m="http://schemas.openxmlformats.org/officeDocument/2006/math">
                      <m:d>
                        <m:dPr>
                          <m:ctrlPr>
                            <a:rPr lang="en-IN" i="1">
                              <a:latin typeface="Cambria Math" panose="02040503050406030204" pitchFamily="18" charset="0"/>
                            </a:rPr>
                          </m:ctrlPr>
                        </m:dPr>
                        <m:e>
                          <m:eqArr>
                            <m:eqArrPr>
                              <m:ctrlPr>
                                <a:rPr lang="en-IN" i="1">
                                  <a:latin typeface="Cambria Math" panose="02040503050406030204" pitchFamily="18" charset="0"/>
                                </a:rPr>
                              </m:ctrlPr>
                            </m:eqArrPr>
                            <m:e>
                              <m:r>
                                <a:rPr lang="en-US" i="1">
                                  <a:latin typeface="Cambria Math" panose="02040503050406030204" pitchFamily="18" charset="0"/>
                                </a:rPr>
                                <m:t> </m:t>
                              </m:r>
                            </m:e>
                            <m:e>
                              <m:r>
                                <a:rPr lang="en-US" i="1">
                                  <a:latin typeface="Cambria Math" panose="02040503050406030204" pitchFamily="18" charset="0"/>
                                </a:rPr>
                                <m:t> </m:t>
                              </m:r>
                              <m:f>
                                <m:fPr>
                                  <m:type m:val="noBar"/>
                                  <m:ctrlPr>
                                    <a:rPr lang="en-IN" i="1">
                                      <a:latin typeface="Cambria Math" panose="02040503050406030204" pitchFamily="18" charset="0"/>
                                    </a:rPr>
                                  </m:ctrlPr>
                                </m:fPr>
                                <m:num>
                                  <m:r>
                                    <a:rPr lang="en-US" i="1">
                                      <a:latin typeface="Cambria Math" panose="02040503050406030204" pitchFamily="18" charset="0"/>
                                    </a:rPr>
                                    <m:t>4</m:t>
                                  </m:r>
                                </m:num>
                                <m:den>
                                  <m:r>
                                    <a:rPr lang="en-US" i="1">
                                      <a:latin typeface="Cambria Math" panose="02040503050406030204" pitchFamily="18" charset="0"/>
                                    </a:rPr>
                                    <m:t>2</m:t>
                                  </m:r>
                                </m:den>
                              </m:f>
                              <m:r>
                                <a:rPr lang="en-US" i="1">
                                  <a:latin typeface="Cambria Math" panose="02040503050406030204" pitchFamily="18" charset="0"/>
                                </a:rPr>
                                <m:t> </m:t>
                              </m:r>
                            </m:e>
                            <m:e>
                              <m:r>
                                <a:rPr lang="en-US" i="1">
                                  <a:latin typeface="Cambria Math" panose="02040503050406030204" pitchFamily="18" charset="0"/>
                                </a:rPr>
                                <m:t> </m:t>
                              </m:r>
                            </m:e>
                          </m:eqArr>
                        </m:e>
                      </m:d>
                      <m:d>
                        <m:dPr>
                          <m:ctrlPr>
                            <a:rPr lang="en-IN" i="1">
                              <a:latin typeface="Cambria Math" panose="02040503050406030204" pitchFamily="18" charset="0"/>
                            </a:rPr>
                          </m:ctrlPr>
                        </m:dPr>
                        <m:e>
                          <m:eqArr>
                            <m:eqArrPr>
                              <m:ctrlPr>
                                <a:rPr lang="en-IN" i="1">
                                  <a:latin typeface="Cambria Math" panose="02040503050406030204" pitchFamily="18" charset="0"/>
                                </a:rPr>
                              </m:ctrlPr>
                            </m:eqArrPr>
                            <m:e>
                              <m:r>
                                <a:rPr lang="en-US" i="1">
                                  <a:latin typeface="Cambria Math" panose="02040503050406030204" pitchFamily="18" charset="0"/>
                                </a:rPr>
                                <m:t> </m:t>
                              </m:r>
                            </m:e>
                            <m:e>
                              <m:r>
                                <a:rPr lang="en-US" i="1">
                                  <a:latin typeface="Cambria Math" panose="02040503050406030204" pitchFamily="18" charset="0"/>
                                </a:rPr>
                                <m:t> </m:t>
                              </m:r>
                              <m:f>
                                <m:fPr>
                                  <m:type m:val="noBar"/>
                                  <m:ctrlPr>
                                    <a:rPr lang="en-IN" i="1">
                                      <a:latin typeface="Cambria Math" panose="02040503050406030204" pitchFamily="18" charset="0"/>
                                    </a:rPr>
                                  </m:ctrlPr>
                                </m:fPr>
                                <m:num>
                                  <m:r>
                                    <a:rPr lang="en-US" i="1">
                                      <a:latin typeface="Cambria Math" panose="02040503050406030204" pitchFamily="18" charset="0"/>
                                    </a:rPr>
                                    <m:t>6</m:t>
                                  </m:r>
                                </m:num>
                                <m:den>
                                  <m:r>
                                    <a:rPr lang="en-US" i="1">
                                      <a:latin typeface="Cambria Math" panose="02040503050406030204" pitchFamily="18" charset="0"/>
                                    </a:rPr>
                                    <m:t>3</m:t>
                                  </m:r>
                                </m:den>
                              </m:f>
                              <m:r>
                                <a:rPr lang="en-US" i="1">
                                  <a:latin typeface="Cambria Math" panose="02040503050406030204" pitchFamily="18" charset="0"/>
                                </a:rPr>
                                <m:t> </m:t>
                              </m:r>
                            </m:e>
                            <m:e>
                              <m:r>
                                <a:rPr lang="en-US" i="1">
                                  <a:latin typeface="Cambria Math" panose="02040503050406030204" pitchFamily="18" charset="0"/>
                                </a:rPr>
                                <m:t> </m:t>
                              </m:r>
                            </m:e>
                          </m:eqArr>
                        </m:e>
                      </m:d>
                      <m:r>
                        <a:rPr lang="en-US" i="1">
                          <a:latin typeface="Cambria Math" panose="02040503050406030204" pitchFamily="18" charset="0"/>
                        </a:rPr>
                        <m:t>+</m:t>
                      </m:r>
                      <m:d>
                        <m:dPr>
                          <m:ctrlPr>
                            <a:rPr lang="en-IN" i="1">
                              <a:latin typeface="Cambria Math" panose="02040503050406030204" pitchFamily="18" charset="0"/>
                            </a:rPr>
                          </m:ctrlPr>
                        </m:dPr>
                        <m:e>
                          <m:eqArr>
                            <m:eqArrPr>
                              <m:ctrlPr>
                                <a:rPr lang="en-IN" i="1">
                                  <a:latin typeface="Cambria Math" panose="02040503050406030204" pitchFamily="18" charset="0"/>
                                </a:rPr>
                              </m:ctrlPr>
                            </m:eqArrPr>
                            <m:e>
                              <m:r>
                                <a:rPr lang="en-US" i="1">
                                  <a:latin typeface="Cambria Math" panose="02040503050406030204" pitchFamily="18" charset="0"/>
                                </a:rPr>
                                <m:t> </m:t>
                              </m:r>
                            </m:e>
                            <m:e>
                              <m:r>
                                <a:rPr lang="en-US" i="1">
                                  <a:latin typeface="Cambria Math" panose="02040503050406030204" pitchFamily="18" charset="0"/>
                                </a:rPr>
                                <m:t> </m:t>
                              </m:r>
                              <m:f>
                                <m:fPr>
                                  <m:type m:val="noBar"/>
                                  <m:ctrlPr>
                                    <a:rPr lang="en-IN" i="1">
                                      <a:latin typeface="Cambria Math" panose="02040503050406030204" pitchFamily="18" charset="0"/>
                                    </a:rPr>
                                  </m:ctrlPr>
                                </m:fPr>
                                <m:num>
                                  <m:r>
                                    <a:rPr lang="en-US" i="1">
                                      <a:latin typeface="Cambria Math" panose="02040503050406030204" pitchFamily="18" charset="0"/>
                                    </a:rPr>
                                    <m:t>4</m:t>
                                  </m:r>
                                </m:num>
                                <m:den>
                                  <m:r>
                                    <a:rPr lang="en-US" i="1">
                                      <a:latin typeface="Cambria Math" panose="02040503050406030204" pitchFamily="18" charset="0"/>
                                    </a:rPr>
                                    <m:t>1</m:t>
                                  </m:r>
                                </m:den>
                              </m:f>
                              <m:r>
                                <a:rPr lang="en-US" i="1">
                                  <a:latin typeface="Cambria Math" panose="02040503050406030204" pitchFamily="18" charset="0"/>
                                </a:rPr>
                                <m:t> </m:t>
                              </m:r>
                            </m:e>
                            <m:e>
                              <m:r>
                                <a:rPr lang="en-US" i="1">
                                  <a:latin typeface="Cambria Math" panose="02040503050406030204" pitchFamily="18" charset="0"/>
                                </a:rPr>
                                <m:t> </m:t>
                              </m:r>
                            </m:e>
                          </m:eqArr>
                        </m:e>
                      </m:d>
                      <m:d>
                        <m:dPr>
                          <m:ctrlPr>
                            <a:rPr lang="en-IN" i="1">
                              <a:latin typeface="Cambria Math" panose="02040503050406030204" pitchFamily="18" charset="0"/>
                            </a:rPr>
                          </m:ctrlPr>
                        </m:dPr>
                        <m:e>
                          <m:eqArr>
                            <m:eqArrPr>
                              <m:ctrlPr>
                                <a:rPr lang="en-IN" i="1">
                                  <a:latin typeface="Cambria Math" panose="02040503050406030204" pitchFamily="18" charset="0"/>
                                </a:rPr>
                              </m:ctrlPr>
                            </m:eqArrPr>
                            <m:e>
                              <m:r>
                                <a:rPr lang="en-US" i="1">
                                  <a:latin typeface="Cambria Math" panose="02040503050406030204" pitchFamily="18" charset="0"/>
                                </a:rPr>
                                <m:t> </m:t>
                              </m:r>
                            </m:e>
                            <m:e>
                              <m:r>
                                <a:rPr lang="en-US" i="1">
                                  <a:latin typeface="Cambria Math" panose="02040503050406030204" pitchFamily="18" charset="0"/>
                                </a:rPr>
                                <m:t> </m:t>
                              </m:r>
                              <m:f>
                                <m:fPr>
                                  <m:type m:val="noBar"/>
                                  <m:ctrlPr>
                                    <a:rPr lang="en-IN" i="1">
                                      <a:latin typeface="Cambria Math" panose="02040503050406030204" pitchFamily="18" charset="0"/>
                                    </a:rPr>
                                  </m:ctrlPr>
                                </m:fPr>
                                <m:num>
                                  <m:r>
                                    <a:rPr lang="en-US" i="1">
                                      <a:latin typeface="Cambria Math" panose="02040503050406030204" pitchFamily="18" charset="0"/>
                                    </a:rPr>
                                    <m:t>6</m:t>
                                  </m:r>
                                </m:num>
                                <m:den>
                                  <m:r>
                                    <a:rPr lang="en-US" i="1">
                                      <a:latin typeface="Cambria Math" panose="02040503050406030204" pitchFamily="18" charset="0"/>
                                    </a:rPr>
                                    <m:t>4</m:t>
                                  </m:r>
                                </m:den>
                              </m:f>
                              <m:r>
                                <a:rPr lang="en-US" i="1">
                                  <a:latin typeface="Cambria Math" panose="02040503050406030204" pitchFamily="18" charset="0"/>
                                </a:rPr>
                                <m:t> </m:t>
                              </m:r>
                            </m:e>
                            <m:e>
                              <m:r>
                                <a:rPr lang="en-US" i="1">
                                  <a:latin typeface="Cambria Math" panose="02040503050406030204" pitchFamily="18" charset="0"/>
                                </a:rPr>
                                <m:t> </m:t>
                              </m:r>
                            </m:e>
                          </m:eqArr>
                        </m:e>
                      </m:d>
                      <m:r>
                        <a:rPr lang="en-US" i="1">
                          <a:latin typeface="Cambria Math" panose="02040503050406030204" pitchFamily="18" charset="0"/>
                        </a:rPr>
                        <m:t>+</m:t>
                      </m:r>
                      <m:d>
                        <m:dPr>
                          <m:ctrlPr>
                            <a:rPr lang="en-IN" i="1">
                              <a:latin typeface="Cambria Math" panose="02040503050406030204" pitchFamily="18" charset="0"/>
                            </a:rPr>
                          </m:ctrlPr>
                        </m:dPr>
                        <m:e>
                          <m:eqArr>
                            <m:eqArrPr>
                              <m:ctrlPr>
                                <a:rPr lang="en-IN" i="1">
                                  <a:latin typeface="Cambria Math" panose="02040503050406030204" pitchFamily="18" charset="0"/>
                                </a:rPr>
                              </m:ctrlPr>
                            </m:eqArrPr>
                            <m:e>
                              <m:r>
                                <a:rPr lang="en-US" i="1">
                                  <a:latin typeface="Cambria Math" panose="02040503050406030204" pitchFamily="18" charset="0"/>
                                </a:rPr>
                                <m:t> </m:t>
                              </m:r>
                            </m:e>
                            <m:e>
                              <m:r>
                                <a:rPr lang="en-US" i="1">
                                  <a:latin typeface="Cambria Math" panose="02040503050406030204" pitchFamily="18" charset="0"/>
                                </a:rPr>
                                <m:t> </m:t>
                              </m:r>
                              <m:f>
                                <m:fPr>
                                  <m:type m:val="noBar"/>
                                  <m:ctrlPr>
                                    <a:rPr lang="en-IN" i="1">
                                      <a:latin typeface="Cambria Math" panose="02040503050406030204" pitchFamily="18" charset="0"/>
                                    </a:rPr>
                                  </m:ctrlPr>
                                </m:fPr>
                                <m:num>
                                  <m:r>
                                    <a:rPr lang="en-US" i="1">
                                      <a:latin typeface="Cambria Math" panose="02040503050406030204" pitchFamily="18" charset="0"/>
                                    </a:rPr>
                                    <m:t>4</m:t>
                                  </m:r>
                                </m:num>
                                <m:den>
                                  <m:r>
                                    <a:rPr lang="en-US" i="1">
                                      <a:latin typeface="Cambria Math" panose="02040503050406030204" pitchFamily="18" charset="0"/>
                                    </a:rPr>
                                    <m:t>0</m:t>
                                  </m:r>
                                </m:den>
                              </m:f>
                              <m:r>
                                <a:rPr lang="en-US" i="1">
                                  <a:latin typeface="Cambria Math" panose="02040503050406030204" pitchFamily="18" charset="0"/>
                                </a:rPr>
                                <m:t> </m:t>
                              </m:r>
                            </m:e>
                            <m:e>
                              <m:r>
                                <a:rPr lang="en-US" i="1">
                                  <a:latin typeface="Cambria Math" panose="02040503050406030204" pitchFamily="18" charset="0"/>
                                </a:rPr>
                                <m:t> </m:t>
                              </m:r>
                            </m:e>
                          </m:eqArr>
                        </m:e>
                      </m:d>
                      <m:d>
                        <m:dPr>
                          <m:ctrlPr>
                            <a:rPr lang="en-IN" i="1">
                              <a:latin typeface="Cambria Math" panose="02040503050406030204" pitchFamily="18" charset="0"/>
                            </a:rPr>
                          </m:ctrlPr>
                        </m:dPr>
                        <m:e>
                          <m:eqArr>
                            <m:eqArrPr>
                              <m:ctrlPr>
                                <a:rPr lang="en-IN" i="1">
                                  <a:latin typeface="Cambria Math" panose="02040503050406030204" pitchFamily="18" charset="0"/>
                                </a:rPr>
                              </m:ctrlPr>
                            </m:eqArrPr>
                            <m:e>
                              <m:r>
                                <a:rPr lang="en-US" i="1">
                                  <a:latin typeface="Cambria Math" panose="02040503050406030204" pitchFamily="18" charset="0"/>
                                </a:rPr>
                                <m:t> </m:t>
                              </m:r>
                            </m:e>
                            <m:e>
                              <m:r>
                                <a:rPr lang="en-US" i="1">
                                  <a:latin typeface="Cambria Math" panose="02040503050406030204" pitchFamily="18" charset="0"/>
                                </a:rPr>
                                <m:t> </m:t>
                              </m:r>
                              <m:f>
                                <m:fPr>
                                  <m:type m:val="noBar"/>
                                  <m:ctrlPr>
                                    <a:rPr lang="en-IN" i="1">
                                      <a:latin typeface="Cambria Math" panose="02040503050406030204" pitchFamily="18" charset="0"/>
                                    </a:rPr>
                                  </m:ctrlPr>
                                </m:fPr>
                                <m:num>
                                  <m:r>
                                    <a:rPr lang="en-US" i="1">
                                      <a:latin typeface="Cambria Math" panose="02040503050406030204" pitchFamily="18" charset="0"/>
                                    </a:rPr>
                                    <m:t>6</m:t>
                                  </m:r>
                                </m:num>
                                <m:den>
                                  <m:r>
                                    <a:rPr lang="en-US" i="1">
                                      <a:latin typeface="Cambria Math" panose="02040503050406030204" pitchFamily="18" charset="0"/>
                                    </a:rPr>
                                    <m:t>5</m:t>
                                  </m:r>
                                </m:den>
                              </m:f>
                              <m:r>
                                <a:rPr lang="en-US" i="1">
                                  <a:latin typeface="Cambria Math" panose="02040503050406030204" pitchFamily="18" charset="0"/>
                                </a:rPr>
                                <m:t> </m:t>
                              </m:r>
                            </m:e>
                            <m:e>
                              <m:r>
                                <a:rPr lang="en-US" i="1">
                                  <a:latin typeface="Cambria Math" panose="02040503050406030204" pitchFamily="18" charset="0"/>
                                </a:rPr>
                                <m:t> </m:t>
                              </m:r>
                            </m:e>
                          </m:eqArr>
                        </m:e>
                      </m:d>
                      <m:r>
                        <a:rPr lang="en-US" i="1">
                          <a:latin typeface="Cambria Math" panose="02040503050406030204" pitchFamily="18" charset="0"/>
                        </a:rPr>
                        <m:t>=120+60+6=186</m:t>
                      </m:r>
                    </m:oMath>
                  </m:oMathPara>
                </a14:m>
                <a:endParaRPr lang="en-IN" dirty="0"/>
              </a:p>
            </p:txBody>
          </p:sp>
        </mc:Choice>
        <mc:Fallback xmlns="">
          <p:sp>
            <p:nvSpPr>
              <p:cNvPr id="5" name="Content Placeholder 4">
                <a:extLst>
                  <a:ext uri="{FF2B5EF4-FFF2-40B4-BE49-F238E27FC236}">
                    <a16:creationId xmlns:a16="http://schemas.microsoft.com/office/drawing/2014/main" id="{0346D6E4-2CDF-4CD2-9674-A490F9F9E356}"/>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731735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US" b="1" dirty="0"/>
              <a:t>Combination</a:t>
            </a:r>
            <a:endParaRPr lang="en-IN"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pPr lvl="0"/>
                <a:r>
                  <a:rPr lang="en-US" b="1" dirty="0"/>
                  <a:t>Some important results</a:t>
                </a:r>
                <a:endParaRPr lang="en-IN" dirty="0"/>
              </a:p>
              <a:p>
                <a:pPr lvl="1" fontAlgn="base"/>
                <a14:m>
                  <m:oMath xmlns:m="http://schemas.openxmlformats.org/officeDocument/2006/math">
                    <m:sSub>
                      <m:sSubPr>
                        <m:ctrlPr>
                          <a:rPr lang="en-IN" i="1">
                            <a:effectLst>
                              <a:glow>
                                <a:srgbClr val="000000"/>
                              </a:glow>
                              <a:outerShdw sx="0" sy="0">
                                <a:srgbClr val="000000"/>
                              </a:outerShdw>
                              <a:reflection stA="0" endPos="0" fadeDir="0" sx="0" sy="0"/>
                            </a:effectLst>
                            <a:latin typeface="Cambria Math" panose="02040503050406030204" pitchFamily="18" charset="0"/>
                          </a:rPr>
                        </m:ctrlPr>
                      </m:sSubPr>
                      <m:e>
                        <m:sPre>
                          <m:sPrePr>
                            <m:ctrlPr>
                              <a:rPr lang="en-IN" i="1">
                                <a:effectLst>
                                  <a:glow>
                                    <a:srgbClr val="000000"/>
                                  </a:glow>
                                  <a:outerShdw sx="0" sy="0">
                                    <a:srgbClr val="000000"/>
                                  </a:outerShdw>
                                  <a:reflection stA="0" endPos="0" fadeDir="0" sx="0" sy="0"/>
                                </a:effectLst>
                                <a:latin typeface="Cambria Math" panose="02040503050406030204" pitchFamily="18" charset="0"/>
                              </a:rPr>
                            </m:ctrlPr>
                          </m:sPrePr>
                          <m:sub>
                            <m:r>
                              <a:rPr lang="en-IN" b="0" i="1" smtClean="0">
                                <a:effectLst>
                                  <a:glow>
                                    <a:srgbClr val="000000"/>
                                  </a:glow>
                                  <a:outerShdw sx="0" sy="0">
                                    <a:srgbClr val="000000"/>
                                  </a:outerShdw>
                                  <a:reflection stA="0" endPos="0" fadeDir="0" sx="0" sy="0"/>
                                </a:effectLst>
                                <a:latin typeface="Cambria Math" panose="02040503050406030204" pitchFamily="18" charset="0"/>
                              </a:rPr>
                              <m:t> </m:t>
                            </m:r>
                          </m:sub>
                          <m:sup>
                            <m:r>
                              <m:rPr>
                                <m:sty m:val="p"/>
                              </m:rPr>
                              <a:rPr lang="en-US">
                                <a:effectLst>
                                  <a:glow>
                                    <a:srgbClr val="000000"/>
                                  </a:glow>
                                  <a:outerShdw sx="0" sy="0">
                                    <a:srgbClr val="000000"/>
                                  </a:outerShdw>
                                  <a:reflection stA="0" endPos="0" fadeDir="0" sx="0" sy="0"/>
                                </a:effectLst>
                                <a:latin typeface="Cambria Math" panose="02040503050406030204" pitchFamily="18" charset="0"/>
                              </a:rPr>
                              <m:t>n</m:t>
                            </m:r>
                          </m:sup>
                          <m:e>
                            <m:r>
                              <m:rPr>
                                <m:sty m:val="p"/>
                              </m:rPr>
                              <a:rPr lang="en-US">
                                <a:effectLst>
                                  <a:glow>
                                    <a:srgbClr val="000000"/>
                                  </a:glow>
                                  <a:outerShdw sx="0" sy="0">
                                    <a:srgbClr val="000000"/>
                                  </a:outerShdw>
                                  <a:reflection stA="0" endPos="0" fadeDir="0" sx="0" sy="0"/>
                                </a:effectLst>
                                <a:latin typeface="Cambria Math" panose="02040503050406030204" pitchFamily="18" charset="0"/>
                              </a:rPr>
                              <m:t>C</m:t>
                            </m:r>
                          </m:e>
                        </m:sPre>
                      </m:e>
                      <m:sub>
                        <m:r>
                          <a:rPr lang="en-US">
                            <a:effectLst>
                              <a:glow>
                                <a:srgbClr val="000000"/>
                              </a:glow>
                              <a:outerShdw sx="0" sy="0">
                                <a:srgbClr val="000000"/>
                              </a:outerShdw>
                              <a:reflection stA="0" endPos="0" fadeDir="0" sx="0" sy="0"/>
                            </a:effectLst>
                            <a:latin typeface="Cambria Math" panose="02040503050406030204" pitchFamily="18" charset="0"/>
                          </a:rPr>
                          <m:t>0</m:t>
                        </m:r>
                      </m:sub>
                    </m:sSub>
                    <m:r>
                      <a:rPr lang="en-US">
                        <a:effectLst>
                          <a:glow>
                            <a:srgbClr val="000000"/>
                          </a:glow>
                          <a:outerShdw sx="0" sy="0">
                            <a:srgbClr val="000000"/>
                          </a:outerShdw>
                          <a:reflection stA="0" endPos="0" fadeDir="0" sx="0" sy="0"/>
                        </a:effectLst>
                        <a:latin typeface="Cambria Math" panose="02040503050406030204" pitchFamily="18" charset="0"/>
                      </a:rPr>
                      <m:t>=</m:t>
                    </m:r>
                    <m:sSub>
                      <m:sSubPr>
                        <m:ctrlPr>
                          <a:rPr lang="en-IN" i="1">
                            <a:effectLst>
                              <a:glow>
                                <a:srgbClr val="000000"/>
                              </a:glow>
                              <a:outerShdw sx="0" sy="0">
                                <a:srgbClr val="000000"/>
                              </a:outerShdw>
                              <a:reflection stA="0" endPos="0" fadeDir="0" sx="0" sy="0"/>
                            </a:effectLst>
                            <a:latin typeface="Cambria Math" panose="02040503050406030204" pitchFamily="18" charset="0"/>
                          </a:rPr>
                        </m:ctrlPr>
                      </m:sSubPr>
                      <m:e>
                        <m:sPre>
                          <m:sPrePr>
                            <m:ctrlPr>
                              <a:rPr lang="en-IN" i="1">
                                <a:effectLst>
                                  <a:glow>
                                    <a:srgbClr val="000000"/>
                                  </a:glow>
                                  <a:outerShdw sx="0" sy="0">
                                    <a:srgbClr val="000000"/>
                                  </a:outerShdw>
                                  <a:reflection stA="0" endPos="0" fadeDir="0" sx="0" sy="0"/>
                                </a:effectLst>
                                <a:latin typeface="Cambria Math" panose="02040503050406030204" pitchFamily="18" charset="0"/>
                              </a:rPr>
                            </m:ctrlPr>
                          </m:sPrePr>
                          <m:sub>
                            <m:r>
                              <a:rPr lang="en-US">
                                <a:effectLst>
                                  <a:glow>
                                    <a:srgbClr val="000000"/>
                                  </a:glow>
                                  <a:outerShdw sx="0" sy="0">
                                    <a:srgbClr val="000000"/>
                                  </a:outerShdw>
                                  <a:reflection stA="0" endPos="0" fadeDir="0" sx="0" sy="0"/>
                                </a:effectLst>
                                <a:latin typeface="Cambria Math" panose="02040503050406030204" pitchFamily="18" charset="0"/>
                              </a:rPr>
                              <m:t> </m:t>
                            </m:r>
                          </m:sub>
                          <m:sup>
                            <m:r>
                              <m:rPr>
                                <m:sty m:val="p"/>
                              </m:rPr>
                              <a:rPr lang="en-US">
                                <a:effectLst>
                                  <a:glow>
                                    <a:srgbClr val="000000"/>
                                  </a:glow>
                                  <a:outerShdw sx="0" sy="0">
                                    <a:srgbClr val="000000"/>
                                  </a:outerShdw>
                                  <a:reflection stA="0" endPos="0" fadeDir="0" sx="0" sy="0"/>
                                </a:effectLst>
                                <a:latin typeface="Cambria Math" panose="02040503050406030204" pitchFamily="18" charset="0"/>
                              </a:rPr>
                              <m:t>n</m:t>
                            </m:r>
                          </m:sup>
                          <m:e>
                            <m:r>
                              <m:rPr>
                                <m:sty m:val="p"/>
                              </m:rPr>
                              <a:rPr lang="en-US">
                                <a:effectLst>
                                  <a:glow>
                                    <a:srgbClr val="000000"/>
                                  </a:glow>
                                  <a:outerShdw sx="0" sy="0">
                                    <a:srgbClr val="000000"/>
                                  </a:outerShdw>
                                  <a:reflection stA="0" endPos="0" fadeDir="0" sx="0" sy="0"/>
                                </a:effectLst>
                                <a:latin typeface="Cambria Math" panose="02040503050406030204" pitchFamily="18" charset="0"/>
                              </a:rPr>
                              <m:t>C</m:t>
                            </m:r>
                          </m:e>
                        </m:sPre>
                      </m:e>
                      <m:sub>
                        <m:r>
                          <m:rPr>
                            <m:sty m:val="p"/>
                          </m:rPr>
                          <a:rPr lang="en-US">
                            <a:effectLst>
                              <a:glow>
                                <a:srgbClr val="000000"/>
                              </a:glow>
                              <a:outerShdw sx="0" sy="0">
                                <a:srgbClr val="000000"/>
                              </a:outerShdw>
                              <a:reflection stA="0" endPos="0" fadeDir="0" sx="0" sy="0"/>
                            </a:effectLst>
                            <a:latin typeface="Cambria Math" panose="02040503050406030204" pitchFamily="18" charset="0"/>
                          </a:rPr>
                          <m:t>n</m:t>
                        </m:r>
                      </m:sub>
                    </m:sSub>
                    <m:r>
                      <a:rPr lang="en-US">
                        <a:effectLst>
                          <a:glow>
                            <a:srgbClr val="000000"/>
                          </a:glow>
                          <a:outerShdw sx="0" sy="0">
                            <a:srgbClr val="000000"/>
                          </a:outerShdw>
                          <a:reflection stA="0" endPos="0" fadeDir="0" sx="0" sy="0"/>
                        </a:effectLst>
                        <a:latin typeface="Cambria Math" panose="02040503050406030204" pitchFamily="18" charset="0"/>
                      </a:rPr>
                      <m:t>=1</m:t>
                    </m:r>
                  </m:oMath>
                </a14:m>
                <a:endParaRPr lang="en-IN" dirty="0">
                  <a:effectLst>
                    <a:glow>
                      <a:srgbClr val="000000"/>
                    </a:glow>
                    <a:outerShdw sx="0" sy="0">
                      <a:srgbClr val="000000"/>
                    </a:outerShdw>
                    <a:reflection stA="0" endPos="0" fadeDir="0" sx="0" sy="0"/>
                  </a:effectLst>
                </a:endParaRPr>
              </a:p>
              <a:p>
                <a:pPr lvl="1" fontAlgn="base"/>
                <a14:m>
                  <m:oMath xmlns:m="http://schemas.openxmlformats.org/officeDocument/2006/math">
                    <m:sSub>
                      <m:sSubPr>
                        <m:ctrlPr>
                          <a:rPr lang="en-IN" i="1">
                            <a:effectLst>
                              <a:glow>
                                <a:srgbClr val="000000"/>
                              </a:glow>
                              <a:outerShdw sx="0" sy="0">
                                <a:srgbClr val="000000"/>
                              </a:outerShdw>
                              <a:reflection stA="0" endPos="0" fadeDir="0" sx="0" sy="0"/>
                            </a:effectLst>
                            <a:latin typeface="Cambria Math" panose="02040503050406030204" pitchFamily="18" charset="0"/>
                          </a:rPr>
                        </m:ctrlPr>
                      </m:sSubPr>
                      <m:e>
                        <m:sPre>
                          <m:sPrePr>
                            <m:ctrlPr>
                              <a:rPr lang="en-IN" i="1">
                                <a:effectLst>
                                  <a:glow>
                                    <a:srgbClr val="000000"/>
                                  </a:glow>
                                  <a:outerShdw sx="0" sy="0">
                                    <a:srgbClr val="000000"/>
                                  </a:outerShdw>
                                  <a:reflection stA="0" endPos="0" fadeDir="0" sx="0" sy="0"/>
                                </a:effectLst>
                                <a:latin typeface="Cambria Math" panose="02040503050406030204" pitchFamily="18" charset="0"/>
                              </a:rPr>
                            </m:ctrlPr>
                          </m:sPrePr>
                          <m:sub>
                            <m:r>
                              <a:rPr lang="en-IN" b="0" i="1" smtClean="0">
                                <a:effectLst>
                                  <a:glow>
                                    <a:srgbClr val="000000"/>
                                  </a:glow>
                                  <a:outerShdw sx="0" sy="0">
                                    <a:srgbClr val="000000"/>
                                  </a:outerShdw>
                                  <a:reflection stA="0" endPos="0" fadeDir="0" sx="0" sy="0"/>
                                </a:effectLst>
                                <a:latin typeface="Cambria Math" panose="02040503050406030204" pitchFamily="18" charset="0"/>
                              </a:rPr>
                              <m:t> </m:t>
                            </m:r>
                          </m:sub>
                          <m:sup>
                            <m:r>
                              <m:rPr>
                                <m:sty m:val="p"/>
                              </m:rPr>
                              <a:rPr lang="en-US">
                                <a:effectLst>
                                  <a:glow>
                                    <a:srgbClr val="000000"/>
                                  </a:glow>
                                  <a:outerShdw sx="0" sy="0">
                                    <a:srgbClr val="000000"/>
                                  </a:outerShdw>
                                  <a:reflection stA="0" endPos="0" fadeDir="0" sx="0" sy="0"/>
                                </a:effectLst>
                                <a:latin typeface="Cambria Math" panose="02040503050406030204" pitchFamily="18" charset="0"/>
                              </a:rPr>
                              <m:t>n</m:t>
                            </m:r>
                          </m:sup>
                          <m:e>
                            <m:r>
                              <m:rPr>
                                <m:sty m:val="p"/>
                              </m:rPr>
                              <a:rPr lang="en-US">
                                <a:effectLst>
                                  <a:glow>
                                    <a:srgbClr val="000000"/>
                                  </a:glow>
                                  <a:outerShdw sx="0" sy="0">
                                    <a:srgbClr val="000000"/>
                                  </a:outerShdw>
                                  <a:reflection stA="0" endPos="0" fadeDir="0" sx="0" sy="0"/>
                                </a:effectLst>
                                <a:latin typeface="Cambria Math" panose="02040503050406030204" pitchFamily="18" charset="0"/>
                              </a:rPr>
                              <m:t>C</m:t>
                            </m:r>
                          </m:e>
                        </m:sPre>
                      </m:e>
                      <m:sub>
                        <m:r>
                          <a:rPr lang="en-US">
                            <a:effectLst>
                              <a:glow>
                                <a:srgbClr val="000000"/>
                              </a:glow>
                              <a:outerShdw sx="0" sy="0">
                                <a:srgbClr val="000000"/>
                              </a:outerShdw>
                              <a:reflection stA="0" endPos="0" fadeDir="0" sx="0" sy="0"/>
                            </a:effectLst>
                            <a:latin typeface="Cambria Math" panose="02040503050406030204" pitchFamily="18" charset="0"/>
                          </a:rPr>
                          <m:t>1</m:t>
                        </m:r>
                      </m:sub>
                    </m:sSub>
                    <m:r>
                      <a:rPr lang="en-US">
                        <a:effectLst>
                          <a:glow>
                            <a:srgbClr val="000000"/>
                          </a:glow>
                          <a:outerShdw sx="0" sy="0">
                            <a:srgbClr val="000000"/>
                          </a:outerShdw>
                          <a:reflection stA="0" endPos="0" fadeDir="0" sx="0" sy="0"/>
                        </a:effectLst>
                        <a:latin typeface="Cambria Math" panose="02040503050406030204" pitchFamily="18" charset="0"/>
                      </a:rPr>
                      <m:t>=</m:t>
                    </m:r>
                    <m:r>
                      <m:rPr>
                        <m:sty m:val="p"/>
                      </m:rPr>
                      <a:rPr lang="en-US">
                        <a:effectLst>
                          <a:glow>
                            <a:srgbClr val="000000"/>
                          </a:glow>
                          <a:outerShdw sx="0" sy="0">
                            <a:srgbClr val="000000"/>
                          </a:outerShdw>
                          <a:reflection stA="0" endPos="0" fadeDir="0" sx="0" sy="0"/>
                        </a:effectLst>
                        <a:latin typeface="Cambria Math" panose="02040503050406030204" pitchFamily="18" charset="0"/>
                      </a:rPr>
                      <m:t>n</m:t>
                    </m:r>
                  </m:oMath>
                </a14:m>
                <a:endParaRPr lang="en-IN" dirty="0">
                  <a:effectLst>
                    <a:glow>
                      <a:srgbClr val="000000"/>
                    </a:glow>
                    <a:outerShdw sx="0" sy="0">
                      <a:srgbClr val="000000"/>
                    </a:outerShdw>
                    <a:reflection stA="0" endPos="0" fadeDir="0" sx="0" sy="0"/>
                  </a:effectLst>
                </a:endParaRPr>
              </a:p>
              <a:p>
                <a:pPr lvl="1"/>
                <a14:m>
                  <m:oMath xmlns:m="http://schemas.openxmlformats.org/officeDocument/2006/math">
                    <m:sSub>
                      <m:sSubPr>
                        <m:ctrlPr>
                          <a:rPr lang="en-IN" i="1">
                            <a:latin typeface="Cambria Math" panose="02040503050406030204" pitchFamily="18" charset="0"/>
                          </a:rPr>
                        </m:ctrlPr>
                      </m:sSubPr>
                      <m:e>
                        <m:sPre>
                          <m:sPrePr>
                            <m:ctrlPr>
                              <a:rPr lang="en-IN" i="1">
                                <a:latin typeface="Cambria Math" panose="02040503050406030204" pitchFamily="18" charset="0"/>
                              </a:rPr>
                            </m:ctrlPr>
                          </m:sPrePr>
                          <m:sub>
                            <m:r>
                              <a:rPr lang="en-IN" b="0" i="1" smtClean="0">
                                <a:latin typeface="Cambria Math" panose="02040503050406030204" pitchFamily="18" charset="0"/>
                              </a:rPr>
                              <m:t> </m:t>
                            </m:r>
                          </m:sub>
                          <m:sup>
                            <m:r>
                              <m:rPr>
                                <m:sty m:val="p"/>
                              </m:rPr>
                              <a:rPr lang="en-US">
                                <a:latin typeface="Cambria Math" panose="02040503050406030204" pitchFamily="18" charset="0"/>
                              </a:rPr>
                              <m:t>n</m:t>
                            </m:r>
                          </m:sup>
                          <m:e>
                            <m:r>
                              <m:rPr>
                                <m:sty m:val="p"/>
                              </m:rPr>
                              <a:rPr lang="en-US">
                                <a:latin typeface="Cambria Math" panose="02040503050406030204" pitchFamily="18" charset="0"/>
                              </a:rPr>
                              <m:t>C</m:t>
                            </m:r>
                          </m:e>
                        </m:sPre>
                      </m:e>
                      <m:sub>
                        <m:r>
                          <m:rPr>
                            <m:sty m:val="p"/>
                          </m:rPr>
                          <a:rPr lang="en-US">
                            <a:latin typeface="Cambria Math" panose="02040503050406030204" pitchFamily="18" charset="0"/>
                          </a:rPr>
                          <m:t>k</m:t>
                        </m:r>
                      </m:sub>
                    </m:sSub>
                    <m:r>
                      <a:rPr lang="en-US" i="1">
                        <a:latin typeface="Cambria Math" panose="02040503050406030204" pitchFamily="18" charset="0"/>
                      </a:rPr>
                      <m:t>=</m:t>
                    </m:r>
                    <m:sSub>
                      <m:sSubPr>
                        <m:ctrlPr>
                          <a:rPr lang="en-IN" i="1">
                            <a:latin typeface="Cambria Math" panose="02040503050406030204" pitchFamily="18" charset="0"/>
                          </a:rPr>
                        </m:ctrlPr>
                      </m:sSubPr>
                      <m:e>
                        <m:sPre>
                          <m:sPrePr>
                            <m:ctrlPr>
                              <a:rPr lang="en-IN" i="1">
                                <a:latin typeface="Cambria Math" panose="02040503050406030204" pitchFamily="18" charset="0"/>
                              </a:rPr>
                            </m:ctrlPr>
                          </m:sPrePr>
                          <m:sub>
                            <m:r>
                              <a:rPr lang="en-US">
                                <a:latin typeface="Cambria Math" panose="02040503050406030204" pitchFamily="18" charset="0"/>
                              </a:rPr>
                              <m:t> </m:t>
                            </m:r>
                          </m:sub>
                          <m:sup>
                            <m:r>
                              <m:rPr>
                                <m:sty m:val="p"/>
                              </m:rPr>
                              <a:rPr lang="en-US">
                                <a:latin typeface="Cambria Math" panose="02040503050406030204" pitchFamily="18" charset="0"/>
                              </a:rPr>
                              <m:t>n</m:t>
                            </m:r>
                          </m:sup>
                          <m:e>
                            <m:r>
                              <m:rPr>
                                <m:sty m:val="p"/>
                              </m:rPr>
                              <a:rPr lang="en-US">
                                <a:latin typeface="Cambria Math" panose="02040503050406030204" pitchFamily="18" charset="0"/>
                              </a:rPr>
                              <m:t>C</m:t>
                            </m:r>
                          </m:e>
                        </m:sPre>
                      </m:e>
                      <m:sub>
                        <m:r>
                          <m:rPr>
                            <m:sty m:val="p"/>
                          </m:rPr>
                          <a:rPr lang="en-US">
                            <a:latin typeface="Cambria Math" panose="02040503050406030204" pitchFamily="18" charset="0"/>
                          </a:rPr>
                          <m:t>n</m:t>
                        </m:r>
                        <m:r>
                          <a:rPr lang="en-US" i="1">
                            <a:latin typeface="Cambria Math" panose="02040503050406030204" pitchFamily="18" charset="0"/>
                          </a:rPr>
                          <m:t>−</m:t>
                        </m:r>
                        <m:r>
                          <m:rPr>
                            <m:sty m:val="p"/>
                          </m:rPr>
                          <a:rPr lang="en-US">
                            <a:latin typeface="Cambria Math" panose="02040503050406030204" pitchFamily="18" charset="0"/>
                          </a:rPr>
                          <m:t>k</m:t>
                        </m:r>
                      </m:sub>
                    </m:sSub>
                  </m:oMath>
                </a14:m>
                <a:endParaRPr lang="en-IN" dirty="0"/>
              </a:p>
            </p:txBody>
          </p:sp>
        </mc:Choice>
        <mc:Fallback xmlns="">
          <p:sp>
            <p:nvSpPr>
              <p:cNvPr id="5" name="Content Placeholder 4">
                <a:extLst>
                  <a:ext uri="{FF2B5EF4-FFF2-40B4-BE49-F238E27FC236}">
                    <a16:creationId xmlns:a16="http://schemas.microsoft.com/office/drawing/2014/main" id="{0346D6E4-2CDF-4CD2-9674-A490F9F9E356}"/>
                  </a:ext>
                </a:extLst>
              </p:cNvPr>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p:spTree>
    <p:extLst>
      <p:ext uri="{BB962C8B-B14F-4D97-AF65-F5344CB8AC3E}">
        <p14:creationId xmlns:p14="http://schemas.microsoft.com/office/powerpoint/2010/main" val="2151725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 1</a:t>
            </a:r>
          </a:p>
        </p:txBody>
      </p:sp>
      <p:sp>
        <p:nvSpPr>
          <p:cNvPr id="3" name="Text Placeholder 2"/>
          <p:cNvSpPr>
            <a:spLocks noGrp="1"/>
          </p:cNvSpPr>
          <p:nvPr>
            <p:ph type="body" idx="1"/>
          </p:nvPr>
        </p:nvSpPr>
        <p:spPr>
          <a:xfrm>
            <a:off x="831850" y="4561050"/>
            <a:ext cx="10515600" cy="1500187"/>
          </a:xfrm>
        </p:spPr>
        <p:txBody>
          <a:bodyPr>
            <a:normAutofit/>
          </a:bodyPr>
          <a:lstStyle/>
          <a:p>
            <a:r>
              <a:rPr lang="en-IN" sz="2800" dirty="0"/>
              <a:t>Counting</a:t>
            </a:r>
            <a:endParaRPr lang="en-US" sz="2800" dirty="0"/>
          </a:p>
        </p:txBody>
      </p:sp>
    </p:spTree>
    <p:extLst>
      <p:ext uri="{BB962C8B-B14F-4D97-AF65-F5344CB8AC3E}">
        <p14:creationId xmlns:p14="http://schemas.microsoft.com/office/powerpoint/2010/main" val="34839012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E2BAE360-0EA1-4B3C-A38E-B4D900A2A95B}"/>
              </a:ext>
            </a:extLst>
          </p:cNvPr>
          <p:cNvSpPr txBox="1"/>
          <p:nvPr/>
        </p:nvSpPr>
        <p:spPr>
          <a:xfrm>
            <a:off x="1625598" y="5717227"/>
            <a:ext cx="6070602" cy="523220"/>
          </a:xfrm>
          <a:prstGeom prst="rect">
            <a:avLst/>
          </a:prstGeom>
          <a:noFill/>
        </p:spPr>
        <p:txBody>
          <a:bodyPr wrap="square" anchor="ctr">
            <a:spAutoFit/>
          </a:bodyPr>
          <a:lstStyle>
            <a:defPPr>
              <a:defRPr lang="en-US"/>
            </a:defPPr>
            <a:lvl1pPr algn="just">
              <a:lnSpc>
                <a:spcPct val="100000"/>
              </a:lnSpc>
              <a:spcBef>
                <a:spcPts val="0"/>
              </a:spcBef>
              <a:spcAft>
                <a:spcPts val="0"/>
              </a:spcAft>
              <a:defRPr sz="2800" b="0" i="0">
                <a:solidFill>
                  <a:srgbClr val="002060"/>
                </a:solidFill>
                <a:latin typeface="+mj-lt"/>
              </a:defRPr>
            </a:lvl1pPr>
          </a:lstStyle>
          <a:p>
            <a:r>
              <a:rPr lang="en-GB" dirty="0"/>
              <a:t>Keeping in mind that no letter is repeated</a:t>
            </a:r>
            <a:endParaRPr lang="en-IN" dirty="0"/>
          </a:p>
        </p:txBody>
      </p:sp>
      <p:sp>
        <p:nvSpPr>
          <p:cNvPr id="19" name="Content Placeholder 2"/>
          <p:cNvSpPr txBox="1">
            <a:spLocks/>
          </p:cNvSpPr>
          <p:nvPr/>
        </p:nvSpPr>
        <p:spPr>
          <a:xfrm>
            <a:off x="131177" y="869083"/>
            <a:ext cx="11929643" cy="2902818"/>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5000"/>
              </a:lnSpc>
              <a:spcBef>
                <a:spcPts val="1000"/>
              </a:spcBef>
            </a:pPr>
            <a:r>
              <a:rPr lang="en-GB" dirty="0"/>
              <a:t>How many words, with or without meaning can be made from the letters of the word “MONDAY”, assuming that no letter is repeated, if </a:t>
            </a:r>
          </a:p>
        </p:txBody>
      </p:sp>
      <p:sp>
        <p:nvSpPr>
          <p:cNvPr id="2" name="Title 1"/>
          <p:cNvSpPr>
            <a:spLocks noGrp="1"/>
          </p:cNvSpPr>
          <p:nvPr>
            <p:ph type="title"/>
          </p:nvPr>
        </p:nvSpPr>
        <p:spPr/>
        <p:txBody>
          <a:bodyPr/>
          <a:lstStyle/>
          <a:p>
            <a:r>
              <a:rPr lang="en-GB" dirty="0"/>
              <a:t>Method 1 ⇝ Example 1</a:t>
            </a:r>
            <a:endParaRPr lang="en-US" dirty="0"/>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263DAC30-F985-D34E-24BD-96AF816AEE6B}"/>
                  </a:ext>
                </a:extLst>
              </p:cNvPr>
              <p:cNvSpPr txBox="1">
                <a:spLocks/>
              </p:cNvSpPr>
              <p:nvPr/>
            </p:nvSpPr>
            <p:spPr>
              <a:xfrm>
                <a:off x="1625597" y="3936938"/>
                <a:ext cx="56418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r>
                  <a:rPr lang="en-US" dirty="0">
                    <a:solidFill>
                      <a:srgbClr val="002060"/>
                    </a:solidFill>
                    <a:uFill>
                      <a:solidFill>
                        <a:srgbClr val="0070C0"/>
                      </a:solidFill>
                    </a:uFill>
                    <a:latin typeface="+mj-lt"/>
                    <a:ea typeface="Calibri" panose="020F0502020204030204" pitchFamily="34" charset="0"/>
                    <a:cs typeface="Shruti" panose="020B0502040204020203" pitchFamily="34" charset="0"/>
                  </a:rPr>
                  <a:t>There are </a:t>
                </a:r>
                <a14:m>
                  <m:oMath xmlns:m="http://schemas.openxmlformats.org/officeDocument/2006/math">
                    <m:r>
                      <a:rPr lang="en-US" i="1" dirty="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6</m:t>
                    </m:r>
                  </m:oMath>
                </a14:m>
                <a:r>
                  <a:rPr lang="en-US" dirty="0">
                    <a:solidFill>
                      <a:srgbClr val="002060"/>
                    </a:solidFill>
                    <a:uFill>
                      <a:solidFill>
                        <a:srgbClr val="0070C0"/>
                      </a:solidFill>
                    </a:uFill>
                    <a:latin typeface="+mj-lt"/>
                    <a:ea typeface="Calibri" panose="020F0502020204030204" pitchFamily="34" charset="0"/>
                    <a:cs typeface="Shruti" panose="020B0502040204020203" pitchFamily="34" charset="0"/>
                  </a:rPr>
                  <a:t> letters in word “MONDAY”</a:t>
                </a:r>
              </a:p>
            </p:txBody>
          </p:sp>
        </mc:Choice>
        <mc:Fallback xmlns="">
          <p:sp>
            <p:nvSpPr>
              <p:cNvPr id="5" name="Content Placeholder 2">
                <a:extLst>
                  <a:ext uri="{FF2B5EF4-FFF2-40B4-BE49-F238E27FC236}">
                    <a16:creationId xmlns:a16="http://schemas.microsoft.com/office/drawing/2014/main" id="{263DAC30-F985-D34E-24BD-96AF816AEE6B}"/>
                  </a:ext>
                </a:extLst>
              </p:cNvPr>
              <p:cNvSpPr txBox="1">
                <a:spLocks noRot="1" noChangeAspect="1" noMove="1" noResize="1" noEditPoints="1" noAdjustHandles="1" noChangeArrowheads="1" noChangeShapeType="1" noTextEdit="1"/>
              </p:cNvSpPr>
              <p:nvPr/>
            </p:nvSpPr>
            <p:spPr>
              <a:xfrm>
                <a:off x="1625597" y="3936938"/>
                <a:ext cx="5641875" cy="523220"/>
              </a:xfrm>
              <a:prstGeom prst="rect">
                <a:avLst/>
              </a:prstGeom>
              <a:blipFill>
                <a:blip r:embed="rId2"/>
                <a:stretch>
                  <a:fillRect l="-2270"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45515931-156D-0A82-06C6-286B91A9949E}"/>
                  </a:ext>
                </a:extLst>
              </p:cNvPr>
              <p:cNvSpPr txBox="1">
                <a:spLocks/>
              </p:cNvSpPr>
              <p:nvPr/>
            </p:nvSpPr>
            <p:spPr>
              <a:xfrm>
                <a:off x="1625597" y="4530610"/>
                <a:ext cx="369583"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9" name="Content Placeholder 2">
                <a:extLst>
                  <a:ext uri="{FF2B5EF4-FFF2-40B4-BE49-F238E27FC236}">
                    <a16:creationId xmlns:a16="http://schemas.microsoft.com/office/drawing/2014/main" id="{45515931-156D-0A82-06C6-286B91A9949E}"/>
                  </a:ext>
                </a:extLst>
              </p:cNvPr>
              <p:cNvSpPr txBox="1">
                <a:spLocks noRot="1" noChangeAspect="1" noMove="1" noResize="1" noEditPoints="1" noAdjustHandles="1" noChangeArrowheads="1" noChangeShapeType="1" noTextEdit="1"/>
              </p:cNvSpPr>
              <p:nvPr/>
            </p:nvSpPr>
            <p:spPr>
              <a:xfrm>
                <a:off x="1625597" y="4530610"/>
                <a:ext cx="369583" cy="523220"/>
              </a:xfrm>
              <a:prstGeom prst="rect">
                <a:avLst/>
              </a:prstGeom>
              <a:blipFill>
                <a:blip r:embed="rId3"/>
                <a:stretch>
                  <a:fillRect/>
                </a:stretch>
              </a:blipFill>
            </p:spPr>
            <p:txBody>
              <a:bodyPr/>
              <a:lstStyle/>
              <a:p>
                <a:r>
                  <a:rPr lang="en-IN">
                    <a:noFill/>
                  </a:rPr>
                  <a:t> </a:t>
                </a:r>
              </a:p>
            </p:txBody>
          </p:sp>
        </mc:Fallback>
      </mc:AlternateContent>
      <p:sp>
        <p:nvSpPr>
          <p:cNvPr id="50" name="Rectangle 49">
            <a:extLst>
              <a:ext uri="{FF2B5EF4-FFF2-40B4-BE49-F238E27FC236}">
                <a16:creationId xmlns:a16="http://schemas.microsoft.com/office/drawing/2014/main" id="{B2D3FB0B-D709-43AC-B65F-29361B504B61}"/>
              </a:ext>
            </a:extLst>
          </p:cNvPr>
          <p:cNvSpPr/>
          <p:nvPr/>
        </p:nvSpPr>
        <p:spPr>
          <a:xfrm>
            <a:off x="131177" y="3929783"/>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73" name="Content Placeholder 2">
                <a:extLst>
                  <a:ext uri="{FF2B5EF4-FFF2-40B4-BE49-F238E27FC236}">
                    <a16:creationId xmlns:a16="http://schemas.microsoft.com/office/drawing/2014/main" id="{AD9F7419-7B81-4497-BF1A-5DD036BABC0B}"/>
                  </a:ext>
                </a:extLst>
              </p:cNvPr>
              <p:cNvSpPr txBox="1">
                <a:spLocks/>
              </p:cNvSpPr>
              <p:nvPr/>
            </p:nvSpPr>
            <p:spPr>
              <a:xfrm>
                <a:off x="2000892" y="4530610"/>
                <a:ext cx="111912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m:rPr>
                          <m:sty m:val="p"/>
                        </m:rPr>
                        <a:rPr lang="en-IN">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n</m:t>
                      </m:r>
                      <m:r>
                        <a:rPr lang="en-IN">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=6</m:t>
                      </m:r>
                    </m:oMath>
                  </m:oMathPara>
                </a14:m>
                <a:endParaRPr lang="en-US" sz="4000"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73" name="Content Placeholder 2">
                <a:extLst>
                  <a:ext uri="{FF2B5EF4-FFF2-40B4-BE49-F238E27FC236}">
                    <a16:creationId xmlns:a16="http://schemas.microsoft.com/office/drawing/2014/main" id="{AD9F7419-7B81-4497-BF1A-5DD036BABC0B}"/>
                  </a:ext>
                </a:extLst>
              </p:cNvPr>
              <p:cNvSpPr txBox="1">
                <a:spLocks noRot="1" noChangeAspect="1" noMove="1" noResize="1" noEditPoints="1" noAdjustHandles="1" noChangeArrowheads="1" noChangeShapeType="1" noTextEdit="1"/>
              </p:cNvSpPr>
              <p:nvPr/>
            </p:nvSpPr>
            <p:spPr>
              <a:xfrm>
                <a:off x="2000892" y="4530610"/>
                <a:ext cx="1119125" cy="523220"/>
              </a:xfrm>
              <a:prstGeom prst="rect">
                <a:avLst/>
              </a:prstGeom>
              <a:blipFill>
                <a:blip r:embed="rId4"/>
                <a:stretch>
                  <a:fillRect/>
                </a:stretch>
              </a:blipFill>
            </p:spPr>
            <p:txBody>
              <a:bodyPr/>
              <a:lstStyle/>
              <a:p>
                <a:r>
                  <a:rPr lang="en-IN">
                    <a:noFill/>
                  </a:rPr>
                  <a:t> </a:t>
                </a:r>
              </a:p>
            </p:txBody>
          </p:sp>
        </mc:Fallback>
      </mc:AlternateContent>
      <p:sp>
        <p:nvSpPr>
          <p:cNvPr id="21" name="TextBox 20">
            <a:extLst>
              <a:ext uri="{FF2B5EF4-FFF2-40B4-BE49-F238E27FC236}">
                <a16:creationId xmlns:a16="http://schemas.microsoft.com/office/drawing/2014/main" id="{9E2CD5EE-6884-448F-9E9B-42466BF34916}"/>
              </a:ext>
            </a:extLst>
          </p:cNvPr>
          <p:cNvSpPr txBox="1"/>
          <p:nvPr/>
        </p:nvSpPr>
        <p:spPr>
          <a:xfrm>
            <a:off x="131177" y="1965571"/>
            <a:ext cx="611773" cy="523220"/>
          </a:xfrm>
          <a:prstGeom prst="rect">
            <a:avLst/>
          </a:prstGeom>
          <a:noFill/>
        </p:spPr>
        <p:txBody>
          <a:bodyPr wrap="square">
            <a:spAutoFit/>
          </a:bodyPr>
          <a:lstStyle/>
          <a:p>
            <a:pPr>
              <a:spcBef>
                <a:spcPts val="500"/>
              </a:spcBef>
            </a:pPr>
            <a:r>
              <a:rPr lang="en-GB" sz="2800" dirty="0">
                <a:solidFill>
                  <a:schemeClr val="bg1"/>
                </a:solidFill>
              </a:rPr>
              <a:t>(1)</a:t>
            </a:r>
          </a:p>
        </p:txBody>
      </p:sp>
      <p:sp>
        <p:nvSpPr>
          <p:cNvPr id="22" name="TextBox 21">
            <a:extLst>
              <a:ext uri="{FF2B5EF4-FFF2-40B4-BE49-F238E27FC236}">
                <a16:creationId xmlns:a16="http://schemas.microsoft.com/office/drawing/2014/main" id="{87D74169-0A90-4352-B95B-A4ED1B9C6C51}"/>
              </a:ext>
            </a:extLst>
          </p:cNvPr>
          <p:cNvSpPr txBox="1"/>
          <p:nvPr/>
        </p:nvSpPr>
        <p:spPr>
          <a:xfrm>
            <a:off x="131177" y="2534690"/>
            <a:ext cx="611773" cy="523220"/>
          </a:xfrm>
          <a:prstGeom prst="rect">
            <a:avLst/>
          </a:prstGeom>
          <a:noFill/>
        </p:spPr>
        <p:txBody>
          <a:bodyPr wrap="square">
            <a:spAutoFit/>
          </a:bodyPr>
          <a:lstStyle/>
          <a:p>
            <a:pPr>
              <a:spcBef>
                <a:spcPts val="500"/>
              </a:spcBef>
            </a:pPr>
            <a:r>
              <a:rPr lang="en-GB" sz="2800" dirty="0">
                <a:solidFill>
                  <a:schemeClr val="bg1"/>
                </a:solidFill>
              </a:rPr>
              <a:t>(2)</a:t>
            </a:r>
          </a:p>
        </p:txBody>
      </p:sp>
      <p:sp>
        <p:nvSpPr>
          <p:cNvPr id="23" name="TextBox 22">
            <a:extLst>
              <a:ext uri="{FF2B5EF4-FFF2-40B4-BE49-F238E27FC236}">
                <a16:creationId xmlns:a16="http://schemas.microsoft.com/office/drawing/2014/main" id="{50194699-198F-4E3D-A0C6-F5AC6AF47AF6}"/>
              </a:ext>
            </a:extLst>
          </p:cNvPr>
          <p:cNvSpPr txBox="1"/>
          <p:nvPr/>
        </p:nvSpPr>
        <p:spPr>
          <a:xfrm>
            <a:off x="131177" y="3103810"/>
            <a:ext cx="611773" cy="523220"/>
          </a:xfrm>
          <a:prstGeom prst="rect">
            <a:avLst/>
          </a:prstGeom>
          <a:noFill/>
        </p:spPr>
        <p:txBody>
          <a:bodyPr wrap="square">
            <a:spAutoFit/>
          </a:bodyPr>
          <a:lstStyle/>
          <a:p>
            <a:pPr>
              <a:spcBef>
                <a:spcPts val="500"/>
              </a:spcBef>
            </a:pPr>
            <a:r>
              <a:rPr lang="en-GB" sz="2800" dirty="0">
                <a:solidFill>
                  <a:schemeClr val="bg1"/>
                </a:solidFill>
              </a:rPr>
              <a:t>(3)</a:t>
            </a:r>
          </a:p>
        </p:txBody>
      </p:sp>
      <p:sp>
        <p:nvSpPr>
          <p:cNvPr id="24" name="TextBox 23">
            <a:extLst>
              <a:ext uri="{FF2B5EF4-FFF2-40B4-BE49-F238E27FC236}">
                <a16:creationId xmlns:a16="http://schemas.microsoft.com/office/drawing/2014/main" id="{93AF4FFA-DF7E-440A-9C85-D07392F47BCC}"/>
              </a:ext>
            </a:extLst>
          </p:cNvPr>
          <p:cNvSpPr txBox="1"/>
          <p:nvPr/>
        </p:nvSpPr>
        <p:spPr>
          <a:xfrm>
            <a:off x="742950" y="1965570"/>
            <a:ext cx="4276725" cy="523220"/>
          </a:xfrm>
          <a:prstGeom prst="rect">
            <a:avLst/>
          </a:prstGeom>
          <a:noFill/>
        </p:spPr>
        <p:txBody>
          <a:bodyPr wrap="square">
            <a:spAutoFit/>
          </a:bodyPr>
          <a:lstStyle/>
          <a:p>
            <a:pPr>
              <a:spcBef>
                <a:spcPts val="500"/>
              </a:spcBef>
            </a:pPr>
            <a:r>
              <a:rPr lang="en-GB" sz="2800" dirty="0">
                <a:solidFill>
                  <a:schemeClr val="bg1"/>
                </a:solidFill>
              </a:rPr>
              <a:t>4 – letters are used at a time</a:t>
            </a:r>
          </a:p>
        </p:txBody>
      </p:sp>
      <p:sp>
        <p:nvSpPr>
          <p:cNvPr id="25" name="TextBox 24">
            <a:extLst>
              <a:ext uri="{FF2B5EF4-FFF2-40B4-BE49-F238E27FC236}">
                <a16:creationId xmlns:a16="http://schemas.microsoft.com/office/drawing/2014/main" id="{1982A3A0-15D5-43A6-A09D-E8112E651144}"/>
              </a:ext>
            </a:extLst>
          </p:cNvPr>
          <p:cNvSpPr txBox="1"/>
          <p:nvPr/>
        </p:nvSpPr>
        <p:spPr>
          <a:xfrm>
            <a:off x="742950" y="2538595"/>
            <a:ext cx="4276725" cy="523220"/>
          </a:xfrm>
          <a:prstGeom prst="rect">
            <a:avLst/>
          </a:prstGeom>
          <a:noFill/>
        </p:spPr>
        <p:txBody>
          <a:bodyPr wrap="square">
            <a:spAutoFit/>
          </a:bodyPr>
          <a:lstStyle/>
          <a:p>
            <a:pPr>
              <a:spcBef>
                <a:spcPts val="500"/>
              </a:spcBef>
            </a:pPr>
            <a:r>
              <a:rPr lang="en-GB" sz="2800" dirty="0">
                <a:solidFill>
                  <a:schemeClr val="bg1"/>
                </a:solidFill>
              </a:rPr>
              <a:t>All letters are used at a time</a:t>
            </a:r>
          </a:p>
        </p:txBody>
      </p:sp>
      <p:sp>
        <p:nvSpPr>
          <p:cNvPr id="26" name="TextBox 25">
            <a:extLst>
              <a:ext uri="{FF2B5EF4-FFF2-40B4-BE49-F238E27FC236}">
                <a16:creationId xmlns:a16="http://schemas.microsoft.com/office/drawing/2014/main" id="{EDEE0FD4-63E5-4843-8268-597C6D520278}"/>
              </a:ext>
            </a:extLst>
          </p:cNvPr>
          <p:cNvSpPr txBox="1"/>
          <p:nvPr/>
        </p:nvSpPr>
        <p:spPr>
          <a:xfrm>
            <a:off x="742950" y="3131540"/>
            <a:ext cx="6953250" cy="523220"/>
          </a:xfrm>
          <a:prstGeom prst="rect">
            <a:avLst/>
          </a:prstGeom>
          <a:noFill/>
        </p:spPr>
        <p:txBody>
          <a:bodyPr wrap="square">
            <a:spAutoFit/>
          </a:bodyPr>
          <a:lstStyle/>
          <a:p>
            <a:pPr>
              <a:spcBef>
                <a:spcPts val="500"/>
              </a:spcBef>
            </a:pPr>
            <a:r>
              <a:rPr lang="en-GB" sz="2800" dirty="0">
                <a:solidFill>
                  <a:schemeClr val="bg1"/>
                </a:solidFill>
              </a:rPr>
              <a:t>All letters are used but the first letter is vowel</a:t>
            </a:r>
          </a:p>
        </p:txBody>
      </p:sp>
      <p:sp>
        <p:nvSpPr>
          <p:cNvPr id="27" name="TextBox 26">
            <a:extLst>
              <a:ext uri="{FF2B5EF4-FFF2-40B4-BE49-F238E27FC236}">
                <a16:creationId xmlns:a16="http://schemas.microsoft.com/office/drawing/2014/main" id="{66E92277-1665-42B6-A468-5F1E09AFFC42}"/>
              </a:ext>
            </a:extLst>
          </p:cNvPr>
          <p:cNvSpPr txBox="1"/>
          <p:nvPr/>
        </p:nvSpPr>
        <p:spPr>
          <a:xfrm>
            <a:off x="4713788" y="1965570"/>
            <a:ext cx="263025" cy="523220"/>
          </a:xfrm>
          <a:prstGeom prst="rect">
            <a:avLst/>
          </a:prstGeom>
          <a:noFill/>
        </p:spPr>
        <p:txBody>
          <a:bodyPr wrap="square">
            <a:spAutoFit/>
          </a:bodyPr>
          <a:lstStyle/>
          <a:p>
            <a:pPr>
              <a:spcBef>
                <a:spcPts val="500"/>
              </a:spcBef>
            </a:pPr>
            <a:r>
              <a:rPr lang="en-GB" sz="2800" dirty="0">
                <a:solidFill>
                  <a:schemeClr val="bg1"/>
                </a:solidFill>
              </a:rPr>
              <a:t>,</a:t>
            </a:r>
          </a:p>
        </p:txBody>
      </p:sp>
      <p:sp>
        <p:nvSpPr>
          <p:cNvPr id="28" name="TextBox 27">
            <a:extLst>
              <a:ext uri="{FF2B5EF4-FFF2-40B4-BE49-F238E27FC236}">
                <a16:creationId xmlns:a16="http://schemas.microsoft.com/office/drawing/2014/main" id="{1A1C6B03-38B7-4EE1-B7B4-4D95819FB528}"/>
              </a:ext>
            </a:extLst>
          </p:cNvPr>
          <p:cNvSpPr txBox="1"/>
          <p:nvPr/>
        </p:nvSpPr>
        <p:spPr>
          <a:xfrm>
            <a:off x="4603707" y="2534690"/>
            <a:ext cx="263025" cy="523220"/>
          </a:xfrm>
          <a:prstGeom prst="rect">
            <a:avLst/>
          </a:prstGeom>
          <a:noFill/>
        </p:spPr>
        <p:txBody>
          <a:bodyPr wrap="square">
            <a:spAutoFit/>
          </a:bodyPr>
          <a:lstStyle/>
          <a:p>
            <a:pPr>
              <a:spcBef>
                <a:spcPts val="500"/>
              </a:spcBef>
            </a:pPr>
            <a:r>
              <a:rPr lang="en-GB" sz="2800" dirty="0">
                <a:solidFill>
                  <a:schemeClr val="bg1"/>
                </a:solidFill>
              </a:rPr>
              <a:t>,</a:t>
            </a:r>
          </a:p>
        </p:txBody>
      </p:sp>
      <p:sp>
        <p:nvSpPr>
          <p:cNvPr id="29" name="TextBox 28">
            <a:extLst>
              <a:ext uri="{FF2B5EF4-FFF2-40B4-BE49-F238E27FC236}">
                <a16:creationId xmlns:a16="http://schemas.microsoft.com/office/drawing/2014/main" id="{D14F321C-8606-41DB-ACC9-5E2B36CF92B0}"/>
              </a:ext>
            </a:extLst>
          </p:cNvPr>
          <p:cNvSpPr txBox="1"/>
          <p:nvPr/>
        </p:nvSpPr>
        <p:spPr>
          <a:xfrm>
            <a:off x="7047414" y="3131540"/>
            <a:ext cx="263025" cy="523220"/>
          </a:xfrm>
          <a:prstGeom prst="rect">
            <a:avLst/>
          </a:prstGeom>
          <a:noFill/>
        </p:spPr>
        <p:txBody>
          <a:bodyPr wrap="square">
            <a:spAutoFit/>
          </a:bodyPr>
          <a:lstStyle/>
          <a:p>
            <a:pPr>
              <a:spcBef>
                <a:spcPts val="500"/>
              </a:spcBef>
            </a:pPr>
            <a:r>
              <a:rPr lang="en-GB" sz="2800" dirty="0">
                <a:solidFill>
                  <a:schemeClr val="bg1"/>
                </a:solidFill>
              </a:rPr>
              <a:t>?</a:t>
            </a:r>
          </a:p>
        </p:txBody>
      </p:sp>
      <p:sp>
        <p:nvSpPr>
          <p:cNvPr id="30" name="TextBox 29">
            <a:extLst>
              <a:ext uri="{FF2B5EF4-FFF2-40B4-BE49-F238E27FC236}">
                <a16:creationId xmlns:a16="http://schemas.microsoft.com/office/drawing/2014/main" id="{27FB7EF4-265C-4BB7-A4D5-0EF1F2487DFB}"/>
              </a:ext>
            </a:extLst>
          </p:cNvPr>
          <p:cNvSpPr txBox="1"/>
          <p:nvPr/>
        </p:nvSpPr>
        <p:spPr>
          <a:xfrm>
            <a:off x="1625598" y="5124282"/>
            <a:ext cx="3526973" cy="523220"/>
          </a:xfrm>
          <a:prstGeom prst="rect">
            <a:avLst/>
          </a:prstGeom>
          <a:noFill/>
        </p:spPr>
        <p:txBody>
          <a:bodyPr wrap="square" anchor="ctr">
            <a:spAutoFit/>
          </a:bodyPr>
          <a:lstStyle>
            <a:defPPr>
              <a:defRPr lang="en-US"/>
            </a:defPPr>
            <a:lvl1pPr algn="just">
              <a:lnSpc>
                <a:spcPct val="100000"/>
              </a:lnSpc>
              <a:spcBef>
                <a:spcPts val="0"/>
              </a:spcBef>
              <a:spcAft>
                <a:spcPts val="0"/>
              </a:spcAft>
              <a:defRPr sz="2800" b="0" i="0">
                <a:solidFill>
                  <a:srgbClr val="002060"/>
                </a:solidFill>
                <a:latin typeface="+mj-lt"/>
              </a:defRPr>
            </a:lvl1pPr>
          </a:lstStyle>
          <a:p>
            <a:r>
              <a:rPr lang="en-GB" dirty="0"/>
              <a:t>Note that, in given word </a:t>
            </a:r>
            <a:endParaRPr lang="en-IN" dirty="0"/>
          </a:p>
        </p:txBody>
      </p:sp>
      <p:sp>
        <p:nvSpPr>
          <p:cNvPr id="31" name="TextBox 30">
            <a:extLst>
              <a:ext uri="{FF2B5EF4-FFF2-40B4-BE49-F238E27FC236}">
                <a16:creationId xmlns:a16="http://schemas.microsoft.com/office/drawing/2014/main" id="{DDD714BB-8163-4B14-AC89-E4BB99541340}"/>
              </a:ext>
            </a:extLst>
          </p:cNvPr>
          <p:cNvSpPr txBox="1"/>
          <p:nvPr/>
        </p:nvSpPr>
        <p:spPr>
          <a:xfrm>
            <a:off x="5019676" y="5124282"/>
            <a:ext cx="1453696" cy="523220"/>
          </a:xfrm>
          <a:prstGeom prst="rect">
            <a:avLst/>
          </a:prstGeom>
          <a:noFill/>
        </p:spPr>
        <p:txBody>
          <a:bodyPr wrap="square" anchor="ctr">
            <a:spAutoFit/>
          </a:bodyPr>
          <a:lstStyle>
            <a:defPPr>
              <a:defRPr lang="en-US"/>
            </a:defPPr>
            <a:lvl1pPr algn="just">
              <a:lnSpc>
                <a:spcPct val="100000"/>
              </a:lnSpc>
              <a:spcBef>
                <a:spcPts val="0"/>
              </a:spcBef>
              <a:spcAft>
                <a:spcPts val="0"/>
              </a:spcAft>
              <a:defRPr sz="2800" b="0" i="0">
                <a:solidFill>
                  <a:srgbClr val="002060"/>
                </a:solidFill>
                <a:latin typeface="+mj-lt"/>
              </a:defRPr>
            </a:lvl1pPr>
          </a:lstStyle>
          <a:p>
            <a:r>
              <a:rPr lang="en-GB" dirty="0"/>
              <a:t>there are </a:t>
            </a:r>
            <a:endParaRPr lang="en-IN" dirty="0"/>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162714E-676B-4F03-B672-FFD8E13C189D}"/>
                  </a:ext>
                </a:extLst>
              </p:cNvPr>
              <p:cNvSpPr txBox="1"/>
              <p:nvPr/>
            </p:nvSpPr>
            <p:spPr>
              <a:xfrm>
                <a:off x="6301253" y="5124282"/>
                <a:ext cx="1676887" cy="523220"/>
              </a:xfrm>
              <a:prstGeom prst="rect">
                <a:avLst/>
              </a:prstGeom>
              <a:noFill/>
            </p:spPr>
            <p:txBody>
              <a:bodyPr wrap="square" anchor="ctr">
                <a:spAutoFit/>
              </a:bodyPr>
              <a:lstStyle>
                <a:defPPr>
                  <a:defRPr lang="en-US"/>
                </a:defPPr>
                <a:lvl1pPr algn="just">
                  <a:lnSpc>
                    <a:spcPct val="100000"/>
                  </a:lnSpc>
                  <a:spcBef>
                    <a:spcPts val="0"/>
                  </a:spcBef>
                  <a:spcAft>
                    <a:spcPts val="0"/>
                  </a:spcAft>
                  <a:defRPr sz="2800" b="0" i="0">
                    <a:solidFill>
                      <a:srgbClr val="002060"/>
                    </a:solidFill>
                    <a:latin typeface="+mj-lt"/>
                  </a:defRPr>
                </a:lvl1pPr>
              </a:lstStyle>
              <a:p>
                <a:r>
                  <a:rPr lang="en-IN" dirty="0">
                    <a:solidFill>
                      <a:schemeClr val="bg1"/>
                    </a:solidFill>
                  </a:rPr>
                  <a:t>(</a:t>
                </a:r>
                <a14:m>
                  <m:oMath xmlns:m="http://schemas.openxmlformats.org/officeDocument/2006/math">
                    <m:r>
                      <a:rPr lang="en-IN" i="1" dirty="0" smtClean="0">
                        <a:latin typeface="Cambria Math" panose="02040503050406030204" pitchFamily="18" charset="0"/>
                      </a:rPr>
                      <m:t>2</m:t>
                    </m:r>
                  </m:oMath>
                </a14:m>
                <a:r>
                  <a:rPr lang="en-IN" dirty="0"/>
                  <a:t> vowels</a:t>
                </a:r>
                <a:r>
                  <a:rPr lang="en-IN" dirty="0">
                    <a:solidFill>
                      <a:schemeClr val="bg1"/>
                    </a:solidFill>
                  </a:rPr>
                  <a:t>)</a:t>
                </a:r>
              </a:p>
            </p:txBody>
          </p:sp>
        </mc:Choice>
        <mc:Fallback xmlns="">
          <p:sp>
            <p:nvSpPr>
              <p:cNvPr id="32" name="TextBox 31">
                <a:extLst>
                  <a:ext uri="{FF2B5EF4-FFF2-40B4-BE49-F238E27FC236}">
                    <a16:creationId xmlns:a16="http://schemas.microsoft.com/office/drawing/2014/main" id="{2162714E-676B-4F03-B672-FFD8E13C189D}"/>
                  </a:ext>
                </a:extLst>
              </p:cNvPr>
              <p:cNvSpPr txBox="1">
                <a:spLocks noRot="1" noChangeAspect="1" noMove="1" noResize="1" noEditPoints="1" noAdjustHandles="1" noChangeArrowheads="1" noChangeShapeType="1" noTextEdit="1"/>
              </p:cNvSpPr>
              <p:nvPr/>
            </p:nvSpPr>
            <p:spPr>
              <a:xfrm>
                <a:off x="6301253" y="5124282"/>
                <a:ext cx="1676887" cy="523220"/>
              </a:xfrm>
              <a:prstGeom prst="rect">
                <a:avLst/>
              </a:prstGeom>
              <a:blipFill>
                <a:blip r:embed="rId5"/>
                <a:stretch>
                  <a:fillRect l="-7636" t="-10588" r="-2909" b="-34118"/>
                </a:stretch>
              </a:blipFill>
            </p:spPr>
            <p:txBody>
              <a:bodyPr/>
              <a:lstStyle/>
              <a:p>
                <a:r>
                  <a:rPr lang="en-IN">
                    <a:noFill/>
                  </a:rPr>
                  <a:t> </a:t>
                </a:r>
              </a:p>
            </p:txBody>
          </p:sp>
        </mc:Fallback>
      </mc:AlternateContent>
    </p:spTree>
    <p:extLst>
      <p:ext uri="{BB962C8B-B14F-4D97-AF65-F5344CB8AC3E}">
        <p14:creationId xmlns:p14="http://schemas.microsoft.com/office/powerpoint/2010/main" val="3427139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5" grpId="0" build="p"/>
      <p:bldP spid="9" grpId="0" build="p"/>
      <p:bldP spid="50" grpId="0" animBg="1"/>
      <p:bldP spid="73" grpId="0" build="p"/>
      <p:bldP spid="30" grpId="0"/>
      <p:bldP spid="31" grpId="0"/>
      <p:bldP spid="3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1 (</a:t>
            </a:r>
            <a:r>
              <a:rPr lang="en-IN" dirty="0"/>
              <a:t>Continue</a:t>
            </a:r>
            <a:r>
              <a:rPr lang="en-GB" dirty="0"/>
              <a:t>)</a:t>
            </a:r>
            <a:endParaRPr lang="en-US" dirty="0"/>
          </a:p>
        </p:txBody>
      </p:sp>
      <mc:AlternateContent xmlns:mc="http://schemas.openxmlformats.org/markup-compatibility/2006" xmlns:a14="http://schemas.microsoft.com/office/drawing/2010/main">
        <mc:Choice Requires="a14">
          <p:sp>
            <p:nvSpPr>
              <p:cNvPr id="75" name="Content Placeholder 2">
                <a:extLst>
                  <a:ext uri="{FF2B5EF4-FFF2-40B4-BE49-F238E27FC236}">
                    <a16:creationId xmlns:a16="http://schemas.microsoft.com/office/drawing/2014/main" id="{D239C608-4719-4A39-8107-14BB72086BCE}"/>
                  </a:ext>
                </a:extLst>
              </p:cNvPr>
              <p:cNvSpPr txBox="1">
                <a:spLocks/>
              </p:cNvSpPr>
              <p:nvPr/>
            </p:nvSpPr>
            <p:spPr>
              <a:xfrm>
                <a:off x="7588003" y="3000067"/>
                <a:ext cx="401293"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a:rPr lang="en-IN" i="1">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sz="4000"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75" name="Content Placeholder 2">
                <a:extLst>
                  <a:ext uri="{FF2B5EF4-FFF2-40B4-BE49-F238E27FC236}">
                    <a16:creationId xmlns:a16="http://schemas.microsoft.com/office/drawing/2014/main" id="{D239C608-4719-4A39-8107-14BB72086BCE}"/>
                  </a:ext>
                </a:extLst>
              </p:cNvPr>
              <p:cNvSpPr txBox="1">
                <a:spLocks noRot="1" noChangeAspect="1" noMove="1" noResize="1" noEditPoints="1" noAdjustHandles="1" noChangeArrowheads="1" noChangeShapeType="1" noTextEdit="1"/>
              </p:cNvSpPr>
              <p:nvPr/>
            </p:nvSpPr>
            <p:spPr>
              <a:xfrm>
                <a:off x="7588003" y="3000067"/>
                <a:ext cx="401293"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6" name="Content Placeholder 2">
                <a:extLst>
                  <a:ext uri="{FF2B5EF4-FFF2-40B4-BE49-F238E27FC236}">
                    <a16:creationId xmlns:a16="http://schemas.microsoft.com/office/drawing/2014/main" id="{B0DEAE9A-CDCA-4AF2-B55F-D6211F828394}"/>
                  </a:ext>
                </a:extLst>
              </p:cNvPr>
              <p:cNvSpPr txBox="1">
                <a:spLocks/>
              </p:cNvSpPr>
              <p:nvPr/>
            </p:nvSpPr>
            <p:spPr>
              <a:xfrm>
                <a:off x="7989296" y="3000067"/>
                <a:ext cx="1096733"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m:rPr>
                          <m:sty m:val="p"/>
                        </m:rP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r</m:t>
                      </m:r>
                      <m:r>
                        <a:rPr lang="en-IN"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6</m:t>
                      </m:r>
                    </m:oMath>
                  </m:oMathPara>
                </a14:m>
                <a:endParaRPr lang="en-US" sz="5400"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76" name="Content Placeholder 2">
                <a:extLst>
                  <a:ext uri="{FF2B5EF4-FFF2-40B4-BE49-F238E27FC236}">
                    <a16:creationId xmlns:a16="http://schemas.microsoft.com/office/drawing/2014/main" id="{B0DEAE9A-CDCA-4AF2-B55F-D6211F828394}"/>
                  </a:ext>
                </a:extLst>
              </p:cNvPr>
              <p:cNvSpPr txBox="1">
                <a:spLocks noRot="1" noChangeAspect="1" noMove="1" noResize="1" noEditPoints="1" noAdjustHandles="1" noChangeArrowheads="1" noChangeShapeType="1" noTextEdit="1"/>
              </p:cNvSpPr>
              <p:nvPr/>
            </p:nvSpPr>
            <p:spPr>
              <a:xfrm>
                <a:off x="7989296" y="3000067"/>
                <a:ext cx="1096733"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B9AC0607-AB02-420A-A7B1-D1EBDE9F615B}"/>
                  </a:ext>
                </a:extLst>
              </p:cNvPr>
              <p:cNvSpPr txBox="1">
                <a:spLocks/>
              </p:cNvSpPr>
              <p:nvPr/>
            </p:nvSpPr>
            <p:spPr>
              <a:xfrm>
                <a:off x="7588003" y="3682586"/>
                <a:ext cx="401293"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a:rPr lang="en-IN" i="1">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sz="4000"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12" name="Content Placeholder 2">
                <a:extLst>
                  <a:ext uri="{FF2B5EF4-FFF2-40B4-BE49-F238E27FC236}">
                    <a16:creationId xmlns:a16="http://schemas.microsoft.com/office/drawing/2014/main" id="{B9AC0607-AB02-420A-A7B1-D1EBDE9F615B}"/>
                  </a:ext>
                </a:extLst>
              </p:cNvPr>
              <p:cNvSpPr txBox="1">
                <a:spLocks noRot="1" noChangeAspect="1" noMove="1" noResize="1" noEditPoints="1" noAdjustHandles="1" noChangeArrowheads="1" noChangeShapeType="1" noTextEdit="1"/>
              </p:cNvSpPr>
              <p:nvPr/>
            </p:nvSpPr>
            <p:spPr>
              <a:xfrm>
                <a:off x="7588003" y="3682586"/>
                <a:ext cx="401293"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660DF2BF-9AF7-465E-902D-BF3D1E485E38}"/>
                  </a:ext>
                </a:extLst>
              </p:cNvPr>
              <p:cNvSpPr txBox="1">
                <a:spLocks/>
              </p:cNvSpPr>
              <p:nvPr/>
            </p:nvSpPr>
            <p:spPr>
              <a:xfrm>
                <a:off x="7971455" y="3682586"/>
                <a:ext cx="656771"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sSub>
                        <m:sSubPr>
                          <m:ctrlPr>
                            <a:rPr lang="en-IN" i="1" smtClean="0">
                              <a:solidFill>
                                <a:srgbClr val="002060"/>
                              </a:solidFill>
                              <a:latin typeface="Cambria Math" panose="02040503050406030204" pitchFamily="18" charset="0"/>
                            </a:rPr>
                          </m:ctrlPr>
                        </m:sSubPr>
                        <m:e>
                          <m:sPre>
                            <m:sPrePr>
                              <m:ctrlPr>
                                <a:rPr lang="en-US" i="1">
                                  <a:solidFill>
                                    <a:srgbClr val="002060"/>
                                  </a:solidFill>
                                  <a:latin typeface="Cambria Math" panose="02040503050406030204" pitchFamily="18" charset="0"/>
                                </a:rPr>
                              </m:ctrlPr>
                            </m:sPrePr>
                            <m:sub>
                              <m:r>
                                <a:rPr lang="en-IN" b="0" i="0">
                                  <a:solidFill>
                                    <a:srgbClr val="002060"/>
                                  </a:solidFill>
                                  <a:latin typeface="Cambria Math" panose="02040503050406030204" pitchFamily="18" charset="0"/>
                                </a:rPr>
                                <m:t> </m:t>
                              </m:r>
                            </m:sub>
                            <m:sup>
                              <m:r>
                                <a:rPr lang="en-IN" b="0" i="0" smtClean="0">
                                  <a:solidFill>
                                    <a:srgbClr val="002060"/>
                                  </a:solidFill>
                                  <a:latin typeface="Cambria Math" panose="02040503050406030204" pitchFamily="18" charset="0"/>
                                </a:rPr>
                                <m:t>6</m:t>
                              </m:r>
                            </m:sup>
                            <m:e>
                              <m:r>
                                <m:rPr>
                                  <m:sty m:val="p"/>
                                </m:rPr>
                                <a:rPr lang="en-IN" b="0" i="0" smtClean="0">
                                  <a:solidFill>
                                    <a:srgbClr val="002060"/>
                                  </a:solidFill>
                                  <a:latin typeface="Cambria Math" panose="02040503050406030204" pitchFamily="18" charset="0"/>
                                </a:rPr>
                                <m:t>P</m:t>
                              </m:r>
                            </m:e>
                          </m:sPre>
                        </m:e>
                        <m:sub>
                          <m:r>
                            <a:rPr lang="en-IN" b="0" i="0" smtClean="0">
                              <a:solidFill>
                                <a:srgbClr val="002060"/>
                              </a:solidFill>
                              <a:latin typeface="Cambria Math" panose="02040503050406030204" pitchFamily="18" charset="0"/>
                            </a:rPr>
                            <m:t>6</m:t>
                          </m:r>
                        </m:sub>
                      </m:sSub>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13" name="Content Placeholder 2">
                <a:extLst>
                  <a:ext uri="{FF2B5EF4-FFF2-40B4-BE49-F238E27FC236}">
                    <a16:creationId xmlns:a16="http://schemas.microsoft.com/office/drawing/2014/main" id="{660DF2BF-9AF7-465E-902D-BF3D1E485E38}"/>
                  </a:ext>
                </a:extLst>
              </p:cNvPr>
              <p:cNvSpPr txBox="1">
                <a:spLocks noRot="1" noChangeAspect="1" noMove="1" noResize="1" noEditPoints="1" noAdjustHandles="1" noChangeArrowheads="1" noChangeShapeType="1" noTextEdit="1"/>
              </p:cNvSpPr>
              <p:nvPr/>
            </p:nvSpPr>
            <p:spPr>
              <a:xfrm>
                <a:off x="7971455" y="3682586"/>
                <a:ext cx="656771"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6B50FB26-6808-415D-B54F-9264B5E5B815}"/>
                  </a:ext>
                </a:extLst>
              </p:cNvPr>
              <p:cNvSpPr txBox="1">
                <a:spLocks/>
              </p:cNvSpPr>
              <p:nvPr/>
            </p:nvSpPr>
            <p:spPr>
              <a:xfrm>
                <a:off x="8594619" y="3682586"/>
                <a:ext cx="986972"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a:rPr lang="en-IN" b="0" i="1" smtClean="0">
                          <a:solidFill>
                            <a:srgbClr val="002060"/>
                          </a:solidFill>
                          <a:latin typeface="Cambria Math" panose="02040503050406030204" pitchFamily="18" charset="0"/>
                        </a:rPr>
                        <m:t>=6!</m:t>
                      </m:r>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14" name="Content Placeholder 2">
                <a:extLst>
                  <a:ext uri="{FF2B5EF4-FFF2-40B4-BE49-F238E27FC236}">
                    <a16:creationId xmlns:a16="http://schemas.microsoft.com/office/drawing/2014/main" id="{6B50FB26-6808-415D-B54F-9264B5E5B815}"/>
                  </a:ext>
                </a:extLst>
              </p:cNvPr>
              <p:cNvSpPr txBox="1">
                <a:spLocks noRot="1" noChangeAspect="1" noMove="1" noResize="1" noEditPoints="1" noAdjustHandles="1" noChangeArrowheads="1" noChangeShapeType="1" noTextEdit="1"/>
              </p:cNvSpPr>
              <p:nvPr/>
            </p:nvSpPr>
            <p:spPr>
              <a:xfrm>
                <a:off x="8594619" y="3682586"/>
                <a:ext cx="986972"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466C14E0-B46A-458E-80E8-CB6274676F18}"/>
                  </a:ext>
                </a:extLst>
              </p:cNvPr>
              <p:cNvSpPr txBox="1">
                <a:spLocks/>
              </p:cNvSpPr>
              <p:nvPr/>
            </p:nvSpPr>
            <p:spPr>
              <a:xfrm>
                <a:off x="8594619" y="4425025"/>
                <a:ext cx="11287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a:rPr lang="en-IN" b="0" i="1" smtClean="0">
                          <a:solidFill>
                            <a:srgbClr val="002060"/>
                          </a:solidFill>
                          <a:latin typeface="Cambria Math" panose="02040503050406030204" pitchFamily="18" charset="0"/>
                        </a:rPr>
                        <m:t>=720</m:t>
                      </m:r>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15" name="Content Placeholder 2">
                <a:extLst>
                  <a:ext uri="{FF2B5EF4-FFF2-40B4-BE49-F238E27FC236}">
                    <a16:creationId xmlns:a16="http://schemas.microsoft.com/office/drawing/2014/main" id="{466C14E0-B46A-458E-80E8-CB6274676F18}"/>
                  </a:ext>
                </a:extLst>
              </p:cNvPr>
              <p:cNvSpPr txBox="1">
                <a:spLocks noRot="1" noChangeAspect="1" noMove="1" noResize="1" noEditPoints="1" noAdjustHandles="1" noChangeArrowheads="1" noChangeShapeType="1" noTextEdit="1"/>
              </p:cNvSpPr>
              <p:nvPr/>
            </p:nvSpPr>
            <p:spPr>
              <a:xfrm>
                <a:off x="8594619" y="4425025"/>
                <a:ext cx="1128775" cy="523220"/>
              </a:xfrm>
              <a:prstGeom prst="rect">
                <a:avLst/>
              </a:prstGeom>
              <a:blipFill>
                <a:blip r:embed="rId7"/>
                <a:stretch>
                  <a:fillRect/>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3D9E8ECE-064F-42DB-B63F-55C8D6A20CF9}"/>
              </a:ext>
            </a:extLst>
          </p:cNvPr>
          <p:cNvCxnSpPr>
            <a:cxnSpLocks/>
          </p:cNvCxnSpPr>
          <p:nvPr/>
        </p:nvCxnSpPr>
        <p:spPr>
          <a:xfrm>
            <a:off x="6672760" y="2521651"/>
            <a:ext cx="0" cy="349217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BB99D1BA-F376-4FDC-9756-9CB7EF8B9620}"/>
              </a:ext>
            </a:extLst>
          </p:cNvPr>
          <p:cNvSpPr txBox="1"/>
          <p:nvPr/>
        </p:nvSpPr>
        <p:spPr>
          <a:xfrm>
            <a:off x="6892248" y="2423787"/>
            <a:ext cx="611773" cy="523220"/>
          </a:xfrm>
          <a:prstGeom prst="rect">
            <a:avLst/>
          </a:prstGeom>
          <a:noFill/>
        </p:spPr>
        <p:txBody>
          <a:bodyPr wrap="square">
            <a:spAutoFit/>
          </a:bodyPr>
          <a:lstStyle/>
          <a:p>
            <a:pPr>
              <a:spcBef>
                <a:spcPts val="500"/>
              </a:spcBef>
            </a:pPr>
            <a:r>
              <a:rPr lang="en-GB" sz="2800" b="1" dirty="0">
                <a:solidFill>
                  <a:srgbClr val="002060"/>
                </a:solidFill>
              </a:rPr>
              <a:t>(2)</a:t>
            </a:r>
          </a:p>
        </p:txBody>
      </p:sp>
      <p:sp>
        <p:nvSpPr>
          <p:cNvPr id="27" name="TextBox 26">
            <a:extLst>
              <a:ext uri="{FF2B5EF4-FFF2-40B4-BE49-F238E27FC236}">
                <a16:creationId xmlns:a16="http://schemas.microsoft.com/office/drawing/2014/main" id="{B599BCE7-264A-4D53-9434-1F4ACBA84E32}"/>
              </a:ext>
            </a:extLst>
          </p:cNvPr>
          <p:cNvSpPr txBox="1"/>
          <p:nvPr/>
        </p:nvSpPr>
        <p:spPr>
          <a:xfrm>
            <a:off x="7504021" y="2423787"/>
            <a:ext cx="4276725" cy="523220"/>
          </a:xfrm>
          <a:prstGeom prst="rect">
            <a:avLst/>
          </a:prstGeom>
          <a:noFill/>
        </p:spPr>
        <p:txBody>
          <a:bodyPr wrap="square">
            <a:spAutoFit/>
          </a:bodyPr>
          <a:lstStyle/>
          <a:p>
            <a:pPr>
              <a:spcBef>
                <a:spcPts val="500"/>
              </a:spcBef>
            </a:pPr>
            <a:r>
              <a:rPr lang="en-GB" sz="2800" b="1" dirty="0">
                <a:solidFill>
                  <a:srgbClr val="002060"/>
                </a:solidFill>
              </a:rPr>
              <a:t>All letters are used at a time</a:t>
            </a:r>
          </a:p>
        </p:txBody>
      </p:sp>
      <mc:AlternateContent xmlns:mc="http://schemas.openxmlformats.org/markup-compatibility/2006" xmlns:a14="http://schemas.microsoft.com/office/drawing/2010/main">
        <mc:Choice Requires="a14">
          <p:sp>
            <p:nvSpPr>
              <p:cNvPr id="30" name="Content Placeholder 2">
                <a:extLst>
                  <a:ext uri="{FF2B5EF4-FFF2-40B4-BE49-F238E27FC236}">
                    <a16:creationId xmlns:a16="http://schemas.microsoft.com/office/drawing/2014/main" id="{42718324-7651-40B2-874B-D7E571E73594}"/>
                  </a:ext>
                </a:extLst>
              </p:cNvPr>
              <p:cNvSpPr txBox="1">
                <a:spLocks/>
              </p:cNvSpPr>
              <p:nvPr/>
            </p:nvSpPr>
            <p:spPr>
              <a:xfrm>
                <a:off x="2205111" y="3000067"/>
                <a:ext cx="401293"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a:rPr lang="en-IN" i="1">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sz="4000"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30" name="Content Placeholder 2">
                <a:extLst>
                  <a:ext uri="{FF2B5EF4-FFF2-40B4-BE49-F238E27FC236}">
                    <a16:creationId xmlns:a16="http://schemas.microsoft.com/office/drawing/2014/main" id="{42718324-7651-40B2-874B-D7E571E73594}"/>
                  </a:ext>
                </a:extLst>
              </p:cNvPr>
              <p:cNvSpPr txBox="1">
                <a:spLocks noRot="1" noChangeAspect="1" noMove="1" noResize="1" noEditPoints="1" noAdjustHandles="1" noChangeArrowheads="1" noChangeShapeType="1" noTextEdit="1"/>
              </p:cNvSpPr>
              <p:nvPr/>
            </p:nvSpPr>
            <p:spPr>
              <a:xfrm>
                <a:off x="2205111" y="3000067"/>
                <a:ext cx="401293"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Content Placeholder 2">
                <a:extLst>
                  <a:ext uri="{FF2B5EF4-FFF2-40B4-BE49-F238E27FC236}">
                    <a16:creationId xmlns:a16="http://schemas.microsoft.com/office/drawing/2014/main" id="{1C6789DE-AEE6-4CD9-9BC5-1804FE8DF987}"/>
                  </a:ext>
                </a:extLst>
              </p:cNvPr>
              <p:cNvSpPr txBox="1">
                <a:spLocks/>
              </p:cNvSpPr>
              <p:nvPr/>
            </p:nvSpPr>
            <p:spPr>
              <a:xfrm>
                <a:off x="2606404" y="3000067"/>
                <a:ext cx="1096733"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m:rPr>
                          <m:sty m:val="p"/>
                        </m:rP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r</m:t>
                      </m:r>
                      <m:r>
                        <a:rPr lang="en-IN"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4</m:t>
                      </m:r>
                    </m:oMath>
                  </m:oMathPara>
                </a14:m>
                <a:endParaRPr lang="en-US" sz="5400"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31" name="Content Placeholder 2">
                <a:extLst>
                  <a:ext uri="{FF2B5EF4-FFF2-40B4-BE49-F238E27FC236}">
                    <a16:creationId xmlns:a16="http://schemas.microsoft.com/office/drawing/2014/main" id="{1C6789DE-AEE6-4CD9-9BC5-1804FE8DF987}"/>
                  </a:ext>
                </a:extLst>
              </p:cNvPr>
              <p:cNvSpPr txBox="1">
                <a:spLocks noRot="1" noChangeAspect="1" noMove="1" noResize="1" noEditPoints="1" noAdjustHandles="1" noChangeArrowheads="1" noChangeShapeType="1" noTextEdit="1"/>
              </p:cNvSpPr>
              <p:nvPr/>
            </p:nvSpPr>
            <p:spPr>
              <a:xfrm>
                <a:off x="2606404" y="3000067"/>
                <a:ext cx="1096733"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Content Placeholder 2">
                <a:extLst>
                  <a:ext uri="{FF2B5EF4-FFF2-40B4-BE49-F238E27FC236}">
                    <a16:creationId xmlns:a16="http://schemas.microsoft.com/office/drawing/2014/main" id="{8D83DBBD-FF28-466D-9BEB-C7874DA699B3}"/>
                  </a:ext>
                </a:extLst>
              </p:cNvPr>
              <p:cNvSpPr txBox="1">
                <a:spLocks/>
              </p:cNvSpPr>
              <p:nvPr/>
            </p:nvSpPr>
            <p:spPr>
              <a:xfrm>
                <a:off x="2205111" y="3682586"/>
                <a:ext cx="401293"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a:rPr lang="en-IN" i="1">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sz="4000"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32" name="Content Placeholder 2">
                <a:extLst>
                  <a:ext uri="{FF2B5EF4-FFF2-40B4-BE49-F238E27FC236}">
                    <a16:creationId xmlns:a16="http://schemas.microsoft.com/office/drawing/2014/main" id="{8D83DBBD-FF28-466D-9BEB-C7874DA699B3}"/>
                  </a:ext>
                </a:extLst>
              </p:cNvPr>
              <p:cNvSpPr txBox="1">
                <a:spLocks noRot="1" noChangeAspect="1" noMove="1" noResize="1" noEditPoints="1" noAdjustHandles="1" noChangeArrowheads="1" noChangeShapeType="1" noTextEdit="1"/>
              </p:cNvSpPr>
              <p:nvPr/>
            </p:nvSpPr>
            <p:spPr>
              <a:xfrm>
                <a:off x="2205111" y="3682586"/>
                <a:ext cx="401293"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Content Placeholder 2">
                <a:extLst>
                  <a:ext uri="{FF2B5EF4-FFF2-40B4-BE49-F238E27FC236}">
                    <a16:creationId xmlns:a16="http://schemas.microsoft.com/office/drawing/2014/main" id="{3B161FD0-C905-4D49-9D43-095DCBAB6EC5}"/>
                  </a:ext>
                </a:extLst>
              </p:cNvPr>
              <p:cNvSpPr txBox="1">
                <a:spLocks/>
              </p:cNvSpPr>
              <p:nvPr/>
            </p:nvSpPr>
            <p:spPr>
              <a:xfrm>
                <a:off x="2588563" y="3682586"/>
                <a:ext cx="656771"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sSub>
                        <m:sSubPr>
                          <m:ctrlPr>
                            <a:rPr lang="en-IN" i="1" smtClean="0">
                              <a:solidFill>
                                <a:srgbClr val="002060"/>
                              </a:solidFill>
                              <a:latin typeface="Cambria Math" panose="02040503050406030204" pitchFamily="18" charset="0"/>
                            </a:rPr>
                          </m:ctrlPr>
                        </m:sSubPr>
                        <m:e>
                          <m:sPre>
                            <m:sPrePr>
                              <m:ctrlPr>
                                <a:rPr lang="en-US" i="1">
                                  <a:solidFill>
                                    <a:srgbClr val="002060"/>
                                  </a:solidFill>
                                  <a:latin typeface="Cambria Math" panose="02040503050406030204" pitchFamily="18" charset="0"/>
                                </a:rPr>
                              </m:ctrlPr>
                            </m:sPrePr>
                            <m:sub>
                              <m:r>
                                <a:rPr lang="en-IN" b="0" i="0">
                                  <a:solidFill>
                                    <a:srgbClr val="002060"/>
                                  </a:solidFill>
                                  <a:latin typeface="Cambria Math" panose="02040503050406030204" pitchFamily="18" charset="0"/>
                                </a:rPr>
                                <m:t> </m:t>
                              </m:r>
                            </m:sub>
                            <m:sup>
                              <m:r>
                                <a:rPr lang="en-IN" b="0" i="0" smtClean="0">
                                  <a:solidFill>
                                    <a:srgbClr val="002060"/>
                                  </a:solidFill>
                                  <a:latin typeface="Cambria Math" panose="02040503050406030204" pitchFamily="18" charset="0"/>
                                </a:rPr>
                                <m:t>6</m:t>
                              </m:r>
                            </m:sup>
                            <m:e>
                              <m:r>
                                <m:rPr>
                                  <m:sty m:val="p"/>
                                </m:rPr>
                                <a:rPr lang="en-IN" b="0" i="0" smtClean="0">
                                  <a:solidFill>
                                    <a:srgbClr val="002060"/>
                                  </a:solidFill>
                                  <a:latin typeface="Cambria Math" panose="02040503050406030204" pitchFamily="18" charset="0"/>
                                </a:rPr>
                                <m:t>P</m:t>
                              </m:r>
                            </m:e>
                          </m:sPre>
                        </m:e>
                        <m:sub>
                          <m:r>
                            <a:rPr lang="en-IN" b="0" i="0" smtClean="0">
                              <a:solidFill>
                                <a:srgbClr val="002060"/>
                              </a:solidFill>
                              <a:latin typeface="Cambria Math" panose="02040503050406030204" pitchFamily="18" charset="0"/>
                            </a:rPr>
                            <m:t>4</m:t>
                          </m:r>
                        </m:sub>
                      </m:sSub>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33" name="Content Placeholder 2">
                <a:extLst>
                  <a:ext uri="{FF2B5EF4-FFF2-40B4-BE49-F238E27FC236}">
                    <a16:creationId xmlns:a16="http://schemas.microsoft.com/office/drawing/2014/main" id="{3B161FD0-C905-4D49-9D43-095DCBAB6EC5}"/>
                  </a:ext>
                </a:extLst>
              </p:cNvPr>
              <p:cNvSpPr txBox="1">
                <a:spLocks noRot="1" noChangeAspect="1" noMove="1" noResize="1" noEditPoints="1" noAdjustHandles="1" noChangeArrowheads="1" noChangeShapeType="1" noTextEdit="1"/>
              </p:cNvSpPr>
              <p:nvPr/>
            </p:nvSpPr>
            <p:spPr>
              <a:xfrm>
                <a:off x="2588563" y="3682586"/>
                <a:ext cx="656771"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Content Placeholder 2">
                <a:extLst>
                  <a:ext uri="{FF2B5EF4-FFF2-40B4-BE49-F238E27FC236}">
                    <a16:creationId xmlns:a16="http://schemas.microsoft.com/office/drawing/2014/main" id="{63552DBE-8049-426B-82FE-6A479E39A5F1}"/>
                  </a:ext>
                </a:extLst>
              </p:cNvPr>
              <p:cNvSpPr txBox="1">
                <a:spLocks/>
              </p:cNvSpPr>
              <p:nvPr/>
            </p:nvSpPr>
            <p:spPr>
              <a:xfrm>
                <a:off x="3211727" y="3494714"/>
                <a:ext cx="986972" cy="898964"/>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a:rPr lang="en-IN" b="0" i="1" smtClean="0">
                          <a:solidFill>
                            <a:srgbClr val="002060"/>
                          </a:solidFill>
                          <a:latin typeface="Cambria Math" panose="02040503050406030204" pitchFamily="18" charset="0"/>
                        </a:rPr>
                        <m:t>=</m:t>
                      </m:r>
                      <m:f>
                        <m:fPr>
                          <m:ctrlPr>
                            <a:rPr lang="en-IN" b="0" i="1" smtClean="0">
                              <a:solidFill>
                                <a:srgbClr val="002060"/>
                              </a:solidFill>
                              <a:latin typeface="Cambria Math" panose="02040503050406030204" pitchFamily="18" charset="0"/>
                            </a:rPr>
                          </m:ctrlPr>
                        </m:fPr>
                        <m:num>
                          <m:r>
                            <a:rPr lang="en-IN" i="1" smtClean="0">
                              <a:solidFill>
                                <a:srgbClr val="002060"/>
                              </a:solidFill>
                              <a:latin typeface="Cambria Math" panose="02040503050406030204" pitchFamily="18" charset="0"/>
                            </a:rPr>
                            <m:t>6</m:t>
                          </m:r>
                          <m:r>
                            <a:rPr lang="en-IN" b="0" i="1" smtClean="0">
                              <a:solidFill>
                                <a:srgbClr val="002060"/>
                              </a:solidFill>
                              <a:latin typeface="Cambria Math" panose="02040503050406030204" pitchFamily="18" charset="0"/>
                            </a:rPr>
                            <m:t>!</m:t>
                          </m:r>
                        </m:num>
                        <m:den>
                          <m:r>
                            <a:rPr lang="en-IN" b="0" i="1" smtClean="0">
                              <a:solidFill>
                                <a:srgbClr val="002060"/>
                              </a:solidFill>
                              <a:latin typeface="Cambria Math" panose="02040503050406030204" pitchFamily="18" charset="0"/>
                            </a:rPr>
                            <m:t> 2! </m:t>
                          </m:r>
                        </m:den>
                      </m:f>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34" name="Content Placeholder 2">
                <a:extLst>
                  <a:ext uri="{FF2B5EF4-FFF2-40B4-BE49-F238E27FC236}">
                    <a16:creationId xmlns:a16="http://schemas.microsoft.com/office/drawing/2014/main" id="{63552DBE-8049-426B-82FE-6A479E39A5F1}"/>
                  </a:ext>
                </a:extLst>
              </p:cNvPr>
              <p:cNvSpPr txBox="1">
                <a:spLocks noRot="1" noChangeAspect="1" noMove="1" noResize="1" noEditPoints="1" noAdjustHandles="1" noChangeArrowheads="1" noChangeShapeType="1" noTextEdit="1"/>
              </p:cNvSpPr>
              <p:nvPr/>
            </p:nvSpPr>
            <p:spPr>
              <a:xfrm>
                <a:off x="3211727" y="3494714"/>
                <a:ext cx="986972" cy="898964"/>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Content Placeholder 2">
                <a:extLst>
                  <a:ext uri="{FF2B5EF4-FFF2-40B4-BE49-F238E27FC236}">
                    <a16:creationId xmlns:a16="http://schemas.microsoft.com/office/drawing/2014/main" id="{71A76BD8-18C9-46FE-8C54-371E0E449AF7}"/>
                  </a:ext>
                </a:extLst>
              </p:cNvPr>
              <p:cNvSpPr txBox="1">
                <a:spLocks/>
              </p:cNvSpPr>
              <p:nvPr/>
            </p:nvSpPr>
            <p:spPr>
              <a:xfrm>
                <a:off x="3211727" y="4425025"/>
                <a:ext cx="11287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a:rPr lang="en-IN" b="0" i="1" smtClean="0">
                          <a:solidFill>
                            <a:srgbClr val="002060"/>
                          </a:solidFill>
                          <a:latin typeface="Cambria Math" panose="02040503050406030204" pitchFamily="18" charset="0"/>
                        </a:rPr>
                        <m:t>=360</m:t>
                      </m:r>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35" name="Content Placeholder 2">
                <a:extLst>
                  <a:ext uri="{FF2B5EF4-FFF2-40B4-BE49-F238E27FC236}">
                    <a16:creationId xmlns:a16="http://schemas.microsoft.com/office/drawing/2014/main" id="{71A76BD8-18C9-46FE-8C54-371E0E449AF7}"/>
                  </a:ext>
                </a:extLst>
              </p:cNvPr>
              <p:cNvSpPr txBox="1">
                <a:spLocks noRot="1" noChangeAspect="1" noMove="1" noResize="1" noEditPoints="1" noAdjustHandles="1" noChangeArrowheads="1" noChangeShapeType="1" noTextEdit="1"/>
              </p:cNvSpPr>
              <p:nvPr/>
            </p:nvSpPr>
            <p:spPr>
              <a:xfrm>
                <a:off x="3211727" y="4425025"/>
                <a:ext cx="1128775" cy="523220"/>
              </a:xfrm>
              <a:prstGeom prst="rect">
                <a:avLst/>
              </a:prstGeom>
              <a:blipFill>
                <a:blip r:embed="rId13"/>
                <a:stretch>
                  <a:fillRect/>
                </a:stretch>
              </a:blipFill>
            </p:spPr>
            <p:txBody>
              <a:bodyPr/>
              <a:lstStyle/>
              <a:p>
                <a:r>
                  <a:rPr lang="en-IN">
                    <a:noFill/>
                  </a:rPr>
                  <a:t> </a:t>
                </a:r>
              </a:p>
            </p:txBody>
          </p:sp>
        </mc:Fallback>
      </mc:AlternateContent>
      <p:sp>
        <p:nvSpPr>
          <p:cNvPr id="36" name="TextBox 35">
            <a:extLst>
              <a:ext uri="{FF2B5EF4-FFF2-40B4-BE49-F238E27FC236}">
                <a16:creationId xmlns:a16="http://schemas.microsoft.com/office/drawing/2014/main" id="{AB7F0599-22B4-4A7F-A2D0-6C483662CCB7}"/>
              </a:ext>
            </a:extLst>
          </p:cNvPr>
          <p:cNvSpPr txBox="1"/>
          <p:nvPr/>
        </p:nvSpPr>
        <p:spPr>
          <a:xfrm>
            <a:off x="1624990" y="2418870"/>
            <a:ext cx="611773" cy="523220"/>
          </a:xfrm>
          <a:prstGeom prst="rect">
            <a:avLst/>
          </a:prstGeom>
          <a:noFill/>
        </p:spPr>
        <p:txBody>
          <a:bodyPr wrap="square">
            <a:spAutoFit/>
          </a:bodyPr>
          <a:lstStyle/>
          <a:p>
            <a:pPr>
              <a:spcBef>
                <a:spcPts val="500"/>
              </a:spcBef>
            </a:pPr>
            <a:r>
              <a:rPr lang="en-GB" sz="2800" b="1" dirty="0">
                <a:solidFill>
                  <a:srgbClr val="002060"/>
                </a:solidFill>
              </a:rPr>
              <a:t>(1)</a:t>
            </a:r>
          </a:p>
        </p:txBody>
      </p:sp>
      <p:sp>
        <p:nvSpPr>
          <p:cNvPr id="37" name="TextBox 36">
            <a:extLst>
              <a:ext uri="{FF2B5EF4-FFF2-40B4-BE49-F238E27FC236}">
                <a16:creationId xmlns:a16="http://schemas.microsoft.com/office/drawing/2014/main" id="{4F7A39C8-B2EB-475C-8A55-CD88808207A3}"/>
              </a:ext>
            </a:extLst>
          </p:cNvPr>
          <p:cNvSpPr txBox="1"/>
          <p:nvPr/>
        </p:nvSpPr>
        <p:spPr>
          <a:xfrm>
            <a:off x="2193743" y="2418870"/>
            <a:ext cx="4276725" cy="523220"/>
          </a:xfrm>
          <a:prstGeom prst="rect">
            <a:avLst/>
          </a:prstGeom>
          <a:noFill/>
        </p:spPr>
        <p:txBody>
          <a:bodyPr wrap="square">
            <a:spAutoFit/>
          </a:bodyPr>
          <a:lstStyle/>
          <a:p>
            <a:pPr>
              <a:spcBef>
                <a:spcPts val="500"/>
              </a:spcBef>
            </a:pPr>
            <a:r>
              <a:rPr lang="en-GB" sz="2800" b="1" dirty="0">
                <a:solidFill>
                  <a:srgbClr val="002060"/>
                </a:solidFill>
              </a:rPr>
              <a:t>4 – letters are used at a time</a:t>
            </a:r>
          </a:p>
        </p:txBody>
      </p:sp>
      <p:sp>
        <p:nvSpPr>
          <p:cNvPr id="38" name="TextBox 37">
            <a:extLst>
              <a:ext uri="{FF2B5EF4-FFF2-40B4-BE49-F238E27FC236}">
                <a16:creationId xmlns:a16="http://schemas.microsoft.com/office/drawing/2014/main" id="{DA20CA43-E19C-4AA3-9E38-1F46795F5B71}"/>
              </a:ext>
            </a:extLst>
          </p:cNvPr>
          <p:cNvSpPr txBox="1"/>
          <p:nvPr/>
        </p:nvSpPr>
        <p:spPr>
          <a:xfrm>
            <a:off x="1625598" y="1791740"/>
            <a:ext cx="6070602" cy="523220"/>
          </a:xfrm>
          <a:prstGeom prst="rect">
            <a:avLst/>
          </a:prstGeom>
          <a:noFill/>
        </p:spPr>
        <p:txBody>
          <a:bodyPr wrap="square" anchor="ctr">
            <a:spAutoFit/>
          </a:bodyPr>
          <a:lstStyle>
            <a:defPPr>
              <a:defRPr lang="en-US"/>
            </a:defPPr>
            <a:lvl1pPr algn="just">
              <a:lnSpc>
                <a:spcPct val="100000"/>
              </a:lnSpc>
              <a:spcBef>
                <a:spcPts val="0"/>
              </a:spcBef>
              <a:spcAft>
                <a:spcPts val="0"/>
              </a:spcAft>
              <a:defRPr sz="2800" b="0" i="0">
                <a:solidFill>
                  <a:srgbClr val="002060"/>
                </a:solidFill>
                <a:latin typeface="+mj-lt"/>
              </a:defRPr>
            </a:lvl1pPr>
          </a:lstStyle>
          <a:p>
            <a:r>
              <a:rPr lang="en-GB" dirty="0"/>
              <a:t>Keeping in mind that no letter is repeated</a:t>
            </a:r>
            <a:endParaRPr lang="en-IN" dirty="0"/>
          </a:p>
        </p:txBody>
      </p:sp>
      <mc:AlternateContent xmlns:mc="http://schemas.openxmlformats.org/markup-compatibility/2006" xmlns:a14="http://schemas.microsoft.com/office/drawing/2010/main">
        <mc:Choice Requires="a14">
          <p:sp>
            <p:nvSpPr>
              <p:cNvPr id="39" name="Content Placeholder 2">
                <a:extLst>
                  <a:ext uri="{FF2B5EF4-FFF2-40B4-BE49-F238E27FC236}">
                    <a16:creationId xmlns:a16="http://schemas.microsoft.com/office/drawing/2014/main" id="{5E21CFC6-E88F-4BA8-AE13-8362A0CD7883}"/>
                  </a:ext>
                </a:extLst>
              </p:cNvPr>
              <p:cNvSpPr txBox="1">
                <a:spLocks/>
              </p:cNvSpPr>
              <p:nvPr/>
            </p:nvSpPr>
            <p:spPr>
              <a:xfrm>
                <a:off x="1625597" y="768197"/>
                <a:ext cx="56418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r>
                  <a:rPr lang="en-US" dirty="0">
                    <a:solidFill>
                      <a:srgbClr val="002060"/>
                    </a:solidFill>
                    <a:uFill>
                      <a:solidFill>
                        <a:srgbClr val="0070C0"/>
                      </a:solidFill>
                    </a:uFill>
                    <a:latin typeface="+mj-lt"/>
                    <a:ea typeface="Calibri" panose="020F0502020204030204" pitchFamily="34" charset="0"/>
                    <a:cs typeface="Shruti" panose="020B0502040204020203" pitchFamily="34" charset="0"/>
                  </a:rPr>
                  <a:t>There are </a:t>
                </a:r>
                <a14:m>
                  <m:oMath xmlns:m="http://schemas.openxmlformats.org/officeDocument/2006/math">
                    <m:r>
                      <a:rPr lang="en-US" i="1" dirty="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6</m:t>
                    </m:r>
                  </m:oMath>
                </a14:m>
                <a:r>
                  <a:rPr lang="en-US" dirty="0">
                    <a:solidFill>
                      <a:srgbClr val="002060"/>
                    </a:solidFill>
                    <a:uFill>
                      <a:solidFill>
                        <a:srgbClr val="0070C0"/>
                      </a:solidFill>
                    </a:uFill>
                    <a:latin typeface="+mj-lt"/>
                    <a:ea typeface="Calibri" panose="020F0502020204030204" pitchFamily="34" charset="0"/>
                    <a:cs typeface="Shruti" panose="020B0502040204020203" pitchFamily="34" charset="0"/>
                  </a:rPr>
                  <a:t> letters in word “MONDAY”</a:t>
                </a:r>
              </a:p>
            </p:txBody>
          </p:sp>
        </mc:Choice>
        <mc:Fallback xmlns="">
          <p:sp>
            <p:nvSpPr>
              <p:cNvPr id="39" name="Content Placeholder 2">
                <a:extLst>
                  <a:ext uri="{FF2B5EF4-FFF2-40B4-BE49-F238E27FC236}">
                    <a16:creationId xmlns:a16="http://schemas.microsoft.com/office/drawing/2014/main" id="{5E21CFC6-E88F-4BA8-AE13-8362A0CD7883}"/>
                  </a:ext>
                </a:extLst>
              </p:cNvPr>
              <p:cNvSpPr txBox="1">
                <a:spLocks noRot="1" noChangeAspect="1" noMove="1" noResize="1" noEditPoints="1" noAdjustHandles="1" noChangeArrowheads="1" noChangeShapeType="1" noTextEdit="1"/>
              </p:cNvSpPr>
              <p:nvPr/>
            </p:nvSpPr>
            <p:spPr>
              <a:xfrm>
                <a:off x="1625597" y="768197"/>
                <a:ext cx="5641875" cy="523220"/>
              </a:xfrm>
              <a:prstGeom prst="rect">
                <a:avLst/>
              </a:prstGeom>
              <a:blipFill>
                <a:blip r:embed="rId14"/>
                <a:stretch>
                  <a:fillRect l="-2270"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Content Placeholder 2">
                <a:extLst>
                  <a:ext uri="{FF2B5EF4-FFF2-40B4-BE49-F238E27FC236}">
                    <a16:creationId xmlns:a16="http://schemas.microsoft.com/office/drawing/2014/main" id="{C98F1533-7689-4E2B-8C67-54E905C01532}"/>
                  </a:ext>
                </a:extLst>
              </p:cNvPr>
              <p:cNvSpPr txBox="1">
                <a:spLocks/>
              </p:cNvSpPr>
              <p:nvPr/>
            </p:nvSpPr>
            <p:spPr>
              <a:xfrm>
                <a:off x="1625597" y="1272851"/>
                <a:ext cx="369583"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40" name="Content Placeholder 2">
                <a:extLst>
                  <a:ext uri="{FF2B5EF4-FFF2-40B4-BE49-F238E27FC236}">
                    <a16:creationId xmlns:a16="http://schemas.microsoft.com/office/drawing/2014/main" id="{C98F1533-7689-4E2B-8C67-54E905C01532}"/>
                  </a:ext>
                </a:extLst>
              </p:cNvPr>
              <p:cNvSpPr txBox="1">
                <a:spLocks noRot="1" noChangeAspect="1" noMove="1" noResize="1" noEditPoints="1" noAdjustHandles="1" noChangeArrowheads="1" noChangeShapeType="1" noTextEdit="1"/>
              </p:cNvSpPr>
              <p:nvPr/>
            </p:nvSpPr>
            <p:spPr>
              <a:xfrm>
                <a:off x="1625597" y="1272851"/>
                <a:ext cx="369583"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Content Placeholder 2">
                <a:extLst>
                  <a:ext uri="{FF2B5EF4-FFF2-40B4-BE49-F238E27FC236}">
                    <a16:creationId xmlns:a16="http://schemas.microsoft.com/office/drawing/2014/main" id="{F844F579-1EE8-478B-B7A7-40C1A8EE045F}"/>
                  </a:ext>
                </a:extLst>
              </p:cNvPr>
              <p:cNvSpPr txBox="1">
                <a:spLocks/>
              </p:cNvSpPr>
              <p:nvPr/>
            </p:nvSpPr>
            <p:spPr>
              <a:xfrm>
                <a:off x="2000892" y="1272851"/>
                <a:ext cx="111912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m:rPr>
                          <m:sty m:val="p"/>
                        </m:rPr>
                        <a:rPr lang="en-IN">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n</m:t>
                      </m:r>
                      <m:r>
                        <a:rPr lang="en-IN">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=6</m:t>
                      </m:r>
                    </m:oMath>
                  </m:oMathPara>
                </a14:m>
                <a:endParaRPr lang="en-US" sz="4000"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41" name="Content Placeholder 2">
                <a:extLst>
                  <a:ext uri="{FF2B5EF4-FFF2-40B4-BE49-F238E27FC236}">
                    <a16:creationId xmlns:a16="http://schemas.microsoft.com/office/drawing/2014/main" id="{F844F579-1EE8-478B-B7A7-40C1A8EE045F}"/>
                  </a:ext>
                </a:extLst>
              </p:cNvPr>
              <p:cNvSpPr txBox="1">
                <a:spLocks noRot="1" noChangeAspect="1" noMove="1" noResize="1" noEditPoints="1" noAdjustHandles="1" noChangeArrowheads="1" noChangeShapeType="1" noTextEdit="1"/>
              </p:cNvSpPr>
              <p:nvPr/>
            </p:nvSpPr>
            <p:spPr>
              <a:xfrm>
                <a:off x="2000892" y="1272851"/>
                <a:ext cx="1119125" cy="523220"/>
              </a:xfrm>
              <a:prstGeom prst="rect">
                <a:avLst/>
              </a:prstGeom>
              <a:blipFill>
                <a:blip r:embed="rId16"/>
                <a:stretch>
                  <a:fillRect/>
                </a:stretch>
              </a:blipFill>
            </p:spPr>
            <p:txBody>
              <a:bodyPr/>
              <a:lstStyle/>
              <a:p>
                <a:r>
                  <a:rPr lang="en-IN">
                    <a:noFill/>
                  </a:rPr>
                  <a:t> </a:t>
                </a:r>
              </a:p>
            </p:txBody>
          </p:sp>
        </mc:Fallback>
      </mc:AlternateContent>
      <p:sp>
        <p:nvSpPr>
          <p:cNvPr id="42" name="TextBox 41">
            <a:extLst>
              <a:ext uri="{FF2B5EF4-FFF2-40B4-BE49-F238E27FC236}">
                <a16:creationId xmlns:a16="http://schemas.microsoft.com/office/drawing/2014/main" id="{013AE397-5EA8-4809-BE39-2D11AB591DEB}"/>
              </a:ext>
            </a:extLst>
          </p:cNvPr>
          <p:cNvSpPr txBox="1"/>
          <p:nvPr/>
        </p:nvSpPr>
        <p:spPr>
          <a:xfrm>
            <a:off x="1625597" y="6990010"/>
            <a:ext cx="611773" cy="523220"/>
          </a:xfrm>
          <a:prstGeom prst="rect">
            <a:avLst/>
          </a:prstGeom>
          <a:noFill/>
        </p:spPr>
        <p:txBody>
          <a:bodyPr wrap="square">
            <a:spAutoFit/>
          </a:bodyPr>
          <a:lstStyle/>
          <a:p>
            <a:pPr>
              <a:spcBef>
                <a:spcPts val="500"/>
              </a:spcBef>
            </a:pPr>
            <a:r>
              <a:rPr lang="en-GB" sz="2800" b="1" dirty="0">
                <a:solidFill>
                  <a:schemeClr val="bg1"/>
                </a:solidFill>
              </a:rPr>
              <a:t>(3)</a:t>
            </a:r>
          </a:p>
        </p:txBody>
      </p:sp>
      <p:sp>
        <p:nvSpPr>
          <p:cNvPr id="43" name="TextBox 42">
            <a:extLst>
              <a:ext uri="{FF2B5EF4-FFF2-40B4-BE49-F238E27FC236}">
                <a16:creationId xmlns:a16="http://schemas.microsoft.com/office/drawing/2014/main" id="{7C0D5518-A118-4535-88C5-A400FB582BE4}"/>
              </a:ext>
            </a:extLst>
          </p:cNvPr>
          <p:cNvSpPr txBox="1"/>
          <p:nvPr/>
        </p:nvSpPr>
        <p:spPr>
          <a:xfrm>
            <a:off x="2237370" y="7017740"/>
            <a:ext cx="6953250" cy="523220"/>
          </a:xfrm>
          <a:prstGeom prst="rect">
            <a:avLst/>
          </a:prstGeom>
          <a:noFill/>
        </p:spPr>
        <p:txBody>
          <a:bodyPr wrap="square">
            <a:spAutoFit/>
          </a:bodyPr>
          <a:lstStyle/>
          <a:p>
            <a:pPr>
              <a:spcBef>
                <a:spcPts val="500"/>
              </a:spcBef>
            </a:pPr>
            <a:r>
              <a:rPr lang="en-GB" sz="2800" b="1" dirty="0">
                <a:solidFill>
                  <a:schemeClr val="bg1"/>
                </a:solidFill>
              </a:rPr>
              <a:t>All letters are used but the first letter is vowel</a:t>
            </a: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2F9E07CD-9288-4BB6-896A-6D7C87283CF1}"/>
                  </a:ext>
                </a:extLst>
              </p:cNvPr>
              <p:cNvSpPr txBox="1"/>
              <p:nvPr/>
            </p:nvSpPr>
            <p:spPr>
              <a:xfrm>
                <a:off x="6930348" y="763917"/>
                <a:ext cx="1676887" cy="523220"/>
              </a:xfrm>
              <a:prstGeom prst="rect">
                <a:avLst/>
              </a:prstGeom>
              <a:noFill/>
            </p:spPr>
            <p:txBody>
              <a:bodyPr wrap="square" anchor="ctr">
                <a:spAutoFit/>
              </a:bodyPr>
              <a:lstStyle>
                <a:defPPr>
                  <a:defRPr lang="en-US"/>
                </a:defPPr>
                <a:lvl1pPr algn="just">
                  <a:lnSpc>
                    <a:spcPct val="100000"/>
                  </a:lnSpc>
                  <a:spcBef>
                    <a:spcPts val="0"/>
                  </a:spcBef>
                  <a:spcAft>
                    <a:spcPts val="0"/>
                  </a:spcAft>
                  <a:defRPr sz="2800" b="0" i="0">
                    <a:solidFill>
                      <a:srgbClr val="002060"/>
                    </a:solidFill>
                    <a:latin typeface="+mj-lt"/>
                  </a:defRPr>
                </a:lvl1pPr>
              </a:lstStyle>
              <a:p>
                <a:r>
                  <a:rPr lang="en-IN" dirty="0">
                    <a:solidFill>
                      <a:srgbClr val="002060"/>
                    </a:solidFill>
                  </a:rPr>
                  <a:t>(</a:t>
                </a:r>
                <a14:m>
                  <m:oMath xmlns:m="http://schemas.openxmlformats.org/officeDocument/2006/math">
                    <m:r>
                      <a:rPr lang="en-IN" i="1" dirty="0" smtClean="0">
                        <a:solidFill>
                          <a:srgbClr val="002060"/>
                        </a:solidFill>
                        <a:latin typeface="Cambria Math" panose="02040503050406030204" pitchFamily="18" charset="0"/>
                      </a:rPr>
                      <m:t>2</m:t>
                    </m:r>
                  </m:oMath>
                </a14:m>
                <a:r>
                  <a:rPr lang="en-IN" dirty="0">
                    <a:solidFill>
                      <a:srgbClr val="002060"/>
                    </a:solidFill>
                  </a:rPr>
                  <a:t> vowels)</a:t>
                </a:r>
              </a:p>
            </p:txBody>
          </p:sp>
        </mc:Choice>
        <mc:Fallback xmlns="">
          <p:sp>
            <p:nvSpPr>
              <p:cNvPr id="46" name="TextBox 45">
                <a:extLst>
                  <a:ext uri="{FF2B5EF4-FFF2-40B4-BE49-F238E27FC236}">
                    <a16:creationId xmlns:a16="http://schemas.microsoft.com/office/drawing/2014/main" id="{2F9E07CD-9288-4BB6-896A-6D7C87283CF1}"/>
                  </a:ext>
                </a:extLst>
              </p:cNvPr>
              <p:cNvSpPr txBox="1">
                <a:spLocks noRot="1" noChangeAspect="1" noMove="1" noResize="1" noEditPoints="1" noAdjustHandles="1" noChangeArrowheads="1" noChangeShapeType="1" noTextEdit="1"/>
              </p:cNvSpPr>
              <p:nvPr/>
            </p:nvSpPr>
            <p:spPr>
              <a:xfrm>
                <a:off x="6930348" y="763917"/>
                <a:ext cx="1676887" cy="523220"/>
              </a:xfrm>
              <a:prstGeom prst="rect">
                <a:avLst/>
              </a:prstGeom>
              <a:blipFill>
                <a:blip r:embed="rId17"/>
                <a:stretch>
                  <a:fillRect l="-7636" t="-10465" r="-2909"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Content Placeholder 2">
                <a:extLst>
                  <a:ext uri="{FF2B5EF4-FFF2-40B4-BE49-F238E27FC236}">
                    <a16:creationId xmlns:a16="http://schemas.microsoft.com/office/drawing/2014/main" id="{859726FD-C792-4AB9-A10D-7443FCFF50CB}"/>
                  </a:ext>
                </a:extLst>
              </p:cNvPr>
              <p:cNvSpPr txBox="1">
                <a:spLocks/>
              </p:cNvSpPr>
              <p:nvPr/>
            </p:nvSpPr>
            <p:spPr>
              <a:xfrm>
                <a:off x="2193743" y="5110891"/>
                <a:ext cx="4097800" cy="954107"/>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 xmlns:m="http://schemas.openxmlformats.org/officeDocument/2006/math">
                    <m:r>
                      <a:rPr lang="en-IN" i="1">
                        <a:solidFill>
                          <a:srgbClr val="002060"/>
                        </a:solidFill>
                        <a:latin typeface="Cambria Math" panose="02040503050406030204" pitchFamily="18" charset="0"/>
                      </a:rPr>
                      <m:t>360</m:t>
                    </m:r>
                  </m:oMath>
                </a14:m>
                <a:r>
                  <a:rPr lang="en-US" dirty="0">
                    <a:solidFill>
                      <a:srgbClr val="002060"/>
                    </a:solidFill>
                    <a:uFill>
                      <a:solidFill>
                        <a:srgbClr val="0070C0"/>
                      </a:solidFill>
                    </a:uFill>
                    <a:ea typeface="Calibri" panose="020F0502020204030204" pitchFamily="34" charset="0"/>
                    <a:cs typeface="Shruti" panose="020B0502040204020203" pitchFamily="34" charset="0"/>
                  </a:rPr>
                  <a:t> words can be formed if 4 letters are used at a time</a:t>
                </a:r>
              </a:p>
            </p:txBody>
          </p:sp>
        </mc:Choice>
        <mc:Fallback xmlns="">
          <p:sp>
            <p:nvSpPr>
              <p:cNvPr id="49" name="Content Placeholder 2">
                <a:extLst>
                  <a:ext uri="{FF2B5EF4-FFF2-40B4-BE49-F238E27FC236}">
                    <a16:creationId xmlns:a16="http://schemas.microsoft.com/office/drawing/2014/main" id="{859726FD-C792-4AB9-A10D-7443FCFF50CB}"/>
                  </a:ext>
                </a:extLst>
              </p:cNvPr>
              <p:cNvSpPr txBox="1">
                <a:spLocks noRot="1" noChangeAspect="1" noMove="1" noResize="1" noEditPoints="1" noAdjustHandles="1" noChangeArrowheads="1" noChangeShapeType="1" noTextEdit="1"/>
              </p:cNvSpPr>
              <p:nvPr/>
            </p:nvSpPr>
            <p:spPr>
              <a:xfrm>
                <a:off x="2193743" y="5110891"/>
                <a:ext cx="4097800" cy="954107"/>
              </a:xfrm>
              <a:prstGeom prst="rect">
                <a:avLst/>
              </a:prstGeom>
              <a:blipFill>
                <a:blip r:embed="rId18"/>
                <a:stretch>
                  <a:fillRect l="-3125" t="-5732" r="-2827" b="-171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Content Placeholder 2">
                <a:extLst>
                  <a:ext uri="{FF2B5EF4-FFF2-40B4-BE49-F238E27FC236}">
                    <a16:creationId xmlns:a16="http://schemas.microsoft.com/office/drawing/2014/main" id="{AB5ABC53-5163-468D-BBBE-54B8B9077C67}"/>
                  </a:ext>
                </a:extLst>
              </p:cNvPr>
              <p:cNvSpPr txBox="1">
                <a:spLocks/>
              </p:cNvSpPr>
              <p:nvPr/>
            </p:nvSpPr>
            <p:spPr>
              <a:xfrm>
                <a:off x="7588003" y="5110891"/>
                <a:ext cx="4097800" cy="954107"/>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 xmlns:m="http://schemas.openxmlformats.org/officeDocument/2006/math">
                    <m:r>
                      <a:rPr lang="en-IN" b="0" i="1" smtClean="0">
                        <a:solidFill>
                          <a:srgbClr val="002060"/>
                        </a:solidFill>
                        <a:latin typeface="Cambria Math" panose="02040503050406030204" pitchFamily="18" charset="0"/>
                      </a:rPr>
                      <m:t>72</m:t>
                    </m:r>
                    <m:r>
                      <a:rPr lang="en-IN" i="1">
                        <a:solidFill>
                          <a:srgbClr val="002060"/>
                        </a:solidFill>
                        <a:latin typeface="Cambria Math" panose="02040503050406030204" pitchFamily="18" charset="0"/>
                      </a:rPr>
                      <m:t>0</m:t>
                    </m:r>
                  </m:oMath>
                </a14:m>
                <a:r>
                  <a:rPr lang="en-US" dirty="0">
                    <a:solidFill>
                      <a:srgbClr val="002060"/>
                    </a:solidFill>
                    <a:uFill>
                      <a:solidFill>
                        <a:srgbClr val="0070C0"/>
                      </a:solidFill>
                    </a:uFill>
                    <a:ea typeface="Calibri" panose="020F0502020204030204" pitchFamily="34" charset="0"/>
                    <a:cs typeface="Shruti" panose="020B0502040204020203" pitchFamily="34" charset="0"/>
                  </a:rPr>
                  <a:t> words can be formed if all letters are used at a time</a:t>
                </a:r>
              </a:p>
            </p:txBody>
          </p:sp>
        </mc:Choice>
        <mc:Fallback xmlns="">
          <p:sp>
            <p:nvSpPr>
              <p:cNvPr id="51" name="Content Placeholder 2">
                <a:extLst>
                  <a:ext uri="{FF2B5EF4-FFF2-40B4-BE49-F238E27FC236}">
                    <a16:creationId xmlns:a16="http://schemas.microsoft.com/office/drawing/2014/main" id="{AB5ABC53-5163-468D-BBBE-54B8B9077C67}"/>
                  </a:ext>
                </a:extLst>
              </p:cNvPr>
              <p:cNvSpPr txBox="1">
                <a:spLocks noRot="1" noChangeAspect="1" noMove="1" noResize="1" noEditPoints="1" noAdjustHandles="1" noChangeArrowheads="1" noChangeShapeType="1" noTextEdit="1"/>
              </p:cNvSpPr>
              <p:nvPr/>
            </p:nvSpPr>
            <p:spPr>
              <a:xfrm>
                <a:off x="7588003" y="5110891"/>
                <a:ext cx="4097800" cy="954107"/>
              </a:xfrm>
              <a:prstGeom prst="rect">
                <a:avLst/>
              </a:prstGeom>
              <a:blipFill>
                <a:blip r:embed="rId19"/>
                <a:stretch>
                  <a:fillRect l="-3125" t="-5732" r="-2827" b="-17197"/>
                </a:stretch>
              </a:blipFill>
            </p:spPr>
            <p:txBody>
              <a:bodyPr/>
              <a:lstStyle/>
              <a:p>
                <a:r>
                  <a:rPr lang="en-IN">
                    <a:noFill/>
                  </a:rPr>
                  <a:t> </a:t>
                </a:r>
              </a:p>
            </p:txBody>
          </p:sp>
        </mc:Fallback>
      </mc:AlternateContent>
    </p:spTree>
    <p:extLst>
      <p:ext uri="{BB962C8B-B14F-4D97-AF65-F5344CB8AC3E}">
        <p14:creationId xmlns:p14="http://schemas.microsoft.com/office/powerpoint/2010/main" val="24114460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9">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5">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6">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build="p"/>
      <p:bldP spid="76" grpId="0" build="p"/>
      <p:bldP spid="12" grpId="0" build="p"/>
      <p:bldP spid="13" grpId="0" build="p"/>
      <p:bldP spid="14" grpId="0" build="p"/>
      <p:bldP spid="15" grpId="0" build="p"/>
      <p:bldP spid="30" grpId="0" build="p"/>
      <p:bldP spid="31" grpId="0" build="p"/>
      <p:bldP spid="32" grpId="0" build="p"/>
      <p:bldP spid="33" grpId="0" build="p"/>
      <p:bldP spid="34" grpId="0" build="p"/>
      <p:bldP spid="35" grpId="0" build="p"/>
      <p:bldP spid="49" grpId="0" build="p"/>
      <p:bldP spid="51"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Arrow Connector 8">
            <a:extLst>
              <a:ext uri="{FF2B5EF4-FFF2-40B4-BE49-F238E27FC236}">
                <a16:creationId xmlns:a16="http://schemas.microsoft.com/office/drawing/2014/main" id="{E05FCB11-6173-40A9-8E12-CE613D6702FE}"/>
              </a:ext>
            </a:extLst>
          </p:cNvPr>
          <p:cNvCxnSpPr>
            <a:stCxn id="3" idx="2"/>
            <a:endCxn id="49" idx="0"/>
          </p:cNvCxnSpPr>
          <p:nvPr/>
        </p:nvCxnSpPr>
        <p:spPr>
          <a:xfrm flipH="1">
            <a:off x="2551296" y="3728759"/>
            <a:ext cx="1" cy="574927"/>
          </a:xfrm>
          <a:prstGeom prst="straightConnector1">
            <a:avLst/>
          </a:prstGeom>
          <a:ln w="38100" cap="rnd">
            <a:solidFill>
              <a:srgbClr val="FF0000"/>
            </a:solidFill>
            <a:round/>
            <a:tailEnd type="stealth" w="lg" len="med"/>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GB" dirty="0"/>
              <a:t>Method 1 ⇝ Example 1 (</a:t>
            </a:r>
            <a:r>
              <a:rPr lang="en-IN" dirty="0"/>
              <a:t>Continue</a:t>
            </a:r>
            <a:r>
              <a:rPr lang="en-GB" dirty="0"/>
              <a:t>)</a:t>
            </a:r>
            <a:endParaRPr lang="en-US" dirty="0"/>
          </a:p>
        </p:txBody>
      </p:sp>
      <p:sp>
        <p:nvSpPr>
          <p:cNvPr id="38" name="TextBox 37">
            <a:extLst>
              <a:ext uri="{FF2B5EF4-FFF2-40B4-BE49-F238E27FC236}">
                <a16:creationId xmlns:a16="http://schemas.microsoft.com/office/drawing/2014/main" id="{DA20CA43-E19C-4AA3-9E38-1F46795F5B71}"/>
              </a:ext>
            </a:extLst>
          </p:cNvPr>
          <p:cNvSpPr txBox="1"/>
          <p:nvPr/>
        </p:nvSpPr>
        <p:spPr>
          <a:xfrm>
            <a:off x="1625597" y="1791740"/>
            <a:ext cx="6070602" cy="523220"/>
          </a:xfrm>
          <a:prstGeom prst="rect">
            <a:avLst/>
          </a:prstGeom>
          <a:noFill/>
        </p:spPr>
        <p:txBody>
          <a:bodyPr wrap="square" anchor="ctr">
            <a:spAutoFit/>
          </a:bodyPr>
          <a:lstStyle>
            <a:defPPr>
              <a:defRPr lang="en-US"/>
            </a:defPPr>
            <a:lvl1pPr algn="just">
              <a:lnSpc>
                <a:spcPct val="100000"/>
              </a:lnSpc>
              <a:spcBef>
                <a:spcPts val="0"/>
              </a:spcBef>
              <a:spcAft>
                <a:spcPts val="0"/>
              </a:spcAft>
              <a:defRPr sz="2800" b="0" i="0">
                <a:solidFill>
                  <a:srgbClr val="002060"/>
                </a:solidFill>
                <a:latin typeface="+mj-lt"/>
              </a:defRPr>
            </a:lvl1pPr>
          </a:lstStyle>
          <a:p>
            <a:r>
              <a:rPr lang="en-GB" dirty="0"/>
              <a:t>Keeping in mind that no letter is repeated</a:t>
            </a:r>
            <a:endParaRPr lang="en-IN" dirty="0"/>
          </a:p>
        </p:txBody>
      </p:sp>
      <mc:AlternateContent xmlns:mc="http://schemas.openxmlformats.org/markup-compatibility/2006" xmlns:a14="http://schemas.microsoft.com/office/drawing/2010/main">
        <mc:Choice Requires="a14">
          <p:sp>
            <p:nvSpPr>
              <p:cNvPr id="39" name="Content Placeholder 2">
                <a:extLst>
                  <a:ext uri="{FF2B5EF4-FFF2-40B4-BE49-F238E27FC236}">
                    <a16:creationId xmlns:a16="http://schemas.microsoft.com/office/drawing/2014/main" id="{5E21CFC6-E88F-4BA8-AE13-8362A0CD7883}"/>
                  </a:ext>
                </a:extLst>
              </p:cNvPr>
              <p:cNvSpPr txBox="1">
                <a:spLocks/>
              </p:cNvSpPr>
              <p:nvPr/>
            </p:nvSpPr>
            <p:spPr>
              <a:xfrm>
                <a:off x="1625597" y="768197"/>
                <a:ext cx="56418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r>
                  <a:rPr lang="en-US" dirty="0">
                    <a:solidFill>
                      <a:srgbClr val="002060"/>
                    </a:solidFill>
                    <a:uFill>
                      <a:solidFill>
                        <a:srgbClr val="0070C0"/>
                      </a:solidFill>
                    </a:uFill>
                    <a:latin typeface="+mj-lt"/>
                    <a:ea typeface="Calibri" panose="020F0502020204030204" pitchFamily="34" charset="0"/>
                    <a:cs typeface="Shruti" panose="020B0502040204020203" pitchFamily="34" charset="0"/>
                  </a:rPr>
                  <a:t>There are </a:t>
                </a:r>
                <a14:m>
                  <m:oMath xmlns:m="http://schemas.openxmlformats.org/officeDocument/2006/math">
                    <m:r>
                      <a:rPr lang="en-US" i="1" dirty="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6</m:t>
                    </m:r>
                  </m:oMath>
                </a14:m>
                <a:r>
                  <a:rPr lang="en-US" dirty="0">
                    <a:solidFill>
                      <a:srgbClr val="002060"/>
                    </a:solidFill>
                    <a:uFill>
                      <a:solidFill>
                        <a:srgbClr val="0070C0"/>
                      </a:solidFill>
                    </a:uFill>
                    <a:latin typeface="+mj-lt"/>
                    <a:ea typeface="Calibri" panose="020F0502020204030204" pitchFamily="34" charset="0"/>
                    <a:cs typeface="Shruti" panose="020B0502040204020203" pitchFamily="34" charset="0"/>
                  </a:rPr>
                  <a:t> letters in word “MONDAY”</a:t>
                </a:r>
              </a:p>
            </p:txBody>
          </p:sp>
        </mc:Choice>
        <mc:Fallback xmlns="">
          <p:sp>
            <p:nvSpPr>
              <p:cNvPr id="39" name="Content Placeholder 2">
                <a:extLst>
                  <a:ext uri="{FF2B5EF4-FFF2-40B4-BE49-F238E27FC236}">
                    <a16:creationId xmlns:a16="http://schemas.microsoft.com/office/drawing/2014/main" id="{5E21CFC6-E88F-4BA8-AE13-8362A0CD7883}"/>
                  </a:ext>
                </a:extLst>
              </p:cNvPr>
              <p:cNvSpPr txBox="1">
                <a:spLocks noRot="1" noChangeAspect="1" noMove="1" noResize="1" noEditPoints="1" noAdjustHandles="1" noChangeArrowheads="1" noChangeShapeType="1" noTextEdit="1"/>
              </p:cNvSpPr>
              <p:nvPr/>
            </p:nvSpPr>
            <p:spPr>
              <a:xfrm>
                <a:off x="1625597" y="768197"/>
                <a:ext cx="5641875" cy="523220"/>
              </a:xfrm>
              <a:prstGeom prst="rect">
                <a:avLst/>
              </a:prstGeom>
              <a:blipFill>
                <a:blip r:embed="rId2"/>
                <a:stretch>
                  <a:fillRect l="-2270"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Content Placeholder 2">
                <a:extLst>
                  <a:ext uri="{FF2B5EF4-FFF2-40B4-BE49-F238E27FC236}">
                    <a16:creationId xmlns:a16="http://schemas.microsoft.com/office/drawing/2014/main" id="{C98F1533-7689-4E2B-8C67-54E905C01532}"/>
                  </a:ext>
                </a:extLst>
              </p:cNvPr>
              <p:cNvSpPr txBox="1">
                <a:spLocks/>
              </p:cNvSpPr>
              <p:nvPr/>
            </p:nvSpPr>
            <p:spPr>
              <a:xfrm>
                <a:off x="1625597" y="1272851"/>
                <a:ext cx="369583"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40" name="Content Placeholder 2">
                <a:extLst>
                  <a:ext uri="{FF2B5EF4-FFF2-40B4-BE49-F238E27FC236}">
                    <a16:creationId xmlns:a16="http://schemas.microsoft.com/office/drawing/2014/main" id="{C98F1533-7689-4E2B-8C67-54E905C01532}"/>
                  </a:ext>
                </a:extLst>
              </p:cNvPr>
              <p:cNvSpPr txBox="1">
                <a:spLocks noRot="1" noChangeAspect="1" noMove="1" noResize="1" noEditPoints="1" noAdjustHandles="1" noChangeArrowheads="1" noChangeShapeType="1" noTextEdit="1"/>
              </p:cNvSpPr>
              <p:nvPr/>
            </p:nvSpPr>
            <p:spPr>
              <a:xfrm>
                <a:off x="1625597" y="1272851"/>
                <a:ext cx="369583"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Content Placeholder 2">
                <a:extLst>
                  <a:ext uri="{FF2B5EF4-FFF2-40B4-BE49-F238E27FC236}">
                    <a16:creationId xmlns:a16="http://schemas.microsoft.com/office/drawing/2014/main" id="{F844F579-1EE8-478B-B7A7-40C1A8EE045F}"/>
                  </a:ext>
                </a:extLst>
              </p:cNvPr>
              <p:cNvSpPr txBox="1">
                <a:spLocks/>
              </p:cNvSpPr>
              <p:nvPr/>
            </p:nvSpPr>
            <p:spPr>
              <a:xfrm>
                <a:off x="2000892" y="1272851"/>
                <a:ext cx="111912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m:rPr>
                          <m:sty m:val="p"/>
                        </m:rPr>
                        <a:rPr lang="en-IN">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n</m:t>
                      </m:r>
                      <m:r>
                        <a:rPr lang="en-IN">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=6</m:t>
                      </m:r>
                    </m:oMath>
                  </m:oMathPara>
                </a14:m>
                <a:endParaRPr lang="en-US" sz="4000"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41" name="Content Placeholder 2">
                <a:extLst>
                  <a:ext uri="{FF2B5EF4-FFF2-40B4-BE49-F238E27FC236}">
                    <a16:creationId xmlns:a16="http://schemas.microsoft.com/office/drawing/2014/main" id="{F844F579-1EE8-478B-B7A7-40C1A8EE045F}"/>
                  </a:ext>
                </a:extLst>
              </p:cNvPr>
              <p:cNvSpPr txBox="1">
                <a:spLocks noRot="1" noChangeAspect="1" noMove="1" noResize="1" noEditPoints="1" noAdjustHandles="1" noChangeArrowheads="1" noChangeShapeType="1" noTextEdit="1"/>
              </p:cNvSpPr>
              <p:nvPr/>
            </p:nvSpPr>
            <p:spPr>
              <a:xfrm>
                <a:off x="2000892" y="1272851"/>
                <a:ext cx="1119125" cy="523220"/>
              </a:xfrm>
              <a:prstGeom prst="rect">
                <a:avLst/>
              </a:prstGeom>
              <a:blipFill>
                <a:blip r:embed="rId4"/>
                <a:stretch>
                  <a:fillRect/>
                </a:stretch>
              </a:blipFill>
            </p:spPr>
            <p:txBody>
              <a:bodyPr/>
              <a:lstStyle/>
              <a:p>
                <a:r>
                  <a:rPr lang="en-IN">
                    <a:noFill/>
                  </a:rPr>
                  <a:t> </a:t>
                </a:r>
              </a:p>
            </p:txBody>
          </p:sp>
        </mc:Fallback>
      </mc:AlternateContent>
      <p:sp>
        <p:nvSpPr>
          <p:cNvPr id="29" name="TextBox 28">
            <a:extLst>
              <a:ext uri="{FF2B5EF4-FFF2-40B4-BE49-F238E27FC236}">
                <a16:creationId xmlns:a16="http://schemas.microsoft.com/office/drawing/2014/main" id="{C5E666F3-B8A0-4A64-8EFB-01D0FF528390}"/>
              </a:ext>
            </a:extLst>
          </p:cNvPr>
          <p:cNvSpPr txBox="1"/>
          <p:nvPr/>
        </p:nvSpPr>
        <p:spPr>
          <a:xfrm>
            <a:off x="1625597" y="2393533"/>
            <a:ext cx="611773" cy="523220"/>
          </a:xfrm>
          <a:prstGeom prst="rect">
            <a:avLst/>
          </a:prstGeom>
          <a:noFill/>
        </p:spPr>
        <p:txBody>
          <a:bodyPr wrap="square">
            <a:spAutoFit/>
          </a:bodyPr>
          <a:lstStyle/>
          <a:p>
            <a:pPr>
              <a:spcBef>
                <a:spcPts val="500"/>
              </a:spcBef>
            </a:pPr>
            <a:r>
              <a:rPr lang="en-GB" sz="2800" b="1" dirty="0">
                <a:solidFill>
                  <a:srgbClr val="002060"/>
                </a:solidFill>
              </a:rPr>
              <a:t>(3)</a:t>
            </a:r>
          </a:p>
        </p:txBody>
      </p:sp>
      <p:sp>
        <p:nvSpPr>
          <p:cNvPr id="42" name="TextBox 41">
            <a:extLst>
              <a:ext uri="{FF2B5EF4-FFF2-40B4-BE49-F238E27FC236}">
                <a16:creationId xmlns:a16="http://schemas.microsoft.com/office/drawing/2014/main" id="{52AAB807-2261-4126-A5FE-0F726DAD9086}"/>
              </a:ext>
            </a:extLst>
          </p:cNvPr>
          <p:cNvSpPr txBox="1"/>
          <p:nvPr/>
        </p:nvSpPr>
        <p:spPr>
          <a:xfrm>
            <a:off x="2237370" y="2421263"/>
            <a:ext cx="6953250" cy="523220"/>
          </a:xfrm>
          <a:prstGeom prst="rect">
            <a:avLst/>
          </a:prstGeom>
          <a:noFill/>
        </p:spPr>
        <p:txBody>
          <a:bodyPr wrap="square">
            <a:spAutoFit/>
          </a:bodyPr>
          <a:lstStyle/>
          <a:p>
            <a:pPr>
              <a:spcBef>
                <a:spcPts val="500"/>
              </a:spcBef>
            </a:pPr>
            <a:r>
              <a:rPr lang="en-GB" sz="2800" b="1" dirty="0">
                <a:solidFill>
                  <a:srgbClr val="002060"/>
                </a:solidFill>
              </a:rPr>
              <a:t>All letters are used but the first letter is vowel</a:t>
            </a: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6C405720-992A-4818-9561-1A64EEB35EFB}"/>
                  </a:ext>
                </a:extLst>
              </p:cNvPr>
              <p:cNvSpPr txBox="1"/>
              <p:nvPr/>
            </p:nvSpPr>
            <p:spPr>
              <a:xfrm>
                <a:off x="6930348" y="763917"/>
                <a:ext cx="1676887" cy="523220"/>
              </a:xfrm>
              <a:prstGeom prst="rect">
                <a:avLst/>
              </a:prstGeom>
              <a:noFill/>
            </p:spPr>
            <p:txBody>
              <a:bodyPr wrap="square" anchor="ctr">
                <a:spAutoFit/>
              </a:bodyPr>
              <a:lstStyle>
                <a:defPPr>
                  <a:defRPr lang="en-US"/>
                </a:defPPr>
                <a:lvl1pPr algn="just">
                  <a:lnSpc>
                    <a:spcPct val="100000"/>
                  </a:lnSpc>
                  <a:spcBef>
                    <a:spcPts val="0"/>
                  </a:spcBef>
                  <a:spcAft>
                    <a:spcPts val="0"/>
                  </a:spcAft>
                  <a:defRPr sz="2800" b="0" i="0">
                    <a:solidFill>
                      <a:srgbClr val="002060"/>
                    </a:solidFill>
                    <a:latin typeface="+mj-lt"/>
                  </a:defRPr>
                </a:lvl1pPr>
              </a:lstStyle>
              <a:p>
                <a:r>
                  <a:rPr lang="en-IN" dirty="0">
                    <a:solidFill>
                      <a:srgbClr val="002060"/>
                    </a:solidFill>
                  </a:rPr>
                  <a:t>(</a:t>
                </a:r>
                <a14:m>
                  <m:oMath xmlns:m="http://schemas.openxmlformats.org/officeDocument/2006/math">
                    <m:r>
                      <a:rPr lang="en-IN" i="1" dirty="0" smtClean="0">
                        <a:solidFill>
                          <a:srgbClr val="002060"/>
                        </a:solidFill>
                        <a:latin typeface="Cambria Math" panose="02040503050406030204" pitchFamily="18" charset="0"/>
                      </a:rPr>
                      <m:t>2</m:t>
                    </m:r>
                  </m:oMath>
                </a14:m>
                <a:r>
                  <a:rPr lang="en-IN" dirty="0">
                    <a:solidFill>
                      <a:srgbClr val="002060"/>
                    </a:solidFill>
                  </a:rPr>
                  <a:t> vowels)</a:t>
                </a:r>
              </a:p>
            </p:txBody>
          </p:sp>
        </mc:Choice>
        <mc:Fallback xmlns="">
          <p:sp>
            <p:nvSpPr>
              <p:cNvPr id="43" name="TextBox 42">
                <a:extLst>
                  <a:ext uri="{FF2B5EF4-FFF2-40B4-BE49-F238E27FC236}">
                    <a16:creationId xmlns:a16="http://schemas.microsoft.com/office/drawing/2014/main" id="{6C405720-992A-4818-9561-1A64EEB35EFB}"/>
                  </a:ext>
                </a:extLst>
              </p:cNvPr>
              <p:cNvSpPr txBox="1">
                <a:spLocks noRot="1" noChangeAspect="1" noMove="1" noResize="1" noEditPoints="1" noAdjustHandles="1" noChangeArrowheads="1" noChangeShapeType="1" noTextEdit="1"/>
              </p:cNvSpPr>
              <p:nvPr/>
            </p:nvSpPr>
            <p:spPr>
              <a:xfrm>
                <a:off x="6930348" y="763917"/>
                <a:ext cx="1676887" cy="523220"/>
              </a:xfrm>
              <a:prstGeom prst="rect">
                <a:avLst/>
              </a:prstGeom>
              <a:blipFill>
                <a:blip r:embed="rId5"/>
                <a:stretch>
                  <a:fillRect l="-7636" t="-10465" r="-2909" b="-33721"/>
                </a:stretch>
              </a:blipFill>
            </p:spPr>
            <p:txBody>
              <a:bodyPr/>
              <a:lstStyle/>
              <a:p>
                <a:r>
                  <a:rPr lang="en-IN">
                    <a:noFill/>
                  </a:rPr>
                  <a:t> </a:t>
                </a:r>
              </a:p>
            </p:txBody>
          </p:sp>
        </mc:Fallback>
      </mc:AlternateContent>
      <p:sp>
        <p:nvSpPr>
          <p:cNvPr id="3" name="Rectangle 2">
            <a:extLst>
              <a:ext uri="{FF2B5EF4-FFF2-40B4-BE49-F238E27FC236}">
                <a16:creationId xmlns:a16="http://schemas.microsoft.com/office/drawing/2014/main" id="{EC48B91D-A9F4-4481-978E-D2C3D50776D5}"/>
              </a:ext>
            </a:extLst>
          </p:cNvPr>
          <p:cNvSpPr/>
          <p:nvPr/>
        </p:nvSpPr>
        <p:spPr>
          <a:xfrm>
            <a:off x="2313570" y="3253306"/>
            <a:ext cx="475453" cy="475453"/>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Rectangle 43">
            <a:extLst>
              <a:ext uri="{FF2B5EF4-FFF2-40B4-BE49-F238E27FC236}">
                <a16:creationId xmlns:a16="http://schemas.microsoft.com/office/drawing/2014/main" id="{70024216-6EC4-458C-B5EC-42C31042A703}"/>
              </a:ext>
            </a:extLst>
          </p:cNvPr>
          <p:cNvSpPr/>
          <p:nvPr/>
        </p:nvSpPr>
        <p:spPr>
          <a:xfrm>
            <a:off x="2954098" y="3253306"/>
            <a:ext cx="475453" cy="475453"/>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Rectangle 44">
            <a:extLst>
              <a:ext uri="{FF2B5EF4-FFF2-40B4-BE49-F238E27FC236}">
                <a16:creationId xmlns:a16="http://schemas.microsoft.com/office/drawing/2014/main" id="{54EFE23E-35EC-4DA0-9AB0-177BDA695B73}"/>
              </a:ext>
            </a:extLst>
          </p:cNvPr>
          <p:cNvSpPr/>
          <p:nvPr/>
        </p:nvSpPr>
        <p:spPr>
          <a:xfrm>
            <a:off x="3594626" y="3253306"/>
            <a:ext cx="475453" cy="475453"/>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Rectangle 45">
            <a:extLst>
              <a:ext uri="{FF2B5EF4-FFF2-40B4-BE49-F238E27FC236}">
                <a16:creationId xmlns:a16="http://schemas.microsoft.com/office/drawing/2014/main" id="{C54021C2-A7EC-42D6-8FF3-E7C9390627A2}"/>
              </a:ext>
            </a:extLst>
          </p:cNvPr>
          <p:cNvSpPr/>
          <p:nvPr/>
        </p:nvSpPr>
        <p:spPr>
          <a:xfrm>
            <a:off x="4235154" y="3253306"/>
            <a:ext cx="475453" cy="475453"/>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Rectangle 46">
            <a:extLst>
              <a:ext uri="{FF2B5EF4-FFF2-40B4-BE49-F238E27FC236}">
                <a16:creationId xmlns:a16="http://schemas.microsoft.com/office/drawing/2014/main" id="{E72C46E9-C9BE-4AD6-8BC8-AFF039C64EFC}"/>
              </a:ext>
            </a:extLst>
          </p:cNvPr>
          <p:cNvSpPr/>
          <p:nvPr/>
        </p:nvSpPr>
        <p:spPr>
          <a:xfrm>
            <a:off x="4875682" y="3253306"/>
            <a:ext cx="475453" cy="475453"/>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Rectangle 47">
            <a:extLst>
              <a:ext uri="{FF2B5EF4-FFF2-40B4-BE49-F238E27FC236}">
                <a16:creationId xmlns:a16="http://schemas.microsoft.com/office/drawing/2014/main" id="{97548B26-6CB2-4C02-8F67-9113C63ACFD7}"/>
              </a:ext>
            </a:extLst>
          </p:cNvPr>
          <p:cNvSpPr/>
          <p:nvPr/>
        </p:nvSpPr>
        <p:spPr>
          <a:xfrm>
            <a:off x="5516211" y="3253306"/>
            <a:ext cx="475453" cy="475453"/>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CD3B29DD-8E79-4721-887D-239146236097}"/>
              </a:ext>
            </a:extLst>
          </p:cNvPr>
          <p:cNvCxnSpPr/>
          <p:nvPr/>
        </p:nvCxnSpPr>
        <p:spPr>
          <a:xfrm>
            <a:off x="6096000" y="2933923"/>
            <a:ext cx="26162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Content Placeholder 2">
                <a:extLst>
                  <a:ext uri="{FF2B5EF4-FFF2-40B4-BE49-F238E27FC236}">
                    <a16:creationId xmlns:a16="http://schemas.microsoft.com/office/drawing/2014/main" id="{E6423D9B-2D1A-405B-8032-AAF52C7CF7B3}"/>
                  </a:ext>
                </a:extLst>
              </p:cNvPr>
              <p:cNvSpPr txBox="1">
                <a:spLocks/>
              </p:cNvSpPr>
              <p:nvPr/>
            </p:nvSpPr>
            <p:spPr>
              <a:xfrm>
                <a:off x="2222910" y="4303686"/>
                <a:ext cx="656771"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sSub>
                        <m:sSubPr>
                          <m:ctrlPr>
                            <a:rPr lang="en-IN" i="1" smtClean="0">
                              <a:solidFill>
                                <a:srgbClr val="002060"/>
                              </a:solidFill>
                              <a:latin typeface="Cambria Math" panose="02040503050406030204" pitchFamily="18" charset="0"/>
                            </a:rPr>
                          </m:ctrlPr>
                        </m:sSubPr>
                        <m:e>
                          <m:sPre>
                            <m:sPrePr>
                              <m:ctrlPr>
                                <a:rPr lang="en-US" i="1">
                                  <a:solidFill>
                                    <a:srgbClr val="002060"/>
                                  </a:solidFill>
                                  <a:latin typeface="Cambria Math" panose="02040503050406030204" pitchFamily="18" charset="0"/>
                                </a:rPr>
                              </m:ctrlPr>
                            </m:sPrePr>
                            <m:sub>
                              <m:r>
                                <a:rPr lang="en-IN" b="0" i="0">
                                  <a:solidFill>
                                    <a:srgbClr val="002060"/>
                                  </a:solidFill>
                                  <a:latin typeface="Cambria Math" panose="02040503050406030204" pitchFamily="18" charset="0"/>
                                </a:rPr>
                                <m:t> </m:t>
                              </m:r>
                            </m:sub>
                            <m:sup>
                              <m:r>
                                <a:rPr lang="en-IN" b="0" i="0" smtClean="0">
                                  <a:solidFill>
                                    <a:srgbClr val="002060"/>
                                  </a:solidFill>
                                  <a:latin typeface="Cambria Math" panose="02040503050406030204" pitchFamily="18" charset="0"/>
                                </a:rPr>
                                <m:t>2</m:t>
                              </m:r>
                            </m:sup>
                            <m:e>
                              <m:r>
                                <m:rPr>
                                  <m:sty m:val="p"/>
                                </m:rPr>
                                <a:rPr lang="en-IN" b="0" i="0" smtClean="0">
                                  <a:solidFill>
                                    <a:srgbClr val="002060"/>
                                  </a:solidFill>
                                  <a:latin typeface="Cambria Math" panose="02040503050406030204" pitchFamily="18" charset="0"/>
                                </a:rPr>
                                <m:t>P</m:t>
                              </m:r>
                            </m:e>
                          </m:sPre>
                        </m:e>
                        <m:sub>
                          <m:r>
                            <a:rPr lang="en-IN" b="0" i="0" smtClean="0">
                              <a:solidFill>
                                <a:srgbClr val="002060"/>
                              </a:solidFill>
                              <a:latin typeface="Cambria Math" panose="02040503050406030204" pitchFamily="18" charset="0"/>
                            </a:rPr>
                            <m:t>1</m:t>
                          </m:r>
                        </m:sub>
                      </m:sSub>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49" name="Content Placeholder 2">
                <a:extLst>
                  <a:ext uri="{FF2B5EF4-FFF2-40B4-BE49-F238E27FC236}">
                    <a16:creationId xmlns:a16="http://schemas.microsoft.com/office/drawing/2014/main" id="{E6423D9B-2D1A-405B-8032-AAF52C7CF7B3}"/>
                  </a:ext>
                </a:extLst>
              </p:cNvPr>
              <p:cNvSpPr txBox="1">
                <a:spLocks noRot="1" noChangeAspect="1" noMove="1" noResize="1" noEditPoints="1" noAdjustHandles="1" noChangeArrowheads="1" noChangeShapeType="1" noTextEdit="1"/>
              </p:cNvSpPr>
              <p:nvPr/>
            </p:nvSpPr>
            <p:spPr>
              <a:xfrm>
                <a:off x="2222910" y="4303686"/>
                <a:ext cx="656771" cy="523220"/>
              </a:xfrm>
              <a:prstGeom prst="rect">
                <a:avLst/>
              </a:prstGeom>
              <a:blipFill>
                <a:blip r:embed="rId6"/>
                <a:stretch>
                  <a:fillRect/>
                </a:stretch>
              </a:blipFill>
            </p:spPr>
            <p:txBody>
              <a:bodyPr/>
              <a:lstStyle/>
              <a:p>
                <a:r>
                  <a:rPr lang="en-IN">
                    <a:noFill/>
                  </a:rPr>
                  <a:t> </a:t>
                </a:r>
              </a:p>
            </p:txBody>
          </p:sp>
        </mc:Fallback>
      </mc:AlternateContent>
      <p:sp>
        <p:nvSpPr>
          <p:cNvPr id="7" name="Left Brace 6">
            <a:extLst>
              <a:ext uri="{FF2B5EF4-FFF2-40B4-BE49-F238E27FC236}">
                <a16:creationId xmlns:a16="http://schemas.microsoft.com/office/drawing/2014/main" id="{972DF6AB-C749-40D0-A419-453A00E438C7}"/>
              </a:ext>
            </a:extLst>
          </p:cNvPr>
          <p:cNvSpPr/>
          <p:nvPr/>
        </p:nvSpPr>
        <p:spPr>
          <a:xfrm rot="16200000">
            <a:off x="4380267" y="2326356"/>
            <a:ext cx="179513" cy="3096000"/>
          </a:xfrm>
          <a:prstGeom prst="leftBrace">
            <a:avLst>
              <a:gd name="adj1" fmla="val 65658"/>
              <a:gd name="adj2" fmla="val 50000"/>
            </a:avLst>
          </a:prstGeom>
          <a:ln w="38100" cap="rnd">
            <a:solidFill>
              <a:srgbClr val="FF0000"/>
            </a:solidFill>
            <a:round/>
            <a:head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50" name="Content Placeholder 2">
                <a:extLst>
                  <a:ext uri="{FF2B5EF4-FFF2-40B4-BE49-F238E27FC236}">
                    <a16:creationId xmlns:a16="http://schemas.microsoft.com/office/drawing/2014/main" id="{908B86D0-94ED-40BF-BD68-989AF5C4A2D5}"/>
                  </a:ext>
                </a:extLst>
              </p:cNvPr>
              <p:cNvSpPr txBox="1">
                <a:spLocks/>
              </p:cNvSpPr>
              <p:nvPr/>
            </p:nvSpPr>
            <p:spPr>
              <a:xfrm>
                <a:off x="4141638" y="4303686"/>
                <a:ext cx="656771"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sSub>
                        <m:sSubPr>
                          <m:ctrlPr>
                            <a:rPr lang="en-IN" i="1" smtClean="0">
                              <a:solidFill>
                                <a:srgbClr val="002060"/>
                              </a:solidFill>
                              <a:latin typeface="Cambria Math" panose="02040503050406030204" pitchFamily="18" charset="0"/>
                            </a:rPr>
                          </m:ctrlPr>
                        </m:sSubPr>
                        <m:e>
                          <m:sPre>
                            <m:sPrePr>
                              <m:ctrlPr>
                                <a:rPr lang="en-US" i="1">
                                  <a:solidFill>
                                    <a:srgbClr val="002060"/>
                                  </a:solidFill>
                                  <a:latin typeface="Cambria Math" panose="02040503050406030204" pitchFamily="18" charset="0"/>
                                </a:rPr>
                              </m:ctrlPr>
                            </m:sPrePr>
                            <m:sub>
                              <m:r>
                                <a:rPr lang="en-IN" b="0" i="0">
                                  <a:solidFill>
                                    <a:srgbClr val="002060"/>
                                  </a:solidFill>
                                  <a:latin typeface="Cambria Math" panose="02040503050406030204" pitchFamily="18" charset="0"/>
                                </a:rPr>
                                <m:t> </m:t>
                              </m:r>
                            </m:sub>
                            <m:sup>
                              <m:r>
                                <a:rPr lang="en-IN" b="0" i="0" smtClean="0">
                                  <a:solidFill>
                                    <a:srgbClr val="002060"/>
                                  </a:solidFill>
                                  <a:latin typeface="Cambria Math" panose="02040503050406030204" pitchFamily="18" charset="0"/>
                                </a:rPr>
                                <m:t>5</m:t>
                              </m:r>
                            </m:sup>
                            <m:e>
                              <m:r>
                                <m:rPr>
                                  <m:sty m:val="p"/>
                                </m:rPr>
                                <a:rPr lang="en-IN" b="0" i="0" smtClean="0">
                                  <a:solidFill>
                                    <a:srgbClr val="002060"/>
                                  </a:solidFill>
                                  <a:latin typeface="Cambria Math" panose="02040503050406030204" pitchFamily="18" charset="0"/>
                                </a:rPr>
                                <m:t>P</m:t>
                              </m:r>
                            </m:e>
                          </m:sPre>
                        </m:e>
                        <m:sub>
                          <m:r>
                            <a:rPr lang="en-IN" b="0" i="0" smtClean="0">
                              <a:solidFill>
                                <a:srgbClr val="002060"/>
                              </a:solidFill>
                              <a:latin typeface="Cambria Math" panose="02040503050406030204" pitchFamily="18" charset="0"/>
                            </a:rPr>
                            <m:t>5</m:t>
                          </m:r>
                        </m:sub>
                      </m:sSub>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50" name="Content Placeholder 2">
                <a:extLst>
                  <a:ext uri="{FF2B5EF4-FFF2-40B4-BE49-F238E27FC236}">
                    <a16:creationId xmlns:a16="http://schemas.microsoft.com/office/drawing/2014/main" id="{908B86D0-94ED-40BF-BD68-989AF5C4A2D5}"/>
                  </a:ext>
                </a:extLst>
              </p:cNvPr>
              <p:cNvSpPr txBox="1">
                <a:spLocks noRot="1" noChangeAspect="1" noMove="1" noResize="1" noEditPoints="1" noAdjustHandles="1" noChangeArrowheads="1" noChangeShapeType="1" noTextEdit="1"/>
              </p:cNvSpPr>
              <p:nvPr/>
            </p:nvSpPr>
            <p:spPr>
              <a:xfrm>
                <a:off x="4141638" y="4303686"/>
                <a:ext cx="656771" cy="523220"/>
              </a:xfrm>
              <a:prstGeom prst="rect">
                <a:avLst/>
              </a:prstGeom>
              <a:blipFill>
                <a:blip r:embed="rId7"/>
                <a:stretch>
                  <a:fillRect/>
                </a:stretch>
              </a:blipFill>
            </p:spPr>
            <p:txBody>
              <a:bodyPr/>
              <a:lstStyle/>
              <a:p>
                <a:r>
                  <a:rPr lang="en-IN">
                    <a:noFill/>
                  </a:rPr>
                  <a:t> </a:t>
                </a:r>
              </a:p>
            </p:txBody>
          </p:sp>
        </mc:Fallback>
      </mc:AlternateContent>
      <p:cxnSp>
        <p:nvCxnSpPr>
          <p:cNvPr id="51" name="Straight Arrow Connector 50">
            <a:extLst>
              <a:ext uri="{FF2B5EF4-FFF2-40B4-BE49-F238E27FC236}">
                <a16:creationId xmlns:a16="http://schemas.microsoft.com/office/drawing/2014/main" id="{497FB409-B046-41F6-9B6C-45CE86451163}"/>
              </a:ext>
            </a:extLst>
          </p:cNvPr>
          <p:cNvCxnSpPr>
            <a:cxnSpLocks/>
            <a:stCxn id="7" idx="1"/>
          </p:cNvCxnSpPr>
          <p:nvPr/>
        </p:nvCxnSpPr>
        <p:spPr>
          <a:xfrm>
            <a:off x="4470024" y="3964113"/>
            <a:ext cx="0" cy="339573"/>
          </a:xfrm>
          <a:prstGeom prst="straightConnector1">
            <a:avLst/>
          </a:prstGeom>
          <a:ln w="38100">
            <a:solidFill>
              <a:srgbClr val="FF0000"/>
            </a:solidFill>
            <a:tailEnd type="stealth" w="lg"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Content Placeholder 2">
                <a:extLst>
                  <a:ext uri="{FF2B5EF4-FFF2-40B4-BE49-F238E27FC236}">
                    <a16:creationId xmlns:a16="http://schemas.microsoft.com/office/drawing/2014/main" id="{03C9C72E-890F-4315-A8C0-B08F6CFD0274}"/>
                  </a:ext>
                </a:extLst>
              </p:cNvPr>
              <p:cNvSpPr txBox="1">
                <a:spLocks/>
              </p:cNvSpPr>
              <p:nvPr/>
            </p:nvSpPr>
            <p:spPr>
              <a:xfrm>
                <a:off x="3175492" y="4303686"/>
                <a:ext cx="656771"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i="1"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56" name="Content Placeholder 2">
                <a:extLst>
                  <a:ext uri="{FF2B5EF4-FFF2-40B4-BE49-F238E27FC236}">
                    <a16:creationId xmlns:a16="http://schemas.microsoft.com/office/drawing/2014/main" id="{03C9C72E-890F-4315-A8C0-B08F6CFD0274}"/>
                  </a:ext>
                </a:extLst>
              </p:cNvPr>
              <p:cNvSpPr txBox="1">
                <a:spLocks noRot="1" noChangeAspect="1" noMove="1" noResize="1" noEditPoints="1" noAdjustHandles="1" noChangeArrowheads="1" noChangeShapeType="1" noTextEdit="1"/>
              </p:cNvSpPr>
              <p:nvPr/>
            </p:nvSpPr>
            <p:spPr>
              <a:xfrm>
                <a:off x="3175492" y="4303686"/>
                <a:ext cx="656771"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Content Placeholder 2">
                <a:extLst>
                  <a:ext uri="{FF2B5EF4-FFF2-40B4-BE49-F238E27FC236}">
                    <a16:creationId xmlns:a16="http://schemas.microsoft.com/office/drawing/2014/main" id="{3326B452-693C-4209-9576-B3900214B768}"/>
                  </a:ext>
                </a:extLst>
              </p:cNvPr>
              <p:cNvSpPr txBox="1">
                <a:spLocks/>
              </p:cNvSpPr>
              <p:nvPr/>
            </p:nvSpPr>
            <p:spPr>
              <a:xfrm>
                <a:off x="5929776" y="4303686"/>
                <a:ext cx="656771"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b="0" i="1"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57" name="Content Placeholder 2">
                <a:extLst>
                  <a:ext uri="{FF2B5EF4-FFF2-40B4-BE49-F238E27FC236}">
                    <a16:creationId xmlns:a16="http://schemas.microsoft.com/office/drawing/2014/main" id="{3326B452-693C-4209-9576-B3900214B768}"/>
                  </a:ext>
                </a:extLst>
              </p:cNvPr>
              <p:cNvSpPr txBox="1">
                <a:spLocks noRot="1" noChangeAspect="1" noMove="1" noResize="1" noEditPoints="1" noAdjustHandles="1" noChangeArrowheads="1" noChangeShapeType="1" noTextEdit="1"/>
              </p:cNvSpPr>
              <p:nvPr/>
            </p:nvSpPr>
            <p:spPr>
              <a:xfrm>
                <a:off x="5929776" y="4303686"/>
                <a:ext cx="656771"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4" name="Content Placeholder 2">
                <a:extLst>
                  <a:ext uri="{FF2B5EF4-FFF2-40B4-BE49-F238E27FC236}">
                    <a16:creationId xmlns:a16="http://schemas.microsoft.com/office/drawing/2014/main" id="{61143C1A-E0B8-4929-827E-B53ADBFCE201}"/>
                  </a:ext>
                </a:extLst>
              </p:cNvPr>
              <p:cNvSpPr txBox="1">
                <a:spLocks/>
              </p:cNvSpPr>
              <p:nvPr/>
            </p:nvSpPr>
            <p:spPr>
              <a:xfrm>
                <a:off x="6394790" y="4303686"/>
                <a:ext cx="656771"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b="0" i="1" smtClean="0">
                          <a:solidFill>
                            <a:srgbClr val="002060"/>
                          </a:solidFill>
                          <a:latin typeface="Cambria Math" panose="02040503050406030204" pitchFamily="18" charset="0"/>
                        </a:rPr>
                        <m:t>2</m:t>
                      </m:r>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64" name="Content Placeholder 2">
                <a:extLst>
                  <a:ext uri="{FF2B5EF4-FFF2-40B4-BE49-F238E27FC236}">
                    <a16:creationId xmlns:a16="http://schemas.microsoft.com/office/drawing/2014/main" id="{61143C1A-E0B8-4929-827E-B53ADBFCE201}"/>
                  </a:ext>
                </a:extLst>
              </p:cNvPr>
              <p:cNvSpPr txBox="1">
                <a:spLocks noRot="1" noChangeAspect="1" noMove="1" noResize="1" noEditPoints="1" noAdjustHandles="1" noChangeArrowheads="1" noChangeShapeType="1" noTextEdit="1"/>
              </p:cNvSpPr>
              <p:nvPr/>
            </p:nvSpPr>
            <p:spPr>
              <a:xfrm>
                <a:off x="6394790" y="4303686"/>
                <a:ext cx="656771"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Content Placeholder 2">
                <a:extLst>
                  <a:ext uri="{FF2B5EF4-FFF2-40B4-BE49-F238E27FC236}">
                    <a16:creationId xmlns:a16="http://schemas.microsoft.com/office/drawing/2014/main" id="{6B73A12C-B45F-48B3-9026-B5C859F66F64}"/>
                  </a:ext>
                </a:extLst>
              </p:cNvPr>
              <p:cNvSpPr txBox="1">
                <a:spLocks/>
              </p:cNvSpPr>
              <p:nvPr/>
            </p:nvSpPr>
            <p:spPr>
              <a:xfrm>
                <a:off x="6747329" y="4303686"/>
                <a:ext cx="656771"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i="1"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66" name="Content Placeholder 2">
                <a:extLst>
                  <a:ext uri="{FF2B5EF4-FFF2-40B4-BE49-F238E27FC236}">
                    <a16:creationId xmlns:a16="http://schemas.microsoft.com/office/drawing/2014/main" id="{6B73A12C-B45F-48B3-9026-B5C859F66F64}"/>
                  </a:ext>
                </a:extLst>
              </p:cNvPr>
              <p:cNvSpPr txBox="1">
                <a:spLocks noRot="1" noChangeAspect="1" noMove="1" noResize="1" noEditPoints="1" noAdjustHandles="1" noChangeArrowheads="1" noChangeShapeType="1" noTextEdit="1"/>
              </p:cNvSpPr>
              <p:nvPr/>
            </p:nvSpPr>
            <p:spPr>
              <a:xfrm>
                <a:off x="6747329" y="4303686"/>
                <a:ext cx="656771"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7" name="Content Placeholder 2">
                <a:extLst>
                  <a:ext uri="{FF2B5EF4-FFF2-40B4-BE49-F238E27FC236}">
                    <a16:creationId xmlns:a16="http://schemas.microsoft.com/office/drawing/2014/main" id="{C50347A3-20CA-4726-BC83-078AAF4647B3}"/>
                  </a:ext>
                </a:extLst>
              </p:cNvPr>
              <p:cNvSpPr txBox="1">
                <a:spLocks/>
              </p:cNvSpPr>
              <p:nvPr/>
            </p:nvSpPr>
            <p:spPr>
              <a:xfrm>
                <a:off x="7248648" y="4303686"/>
                <a:ext cx="77395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b="0" i="1" smtClean="0">
                          <a:solidFill>
                            <a:srgbClr val="002060"/>
                          </a:solidFill>
                          <a:latin typeface="Cambria Math" panose="02040503050406030204" pitchFamily="18" charset="0"/>
                        </a:rPr>
                        <m:t>120</m:t>
                      </m:r>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67" name="Content Placeholder 2">
                <a:extLst>
                  <a:ext uri="{FF2B5EF4-FFF2-40B4-BE49-F238E27FC236}">
                    <a16:creationId xmlns:a16="http://schemas.microsoft.com/office/drawing/2014/main" id="{C50347A3-20CA-4726-BC83-078AAF4647B3}"/>
                  </a:ext>
                </a:extLst>
              </p:cNvPr>
              <p:cNvSpPr txBox="1">
                <a:spLocks noRot="1" noChangeAspect="1" noMove="1" noResize="1" noEditPoints="1" noAdjustHandles="1" noChangeArrowheads="1" noChangeShapeType="1" noTextEdit="1"/>
              </p:cNvSpPr>
              <p:nvPr/>
            </p:nvSpPr>
            <p:spPr>
              <a:xfrm>
                <a:off x="7248648" y="4303686"/>
                <a:ext cx="773955"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2" name="Content Placeholder 2">
                <a:extLst>
                  <a:ext uri="{FF2B5EF4-FFF2-40B4-BE49-F238E27FC236}">
                    <a16:creationId xmlns:a16="http://schemas.microsoft.com/office/drawing/2014/main" id="{809E4771-BB7D-4BA7-8346-91ADA1364CB0}"/>
                  </a:ext>
                </a:extLst>
              </p:cNvPr>
              <p:cNvSpPr txBox="1">
                <a:spLocks/>
              </p:cNvSpPr>
              <p:nvPr/>
            </p:nvSpPr>
            <p:spPr>
              <a:xfrm>
                <a:off x="7891304" y="4303686"/>
                <a:ext cx="656771"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b="0" i="1"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72" name="Content Placeholder 2">
                <a:extLst>
                  <a:ext uri="{FF2B5EF4-FFF2-40B4-BE49-F238E27FC236}">
                    <a16:creationId xmlns:a16="http://schemas.microsoft.com/office/drawing/2014/main" id="{809E4771-BB7D-4BA7-8346-91ADA1364CB0}"/>
                  </a:ext>
                </a:extLst>
              </p:cNvPr>
              <p:cNvSpPr txBox="1">
                <a:spLocks noRot="1" noChangeAspect="1" noMove="1" noResize="1" noEditPoints="1" noAdjustHandles="1" noChangeArrowheads="1" noChangeShapeType="1" noTextEdit="1"/>
              </p:cNvSpPr>
              <p:nvPr/>
            </p:nvSpPr>
            <p:spPr>
              <a:xfrm>
                <a:off x="7891304" y="4303686"/>
                <a:ext cx="656771"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4" name="Content Placeholder 2">
                <a:extLst>
                  <a:ext uri="{FF2B5EF4-FFF2-40B4-BE49-F238E27FC236}">
                    <a16:creationId xmlns:a16="http://schemas.microsoft.com/office/drawing/2014/main" id="{5871C231-4C13-4DCB-8BB8-53BBC5AE1A62}"/>
                  </a:ext>
                </a:extLst>
              </p:cNvPr>
              <p:cNvSpPr txBox="1">
                <a:spLocks/>
              </p:cNvSpPr>
              <p:nvPr/>
            </p:nvSpPr>
            <p:spPr>
              <a:xfrm>
                <a:off x="8384915" y="4303686"/>
                <a:ext cx="77395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b="0" i="1" smtClean="0">
                          <a:solidFill>
                            <a:srgbClr val="002060"/>
                          </a:solidFill>
                          <a:latin typeface="Cambria Math" panose="02040503050406030204" pitchFamily="18" charset="0"/>
                        </a:rPr>
                        <m:t>240</m:t>
                      </m:r>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74" name="Content Placeholder 2">
                <a:extLst>
                  <a:ext uri="{FF2B5EF4-FFF2-40B4-BE49-F238E27FC236}">
                    <a16:creationId xmlns:a16="http://schemas.microsoft.com/office/drawing/2014/main" id="{5871C231-4C13-4DCB-8BB8-53BBC5AE1A62}"/>
                  </a:ext>
                </a:extLst>
              </p:cNvPr>
              <p:cNvSpPr txBox="1">
                <a:spLocks noRot="1" noChangeAspect="1" noMove="1" noResize="1" noEditPoints="1" noAdjustHandles="1" noChangeArrowheads="1" noChangeShapeType="1" noTextEdit="1"/>
              </p:cNvSpPr>
              <p:nvPr/>
            </p:nvSpPr>
            <p:spPr>
              <a:xfrm>
                <a:off x="8384915" y="4303686"/>
                <a:ext cx="773955"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7" name="Content Placeholder 2">
                <a:extLst>
                  <a:ext uri="{FF2B5EF4-FFF2-40B4-BE49-F238E27FC236}">
                    <a16:creationId xmlns:a16="http://schemas.microsoft.com/office/drawing/2014/main" id="{24E482BF-7C8D-45AD-94EE-193A65AE4D14}"/>
                  </a:ext>
                </a:extLst>
              </p:cNvPr>
              <p:cNvSpPr txBox="1">
                <a:spLocks/>
              </p:cNvSpPr>
              <p:nvPr/>
            </p:nvSpPr>
            <p:spPr>
              <a:xfrm>
                <a:off x="1625597" y="5261696"/>
                <a:ext cx="8013703" cy="954107"/>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 xmlns:m="http://schemas.openxmlformats.org/officeDocument/2006/math">
                    <m:r>
                      <a:rPr lang="en-IN" b="0" i="1" smtClean="0">
                        <a:solidFill>
                          <a:srgbClr val="002060"/>
                        </a:solidFill>
                        <a:latin typeface="Cambria Math" panose="02040503050406030204" pitchFamily="18" charset="0"/>
                      </a:rPr>
                      <m:t>24</m:t>
                    </m:r>
                    <m:r>
                      <a:rPr lang="en-IN" i="1">
                        <a:solidFill>
                          <a:srgbClr val="002060"/>
                        </a:solidFill>
                        <a:latin typeface="Cambria Math" panose="02040503050406030204" pitchFamily="18" charset="0"/>
                      </a:rPr>
                      <m:t>0</m:t>
                    </m:r>
                  </m:oMath>
                </a14:m>
                <a:r>
                  <a:rPr lang="en-US" dirty="0">
                    <a:solidFill>
                      <a:srgbClr val="002060"/>
                    </a:solidFill>
                    <a:uFill>
                      <a:solidFill>
                        <a:srgbClr val="0070C0"/>
                      </a:solidFill>
                    </a:uFill>
                    <a:ea typeface="Calibri" panose="020F0502020204030204" pitchFamily="34" charset="0"/>
                    <a:cs typeface="Shruti" panose="020B0502040204020203" pitchFamily="34" charset="0"/>
                  </a:rPr>
                  <a:t> words can be formed if all letters are used at a time and word starts with vowel.</a:t>
                </a:r>
              </a:p>
            </p:txBody>
          </p:sp>
        </mc:Choice>
        <mc:Fallback xmlns="">
          <p:sp>
            <p:nvSpPr>
              <p:cNvPr id="77" name="Content Placeholder 2">
                <a:extLst>
                  <a:ext uri="{FF2B5EF4-FFF2-40B4-BE49-F238E27FC236}">
                    <a16:creationId xmlns:a16="http://schemas.microsoft.com/office/drawing/2014/main" id="{24E482BF-7C8D-45AD-94EE-193A65AE4D14}"/>
                  </a:ext>
                </a:extLst>
              </p:cNvPr>
              <p:cNvSpPr txBox="1">
                <a:spLocks noRot="1" noChangeAspect="1" noMove="1" noResize="1" noEditPoints="1" noAdjustHandles="1" noChangeArrowheads="1" noChangeShapeType="1" noTextEdit="1"/>
              </p:cNvSpPr>
              <p:nvPr/>
            </p:nvSpPr>
            <p:spPr>
              <a:xfrm>
                <a:off x="1625597" y="5261696"/>
                <a:ext cx="8013703" cy="954107"/>
              </a:xfrm>
              <a:prstGeom prst="rect">
                <a:avLst/>
              </a:prstGeom>
              <a:blipFill>
                <a:blip r:embed="rId15"/>
                <a:stretch>
                  <a:fillRect l="-1598" t="-5732" r="-1446" b="-17197"/>
                </a:stretch>
              </a:blipFill>
            </p:spPr>
            <p:txBody>
              <a:bodyPr/>
              <a:lstStyle/>
              <a:p>
                <a:r>
                  <a:rPr lang="en-IN">
                    <a:noFill/>
                  </a:rPr>
                  <a:t> </a:t>
                </a:r>
              </a:p>
            </p:txBody>
          </p:sp>
        </mc:Fallback>
      </mc:AlternateContent>
      <p:sp>
        <p:nvSpPr>
          <p:cNvPr id="62" name="Rectangle: Rounded Corners 61">
            <a:extLst>
              <a:ext uri="{FF2B5EF4-FFF2-40B4-BE49-F238E27FC236}">
                <a16:creationId xmlns:a16="http://schemas.microsoft.com/office/drawing/2014/main" id="{E5EDA579-D0BD-41EA-81E4-7DF6B392E329}"/>
              </a:ext>
            </a:extLst>
          </p:cNvPr>
          <p:cNvSpPr/>
          <p:nvPr/>
        </p:nvSpPr>
        <p:spPr>
          <a:xfrm>
            <a:off x="6946405" y="770337"/>
            <a:ext cx="1585002" cy="518940"/>
          </a:xfrm>
          <a:prstGeom prst="roundRect">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pic>
        <p:nvPicPr>
          <p:cNvPr id="80" name="Picture 79">
            <a:extLst>
              <a:ext uri="{FF2B5EF4-FFF2-40B4-BE49-F238E27FC236}">
                <a16:creationId xmlns:a16="http://schemas.microsoft.com/office/drawing/2014/main" id="{F955DABB-210A-48CB-862B-31853643A550}"/>
              </a:ext>
            </a:extLst>
          </p:cNvPr>
          <p:cNvPicPr>
            <a:picLocks noChangeAspect="1"/>
          </p:cNvPicPr>
          <p:nvPr/>
        </p:nvPicPr>
        <p:blipFill rotWithShape="1">
          <a:blip r:embed="rId16">
            <a:extLst>
              <a:ext uri="{28A0092B-C50C-407E-A947-70E740481C1C}">
                <a14:useLocalDpi xmlns:a14="http://schemas.microsoft.com/office/drawing/2010/main" val="0"/>
              </a:ext>
            </a:extLst>
          </a:blip>
          <a:srcRect r="51159"/>
          <a:stretch/>
        </p:blipFill>
        <p:spPr>
          <a:xfrm>
            <a:off x="9802908" y="2547391"/>
            <a:ext cx="905090" cy="1621478"/>
          </a:xfrm>
          <a:prstGeom prst="rect">
            <a:avLst/>
          </a:prstGeom>
          <a:effectLst>
            <a:outerShdw blurRad="50800" dist="38100" dir="2700000" algn="tl" rotWithShape="0">
              <a:prstClr val="black">
                <a:alpha val="40000"/>
              </a:prstClr>
            </a:outerShdw>
          </a:effectLst>
        </p:spPr>
      </p:pic>
      <p:sp>
        <p:nvSpPr>
          <p:cNvPr id="81" name="Speech Bubble: Rectangle with Corners Rounded 80">
            <a:extLst>
              <a:ext uri="{FF2B5EF4-FFF2-40B4-BE49-F238E27FC236}">
                <a16:creationId xmlns:a16="http://schemas.microsoft.com/office/drawing/2014/main" id="{7BEADFEE-2781-4AB6-8E10-75DE97184C0F}"/>
              </a:ext>
            </a:extLst>
          </p:cNvPr>
          <p:cNvSpPr/>
          <p:nvPr/>
        </p:nvSpPr>
        <p:spPr>
          <a:xfrm>
            <a:off x="8731076" y="1145991"/>
            <a:ext cx="3294744" cy="969589"/>
          </a:xfrm>
          <a:prstGeom prst="wedgeRoundRectCallout">
            <a:avLst>
              <a:gd name="adj1" fmla="val 6579"/>
              <a:gd name="adj2" fmla="val 96550"/>
              <a:gd name="adj3" fmla="val 16667"/>
            </a:avLst>
          </a:prstGeom>
          <a:noFill/>
          <a:ln w="28575">
            <a:solidFill>
              <a:srgbClr val="1282FE"/>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rgbClr val="002060"/>
                </a:solidFill>
              </a:rPr>
              <a:t>1 letter is used</a:t>
            </a:r>
          </a:p>
          <a:p>
            <a:pPr algn="ctr"/>
            <a:r>
              <a:rPr lang="en-IN" sz="2400" dirty="0">
                <a:solidFill>
                  <a:srgbClr val="002060"/>
                </a:solidFill>
              </a:rPr>
              <a:t>5 letters and 5 places left</a:t>
            </a:r>
          </a:p>
        </p:txBody>
      </p:sp>
    </p:spTree>
    <p:extLst>
      <p:ext uri="{BB962C8B-B14F-4D97-AF65-F5344CB8AC3E}">
        <p14:creationId xmlns:p14="http://schemas.microsoft.com/office/powerpoint/2010/main" val="10683747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250"/>
                                  </p:stCondLst>
                                  <p:childTnLst>
                                    <p:set>
                                      <p:cBhvr>
                                        <p:cTn id="11" dur="1" fill="hold">
                                          <p:stCondLst>
                                            <p:cond delay="0"/>
                                          </p:stCondLst>
                                        </p:cTn>
                                        <p:tgtEl>
                                          <p:spTgt spid="3"/>
                                        </p:tgtEl>
                                        <p:attrNameLst>
                                          <p:attrName>style.visibility</p:attrName>
                                        </p:attrNameLst>
                                      </p:cBhvr>
                                      <p:to>
                                        <p:strVal val="visible"/>
                                      </p:to>
                                    </p:set>
                                  </p:childTnLst>
                                </p:cTn>
                              </p:par>
                            </p:childTnLst>
                          </p:cTn>
                        </p:par>
                        <p:par>
                          <p:cTn id="12" fill="hold">
                            <p:stCondLst>
                              <p:cond delay="250"/>
                            </p:stCondLst>
                            <p:childTnLst>
                              <p:par>
                                <p:cTn id="13" presetID="1" presetClass="entr" presetSubtype="0" fill="hold" grpId="0" nodeType="afterEffect">
                                  <p:stCondLst>
                                    <p:cond delay="250"/>
                                  </p:stCondLst>
                                  <p:childTnLst>
                                    <p:set>
                                      <p:cBhvr>
                                        <p:cTn id="14" dur="1" fill="hold">
                                          <p:stCondLst>
                                            <p:cond delay="0"/>
                                          </p:stCondLst>
                                        </p:cTn>
                                        <p:tgtEl>
                                          <p:spTgt spid="44"/>
                                        </p:tgtEl>
                                        <p:attrNameLst>
                                          <p:attrName>style.visibility</p:attrName>
                                        </p:attrNameLst>
                                      </p:cBhvr>
                                      <p:to>
                                        <p:strVal val="visible"/>
                                      </p:to>
                                    </p:set>
                                  </p:childTnLst>
                                </p:cTn>
                              </p:par>
                            </p:childTnLst>
                          </p:cTn>
                        </p:par>
                        <p:par>
                          <p:cTn id="15" fill="hold">
                            <p:stCondLst>
                              <p:cond delay="500"/>
                            </p:stCondLst>
                            <p:childTnLst>
                              <p:par>
                                <p:cTn id="16" presetID="1" presetClass="entr" presetSubtype="0" fill="hold" grpId="0" nodeType="afterEffect">
                                  <p:stCondLst>
                                    <p:cond delay="250"/>
                                  </p:stCondLst>
                                  <p:childTnLst>
                                    <p:set>
                                      <p:cBhvr>
                                        <p:cTn id="17" dur="1" fill="hold">
                                          <p:stCondLst>
                                            <p:cond delay="0"/>
                                          </p:stCondLst>
                                        </p:cTn>
                                        <p:tgtEl>
                                          <p:spTgt spid="45"/>
                                        </p:tgtEl>
                                        <p:attrNameLst>
                                          <p:attrName>style.visibility</p:attrName>
                                        </p:attrNameLst>
                                      </p:cBhvr>
                                      <p:to>
                                        <p:strVal val="visible"/>
                                      </p:to>
                                    </p:set>
                                  </p:childTnLst>
                                </p:cTn>
                              </p:par>
                            </p:childTnLst>
                          </p:cTn>
                        </p:par>
                        <p:par>
                          <p:cTn id="18" fill="hold">
                            <p:stCondLst>
                              <p:cond delay="750"/>
                            </p:stCondLst>
                            <p:childTnLst>
                              <p:par>
                                <p:cTn id="19" presetID="1" presetClass="entr" presetSubtype="0" fill="hold" grpId="0" nodeType="afterEffect">
                                  <p:stCondLst>
                                    <p:cond delay="250"/>
                                  </p:stCondLst>
                                  <p:childTnLst>
                                    <p:set>
                                      <p:cBhvr>
                                        <p:cTn id="20" dur="1" fill="hold">
                                          <p:stCondLst>
                                            <p:cond delay="0"/>
                                          </p:stCondLst>
                                        </p:cTn>
                                        <p:tgtEl>
                                          <p:spTgt spid="46"/>
                                        </p:tgtEl>
                                        <p:attrNameLst>
                                          <p:attrName>style.visibility</p:attrName>
                                        </p:attrNameLst>
                                      </p:cBhvr>
                                      <p:to>
                                        <p:strVal val="visible"/>
                                      </p:to>
                                    </p:set>
                                  </p:childTnLst>
                                </p:cTn>
                              </p:par>
                            </p:childTnLst>
                          </p:cTn>
                        </p:par>
                        <p:par>
                          <p:cTn id="21" fill="hold">
                            <p:stCondLst>
                              <p:cond delay="1000"/>
                            </p:stCondLst>
                            <p:childTnLst>
                              <p:par>
                                <p:cTn id="22" presetID="1" presetClass="entr" presetSubtype="0" fill="hold" grpId="0" nodeType="afterEffect">
                                  <p:stCondLst>
                                    <p:cond delay="250"/>
                                  </p:stCondLst>
                                  <p:childTnLst>
                                    <p:set>
                                      <p:cBhvr>
                                        <p:cTn id="23" dur="1" fill="hold">
                                          <p:stCondLst>
                                            <p:cond delay="0"/>
                                          </p:stCondLst>
                                        </p:cTn>
                                        <p:tgtEl>
                                          <p:spTgt spid="47"/>
                                        </p:tgtEl>
                                        <p:attrNameLst>
                                          <p:attrName>style.visibility</p:attrName>
                                        </p:attrNameLst>
                                      </p:cBhvr>
                                      <p:to>
                                        <p:strVal val="visible"/>
                                      </p:to>
                                    </p:set>
                                  </p:childTnLst>
                                </p:cTn>
                              </p:par>
                            </p:childTnLst>
                          </p:cTn>
                        </p:par>
                        <p:par>
                          <p:cTn id="24" fill="hold">
                            <p:stCondLst>
                              <p:cond delay="1250"/>
                            </p:stCondLst>
                            <p:childTnLst>
                              <p:par>
                                <p:cTn id="25" presetID="1" presetClass="entr" presetSubtype="0" fill="hold" grpId="0" nodeType="afterEffect">
                                  <p:stCondLst>
                                    <p:cond delay="250"/>
                                  </p:stCondLst>
                                  <p:childTnLst>
                                    <p:set>
                                      <p:cBhvr>
                                        <p:cTn id="26" dur="1" fill="hold">
                                          <p:stCondLst>
                                            <p:cond delay="0"/>
                                          </p:stCondLst>
                                        </p:cTn>
                                        <p:tgtEl>
                                          <p:spTgt spid="4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up)">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62"/>
                                        </p:tgtEl>
                                        <p:attrNameLst>
                                          <p:attrName>style.visibility</p:attrName>
                                        </p:attrNameLst>
                                      </p:cBhvr>
                                      <p:to>
                                        <p:strVal val="visible"/>
                                      </p:to>
                                    </p:set>
                                    <p:animEffect transition="in" filter="wipe(left)">
                                      <p:cBhvr>
                                        <p:cTn id="36" dur="500"/>
                                        <p:tgtEl>
                                          <p:spTgt spid="62"/>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9">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62"/>
                                        </p:tgtEl>
                                        <p:attrNameLst>
                                          <p:attrName>style.visibility</p:attrName>
                                        </p:attrNameLst>
                                      </p:cBhvr>
                                      <p:to>
                                        <p:strVal val="hidden"/>
                                      </p:to>
                                    </p:set>
                                  </p:childTnLst>
                                </p:cTn>
                              </p:par>
                            </p:childTnLst>
                          </p:cTn>
                        </p:par>
                        <p:par>
                          <p:cTn id="45" fill="hold">
                            <p:stCondLst>
                              <p:cond delay="0"/>
                            </p:stCondLst>
                            <p:childTnLst>
                              <p:par>
                                <p:cTn id="46" presetID="16" presetClass="entr" presetSubtype="21" fill="hold" grpId="0" nodeType="after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barn(inVertical)">
                                      <p:cBhvr>
                                        <p:cTn id="48" dur="500"/>
                                        <p:tgtEl>
                                          <p:spTgt spid="7"/>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nodeType="clickEffect">
                                  <p:stCondLst>
                                    <p:cond delay="0"/>
                                  </p:stCondLst>
                                  <p:childTnLst>
                                    <p:set>
                                      <p:cBhvr>
                                        <p:cTn id="52" dur="1" fill="hold">
                                          <p:stCondLst>
                                            <p:cond delay="0"/>
                                          </p:stCondLst>
                                        </p:cTn>
                                        <p:tgtEl>
                                          <p:spTgt spid="80"/>
                                        </p:tgtEl>
                                        <p:attrNameLst>
                                          <p:attrName>style.visibility</p:attrName>
                                        </p:attrNameLst>
                                      </p:cBhvr>
                                      <p:to>
                                        <p:strVal val="visible"/>
                                      </p:to>
                                    </p:set>
                                    <p:anim calcmode="lin" valueType="num">
                                      <p:cBhvr additive="base">
                                        <p:cTn id="53" dur="500" fill="hold"/>
                                        <p:tgtEl>
                                          <p:spTgt spid="80"/>
                                        </p:tgtEl>
                                        <p:attrNameLst>
                                          <p:attrName>ppt_x</p:attrName>
                                        </p:attrNameLst>
                                      </p:cBhvr>
                                      <p:tavLst>
                                        <p:tav tm="0">
                                          <p:val>
                                            <p:strVal val="1+#ppt_w/2"/>
                                          </p:val>
                                        </p:tav>
                                        <p:tav tm="100000">
                                          <p:val>
                                            <p:strVal val="#ppt_x"/>
                                          </p:val>
                                        </p:tav>
                                      </p:tavLst>
                                    </p:anim>
                                    <p:anim calcmode="lin" valueType="num">
                                      <p:cBhvr additive="base">
                                        <p:cTn id="54" dur="500" fill="hold"/>
                                        <p:tgtEl>
                                          <p:spTgt spid="80"/>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53" presetClass="entr" presetSubtype="16" fill="hold" grpId="0" nodeType="clickEffect">
                                  <p:stCondLst>
                                    <p:cond delay="0"/>
                                  </p:stCondLst>
                                  <p:childTnLst>
                                    <p:set>
                                      <p:cBhvr>
                                        <p:cTn id="58" dur="1" fill="hold">
                                          <p:stCondLst>
                                            <p:cond delay="0"/>
                                          </p:stCondLst>
                                        </p:cTn>
                                        <p:tgtEl>
                                          <p:spTgt spid="81"/>
                                        </p:tgtEl>
                                        <p:attrNameLst>
                                          <p:attrName>style.visibility</p:attrName>
                                        </p:attrNameLst>
                                      </p:cBhvr>
                                      <p:to>
                                        <p:strVal val="visible"/>
                                      </p:to>
                                    </p:set>
                                    <p:anim calcmode="lin" valueType="num">
                                      <p:cBhvr>
                                        <p:cTn id="59" dur="500" fill="hold"/>
                                        <p:tgtEl>
                                          <p:spTgt spid="81"/>
                                        </p:tgtEl>
                                        <p:attrNameLst>
                                          <p:attrName>ppt_w</p:attrName>
                                        </p:attrNameLst>
                                      </p:cBhvr>
                                      <p:tavLst>
                                        <p:tav tm="0">
                                          <p:val>
                                            <p:fltVal val="0"/>
                                          </p:val>
                                        </p:tav>
                                        <p:tav tm="100000">
                                          <p:val>
                                            <p:strVal val="#ppt_w"/>
                                          </p:val>
                                        </p:tav>
                                      </p:tavLst>
                                    </p:anim>
                                    <p:anim calcmode="lin" valueType="num">
                                      <p:cBhvr>
                                        <p:cTn id="60" dur="500" fill="hold"/>
                                        <p:tgtEl>
                                          <p:spTgt spid="81"/>
                                        </p:tgtEl>
                                        <p:attrNameLst>
                                          <p:attrName>ppt_h</p:attrName>
                                        </p:attrNameLst>
                                      </p:cBhvr>
                                      <p:tavLst>
                                        <p:tav tm="0">
                                          <p:val>
                                            <p:fltVal val="0"/>
                                          </p:val>
                                        </p:tav>
                                        <p:tav tm="100000">
                                          <p:val>
                                            <p:strVal val="#ppt_h"/>
                                          </p:val>
                                        </p:tav>
                                      </p:tavLst>
                                    </p:anim>
                                    <p:animEffect transition="in" filter="fade">
                                      <p:cBhvr>
                                        <p:cTn id="61" dur="500"/>
                                        <p:tgtEl>
                                          <p:spTgt spid="81"/>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81">
                                            <p:txEl>
                                              <p:pRg st="0" end="0"/>
                                            </p:txEl>
                                          </p:spTgt>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81">
                                            <p:txEl>
                                              <p:pRg st="1" end="1"/>
                                            </p:txEl>
                                          </p:spTgt>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nodeType="clickEffect">
                                  <p:stCondLst>
                                    <p:cond delay="0"/>
                                  </p:stCondLst>
                                  <p:childTnLst>
                                    <p:set>
                                      <p:cBhvr>
                                        <p:cTn id="71" dur="1" fill="hold">
                                          <p:stCondLst>
                                            <p:cond delay="0"/>
                                          </p:stCondLst>
                                        </p:cTn>
                                        <p:tgtEl>
                                          <p:spTgt spid="51"/>
                                        </p:tgtEl>
                                        <p:attrNameLst>
                                          <p:attrName>style.visibility</p:attrName>
                                        </p:attrNameLst>
                                      </p:cBhvr>
                                      <p:to>
                                        <p:strVal val="visible"/>
                                      </p:to>
                                    </p:set>
                                    <p:animEffect transition="in" filter="wipe(up)">
                                      <p:cBhvr>
                                        <p:cTn id="72" dur="500"/>
                                        <p:tgtEl>
                                          <p:spTgt spid="51"/>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2" presetClass="exit" presetSubtype="2" fill="hold" nodeType="clickEffect">
                                  <p:stCondLst>
                                    <p:cond delay="0"/>
                                  </p:stCondLst>
                                  <p:childTnLst>
                                    <p:anim calcmode="lin" valueType="num">
                                      <p:cBhvr additive="base">
                                        <p:cTn id="80" dur="500"/>
                                        <p:tgtEl>
                                          <p:spTgt spid="80"/>
                                        </p:tgtEl>
                                        <p:attrNameLst>
                                          <p:attrName>ppt_x</p:attrName>
                                        </p:attrNameLst>
                                      </p:cBhvr>
                                      <p:tavLst>
                                        <p:tav tm="0">
                                          <p:val>
                                            <p:strVal val="ppt_x"/>
                                          </p:val>
                                        </p:tav>
                                        <p:tav tm="100000">
                                          <p:val>
                                            <p:strVal val="1+ppt_w/2"/>
                                          </p:val>
                                        </p:tav>
                                      </p:tavLst>
                                    </p:anim>
                                    <p:anim calcmode="lin" valueType="num">
                                      <p:cBhvr additive="base">
                                        <p:cTn id="81" dur="500"/>
                                        <p:tgtEl>
                                          <p:spTgt spid="80"/>
                                        </p:tgtEl>
                                        <p:attrNameLst>
                                          <p:attrName>ppt_y</p:attrName>
                                        </p:attrNameLst>
                                      </p:cBhvr>
                                      <p:tavLst>
                                        <p:tav tm="0">
                                          <p:val>
                                            <p:strVal val="ppt_y"/>
                                          </p:val>
                                        </p:tav>
                                        <p:tav tm="100000">
                                          <p:val>
                                            <p:strVal val="ppt_y"/>
                                          </p:val>
                                        </p:tav>
                                      </p:tavLst>
                                    </p:anim>
                                    <p:set>
                                      <p:cBhvr>
                                        <p:cTn id="82" dur="1" fill="hold">
                                          <p:stCondLst>
                                            <p:cond delay="499"/>
                                          </p:stCondLst>
                                        </p:cTn>
                                        <p:tgtEl>
                                          <p:spTgt spid="80"/>
                                        </p:tgtEl>
                                        <p:attrNameLst>
                                          <p:attrName>style.visibility</p:attrName>
                                        </p:attrNameLst>
                                      </p:cBhvr>
                                      <p:to>
                                        <p:strVal val="hidden"/>
                                      </p:to>
                                    </p:set>
                                  </p:childTnLst>
                                </p:cTn>
                              </p:par>
                              <p:par>
                                <p:cTn id="83" presetID="2" presetClass="exit" presetSubtype="2" fill="hold" grpId="1" nodeType="withEffect">
                                  <p:stCondLst>
                                    <p:cond delay="0"/>
                                  </p:stCondLst>
                                  <p:childTnLst>
                                    <p:anim calcmode="lin" valueType="num">
                                      <p:cBhvr additive="base">
                                        <p:cTn id="84" dur="500"/>
                                        <p:tgtEl>
                                          <p:spTgt spid="81">
                                            <p:txEl>
                                              <p:pRg st="0" end="0"/>
                                            </p:txEl>
                                          </p:spTgt>
                                        </p:tgtEl>
                                        <p:attrNameLst>
                                          <p:attrName>ppt_x</p:attrName>
                                        </p:attrNameLst>
                                      </p:cBhvr>
                                      <p:tavLst>
                                        <p:tav tm="0">
                                          <p:val>
                                            <p:strVal val="ppt_x"/>
                                          </p:val>
                                        </p:tav>
                                        <p:tav tm="100000">
                                          <p:val>
                                            <p:strVal val="1+ppt_w/2"/>
                                          </p:val>
                                        </p:tav>
                                      </p:tavLst>
                                    </p:anim>
                                    <p:anim calcmode="lin" valueType="num">
                                      <p:cBhvr additive="base">
                                        <p:cTn id="85" dur="500"/>
                                        <p:tgtEl>
                                          <p:spTgt spid="81">
                                            <p:txEl>
                                              <p:pRg st="0" end="0"/>
                                            </p:txEl>
                                          </p:spTgt>
                                        </p:tgtEl>
                                        <p:attrNameLst>
                                          <p:attrName>ppt_y</p:attrName>
                                        </p:attrNameLst>
                                      </p:cBhvr>
                                      <p:tavLst>
                                        <p:tav tm="0">
                                          <p:val>
                                            <p:strVal val="ppt_y"/>
                                          </p:val>
                                        </p:tav>
                                        <p:tav tm="100000">
                                          <p:val>
                                            <p:strVal val="ppt_y"/>
                                          </p:val>
                                        </p:tav>
                                      </p:tavLst>
                                    </p:anim>
                                    <p:set>
                                      <p:cBhvr>
                                        <p:cTn id="86" dur="1" fill="hold">
                                          <p:stCondLst>
                                            <p:cond delay="499"/>
                                          </p:stCondLst>
                                        </p:cTn>
                                        <p:tgtEl>
                                          <p:spTgt spid="81">
                                            <p:txEl>
                                              <p:pRg st="0" end="0"/>
                                            </p:txEl>
                                          </p:spTgt>
                                        </p:tgtEl>
                                        <p:attrNameLst>
                                          <p:attrName>style.visibility</p:attrName>
                                        </p:attrNameLst>
                                      </p:cBhvr>
                                      <p:to>
                                        <p:strVal val="hidden"/>
                                      </p:to>
                                    </p:set>
                                  </p:childTnLst>
                                </p:cTn>
                              </p:par>
                              <p:par>
                                <p:cTn id="87" presetID="2" presetClass="exit" presetSubtype="2" fill="hold" grpId="1" nodeType="withEffect">
                                  <p:stCondLst>
                                    <p:cond delay="0"/>
                                  </p:stCondLst>
                                  <p:childTnLst>
                                    <p:anim calcmode="lin" valueType="num">
                                      <p:cBhvr additive="base">
                                        <p:cTn id="88" dur="500"/>
                                        <p:tgtEl>
                                          <p:spTgt spid="81">
                                            <p:txEl>
                                              <p:pRg st="1" end="1"/>
                                            </p:txEl>
                                          </p:spTgt>
                                        </p:tgtEl>
                                        <p:attrNameLst>
                                          <p:attrName>ppt_x</p:attrName>
                                        </p:attrNameLst>
                                      </p:cBhvr>
                                      <p:tavLst>
                                        <p:tav tm="0">
                                          <p:val>
                                            <p:strVal val="ppt_x"/>
                                          </p:val>
                                        </p:tav>
                                        <p:tav tm="100000">
                                          <p:val>
                                            <p:strVal val="1+ppt_w/2"/>
                                          </p:val>
                                        </p:tav>
                                      </p:tavLst>
                                    </p:anim>
                                    <p:anim calcmode="lin" valueType="num">
                                      <p:cBhvr additive="base">
                                        <p:cTn id="89" dur="500"/>
                                        <p:tgtEl>
                                          <p:spTgt spid="81">
                                            <p:txEl>
                                              <p:pRg st="1" end="1"/>
                                            </p:txEl>
                                          </p:spTgt>
                                        </p:tgtEl>
                                        <p:attrNameLst>
                                          <p:attrName>ppt_y</p:attrName>
                                        </p:attrNameLst>
                                      </p:cBhvr>
                                      <p:tavLst>
                                        <p:tav tm="0">
                                          <p:val>
                                            <p:strVal val="ppt_y"/>
                                          </p:val>
                                        </p:tav>
                                        <p:tav tm="100000">
                                          <p:val>
                                            <p:strVal val="ppt_y"/>
                                          </p:val>
                                        </p:tav>
                                      </p:tavLst>
                                    </p:anim>
                                    <p:set>
                                      <p:cBhvr>
                                        <p:cTn id="90" dur="1" fill="hold">
                                          <p:stCondLst>
                                            <p:cond delay="499"/>
                                          </p:stCondLst>
                                        </p:cTn>
                                        <p:tgtEl>
                                          <p:spTgt spid="81">
                                            <p:txEl>
                                              <p:pRg st="1" end="1"/>
                                            </p:txEl>
                                          </p:spTgt>
                                        </p:tgtEl>
                                        <p:attrNameLst>
                                          <p:attrName>style.visibility</p:attrName>
                                        </p:attrNameLst>
                                      </p:cBhvr>
                                      <p:to>
                                        <p:strVal val="hidden"/>
                                      </p:to>
                                    </p:set>
                                  </p:childTnLst>
                                </p:cTn>
                              </p:par>
                              <p:par>
                                <p:cTn id="91" presetID="2" presetClass="exit" presetSubtype="2" fill="hold" grpId="1" nodeType="withEffect">
                                  <p:stCondLst>
                                    <p:cond delay="0"/>
                                  </p:stCondLst>
                                  <p:childTnLst>
                                    <p:anim calcmode="lin" valueType="num">
                                      <p:cBhvr additive="base">
                                        <p:cTn id="92" dur="500"/>
                                        <p:tgtEl>
                                          <p:spTgt spid="81">
                                            <p:bg/>
                                          </p:spTgt>
                                        </p:tgtEl>
                                        <p:attrNameLst>
                                          <p:attrName>ppt_x</p:attrName>
                                        </p:attrNameLst>
                                      </p:cBhvr>
                                      <p:tavLst>
                                        <p:tav tm="0">
                                          <p:val>
                                            <p:strVal val="ppt_x"/>
                                          </p:val>
                                        </p:tav>
                                        <p:tav tm="100000">
                                          <p:val>
                                            <p:strVal val="1+ppt_w/2"/>
                                          </p:val>
                                        </p:tav>
                                      </p:tavLst>
                                    </p:anim>
                                    <p:anim calcmode="lin" valueType="num">
                                      <p:cBhvr additive="base">
                                        <p:cTn id="93" dur="500"/>
                                        <p:tgtEl>
                                          <p:spTgt spid="81">
                                            <p:bg/>
                                          </p:spTgt>
                                        </p:tgtEl>
                                        <p:attrNameLst>
                                          <p:attrName>ppt_y</p:attrName>
                                        </p:attrNameLst>
                                      </p:cBhvr>
                                      <p:tavLst>
                                        <p:tav tm="0">
                                          <p:val>
                                            <p:strVal val="ppt_y"/>
                                          </p:val>
                                        </p:tav>
                                        <p:tav tm="100000">
                                          <p:val>
                                            <p:strVal val="ppt_y"/>
                                          </p:val>
                                        </p:tav>
                                      </p:tavLst>
                                    </p:anim>
                                    <p:set>
                                      <p:cBhvr>
                                        <p:cTn id="94" dur="1" fill="hold">
                                          <p:stCondLst>
                                            <p:cond delay="499"/>
                                          </p:stCondLst>
                                        </p:cTn>
                                        <p:tgtEl>
                                          <p:spTgt spid="81">
                                            <p:bg/>
                                          </p:spTgt>
                                        </p:tgtEl>
                                        <p:attrNameLst>
                                          <p:attrName>style.visibility</p:attrName>
                                        </p:attrNameLst>
                                      </p:cBhvr>
                                      <p:to>
                                        <p:strVal val="hidden"/>
                                      </p:to>
                                    </p:set>
                                  </p:childTnLst>
                                </p:cTn>
                              </p:par>
                            </p:childTnLst>
                          </p:cTn>
                        </p:par>
                        <p:par>
                          <p:cTn id="95" fill="hold">
                            <p:stCondLst>
                              <p:cond delay="500"/>
                            </p:stCondLst>
                            <p:childTnLst>
                              <p:par>
                                <p:cTn id="96" presetID="1" presetClass="entr" presetSubtype="0" fill="hold" grpId="0" nodeType="afterEffect">
                                  <p:stCondLst>
                                    <p:cond delay="0"/>
                                  </p:stCondLst>
                                  <p:childTnLst>
                                    <p:set>
                                      <p:cBhvr>
                                        <p:cTn id="97" dur="1" fill="hold">
                                          <p:stCondLst>
                                            <p:cond delay="0"/>
                                          </p:stCondLst>
                                        </p:cTn>
                                        <p:tgtEl>
                                          <p:spTgt spid="56">
                                            <p:txEl>
                                              <p:pRg st="0" end="0"/>
                                            </p:txEl>
                                          </p:spTgt>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57">
                                            <p:txEl>
                                              <p:pRg st="0" end="0"/>
                                            </p:txEl>
                                          </p:spTgt>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64">
                                            <p:txEl>
                                              <p:pRg st="0" end="0"/>
                                            </p:txEl>
                                          </p:spTgt>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66">
                                            <p:txEl>
                                              <p:pRg st="0" end="0"/>
                                            </p:txEl>
                                          </p:spTgt>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67">
                                            <p:txEl>
                                              <p:pRg st="0" end="0"/>
                                            </p:txEl>
                                          </p:spTgt>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grpId="0" nodeType="clickEffect">
                                  <p:stCondLst>
                                    <p:cond delay="0"/>
                                  </p:stCondLst>
                                  <p:childTnLst>
                                    <p:set>
                                      <p:cBhvr>
                                        <p:cTn id="117" dur="1" fill="hold">
                                          <p:stCondLst>
                                            <p:cond delay="0"/>
                                          </p:stCondLst>
                                        </p:cTn>
                                        <p:tgtEl>
                                          <p:spTgt spid="72">
                                            <p:txEl>
                                              <p:pRg st="0" end="0"/>
                                            </p:txEl>
                                          </p:spTgt>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grpId="0" nodeType="clickEffect">
                                  <p:stCondLst>
                                    <p:cond delay="0"/>
                                  </p:stCondLst>
                                  <p:childTnLst>
                                    <p:set>
                                      <p:cBhvr>
                                        <p:cTn id="121" dur="1" fill="hold">
                                          <p:stCondLst>
                                            <p:cond delay="0"/>
                                          </p:stCondLst>
                                        </p:cTn>
                                        <p:tgtEl>
                                          <p:spTgt spid="74">
                                            <p:txEl>
                                              <p:pRg st="0" end="0"/>
                                            </p:txEl>
                                          </p:spTgt>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grpId="0" nodeType="clickEffect">
                                  <p:stCondLst>
                                    <p:cond delay="0"/>
                                  </p:stCondLst>
                                  <p:childTnLst>
                                    <p:set>
                                      <p:cBhvr>
                                        <p:cTn id="125" dur="1" fill="hold">
                                          <p:stCondLst>
                                            <p:cond delay="0"/>
                                          </p:stCondLst>
                                        </p:cTn>
                                        <p:tgtEl>
                                          <p:spTgt spid="7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4" grpId="0" animBg="1"/>
      <p:bldP spid="45" grpId="0" animBg="1"/>
      <p:bldP spid="46" grpId="0" animBg="1"/>
      <p:bldP spid="47" grpId="0" animBg="1"/>
      <p:bldP spid="48" grpId="0" animBg="1"/>
      <p:bldP spid="49" grpId="0" build="p"/>
      <p:bldP spid="7" grpId="0" animBg="1"/>
      <p:bldP spid="50" grpId="0" build="p"/>
      <p:bldP spid="56" grpId="0" build="p"/>
      <p:bldP spid="57" grpId="0" build="p"/>
      <p:bldP spid="64" grpId="0" build="p"/>
      <p:bldP spid="66" grpId="0" build="p"/>
      <p:bldP spid="67" grpId="0" build="p"/>
      <p:bldP spid="72" grpId="0" build="p"/>
      <p:bldP spid="74" grpId="0" build="p"/>
      <p:bldP spid="77" grpId="0" build="p"/>
      <p:bldP spid="62" grpId="0" animBg="1"/>
      <p:bldP spid="62" grpId="1" animBg="1"/>
      <p:bldP spid="81" grpId="0" animBg="1"/>
      <p:bldP spid="81" grpId="1" build="allAtOnce"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 name="Table 3">
                <a:extLst>
                  <a:ext uri="{FF2B5EF4-FFF2-40B4-BE49-F238E27FC236}">
                    <a16:creationId xmlns:a16="http://schemas.microsoft.com/office/drawing/2014/main" id="{2B9BC23A-21F1-4E9F-957B-F173B5BF736E}"/>
                  </a:ext>
                </a:extLst>
              </p:cNvPr>
              <p:cNvGraphicFramePr>
                <a:graphicFrameLocks noGrp="1"/>
              </p:cNvGraphicFramePr>
              <p:nvPr>
                <p:extLst>
                  <p:ext uri="{D42A27DB-BD31-4B8C-83A1-F6EECF244321}">
                    <p14:modId xmlns:p14="http://schemas.microsoft.com/office/powerpoint/2010/main" val="1867274381"/>
                  </p:ext>
                </p:extLst>
              </p:nvPr>
            </p:nvGraphicFramePr>
            <p:xfrm>
              <a:off x="7865770" y="3615690"/>
              <a:ext cx="4176000" cy="2909072"/>
            </p:xfrm>
            <a:graphic>
              <a:graphicData uri="http://schemas.openxmlformats.org/drawingml/2006/table">
                <a:tbl>
                  <a:tblPr firstRow="1" bandRow="1">
                    <a:tableStyleId>{10A1B5D5-9B99-4C35-A422-299274C87663}</a:tableStyleId>
                  </a:tblPr>
                  <a:tblGrid>
                    <a:gridCol w="2088000">
                      <a:extLst>
                        <a:ext uri="{9D8B030D-6E8A-4147-A177-3AD203B41FA5}">
                          <a16:colId xmlns:a16="http://schemas.microsoft.com/office/drawing/2014/main" val="1496555201"/>
                        </a:ext>
                      </a:extLst>
                    </a:gridCol>
                    <a:gridCol w="2088000">
                      <a:extLst>
                        <a:ext uri="{9D8B030D-6E8A-4147-A177-3AD203B41FA5}">
                          <a16:colId xmlns:a16="http://schemas.microsoft.com/office/drawing/2014/main" val="1721271848"/>
                        </a:ext>
                      </a:extLst>
                    </a:gridCol>
                  </a:tblGrid>
                  <a:tr h="828000">
                    <a:tc>
                      <a:txBody>
                        <a:bodyPr/>
                        <a:lstStyle/>
                        <a:p>
                          <a:pPr algn="ctr"/>
                          <a:r>
                            <a:rPr lang="en-IN" sz="2400" b="1" dirty="0">
                              <a:solidFill>
                                <a:schemeClr val="bg1"/>
                              </a:solidFill>
                            </a:rPr>
                            <a:t>No.</a:t>
                          </a:r>
                          <a:r>
                            <a:rPr lang="en-IN" sz="2400" b="1" baseline="0" dirty="0">
                              <a:solidFill>
                                <a:schemeClr val="bg1"/>
                              </a:solidFill>
                            </a:rPr>
                            <a:t> of </a:t>
                          </a:r>
                          <a14:m>
                            <m:oMath xmlns:m="http://schemas.openxmlformats.org/officeDocument/2006/math">
                              <m:r>
                                <a:rPr lang="en-IN" sz="2400" b="1" i="1" dirty="0" smtClean="0">
                                  <a:solidFill>
                                    <a:schemeClr val="bg1"/>
                                  </a:solidFill>
                                  <a:latin typeface="Cambria Math" panose="02040503050406030204" pitchFamily="18" charset="0"/>
                                </a:rPr>
                                <m:t>𝟐</m:t>
                              </m:r>
                            </m:oMath>
                          </a14:m>
                          <a:r>
                            <a:rPr lang="en-IN" sz="2400" b="1" dirty="0">
                              <a:solidFill>
                                <a:schemeClr val="bg1"/>
                              </a:solidFill>
                            </a:rPr>
                            <a:t>s</a:t>
                          </a:r>
                        </a:p>
                        <a:p>
                          <a:pPr algn="ctr"/>
                          <a:r>
                            <a:rPr lang="en-IN" sz="2400" b="1" dirty="0">
                              <a:solidFill>
                                <a:schemeClr val="bg1"/>
                              </a:solidFill>
                            </a:rPr>
                            <a:t>In poker hand</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IN" sz="2400" b="1" dirty="0">
                              <a:solidFill>
                                <a:schemeClr val="bg1"/>
                              </a:solidFill>
                            </a:rPr>
                            <a:t>No.</a:t>
                          </a:r>
                          <a:r>
                            <a:rPr lang="en-IN" sz="2400" b="1" baseline="0" dirty="0">
                              <a:solidFill>
                                <a:schemeClr val="bg1"/>
                              </a:solidFill>
                            </a:rPr>
                            <a:t> of </a:t>
                          </a:r>
                          <a14:m>
                            <m:oMath xmlns:m="http://schemas.openxmlformats.org/officeDocument/2006/math">
                              <m:r>
                                <a:rPr lang="en-IN" sz="2400" b="1" i="1" dirty="0" smtClean="0">
                                  <a:solidFill>
                                    <a:schemeClr val="bg1"/>
                                  </a:solidFill>
                                  <a:latin typeface="Cambria Math" panose="02040503050406030204" pitchFamily="18" charset="0"/>
                                </a:rPr>
                                <m:t>𝟕</m:t>
                              </m:r>
                            </m:oMath>
                          </a14:m>
                          <a:r>
                            <a:rPr lang="en-IN" sz="2400" b="1" dirty="0">
                              <a:solidFill>
                                <a:schemeClr val="bg1"/>
                              </a:solidFill>
                            </a:rPr>
                            <a:t>s</a:t>
                          </a:r>
                        </a:p>
                        <a:p>
                          <a:pPr algn="ctr"/>
                          <a:r>
                            <a:rPr lang="en-IN" sz="2400" b="1" dirty="0">
                              <a:solidFill>
                                <a:schemeClr val="bg1"/>
                              </a:solidFill>
                            </a:rPr>
                            <a:t>In poker hand</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7417590"/>
                      </a:ext>
                    </a:extLst>
                  </a:tr>
                  <a:tr h="520268">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3001928"/>
                      </a:ext>
                    </a:extLst>
                  </a:tr>
                  <a:tr h="520268">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5124459"/>
                      </a:ext>
                    </a:extLst>
                  </a:tr>
                  <a:tr h="520268">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4482370"/>
                      </a:ext>
                    </a:extLst>
                  </a:tr>
                  <a:tr h="520268">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9314696"/>
                      </a:ext>
                    </a:extLst>
                  </a:tr>
                </a:tbl>
              </a:graphicData>
            </a:graphic>
          </p:graphicFrame>
        </mc:Choice>
        <mc:Fallback xmlns="">
          <p:graphicFrame>
            <p:nvGraphicFramePr>
              <p:cNvPr id="3" name="Table 3">
                <a:extLst>
                  <a:ext uri="{FF2B5EF4-FFF2-40B4-BE49-F238E27FC236}">
                    <a16:creationId xmlns:a16="http://schemas.microsoft.com/office/drawing/2014/main" id="{2B9BC23A-21F1-4E9F-957B-F173B5BF736E}"/>
                  </a:ext>
                </a:extLst>
              </p:cNvPr>
              <p:cNvGraphicFramePr>
                <a:graphicFrameLocks noGrp="1"/>
              </p:cNvGraphicFramePr>
              <p:nvPr>
                <p:extLst>
                  <p:ext uri="{D42A27DB-BD31-4B8C-83A1-F6EECF244321}">
                    <p14:modId xmlns:p14="http://schemas.microsoft.com/office/powerpoint/2010/main" val="1867274381"/>
                  </p:ext>
                </p:extLst>
              </p:nvPr>
            </p:nvGraphicFramePr>
            <p:xfrm>
              <a:off x="7865770" y="3615690"/>
              <a:ext cx="4176000" cy="2909072"/>
            </p:xfrm>
            <a:graphic>
              <a:graphicData uri="http://schemas.openxmlformats.org/drawingml/2006/table">
                <a:tbl>
                  <a:tblPr firstRow="1" bandRow="1">
                    <a:tableStyleId>{10A1B5D5-9B99-4C35-A422-299274C87663}</a:tableStyleId>
                  </a:tblPr>
                  <a:tblGrid>
                    <a:gridCol w="2088000">
                      <a:extLst>
                        <a:ext uri="{9D8B030D-6E8A-4147-A177-3AD203B41FA5}">
                          <a16:colId xmlns:a16="http://schemas.microsoft.com/office/drawing/2014/main" val="1496555201"/>
                        </a:ext>
                      </a:extLst>
                    </a:gridCol>
                    <a:gridCol w="2088000">
                      <a:extLst>
                        <a:ext uri="{9D8B030D-6E8A-4147-A177-3AD203B41FA5}">
                          <a16:colId xmlns:a16="http://schemas.microsoft.com/office/drawing/2014/main" val="1721271848"/>
                        </a:ext>
                      </a:extLst>
                    </a:gridCol>
                  </a:tblGrid>
                  <a:tr h="82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2"/>
                          <a:stretch>
                            <a:fillRect l="-583" t="-4412" r="-100875" b="-25367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2"/>
                          <a:stretch>
                            <a:fillRect l="-100583" t="-4412" r="-875" b="-253676"/>
                          </a:stretch>
                        </a:blipFill>
                      </a:tcPr>
                    </a:tc>
                    <a:extLst>
                      <a:ext uri="{0D108BD9-81ED-4DB2-BD59-A6C34878D82A}">
                        <a16:rowId xmlns:a16="http://schemas.microsoft.com/office/drawing/2014/main" val="2347417590"/>
                      </a:ext>
                    </a:extLst>
                  </a:tr>
                  <a:tr h="520268">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3001928"/>
                      </a:ext>
                    </a:extLst>
                  </a:tr>
                  <a:tr h="520268">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5124459"/>
                      </a:ext>
                    </a:extLst>
                  </a:tr>
                  <a:tr h="520268">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4482370"/>
                      </a:ext>
                    </a:extLst>
                  </a:tr>
                  <a:tr h="520268">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9314696"/>
                      </a:ext>
                    </a:extLst>
                  </a:tr>
                </a:tbl>
              </a:graphicData>
            </a:graphic>
          </p:graphicFrame>
        </mc:Fallback>
      </mc:AlternateContent>
      <mc:AlternateContent xmlns:mc="http://schemas.openxmlformats.org/markup-compatibility/2006" xmlns:a14="http://schemas.microsoft.com/office/drawing/2010/main">
        <mc:Choice Requires="a14">
          <p:sp>
            <p:nvSpPr>
              <p:cNvPr id="19" name="Content Placeholder 2"/>
              <p:cNvSpPr txBox="1">
                <a:spLocks/>
              </p:cNvSpPr>
              <p:nvPr/>
            </p:nvSpPr>
            <p:spPr>
              <a:xfrm>
                <a:off x="131177" y="869083"/>
                <a:ext cx="11929643" cy="72000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5000"/>
                  </a:lnSpc>
                  <a:spcBef>
                    <a:spcPts val="500"/>
                  </a:spcBef>
                </a:pPr>
                <a:r>
                  <a:rPr lang="en-GB" dirty="0"/>
                  <a:t>How many different poker hands consists of </a:t>
                </a:r>
                <a14:m>
                  <m:oMath xmlns:m="http://schemas.openxmlformats.org/officeDocument/2006/math">
                    <m:r>
                      <a:rPr lang="en-GB" i="1" dirty="0" smtClean="0">
                        <a:latin typeface="Cambria Math" panose="02040503050406030204" pitchFamily="18" charset="0"/>
                      </a:rPr>
                      <m:t>5</m:t>
                    </m:r>
                  </m:oMath>
                </a14:m>
                <a:r>
                  <a:rPr lang="en-GB" dirty="0"/>
                  <a:t> cards being either </a:t>
                </a:r>
                <a14:m>
                  <m:oMath xmlns:m="http://schemas.openxmlformats.org/officeDocument/2006/math">
                    <m:r>
                      <a:rPr lang="en-GB" i="1" dirty="0" smtClean="0">
                        <a:latin typeface="Cambria Math" panose="02040503050406030204" pitchFamily="18" charset="0"/>
                      </a:rPr>
                      <m:t>2</m:t>
                    </m:r>
                  </m:oMath>
                </a14:m>
                <a:r>
                  <a:rPr lang="en-GB" dirty="0"/>
                  <a:t> or </a:t>
                </a:r>
                <a14:m>
                  <m:oMath xmlns:m="http://schemas.openxmlformats.org/officeDocument/2006/math">
                    <m:r>
                      <a:rPr lang="en-GB" i="1" dirty="0" smtClean="0">
                        <a:latin typeface="Cambria Math" panose="02040503050406030204" pitchFamily="18" charset="0"/>
                      </a:rPr>
                      <m:t>7</m:t>
                    </m:r>
                  </m:oMath>
                </a14:m>
                <a:r>
                  <a:rPr lang="en-GB" dirty="0"/>
                  <a:t>?</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69083"/>
                <a:ext cx="11929643" cy="720000"/>
              </a:xfrm>
              <a:prstGeom prst="rect">
                <a:avLst/>
              </a:prstGeom>
              <a:blipFill>
                <a:blip r:embed="rId3"/>
                <a:stretch>
                  <a:fillRect l="-1074" b="-14407"/>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1 ⇝ Example 2</a:t>
            </a:r>
            <a:endParaRPr lang="en-US" dirty="0"/>
          </a:p>
        </p:txBody>
      </p:sp>
      <p:sp>
        <p:nvSpPr>
          <p:cNvPr id="5" name="Content Placeholder 2">
            <a:extLst>
              <a:ext uri="{FF2B5EF4-FFF2-40B4-BE49-F238E27FC236}">
                <a16:creationId xmlns:a16="http://schemas.microsoft.com/office/drawing/2014/main" id="{263DAC30-F985-D34E-24BD-96AF816AEE6B}"/>
              </a:ext>
            </a:extLst>
          </p:cNvPr>
          <p:cNvSpPr txBox="1">
            <a:spLocks/>
          </p:cNvSpPr>
          <p:nvPr/>
        </p:nvSpPr>
        <p:spPr>
          <a:xfrm>
            <a:off x="1625598" y="1754120"/>
            <a:ext cx="4176000"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r>
              <a:rPr lang="en-US" dirty="0">
                <a:solidFill>
                  <a:srgbClr val="002060"/>
                </a:solidFill>
                <a:uFill>
                  <a:solidFill>
                    <a:srgbClr val="0070C0"/>
                  </a:solidFill>
                </a:uFill>
                <a:latin typeface="+mj-lt"/>
                <a:ea typeface="Calibri" panose="020F0502020204030204" pitchFamily="34" charset="0"/>
                <a:cs typeface="Shruti" panose="020B0502040204020203" pitchFamily="34" charset="0"/>
              </a:rPr>
              <a:t>No. of different poker hands </a:t>
            </a:r>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45515931-156D-0A82-06C6-286B91A9949E}"/>
                  </a:ext>
                </a:extLst>
              </p:cNvPr>
              <p:cNvSpPr txBox="1">
                <a:spLocks/>
              </p:cNvSpPr>
              <p:nvPr/>
            </p:nvSpPr>
            <p:spPr>
              <a:xfrm>
                <a:off x="8653544" y="4423784"/>
                <a:ext cx="571189"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4</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9" name="Content Placeholder 2">
                <a:extLst>
                  <a:ext uri="{FF2B5EF4-FFF2-40B4-BE49-F238E27FC236}">
                    <a16:creationId xmlns:a16="http://schemas.microsoft.com/office/drawing/2014/main" id="{45515931-156D-0A82-06C6-286B91A9949E}"/>
                  </a:ext>
                </a:extLst>
              </p:cNvPr>
              <p:cNvSpPr txBox="1">
                <a:spLocks noRot="1" noChangeAspect="1" noMove="1" noResize="1" noEditPoints="1" noAdjustHandles="1" noChangeArrowheads="1" noChangeShapeType="1" noTextEdit="1"/>
              </p:cNvSpPr>
              <p:nvPr/>
            </p:nvSpPr>
            <p:spPr>
              <a:xfrm>
                <a:off x="8653544" y="4423784"/>
                <a:ext cx="571189" cy="523220"/>
              </a:xfrm>
              <a:prstGeom prst="rect">
                <a:avLst/>
              </a:prstGeom>
              <a:blipFill>
                <a:blip r:embed="rId4"/>
                <a:stretch>
                  <a:fillRect/>
                </a:stretch>
              </a:blipFill>
            </p:spPr>
            <p:txBody>
              <a:bodyPr/>
              <a:lstStyle/>
              <a:p>
                <a:r>
                  <a:rPr lang="en-IN">
                    <a:noFill/>
                  </a:rPr>
                  <a:t> </a:t>
                </a:r>
              </a:p>
            </p:txBody>
          </p:sp>
        </mc:Fallback>
      </mc:AlternateContent>
      <p:sp>
        <p:nvSpPr>
          <p:cNvPr id="50" name="Rectangle 49">
            <a:extLst>
              <a:ext uri="{FF2B5EF4-FFF2-40B4-BE49-F238E27FC236}">
                <a16:creationId xmlns:a16="http://schemas.microsoft.com/office/drawing/2014/main" id="{B2D3FB0B-D709-43AC-B65F-29361B504B61}"/>
              </a:ext>
            </a:extLst>
          </p:cNvPr>
          <p:cNvSpPr/>
          <p:nvPr/>
        </p:nvSpPr>
        <p:spPr>
          <a:xfrm>
            <a:off x="131177" y="1746965"/>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33" name="Content Placeholder 2">
                <a:extLst>
                  <a:ext uri="{FF2B5EF4-FFF2-40B4-BE49-F238E27FC236}">
                    <a16:creationId xmlns:a16="http://schemas.microsoft.com/office/drawing/2014/main" id="{871CC71D-0067-4901-B1FA-E8D397095844}"/>
                  </a:ext>
                </a:extLst>
              </p:cNvPr>
              <p:cNvSpPr txBox="1">
                <a:spLocks/>
              </p:cNvSpPr>
              <p:nvPr/>
            </p:nvSpPr>
            <p:spPr>
              <a:xfrm>
                <a:off x="8653544" y="4945495"/>
                <a:ext cx="571189"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3</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3" name="Content Placeholder 2">
                <a:extLst>
                  <a:ext uri="{FF2B5EF4-FFF2-40B4-BE49-F238E27FC236}">
                    <a16:creationId xmlns:a16="http://schemas.microsoft.com/office/drawing/2014/main" id="{871CC71D-0067-4901-B1FA-E8D397095844}"/>
                  </a:ext>
                </a:extLst>
              </p:cNvPr>
              <p:cNvSpPr txBox="1">
                <a:spLocks noRot="1" noChangeAspect="1" noMove="1" noResize="1" noEditPoints="1" noAdjustHandles="1" noChangeArrowheads="1" noChangeShapeType="1" noTextEdit="1"/>
              </p:cNvSpPr>
              <p:nvPr/>
            </p:nvSpPr>
            <p:spPr>
              <a:xfrm>
                <a:off x="8653544" y="4945495"/>
                <a:ext cx="571189"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Content Placeholder 2">
                <a:extLst>
                  <a:ext uri="{FF2B5EF4-FFF2-40B4-BE49-F238E27FC236}">
                    <a16:creationId xmlns:a16="http://schemas.microsoft.com/office/drawing/2014/main" id="{A6F92F14-4273-49F1-98F4-0584E84A18B0}"/>
                  </a:ext>
                </a:extLst>
              </p:cNvPr>
              <p:cNvSpPr txBox="1">
                <a:spLocks/>
              </p:cNvSpPr>
              <p:nvPr/>
            </p:nvSpPr>
            <p:spPr>
              <a:xfrm>
                <a:off x="8653544" y="5467206"/>
                <a:ext cx="571189"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2</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4" name="Content Placeholder 2">
                <a:extLst>
                  <a:ext uri="{FF2B5EF4-FFF2-40B4-BE49-F238E27FC236}">
                    <a16:creationId xmlns:a16="http://schemas.microsoft.com/office/drawing/2014/main" id="{A6F92F14-4273-49F1-98F4-0584E84A18B0}"/>
                  </a:ext>
                </a:extLst>
              </p:cNvPr>
              <p:cNvSpPr txBox="1">
                <a:spLocks noRot="1" noChangeAspect="1" noMove="1" noResize="1" noEditPoints="1" noAdjustHandles="1" noChangeArrowheads="1" noChangeShapeType="1" noTextEdit="1"/>
              </p:cNvSpPr>
              <p:nvPr/>
            </p:nvSpPr>
            <p:spPr>
              <a:xfrm>
                <a:off x="8653544" y="5467206"/>
                <a:ext cx="571189"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Content Placeholder 2">
                <a:extLst>
                  <a:ext uri="{FF2B5EF4-FFF2-40B4-BE49-F238E27FC236}">
                    <a16:creationId xmlns:a16="http://schemas.microsoft.com/office/drawing/2014/main" id="{E1F84A61-80BF-46F4-AE62-DC4D1DB10197}"/>
                  </a:ext>
                </a:extLst>
              </p:cNvPr>
              <p:cNvSpPr txBox="1">
                <a:spLocks/>
              </p:cNvSpPr>
              <p:nvPr/>
            </p:nvSpPr>
            <p:spPr>
              <a:xfrm>
                <a:off x="8653544" y="5988916"/>
                <a:ext cx="571189"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1</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5" name="Content Placeholder 2">
                <a:extLst>
                  <a:ext uri="{FF2B5EF4-FFF2-40B4-BE49-F238E27FC236}">
                    <a16:creationId xmlns:a16="http://schemas.microsoft.com/office/drawing/2014/main" id="{E1F84A61-80BF-46F4-AE62-DC4D1DB10197}"/>
                  </a:ext>
                </a:extLst>
              </p:cNvPr>
              <p:cNvSpPr txBox="1">
                <a:spLocks noRot="1" noChangeAspect="1" noMove="1" noResize="1" noEditPoints="1" noAdjustHandles="1" noChangeArrowheads="1" noChangeShapeType="1" noTextEdit="1"/>
              </p:cNvSpPr>
              <p:nvPr/>
            </p:nvSpPr>
            <p:spPr>
              <a:xfrm>
                <a:off x="8653544" y="5988916"/>
                <a:ext cx="571189"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Content Placeholder 2">
                <a:extLst>
                  <a:ext uri="{FF2B5EF4-FFF2-40B4-BE49-F238E27FC236}">
                    <a16:creationId xmlns:a16="http://schemas.microsoft.com/office/drawing/2014/main" id="{32AF7253-A450-4344-B696-7873F6D34145}"/>
                  </a:ext>
                </a:extLst>
              </p:cNvPr>
              <p:cNvSpPr txBox="1">
                <a:spLocks/>
              </p:cNvSpPr>
              <p:nvPr/>
            </p:nvSpPr>
            <p:spPr>
              <a:xfrm>
                <a:off x="10710389" y="4423784"/>
                <a:ext cx="571189"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1</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6" name="Content Placeholder 2">
                <a:extLst>
                  <a:ext uri="{FF2B5EF4-FFF2-40B4-BE49-F238E27FC236}">
                    <a16:creationId xmlns:a16="http://schemas.microsoft.com/office/drawing/2014/main" id="{32AF7253-A450-4344-B696-7873F6D34145}"/>
                  </a:ext>
                </a:extLst>
              </p:cNvPr>
              <p:cNvSpPr txBox="1">
                <a:spLocks noRot="1" noChangeAspect="1" noMove="1" noResize="1" noEditPoints="1" noAdjustHandles="1" noChangeArrowheads="1" noChangeShapeType="1" noTextEdit="1"/>
              </p:cNvSpPr>
              <p:nvPr/>
            </p:nvSpPr>
            <p:spPr>
              <a:xfrm>
                <a:off x="10710389" y="4423784"/>
                <a:ext cx="571189"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Content Placeholder 2">
                <a:extLst>
                  <a:ext uri="{FF2B5EF4-FFF2-40B4-BE49-F238E27FC236}">
                    <a16:creationId xmlns:a16="http://schemas.microsoft.com/office/drawing/2014/main" id="{2B8B4052-B026-46DB-A261-AEDECE2BC8A1}"/>
                  </a:ext>
                </a:extLst>
              </p:cNvPr>
              <p:cNvSpPr txBox="1">
                <a:spLocks/>
              </p:cNvSpPr>
              <p:nvPr/>
            </p:nvSpPr>
            <p:spPr>
              <a:xfrm>
                <a:off x="10710389" y="4945495"/>
                <a:ext cx="571189"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2</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7" name="Content Placeholder 2">
                <a:extLst>
                  <a:ext uri="{FF2B5EF4-FFF2-40B4-BE49-F238E27FC236}">
                    <a16:creationId xmlns:a16="http://schemas.microsoft.com/office/drawing/2014/main" id="{2B8B4052-B026-46DB-A261-AEDECE2BC8A1}"/>
                  </a:ext>
                </a:extLst>
              </p:cNvPr>
              <p:cNvSpPr txBox="1">
                <a:spLocks noRot="1" noChangeAspect="1" noMove="1" noResize="1" noEditPoints="1" noAdjustHandles="1" noChangeArrowheads="1" noChangeShapeType="1" noTextEdit="1"/>
              </p:cNvSpPr>
              <p:nvPr/>
            </p:nvSpPr>
            <p:spPr>
              <a:xfrm>
                <a:off x="10710389" y="4945495"/>
                <a:ext cx="571189"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Content Placeholder 2">
                <a:extLst>
                  <a:ext uri="{FF2B5EF4-FFF2-40B4-BE49-F238E27FC236}">
                    <a16:creationId xmlns:a16="http://schemas.microsoft.com/office/drawing/2014/main" id="{A75B3429-5FB4-493B-BB92-441E3E225D23}"/>
                  </a:ext>
                </a:extLst>
              </p:cNvPr>
              <p:cNvSpPr txBox="1">
                <a:spLocks/>
              </p:cNvSpPr>
              <p:nvPr/>
            </p:nvSpPr>
            <p:spPr>
              <a:xfrm>
                <a:off x="10710389" y="5467206"/>
                <a:ext cx="571189"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3</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8" name="Content Placeholder 2">
                <a:extLst>
                  <a:ext uri="{FF2B5EF4-FFF2-40B4-BE49-F238E27FC236}">
                    <a16:creationId xmlns:a16="http://schemas.microsoft.com/office/drawing/2014/main" id="{A75B3429-5FB4-493B-BB92-441E3E225D23}"/>
                  </a:ext>
                </a:extLst>
              </p:cNvPr>
              <p:cNvSpPr txBox="1">
                <a:spLocks noRot="1" noChangeAspect="1" noMove="1" noResize="1" noEditPoints="1" noAdjustHandles="1" noChangeArrowheads="1" noChangeShapeType="1" noTextEdit="1"/>
              </p:cNvSpPr>
              <p:nvPr/>
            </p:nvSpPr>
            <p:spPr>
              <a:xfrm>
                <a:off x="10710389" y="5467206"/>
                <a:ext cx="571189"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Content Placeholder 2">
                <a:extLst>
                  <a:ext uri="{FF2B5EF4-FFF2-40B4-BE49-F238E27FC236}">
                    <a16:creationId xmlns:a16="http://schemas.microsoft.com/office/drawing/2014/main" id="{9BB776E5-EF3E-414F-9D98-04DBEA62AB55}"/>
                  </a:ext>
                </a:extLst>
              </p:cNvPr>
              <p:cNvSpPr txBox="1">
                <a:spLocks/>
              </p:cNvSpPr>
              <p:nvPr/>
            </p:nvSpPr>
            <p:spPr>
              <a:xfrm>
                <a:off x="10710389" y="5988916"/>
                <a:ext cx="571189"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4</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9" name="Content Placeholder 2">
                <a:extLst>
                  <a:ext uri="{FF2B5EF4-FFF2-40B4-BE49-F238E27FC236}">
                    <a16:creationId xmlns:a16="http://schemas.microsoft.com/office/drawing/2014/main" id="{9BB776E5-EF3E-414F-9D98-04DBEA62AB55}"/>
                  </a:ext>
                </a:extLst>
              </p:cNvPr>
              <p:cNvSpPr txBox="1">
                <a:spLocks noRot="1" noChangeAspect="1" noMove="1" noResize="1" noEditPoints="1" noAdjustHandles="1" noChangeArrowheads="1" noChangeShapeType="1" noTextEdit="1"/>
              </p:cNvSpPr>
              <p:nvPr/>
            </p:nvSpPr>
            <p:spPr>
              <a:xfrm>
                <a:off x="10710389" y="5988916"/>
                <a:ext cx="571189"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DD7D713-67CB-4C2A-A569-E7452526790F}"/>
                  </a:ext>
                </a:extLst>
              </p:cNvPr>
              <p:cNvSpPr txBox="1"/>
              <p:nvPr/>
            </p:nvSpPr>
            <p:spPr>
              <a:xfrm>
                <a:off x="1994963" y="2309764"/>
                <a:ext cx="2051240" cy="528093"/>
              </a:xfrm>
              <a:prstGeom prst="rect">
                <a:avLst/>
              </a:prstGeom>
              <a:noFill/>
            </p:spPr>
            <p:txBody>
              <a:bodyPr wrap="square" rtlCol="0">
                <a:spAutoFit/>
              </a:bodyPr>
              <a:lstStyle/>
              <a:p>
                <a:pPr algn="just"/>
                <a14:m>
                  <m:oMathPara xmlns:m="http://schemas.openxmlformats.org/officeDocument/2006/math">
                    <m:oMathParaPr>
                      <m:jc m:val="left"/>
                    </m:oMathParaPr>
                    <m:oMath xmlns:m="http://schemas.openxmlformats.org/officeDocument/2006/math">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CDD7D713-67CB-4C2A-A569-E7452526790F}"/>
                  </a:ext>
                </a:extLst>
              </p:cNvPr>
              <p:cNvSpPr txBox="1">
                <a:spLocks noRot="1" noChangeAspect="1" noMove="1" noResize="1" noEditPoints="1" noAdjustHandles="1" noChangeArrowheads="1" noChangeShapeType="1" noTextEdit="1"/>
              </p:cNvSpPr>
              <p:nvPr/>
            </p:nvSpPr>
            <p:spPr>
              <a:xfrm>
                <a:off x="1994963" y="2309764"/>
                <a:ext cx="2051240" cy="528093"/>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BEA7FE2F-4FBB-40E9-9D29-0482B807FE02}"/>
                  </a:ext>
                </a:extLst>
              </p:cNvPr>
              <p:cNvSpPr txBox="1"/>
              <p:nvPr/>
            </p:nvSpPr>
            <p:spPr>
              <a:xfrm>
                <a:off x="2168033" y="2309764"/>
                <a:ext cx="729320"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BEA7FE2F-4FBB-40E9-9D29-0482B807FE02}"/>
                  </a:ext>
                </a:extLst>
              </p:cNvPr>
              <p:cNvSpPr txBox="1">
                <a:spLocks noRot="1" noChangeAspect="1" noMove="1" noResize="1" noEditPoints="1" noAdjustHandles="1" noChangeArrowheads="1" noChangeShapeType="1" noTextEdit="1"/>
              </p:cNvSpPr>
              <p:nvPr/>
            </p:nvSpPr>
            <p:spPr>
              <a:xfrm>
                <a:off x="2168033" y="2309764"/>
                <a:ext cx="729320" cy="528093"/>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CB8DADB0-EE8E-4256-9B35-EFAD136C2A99}"/>
                  </a:ext>
                </a:extLst>
              </p:cNvPr>
              <p:cNvSpPr txBox="1"/>
              <p:nvPr/>
            </p:nvSpPr>
            <p:spPr>
              <a:xfrm>
                <a:off x="2808262" y="2309764"/>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CB8DADB0-EE8E-4256-9B35-EFAD136C2A99}"/>
                  </a:ext>
                </a:extLst>
              </p:cNvPr>
              <p:cNvSpPr txBox="1">
                <a:spLocks noRot="1" noChangeAspect="1" noMove="1" noResize="1" noEditPoints="1" noAdjustHandles="1" noChangeArrowheads="1" noChangeShapeType="1" noTextEdit="1"/>
              </p:cNvSpPr>
              <p:nvPr/>
            </p:nvSpPr>
            <p:spPr>
              <a:xfrm>
                <a:off x="2808262" y="2309764"/>
                <a:ext cx="484456" cy="528093"/>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FC644FA5-9B4B-4F60-9908-DB50DEF0EFDA}"/>
                  </a:ext>
                </a:extLst>
              </p:cNvPr>
              <p:cNvSpPr txBox="1"/>
              <p:nvPr/>
            </p:nvSpPr>
            <p:spPr>
              <a:xfrm>
                <a:off x="3215231" y="2309764"/>
                <a:ext cx="729320"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43" name="TextBox 42">
                <a:extLst>
                  <a:ext uri="{FF2B5EF4-FFF2-40B4-BE49-F238E27FC236}">
                    <a16:creationId xmlns:a16="http://schemas.microsoft.com/office/drawing/2014/main" id="{FC644FA5-9B4B-4F60-9908-DB50DEF0EFDA}"/>
                  </a:ext>
                </a:extLst>
              </p:cNvPr>
              <p:cNvSpPr txBox="1">
                <a:spLocks noRot="1" noChangeAspect="1" noMove="1" noResize="1" noEditPoints="1" noAdjustHandles="1" noChangeArrowheads="1" noChangeShapeType="1" noTextEdit="1"/>
              </p:cNvSpPr>
              <p:nvPr/>
            </p:nvSpPr>
            <p:spPr>
              <a:xfrm>
                <a:off x="3215231" y="2309764"/>
                <a:ext cx="729320" cy="528093"/>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7DB8C64C-3F6D-469E-A319-37E722BCAAB1}"/>
                  </a:ext>
                </a:extLst>
              </p:cNvPr>
              <p:cNvSpPr txBox="1"/>
              <p:nvPr/>
            </p:nvSpPr>
            <p:spPr>
              <a:xfrm>
                <a:off x="4000112" y="2309764"/>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4" name="TextBox 43">
                <a:extLst>
                  <a:ext uri="{FF2B5EF4-FFF2-40B4-BE49-F238E27FC236}">
                    <a16:creationId xmlns:a16="http://schemas.microsoft.com/office/drawing/2014/main" id="{7DB8C64C-3F6D-469E-A319-37E722BCAAB1}"/>
                  </a:ext>
                </a:extLst>
              </p:cNvPr>
              <p:cNvSpPr txBox="1">
                <a:spLocks noRot="1" noChangeAspect="1" noMove="1" noResize="1" noEditPoints="1" noAdjustHandles="1" noChangeArrowheads="1" noChangeShapeType="1" noTextEdit="1"/>
              </p:cNvSpPr>
              <p:nvPr/>
            </p:nvSpPr>
            <p:spPr>
              <a:xfrm>
                <a:off x="4000112" y="2309764"/>
                <a:ext cx="484456" cy="528093"/>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0EC84513-E5ED-4E84-9AEC-79127F3EC6AD}"/>
                  </a:ext>
                </a:extLst>
              </p:cNvPr>
              <p:cNvSpPr txBox="1"/>
              <p:nvPr/>
            </p:nvSpPr>
            <p:spPr>
              <a:xfrm>
                <a:off x="4468222" y="2309764"/>
                <a:ext cx="2051240" cy="528093"/>
              </a:xfrm>
              <a:prstGeom prst="rect">
                <a:avLst/>
              </a:prstGeom>
              <a:noFill/>
            </p:spPr>
            <p:txBody>
              <a:bodyPr wrap="square" rtlCol="0">
                <a:spAutoFit/>
              </a:bodyPr>
              <a:lstStyle/>
              <a:p>
                <a:pPr algn="just"/>
                <a14:m>
                  <m:oMathPara xmlns:m="http://schemas.openxmlformats.org/officeDocument/2006/math">
                    <m:oMathParaPr>
                      <m:jc m:val="left"/>
                    </m:oMathParaPr>
                    <m:oMath xmlns:m="http://schemas.openxmlformats.org/officeDocument/2006/math">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45" name="TextBox 44">
                <a:extLst>
                  <a:ext uri="{FF2B5EF4-FFF2-40B4-BE49-F238E27FC236}">
                    <a16:creationId xmlns:a16="http://schemas.microsoft.com/office/drawing/2014/main" id="{0EC84513-E5ED-4E84-9AEC-79127F3EC6AD}"/>
                  </a:ext>
                </a:extLst>
              </p:cNvPr>
              <p:cNvSpPr txBox="1">
                <a:spLocks noRot="1" noChangeAspect="1" noMove="1" noResize="1" noEditPoints="1" noAdjustHandles="1" noChangeArrowheads="1" noChangeShapeType="1" noTextEdit="1"/>
              </p:cNvSpPr>
              <p:nvPr/>
            </p:nvSpPr>
            <p:spPr>
              <a:xfrm>
                <a:off x="4468222" y="2309764"/>
                <a:ext cx="2051240" cy="528093"/>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3D8A4C76-5D14-46A5-885D-00BE2A97D53B}"/>
                  </a:ext>
                </a:extLst>
              </p:cNvPr>
              <p:cNvSpPr txBox="1"/>
              <p:nvPr/>
            </p:nvSpPr>
            <p:spPr>
              <a:xfrm>
                <a:off x="4644876" y="2309764"/>
                <a:ext cx="729320"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3</m:t>
                              </m:r>
                            </m:sub>
                          </m:sSub>
                        </m:e>
                      </m:sPre>
                    </m:oMath>
                  </m:oMathPara>
                </a14:m>
                <a:endParaRPr lang="en-IN" sz="2800" dirty="0">
                  <a:solidFill>
                    <a:srgbClr val="002060"/>
                  </a:solidFill>
                </a:endParaRPr>
              </a:p>
            </p:txBody>
          </p:sp>
        </mc:Choice>
        <mc:Fallback xmlns="">
          <p:sp>
            <p:nvSpPr>
              <p:cNvPr id="46" name="TextBox 45">
                <a:extLst>
                  <a:ext uri="{FF2B5EF4-FFF2-40B4-BE49-F238E27FC236}">
                    <a16:creationId xmlns:a16="http://schemas.microsoft.com/office/drawing/2014/main" id="{3D8A4C76-5D14-46A5-885D-00BE2A97D53B}"/>
                  </a:ext>
                </a:extLst>
              </p:cNvPr>
              <p:cNvSpPr txBox="1">
                <a:spLocks noRot="1" noChangeAspect="1" noMove="1" noResize="1" noEditPoints="1" noAdjustHandles="1" noChangeArrowheads="1" noChangeShapeType="1" noTextEdit="1"/>
              </p:cNvSpPr>
              <p:nvPr/>
            </p:nvSpPr>
            <p:spPr>
              <a:xfrm>
                <a:off x="4644876" y="2309764"/>
                <a:ext cx="729320"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253BAD01-735E-4620-AC2C-E17E923DCECA}"/>
                  </a:ext>
                </a:extLst>
              </p:cNvPr>
              <p:cNvSpPr txBox="1"/>
              <p:nvPr/>
            </p:nvSpPr>
            <p:spPr>
              <a:xfrm>
                <a:off x="5285105" y="2309764"/>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7" name="TextBox 46">
                <a:extLst>
                  <a:ext uri="{FF2B5EF4-FFF2-40B4-BE49-F238E27FC236}">
                    <a16:creationId xmlns:a16="http://schemas.microsoft.com/office/drawing/2014/main" id="{253BAD01-735E-4620-AC2C-E17E923DCECA}"/>
                  </a:ext>
                </a:extLst>
              </p:cNvPr>
              <p:cNvSpPr txBox="1">
                <a:spLocks noRot="1" noChangeAspect="1" noMove="1" noResize="1" noEditPoints="1" noAdjustHandles="1" noChangeArrowheads="1" noChangeShapeType="1" noTextEdit="1"/>
              </p:cNvSpPr>
              <p:nvPr/>
            </p:nvSpPr>
            <p:spPr>
              <a:xfrm>
                <a:off x="5285105" y="2309764"/>
                <a:ext cx="484456" cy="528093"/>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2161FB61-35DC-4128-AF95-62504F7A82BE}"/>
                  </a:ext>
                </a:extLst>
              </p:cNvPr>
              <p:cNvSpPr txBox="1"/>
              <p:nvPr/>
            </p:nvSpPr>
            <p:spPr>
              <a:xfrm>
                <a:off x="5692074" y="2309764"/>
                <a:ext cx="729320"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2</m:t>
                              </m:r>
                            </m:sub>
                          </m:sSub>
                        </m:e>
                      </m:sPre>
                    </m:oMath>
                  </m:oMathPara>
                </a14:m>
                <a:endParaRPr lang="en-IN" sz="2800" dirty="0">
                  <a:solidFill>
                    <a:srgbClr val="002060"/>
                  </a:solidFill>
                </a:endParaRPr>
              </a:p>
            </p:txBody>
          </p:sp>
        </mc:Choice>
        <mc:Fallback xmlns="">
          <p:sp>
            <p:nvSpPr>
              <p:cNvPr id="48" name="TextBox 47">
                <a:extLst>
                  <a:ext uri="{FF2B5EF4-FFF2-40B4-BE49-F238E27FC236}">
                    <a16:creationId xmlns:a16="http://schemas.microsoft.com/office/drawing/2014/main" id="{2161FB61-35DC-4128-AF95-62504F7A82BE}"/>
                  </a:ext>
                </a:extLst>
              </p:cNvPr>
              <p:cNvSpPr txBox="1">
                <a:spLocks noRot="1" noChangeAspect="1" noMove="1" noResize="1" noEditPoints="1" noAdjustHandles="1" noChangeArrowheads="1" noChangeShapeType="1" noTextEdit="1"/>
              </p:cNvSpPr>
              <p:nvPr/>
            </p:nvSpPr>
            <p:spPr>
              <a:xfrm>
                <a:off x="5692074" y="2309764"/>
                <a:ext cx="729320" cy="528093"/>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18F62B58-2F39-4BCF-A8CE-790593FCB7F5}"/>
                  </a:ext>
                </a:extLst>
              </p:cNvPr>
              <p:cNvSpPr txBox="1"/>
              <p:nvPr/>
            </p:nvSpPr>
            <p:spPr>
              <a:xfrm>
                <a:off x="6473371" y="2309764"/>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9" name="TextBox 48">
                <a:extLst>
                  <a:ext uri="{FF2B5EF4-FFF2-40B4-BE49-F238E27FC236}">
                    <a16:creationId xmlns:a16="http://schemas.microsoft.com/office/drawing/2014/main" id="{18F62B58-2F39-4BCF-A8CE-790593FCB7F5}"/>
                  </a:ext>
                </a:extLst>
              </p:cNvPr>
              <p:cNvSpPr txBox="1">
                <a:spLocks noRot="1" noChangeAspect="1" noMove="1" noResize="1" noEditPoints="1" noAdjustHandles="1" noChangeArrowheads="1" noChangeShapeType="1" noTextEdit="1"/>
              </p:cNvSpPr>
              <p:nvPr/>
            </p:nvSpPr>
            <p:spPr>
              <a:xfrm>
                <a:off x="6473371" y="2309764"/>
                <a:ext cx="484456" cy="528093"/>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682404F8-B134-4A18-B05C-9150D9A370A4}"/>
                  </a:ext>
                </a:extLst>
              </p:cNvPr>
              <p:cNvSpPr txBox="1"/>
              <p:nvPr/>
            </p:nvSpPr>
            <p:spPr>
              <a:xfrm>
                <a:off x="6938227" y="2309764"/>
                <a:ext cx="2051240" cy="528093"/>
              </a:xfrm>
              <a:prstGeom prst="rect">
                <a:avLst/>
              </a:prstGeom>
              <a:noFill/>
            </p:spPr>
            <p:txBody>
              <a:bodyPr wrap="square" rtlCol="0">
                <a:spAutoFit/>
              </a:bodyPr>
              <a:lstStyle/>
              <a:p>
                <a:pPr algn="just"/>
                <a14:m>
                  <m:oMathPara xmlns:m="http://schemas.openxmlformats.org/officeDocument/2006/math">
                    <m:oMathParaPr>
                      <m:jc m:val="left"/>
                    </m:oMathParaPr>
                    <m:oMath xmlns:m="http://schemas.openxmlformats.org/officeDocument/2006/math">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51" name="TextBox 50">
                <a:extLst>
                  <a:ext uri="{FF2B5EF4-FFF2-40B4-BE49-F238E27FC236}">
                    <a16:creationId xmlns:a16="http://schemas.microsoft.com/office/drawing/2014/main" id="{682404F8-B134-4A18-B05C-9150D9A370A4}"/>
                  </a:ext>
                </a:extLst>
              </p:cNvPr>
              <p:cNvSpPr txBox="1">
                <a:spLocks noRot="1" noChangeAspect="1" noMove="1" noResize="1" noEditPoints="1" noAdjustHandles="1" noChangeArrowheads="1" noChangeShapeType="1" noTextEdit="1"/>
              </p:cNvSpPr>
              <p:nvPr/>
            </p:nvSpPr>
            <p:spPr>
              <a:xfrm>
                <a:off x="6938227" y="2309764"/>
                <a:ext cx="2051240" cy="528093"/>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D2E96D81-D612-4A69-AB4A-ECED6BAD8AE0}"/>
                  </a:ext>
                </a:extLst>
              </p:cNvPr>
              <p:cNvSpPr txBox="1"/>
              <p:nvPr/>
            </p:nvSpPr>
            <p:spPr>
              <a:xfrm>
                <a:off x="7109466" y="2309764"/>
                <a:ext cx="729320"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1" dirty="0" smtClean="0">
                                  <a:solidFill>
                                    <a:srgbClr val="002060"/>
                                  </a:solidFill>
                                  <a:latin typeface="Cambria Math" panose="02040503050406030204" pitchFamily="18" charset="0"/>
                                </a:rPr>
                                <m:t>2</m:t>
                              </m:r>
                            </m:sub>
                          </m:sSub>
                        </m:e>
                      </m:sPre>
                    </m:oMath>
                  </m:oMathPara>
                </a14:m>
                <a:endParaRPr lang="en-IN" sz="2800" dirty="0">
                  <a:solidFill>
                    <a:srgbClr val="002060"/>
                  </a:solidFill>
                </a:endParaRPr>
              </a:p>
            </p:txBody>
          </p:sp>
        </mc:Choice>
        <mc:Fallback xmlns="">
          <p:sp>
            <p:nvSpPr>
              <p:cNvPr id="52" name="TextBox 51">
                <a:extLst>
                  <a:ext uri="{FF2B5EF4-FFF2-40B4-BE49-F238E27FC236}">
                    <a16:creationId xmlns:a16="http://schemas.microsoft.com/office/drawing/2014/main" id="{D2E96D81-D612-4A69-AB4A-ECED6BAD8AE0}"/>
                  </a:ext>
                </a:extLst>
              </p:cNvPr>
              <p:cNvSpPr txBox="1">
                <a:spLocks noRot="1" noChangeAspect="1" noMove="1" noResize="1" noEditPoints="1" noAdjustHandles="1" noChangeArrowheads="1" noChangeShapeType="1" noTextEdit="1"/>
              </p:cNvSpPr>
              <p:nvPr/>
            </p:nvSpPr>
            <p:spPr>
              <a:xfrm>
                <a:off x="7109466" y="2309764"/>
                <a:ext cx="729320" cy="528093"/>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F44F2CEB-DF62-4947-9D66-4E81DCA2049B}"/>
                  </a:ext>
                </a:extLst>
              </p:cNvPr>
              <p:cNvSpPr txBox="1"/>
              <p:nvPr/>
            </p:nvSpPr>
            <p:spPr>
              <a:xfrm>
                <a:off x="7749695" y="2309764"/>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3" name="TextBox 52">
                <a:extLst>
                  <a:ext uri="{FF2B5EF4-FFF2-40B4-BE49-F238E27FC236}">
                    <a16:creationId xmlns:a16="http://schemas.microsoft.com/office/drawing/2014/main" id="{F44F2CEB-DF62-4947-9D66-4E81DCA2049B}"/>
                  </a:ext>
                </a:extLst>
              </p:cNvPr>
              <p:cNvSpPr txBox="1">
                <a:spLocks noRot="1" noChangeAspect="1" noMove="1" noResize="1" noEditPoints="1" noAdjustHandles="1" noChangeArrowheads="1" noChangeShapeType="1" noTextEdit="1"/>
              </p:cNvSpPr>
              <p:nvPr/>
            </p:nvSpPr>
            <p:spPr>
              <a:xfrm>
                <a:off x="7749695" y="2309764"/>
                <a:ext cx="484456" cy="528093"/>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6FA236B9-CA5D-4702-84B7-EF54B0E592CD}"/>
                  </a:ext>
                </a:extLst>
              </p:cNvPr>
              <p:cNvSpPr txBox="1"/>
              <p:nvPr/>
            </p:nvSpPr>
            <p:spPr>
              <a:xfrm>
                <a:off x="8156664" y="2309764"/>
                <a:ext cx="729320"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3</m:t>
                              </m:r>
                            </m:sub>
                          </m:sSub>
                        </m:e>
                      </m:sPre>
                    </m:oMath>
                  </m:oMathPara>
                </a14:m>
                <a:endParaRPr lang="en-IN" sz="2800" dirty="0">
                  <a:solidFill>
                    <a:srgbClr val="002060"/>
                  </a:solidFill>
                </a:endParaRPr>
              </a:p>
            </p:txBody>
          </p:sp>
        </mc:Choice>
        <mc:Fallback xmlns="">
          <p:sp>
            <p:nvSpPr>
              <p:cNvPr id="54" name="TextBox 53">
                <a:extLst>
                  <a:ext uri="{FF2B5EF4-FFF2-40B4-BE49-F238E27FC236}">
                    <a16:creationId xmlns:a16="http://schemas.microsoft.com/office/drawing/2014/main" id="{6FA236B9-CA5D-4702-84B7-EF54B0E592CD}"/>
                  </a:ext>
                </a:extLst>
              </p:cNvPr>
              <p:cNvSpPr txBox="1">
                <a:spLocks noRot="1" noChangeAspect="1" noMove="1" noResize="1" noEditPoints="1" noAdjustHandles="1" noChangeArrowheads="1" noChangeShapeType="1" noTextEdit="1"/>
              </p:cNvSpPr>
              <p:nvPr/>
            </p:nvSpPr>
            <p:spPr>
              <a:xfrm>
                <a:off x="8156664" y="2309764"/>
                <a:ext cx="729320" cy="528093"/>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Content Placeholder 2">
                <a:extLst>
                  <a:ext uri="{FF2B5EF4-FFF2-40B4-BE49-F238E27FC236}">
                    <a16:creationId xmlns:a16="http://schemas.microsoft.com/office/drawing/2014/main" id="{70413535-0D88-4C53-99F4-FCA55F78E3F4}"/>
                  </a:ext>
                </a:extLst>
              </p:cNvPr>
              <p:cNvSpPr txBox="1">
                <a:spLocks/>
              </p:cNvSpPr>
              <p:nvPr/>
            </p:nvSpPr>
            <p:spPr>
              <a:xfrm>
                <a:off x="1624194" y="2277421"/>
                <a:ext cx="484457"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left"/>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5" name="Content Placeholder 2">
                <a:extLst>
                  <a:ext uri="{FF2B5EF4-FFF2-40B4-BE49-F238E27FC236}">
                    <a16:creationId xmlns:a16="http://schemas.microsoft.com/office/drawing/2014/main" id="{70413535-0D88-4C53-99F4-FCA55F78E3F4}"/>
                  </a:ext>
                </a:extLst>
              </p:cNvPr>
              <p:cNvSpPr txBox="1">
                <a:spLocks noRot="1" noChangeAspect="1" noMove="1" noResize="1" noEditPoints="1" noAdjustHandles="1" noChangeArrowheads="1" noChangeShapeType="1" noTextEdit="1"/>
              </p:cNvSpPr>
              <p:nvPr/>
            </p:nvSpPr>
            <p:spPr>
              <a:xfrm>
                <a:off x="1624194" y="2277421"/>
                <a:ext cx="484457" cy="523220"/>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0BC37662-3400-45EC-A613-7D84F75C3080}"/>
                  </a:ext>
                </a:extLst>
              </p:cNvPr>
              <p:cNvSpPr txBox="1"/>
              <p:nvPr/>
            </p:nvSpPr>
            <p:spPr>
              <a:xfrm>
                <a:off x="8961634" y="2309764"/>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6" name="TextBox 55">
                <a:extLst>
                  <a:ext uri="{FF2B5EF4-FFF2-40B4-BE49-F238E27FC236}">
                    <a16:creationId xmlns:a16="http://schemas.microsoft.com/office/drawing/2014/main" id="{0BC37662-3400-45EC-A613-7D84F75C3080}"/>
                  </a:ext>
                </a:extLst>
              </p:cNvPr>
              <p:cNvSpPr txBox="1">
                <a:spLocks noRot="1" noChangeAspect="1" noMove="1" noResize="1" noEditPoints="1" noAdjustHandles="1" noChangeArrowheads="1" noChangeShapeType="1" noTextEdit="1"/>
              </p:cNvSpPr>
              <p:nvPr/>
            </p:nvSpPr>
            <p:spPr>
              <a:xfrm>
                <a:off x="8961634" y="2309764"/>
                <a:ext cx="484456" cy="528093"/>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1D2D7887-22BF-40F6-AD8F-9265C5D3A2D9}"/>
                  </a:ext>
                </a:extLst>
              </p:cNvPr>
              <p:cNvSpPr txBox="1"/>
              <p:nvPr/>
            </p:nvSpPr>
            <p:spPr>
              <a:xfrm>
                <a:off x="9426490" y="2309764"/>
                <a:ext cx="2051240" cy="528093"/>
              </a:xfrm>
              <a:prstGeom prst="rect">
                <a:avLst/>
              </a:prstGeom>
              <a:noFill/>
            </p:spPr>
            <p:txBody>
              <a:bodyPr wrap="square" rtlCol="0">
                <a:spAutoFit/>
              </a:bodyPr>
              <a:lstStyle/>
              <a:p>
                <a:pPr algn="just"/>
                <a14:m>
                  <m:oMathPara xmlns:m="http://schemas.openxmlformats.org/officeDocument/2006/math">
                    <m:oMathParaPr>
                      <m:jc m:val="left"/>
                    </m:oMathParaPr>
                    <m:oMath xmlns:m="http://schemas.openxmlformats.org/officeDocument/2006/math">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57" name="TextBox 56">
                <a:extLst>
                  <a:ext uri="{FF2B5EF4-FFF2-40B4-BE49-F238E27FC236}">
                    <a16:creationId xmlns:a16="http://schemas.microsoft.com/office/drawing/2014/main" id="{1D2D7887-22BF-40F6-AD8F-9265C5D3A2D9}"/>
                  </a:ext>
                </a:extLst>
              </p:cNvPr>
              <p:cNvSpPr txBox="1">
                <a:spLocks noRot="1" noChangeAspect="1" noMove="1" noResize="1" noEditPoints="1" noAdjustHandles="1" noChangeArrowheads="1" noChangeShapeType="1" noTextEdit="1"/>
              </p:cNvSpPr>
              <p:nvPr/>
            </p:nvSpPr>
            <p:spPr>
              <a:xfrm>
                <a:off x="9426490" y="2309764"/>
                <a:ext cx="2051240" cy="528093"/>
              </a:xfrm>
              <a:prstGeom prst="rect">
                <a:avLst/>
              </a:prstGeom>
              <a:blipFill>
                <a:blip r:embed="rId2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4CECBF4F-47E2-4F9C-A29D-9193B851A624}"/>
                  </a:ext>
                </a:extLst>
              </p:cNvPr>
              <p:cNvSpPr txBox="1"/>
              <p:nvPr/>
            </p:nvSpPr>
            <p:spPr>
              <a:xfrm>
                <a:off x="9597729" y="2309764"/>
                <a:ext cx="729320"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1"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58" name="TextBox 57">
                <a:extLst>
                  <a:ext uri="{FF2B5EF4-FFF2-40B4-BE49-F238E27FC236}">
                    <a16:creationId xmlns:a16="http://schemas.microsoft.com/office/drawing/2014/main" id="{4CECBF4F-47E2-4F9C-A29D-9193B851A624}"/>
                  </a:ext>
                </a:extLst>
              </p:cNvPr>
              <p:cNvSpPr txBox="1">
                <a:spLocks noRot="1" noChangeAspect="1" noMove="1" noResize="1" noEditPoints="1" noAdjustHandles="1" noChangeArrowheads="1" noChangeShapeType="1" noTextEdit="1"/>
              </p:cNvSpPr>
              <p:nvPr/>
            </p:nvSpPr>
            <p:spPr>
              <a:xfrm>
                <a:off x="9597729" y="2309764"/>
                <a:ext cx="729320" cy="528093"/>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EF3DCA6F-9C1E-4DB8-AFA7-D08DEFB8A2F1}"/>
                  </a:ext>
                </a:extLst>
              </p:cNvPr>
              <p:cNvSpPr txBox="1"/>
              <p:nvPr/>
            </p:nvSpPr>
            <p:spPr>
              <a:xfrm>
                <a:off x="10237958" y="2309764"/>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9" name="TextBox 58">
                <a:extLst>
                  <a:ext uri="{FF2B5EF4-FFF2-40B4-BE49-F238E27FC236}">
                    <a16:creationId xmlns:a16="http://schemas.microsoft.com/office/drawing/2014/main" id="{EF3DCA6F-9C1E-4DB8-AFA7-D08DEFB8A2F1}"/>
                  </a:ext>
                </a:extLst>
              </p:cNvPr>
              <p:cNvSpPr txBox="1">
                <a:spLocks noRot="1" noChangeAspect="1" noMove="1" noResize="1" noEditPoints="1" noAdjustHandles="1" noChangeArrowheads="1" noChangeShapeType="1" noTextEdit="1"/>
              </p:cNvSpPr>
              <p:nvPr/>
            </p:nvSpPr>
            <p:spPr>
              <a:xfrm>
                <a:off x="10237958" y="2309764"/>
                <a:ext cx="484456" cy="528093"/>
              </a:xfrm>
              <a:prstGeom prst="rect">
                <a:avLst/>
              </a:prstGeom>
              <a:blipFill>
                <a:blip r:embed="rId3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14B2DBB6-4EC8-4A39-A8FF-B8E6C1899DAD}"/>
                  </a:ext>
                </a:extLst>
              </p:cNvPr>
              <p:cNvSpPr txBox="1"/>
              <p:nvPr/>
            </p:nvSpPr>
            <p:spPr>
              <a:xfrm>
                <a:off x="10644927" y="2309764"/>
                <a:ext cx="729320"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60" name="TextBox 59">
                <a:extLst>
                  <a:ext uri="{FF2B5EF4-FFF2-40B4-BE49-F238E27FC236}">
                    <a16:creationId xmlns:a16="http://schemas.microsoft.com/office/drawing/2014/main" id="{14B2DBB6-4EC8-4A39-A8FF-B8E6C1899DAD}"/>
                  </a:ext>
                </a:extLst>
              </p:cNvPr>
              <p:cNvSpPr txBox="1">
                <a:spLocks noRot="1" noChangeAspect="1" noMove="1" noResize="1" noEditPoints="1" noAdjustHandles="1" noChangeArrowheads="1" noChangeShapeType="1" noTextEdit="1"/>
              </p:cNvSpPr>
              <p:nvPr/>
            </p:nvSpPr>
            <p:spPr>
              <a:xfrm>
                <a:off x="10644927" y="2309764"/>
                <a:ext cx="729320" cy="528093"/>
              </a:xfrm>
              <a:prstGeom prst="rect">
                <a:avLst/>
              </a:prstGeom>
              <a:blipFill>
                <a:blip r:embed="rId3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5337061-E1A9-4A1A-8B91-5BADCA8ACB68}"/>
                  </a:ext>
                </a:extLst>
              </p:cNvPr>
              <p:cNvSpPr txBox="1"/>
              <p:nvPr/>
            </p:nvSpPr>
            <p:spPr>
              <a:xfrm>
                <a:off x="1994963" y="2925583"/>
                <a:ext cx="1584000" cy="528093"/>
              </a:xfrm>
              <a:prstGeom prst="rect">
                <a:avLst/>
              </a:prstGeom>
              <a:noFill/>
            </p:spPr>
            <p:txBody>
              <a:bodyPr wrap="square" rtlCol="0">
                <a:spAutoFit/>
              </a:bodyPr>
              <a:lstStyle/>
              <a:p>
                <a:pPr algn="just"/>
                <a14:m>
                  <m:oMathPara xmlns:m="http://schemas.openxmlformats.org/officeDocument/2006/math">
                    <m:oMathParaPr>
                      <m:jc m:val="left"/>
                    </m:oMathParaPr>
                    <m:oMath xmlns:m="http://schemas.openxmlformats.org/officeDocument/2006/math">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62" name="TextBox 61">
                <a:extLst>
                  <a:ext uri="{FF2B5EF4-FFF2-40B4-BE49-F238E27FC236}">
                    <a16:creationId xmlns:a16="http://schemas.microsoft.com/office/drawing/2014/main" id="{65337061-E1A9-4A1A-8B91-5BADCA8ACB68}"/>
                  </a:ext>
                </a:extLst>
              </p:cNvPr>
              <p:cNvSpPr txBox="1">
                <a:spLocks noRot="1" noChangeAspect="1" noMove="1" noResize="1" noEditPoints="1" noAdjustHandles="1" noChangeArrowheads="1" noChangeShapeType="1" noTextEdit="1"/>
              </p:cNvSpPr>
              <p:nvPr/>
            </p:nvSpPr>
            <p:spPr>
              <a:xfrm>
                <a:off x="1994963" y="2925583"/>
                <a:ext cx="1584000" cy="528093"/>
              </a:xfrm>
              <a:prstGeom prst="rect">
                <a:avLst/>
              </a:prstGeom>
              <a:blipFill>
                <a:blip r:embed="rId3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02C935FD-A510-407E-9469-C0B546D34637}"/>
                  </a:ext>
                </a:extLst>
              </p:cNvPr>
              <p:cNvSpPr txBox="1"/>
              <p:nvPr/>
            </p:nvSpPr>
            <p:spPr>
              <a:xfrm>
                <a:off x="2195904" y="2925583"/>
                <a:ext cx="432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1</m:t>
                      </m:r>
                    </m:oMath>
                  </m:oMathPara>
                </a14:m>
                <a:endParaRPr lang="en-IN" sz="2800" dirty="0">
                  <a:solidFill>
                    <a:srgbClr val="002060"/>
                  </a:solidFill>
                </a:endParaRPr>
              </a:p>
            </p:txBody>
          </p:sp>
        </mc:Choice>
        <mc:Fallback xmlns="">
          <p:sp>
            <p:nvSpPr>
              <p:cNvPr id="63" name="TextBox 62">
                <a:extLst>
                  <a:ext uri="{FF2B5EF4-FFF2-40B4-BE49-F238E27FC236}">
                    <a16:creationId xmlns:a16="http://schemas.microsoft.com/office/drawing/2014/main" id="{02C935FD-A510-407E-9469-C0B546D34637}"/>
                  </a:ext>
                </a:extLst>
              </p:cNvPr>
              <p:cNvSpPr txBox="1">
                <a:spLocks noRot="1" noChangeAspect="1" noMove="1" noResize="1" noEditPoints="1" noAdjustHandles="1" noChangeArrowheads="1" noChangeShapeType="1" noTextEdit="1"/>
              </p:cNvSpPr>
              <p:nvPr/>
            </p:nvSpPr>
            <p:spPr>
              <a:xfrm>
                <a:off x="2195904" y="2925583"/>
                <a:ext cx="432000" cy="522000"/>
              </a:xfrm>
              <a:prstGeom prst="rect">
                <a:avLst/>
              </a:prstGeom>
              <a:blipFill>
                <a:blip r:embed="rId3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35C8E7E7-1D6C-42D6-A3BC-560D1387786C}"/>
                  </a:ext>
                </a:extLst>
              </p:cNvPr>
              <p:cNvSpPr txBox="1"/>
              <p:nvPr/>
            </p:nvSpPr>
            <p:spPr>
              <a:xfrm>
                <a:off x="2551392" y="2919490"/>
                <a:ext cx="432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64" name="TextBox 63">
                <a:extLst>
                  <a:ext uri="{FF2B5EF4-FFF2-40B4-BE49-F238E27FC236}">
                    <a16:creationId xmlns:a16="http://schemas.microsoft.com/office/drawing/2014/main" id="{35C8E7E7-1D6C-42D6-A3BC-560D1387786C}"/>
                  </a:ext>
                </a:extLst>
              </p:cNvPr>
              <p:cNvSpPr txBox="1">
                <a:spLocks noRot="1" noChangeAspect="1" noMove="1" noResize="1" noEditPoints="1" noAdjustHandles="1" noChangeArrowheads="1" noChangeShapeType="1" noTextEdit="1"/>
              </p:cNvSpPr>
              <p:nvPr/>
            </p:nvSpPr>
            <p:spPr>
              <a:xfrm>
                <a:off x="2551392" y="2919490"/>
                <a:ext cx="432000" cy="522000"/>
              </a:xfrm>
              <a:prstGeom prst="rect">
                <a:avLst/>
              </a:prstGeom>
              <a:blipFill>
                <a:blip r:embed="rId3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1B945364-CEEF-4F44-BF43-17EA36632A56}"/>
                  </a:ext>
                </a:extLst>
              </p:cNvPr>
              <p:cNvSpPr txBox="1"/>
              <p:nvPr/>
            </p:nvSpPr>
            <p:spPr>
              <a:xfrm>
                <a:off x="2919019" y="2925583"/>
                <a:ext cx="432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65" name="TextBox 64">
                <a:extLst>
                  <a:ext uri="{FF2B5EF4-FFF2-40B4-BE49-F238E27FC236}">
                    <a16:creationId xmlns:a16="http://schemas.microsoft.com/office/drawing/2014/main" id="{1B945364-CEEF-4F44-BF43-17EA36632A56}"/>
                  </a:ext>
                </a:extLst>
              </p:cNvPr>
              <p:cNvSpPr txBox="1">
                <a:spLocks noRot="1" noChangeAspect="1" noMove="1" noResize="1" noEditPoints="1" noAdjustHandles="1" noChangeArrowheads="1" noChangeShapeType="1" noTextEdit="1"/>
              </p:cNvSpPr>
              <p:nvPr/>
            </p:nvSpPr>
            <p:spPr>
              <a:xfrm>
                <a:off x="2919019" y="2925583"/>
                <a:ext cx="432000" cy="522000"/>
              </a:xfrm>
              <a:prstGeom prst="rect">
                <a:avLst/>
              </a:prstGeom>
              <a:blipFill>
                <a:blip r:embed="rId3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727F80C9-0712-4193-B36C-290C9C4608DE}"/>
                  </a:ext>
                </a:extLst>
              </p:cNvPr>
              <p:cNvSpPr txBox="1"/>
              <p:nvPr/>
            </p:nvSpPr>
            <p:spPr>
              <a:xfrm>
                <a:off x="3458574" y="2925583"/>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66" name="TextBox 65">
                <a:extLst>
                  <a:ext uri="{FF2B5EF4-FFF2-40B4-BE49-F238E27FC236}">
                    <a16:creationId xmlns:a16="http://schemas.microsoft.com/office/drawing/2014/main" id="{727F80C9-0712-4193-B36C-290C9C4608DE}"/>
                  </a:ext>
                </a:extLst>
              </p:cNvPr>
              <p:cNvSpPr txBox="1">
                <a:spLocks noRot="1" noChangeAspect="1" noMove="1" noResize="1" noEditPoints="1" noAdjustHandles="1" noChangeArrowheads="1" noChangeShapeType="1" noTextEdit="1"/>
              </p:cNvSpPr>
              <p:nvPr/>
            </p:nvSpPr>
            <p:spPr>
              <a:xfrm>
                <a:off x="3458574" y="2925583"/>
                <a:ext cx="484456" cy="528093"/>
              </a:xfrm>
              <a:prstGeom prst="rect">
                <a:avLst/>
              </a:prstGeom>
              <a:blipFill>
                <a:blip r:embed="rId3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67543F92-FCA4-4A41-9AF6-4A0D5A83982B}"/>
                  </a:ext>
                </a:extLst>
              </p:cNvPr>
              <p:cNvSpPr txBox="1"/>
              <p:nvPr/>
            </p:nvSpPr>
            <p:spPr>
              <a:xfrm>
                <a:off x="3774527" y="2925583"/>
                <a:ext cx="1584000" cy="528093"/>
              </a:xfrm>
              <a:prstGeom prst="rect">
                <a:avLst/>
              </a:prstGeom>
              <a:noFill/>
            </p:spPr>
            <p:txBody>
              <a:bodyPr wrap="square" rtlCol="0">
                <a:spAutoFit/>
              </a:bodyPr>
              <a:lstStyle/>
              <a:p>
                <a:pPr algn="just"/>
                <a14:m>
                  <m:oMathPara xmlns:m="http://schemas.openxmlformats.org/officeDocument/2006/math">
                    <m:oMathParaPr>
                      <m:jc m:val="left"/>
                    </m:oMathParaPr>
                    <m:oMath xmlns:m="http://schemas.openxmlformats.org/officeDocument/2006/math">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67" name="TextBox 66">
                <a:extLst>
                  <a:ext uri="{FF2B5EF4-FFF2-40B4-BE49-F238E27FC236}">
                    <a16:creationId xmlns:a16="http://schemas.microsoft.com/office/drawing/2014/main" id="{67543F92-FCA4-4A41-9AF6-4A0D5A83982B}"/>
                  </a:ext>
                </a:extLst>
              </p:cNvPr>
              <p:cNvSpPr txBox="1">
                <a:spLocks noRot="1" noChangeAspect="1" noMove="1" noResize="1" noEditPoints="1" noAdjustHandles="1" noChangeArrowheads="1" noChangeShapeType="1" noTextEdit="1"/>
              </p:cNvSpPr>
              <p:nvPr/>
            </p:nvSpPr>
            <p:spPr>
              <a:xfrm>
                <a:off x="3774527" y="2925583"/>
                <a:ext cx="1584000" cy="528093"/>
              </a:xfrm>
              <a:prstGeom prst="rect">
                <a:avLst/>
              </a:prstGeom>
              <a:blipFill>
                <a:blip r:embed="rId3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5C4B5F28-2BA7-48AF-A097-50FF7063CD8E}"/>
                  </a:ext>
                </a:extLst>
              </p:cNvPr>
              <p:cNvSpPr txBox="1"/>
              <p:nvPr/>
            </p:nvSpPr>
            <p:spPr>
              <a:xfrm>
                <a:off x="3947968" y="2925583"/>
                <a:ext cx="432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68" name="TextBox 67">
                <a:extLst>
                  <a:ext uri="{FF2B5EF4-FFF2-40B4-BE49-F238E27FC236}">
                    <a16:creationId xmlns:a16="http://schemas.microsoft.com/office/drawing/2014/main" id="{5C4B5F28-2BA7-48AF-A097-50FF7063CD8E}"/>
                  </a:ext>
                </a:extLst>
              </p:cNvPr>
              <p:cNvSpPr txBox="1">
                <a:spLocks noRot="1" noChangeAspect="1" noMove="1" noResize="1" noEditPoints="1" noAdjustHandles="1" noChangeArrowheads="1" noChangeShapeType="1" noTextEdit="1"/>
              </p:cNvSpPr>
              <p:nvPr/>
            </p:nvSpPr>
            <p:spPr>
              <a:xfrm>
                <a:off x="3947968" y="2925583"/>
                <a:ext cx="432000" cy="522000"/>
              </a:xfrm>
              <a:prstGeom prst="rect">
                <a:avLst/>
              </a:prstGeom>
              <a:blipFill>
                <a:blip r:embed="rId3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4E410AAB-C87F-4212-A89F-B111D41F61D3}"/>
                  </a:ext>
                </a:extLst>
              </p:cNvPr>
              <p:cNvSpPr txBox="1"/>
              <p:nvPr/>
            </p:nvSpPr>
            <p:spPr>
              <a:xfrm>
                <a:off x="4339312" y="2925583"/>
                <a:ext cx="432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69" name="TextBox 68">
                <a:extLst>
                  <a:ext uri="{FF2B5EF4-FFF2-40B4-BE49-F238E27FC236}">
                    <a16:creationId xmlns:a16="http://schemas.microsoft.com/office/drawing/2014/main" id="{4E410AAB-C87F-4212-A89F-B111D41F61D3}"/>
                  </a:ext>
                </a:extLst>
              </p:cNvPr>
              <p:cNvSpPr txBox="1">
                <a:spLocks noRot="1" noChangeAspect="1" noMove="1" noResize="1" noEditPoints="1" noAdjustHandles="1" noChangeArrowheads="1" noChangeShapeType="1" noTextEdit="1"/>
              </p:cNvSpPr>
              <p:nvPr/>
            </p:nvSpPr>
            <p:spPr>
              <a:xfrm>
                <a:off x="4339312" y="2925583"/>
                <a:ext cx="432000" cy="522000"/>
              </a:xfrm>
              <a:prstGeom prst="rect">
                <a:avLst/>
              </a:prstGeom>
              <a:blipFill>
                <a:blip r:embed="rId3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C6BAEB69-0338-4B52-916B-D4F7EC1E50DC}"/>
                  </a:ext>
                </a:extLst>
              </p:cNvPr>
              <p:cNvSpPr txBox="1"/>
              <p:nvPr/>
            </p:nvSpPr>
            <p:spPr>
              <a:xfrm>
                <a:off x="4719381" y="2925583"/>
                <a:ext cx="432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6</m:t>
                      </m:r>
                    </m:oMath>
                  </m:oMathPara>
                </a14:m>
                <a:endParaRPr lang="en-IN" sz="2800" dirty="0">
                  <a:solidFill>
                    <a:srgbClr val="002060"/>
                  </a:solidFill>
                </a:endParaRPr>
              </a:p>
            </p:txBody>
          </p:sp>
        </mc:Choice>
        <mc:Fallback xmlns="">
          <p:sp>
            <p:nvSpPr>
              <p:cNvPr id="70" name="TextBox 69">
                <a:extLst>
                  <a:ext uri="{FF2B5EF4-FFF2-40B4-BE49-F238E27FC236}">
                    <a16:creationId xmlns:a16="http://schemas.microsoft.com/office/drawing/2014/main" id="{C6BAEB69-0338-4B52-916B-D4F7EC1E50DC}"/>
                  </a:ext>
                </a:extLst>
              </p:cNvPr>
              <p:cNvSpPr txBox="1">
                <a:spLocks noRot="1" noChangeAspect="1" noMove="1" noResize="1" noEditPoints="1" noAdjustHandles="1" noChangeArrowheads="1" noChangeShapeType="1" noTextEdit="1"/>
              </p:cNvSpPr>
              <p:nvPr/>
            </p:nvSpPr>
            <p:spPr>
              <a:xfrm>
                <a:off x="4719381" y="2925583"/>
                <a:ext cx="432000" cy="522000"/>
              </a:xfrm>
              <a:prstGeom prst="rect">
                <a:avLst/>
              </a:prstGeom>
              <a:blipFill>
                <a:blip r:embed="rId4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C11F341F-C6FB-4C0C-A53F-887816C2DE33}"/>
                  </a:ext>
                </a:extLst>
              </p:cNvPr>
              <p:cNvSpPr txBox="1"/>
              <p:nvPr/>
            </p:nvSpPr>
            <p:spPr>
              <a:xfrm>
                <a:off x="5266852" y="2925583"/>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71" name="TextBox 70">
                <a:extLst>
                  <a:ext uri="{FF2B5EF4-FFF2-40B4-BE49-F238E27FC236}">
                    <a16:creationId xmlns:a16="http://schemas.microsoft.com/office/drawing/2014/main" id="{C11F341F-C6FB-4C0C-A53F-887816C2DE33}"/>
                  </a:ext>
                </a:extLst>
              </p:cNvPr>
              <p:cNvSpPr txBox="1">
                <a:spLocks noRot="1" noChangeAspect="1" noMove="1" noResize="1" noEditPoints="1" noAdjustHandles="1" noChangeArrowheads="1" noChangeShapeType="1" noTextEdit="1"/>
              </p:cNvSpPr>
              <p:nvPr/>
            </p:nvSpPr>
            <p:spPr>
              <a:xfrm>
                <a:off x="5266852" y="2925583"/>
                <a:ext cx="484456" cy="528093"/>
              </a:xfrm>
              <a:prstGeom prst="rect">
                <a:avLst/>
              </a:prstGeom>
              <a:blipFill>
                <a:blip r:embed="rId4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B1922A40-21D7-4CC3-A634-037939604FD1}"/>
                  </a:ext>
                </a:extLst>
              </p:cNvPr>
              <p:cNvSpPr txBox="1"/>
              <p:nvPr/>
            </p:nvSpPr>
            <p:spPr>
              <a:xfrm>
                <a:off x="5631288" y="2925583"/>
                <a:ext cx="1584000" cy="528093"/>
              </a:xfrm>
              <a:prstGeom prst="rect">
                <a:avLst/>
              </a:prstGeom>
              <a:noFill/>
            </p:spPr>
            <p:txBody>
              <a:bodyPr wrap="square" rtlCol="0">
                <a:spAutoFit/>
              </a:bodyPr>
              <a:lstStyle/>
              <a:p>
                <a:pPr algn="just"/>
                <a14:m>
                  <m:oMathPara xmlns:m="http://schemas.openxmlformats.org/officeDocument/2006/math">
                    <m:oMathParaPr>
                      <m:jc m:val="left"/>
                    </m:oMathParaPr>
                    <m:oMath xmlns:m="http://schemas.openxmlformats.org/officeDocument/2006/math">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72" name="TextBox 71">
                <a:extLst>
                  <a:ext uri="{FF2B5EF4-FFF2-40B4-BE49-F238E27FC236}">
                    <a16:creationId xmlns:a16="http://schemas.microsoft.com/office/drawing/2014/main" id="{B1922A40-21D7-4CC3-A634-037939604FD1}"/>
                  </a:ext>
                </a:extLst>
              </p:cNvPr>
              <p:cNvSpPr txBox="1">
                <a:spLocks noRot="1" noChangeAspect="1" noMove="1" noResize="1" noEditPoints="1" noAdjustHandles="1" noChangeArrowheads="1" noChangeShapeType="1" noTextEdit="1"/>
              </p:cNvSpPr>
              <p:nvPr/>
            </p:nvSpPr>
            <p:spPr>
              <a:xfrm>
                <a:off x="5631288" y="2925583"/>
                <a:ext cx="1584000" cy="528093"/>
              </a:xfrm>
              <a:prstGeom prst="rect">
                <a:avLst/>
              </a:prstGeom>
              <a:blipFill>
                <a:blip r:embed="rId4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D8C37A36-B27A-47AF-A172-12FC90D8A8AF}"/>
                  </a:ext>
                </a:extLst>
              </p:cNvPr>
              <p:cNvSpPr txBox="1"/>
              <p:nvPr/>
            </p:nvSpPr>
            <p:spPr>
              <a:xfrm>
                <a:off x="5785953" y="2925583"/>
                <a:ext cx="432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6</m:t>
                      </m:r>
                    </m:oMath>
                  </m:oMathPara>
                </a14:m>
                <a:endParaRPr lang="en-IN" sz="2800" dirty="0">
                  <a:solidFill>
                    <a:srgbClr val="002060"/>
                  </a:solidFill>
                </a:endParaRPr>
              </a:p>
            </p:txBody>
          </p:sp>
        </mc:Choice>
        <mc:Fallback xmlns="">
          <p:sp>
            <p:nvSpPr>
              <p:cNvPr id="74" name="TextBox 73">
                <a:extLst>
                  <a:ext uri="{FF2B5EF4-FFF2-40B4-BE49-F238E27FC236}">
                    <a16:creationId xmlns:a16="http://schemas.microsoft.com/office/drawing/2014/main" id="{D8C37A36-B27A-47AF-A172-12FC90D8A8AF}"/>
                  </a:ext>
                </a:extLst>
              </p:cNvPr>
              <p:cNvSpPr txBox="1">
                <a:spLocks noRot="1" noChangeAspect="1" noMove="1" noResize="1" noEditPoints="1" noAdjustHandles="1" noChangeArrowheads="1" noChangeShapeType="1" noTextEdit="1"/>
              </p:cNvSpPr>
              <p:nvPr/>
            </p:nvSpPr>
            <p:spPr>
              <a:xfrm>
                <a:off x="5785953" y="2925583"/>
                <a:ext cx="432000" cy="522000"/>
              </a:xfrm>
              <a:prstGeom prst="rect">
                <a:avLst/>
              </a:prstGeom>
              <a:blipFill>
                <a:blip r:embed="rId4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C242DD32-981A-4ABE-961D-27CC92E4D33D}"/>
                  </a:ext>
                </a:extLst>
              </p:cNvPr>
              <p:cNvSpPr txBox="1"/>
              <p:nvPr/>
            </p:nvSpPr>
            <p:spPr>
              <a:xfrm>
                <a:off x="6206192" y="2925583"/>
                <a:ext cx="432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75" name="TextBox 74">
                <a:extLst>
                  <a:ext uri="{FF2B5EF4-FFF2-40B4-BE49-F238E27FC236}">
                    <a16:creationId xmlns:a16="http://schemas.microsoft.com/office/drawing/2014/main" id="{C242DD32-981A-4ABE-961D-27CC92E4D33D}"/>
                  </a:ext>
                </a:extLst>
              </p:cNvPr>
              <p:cNvSpPr txBox="1">
                <a:spLocks noRot="1" noChangeAspect="1" noMove="1" noResize="1" noEditPoints="1" noAdjustHandles="1" noChangeArrowheads="1" noChangeShapeType="1" noTextEdit="1"/>
              </p:cNvSpPr>
              <p:nvPr/>
            </p:nvSpPr>
            <p:spPr>
              <a:xfrm>
                <a:off x="6206192" y="2925583"/>
                <a:ext cx="432000" cy="522000"/>
              </a:xfrm>
              <a:prstGeom prst="rect">
                <a:avLst/>
              </a:prstGeom>
              <a:blipFill>
                <a:blip r:embed="rId4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49978FB9-4C31-4A59-ACF7-4D8ACE02E65C}"/>
                  </a:ext>
                </a:extLst>
              </p:cNvPr>
              <p:cNvSpPr txBox="1"/>
              <p:nvPr/>
            </p:nvSpPr>
            <p:spPr>
              <a:xfrm>
                <a:off x="6567055" y="2925583"/>
                <a:ext cx="432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76" name="TextBox 75">
                <a:extLst>
                  <a:ext uri="{FF2B5EF4-FFF2-40B4-BE49-F238E27FC236}">
                    <a16:creationId xmlns:a16="http://schemas.microsoft.com/office/drawing/2014/main" id="{49978FB9-4C31-4A59-ACF7-4D8ACE02E65C}"/>
                  </a:ext>
                </a:extLst>
              </p:cNvPr>
              <p:cNvSpPr txBox="1">
                <a:spLocks noRot="1" noChangeAspect="1" noMove="1" noResize="1" noEditPoints="1" noAdjustHandles="1" noChangeArrowheads="1" noChangeShapeType="1" noTextEdit="1"/>
              </p:cNvSpPr>
              <p:nvPr/>
            </p:nvSpPr>
            <p:spPr>
              <a:xfrm>
                <a:off x="6567055" y="2925583"/>
                <a:ext cx="432000" cy="522000"/>
              </a:xfrm>
              <a:prstGeom prst="rect">
                <a:avLst/>
              </a:prstGeom>
              <a:blipFill>
                <a:blip r:embed="rId4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7" name="Content Placeholder 2">
                <a:extLst>
                  <a:ext uri="{FF2B5EF4-FFF2-40B4-BE49-F238E27FC236}">
                    <a16:creationId xmlns:a16="http://schemas.microsoft.com/office/drawing/2014/main" id="{EA72C267-5F26-47CB-AC4D-3DE6EF5995F5}"/>
                  </a:ext>
                </a:extLst>
              </p:cNvPr>
              <p:cNvSpPr txBox="1">
                <a:spLocks/>
              </p:cNvSpPr>
              <p:nvPr/>
            </p:nvSpPr>
            <p:spPr>
              <a:xfrm>
                <a:off x="1624194" y="3606303"/>
                <a:ext cx="484457"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left"/>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77" name="Content Placeholder 2">
                <a:extLst>
                  <a:ext uri="{FF2B5EF4-FFF2-40B4-BE49-F238E27FC236}">
                    <a16:creationId xmlns:a16="http://schemas.microsoft.com/office/drawing/2014/main" id="{EA72C267-5F26-47CB-AC4D-3DE6EF5995F5}"/>
                  </a:ext>
                </a:extLst>
              </p:cNvPr>
              <p:cNvSpPr txBox="1">
                <a:spLocks noRot="1" noChangeAspect="1" noMove="1" noResize="1" noEditPoints="1" noAdjustHandles="1" noChangeArrowheads="1" noChangeShapeType="1" noTextEdit="1"/>
              </p:cNvSpPr>
              <p:nvPr/>
            </p:nvSpPr>
            <p:spPr>
              <a:xfrm>
                <a:off x="1624194" y="3606303"/>
                <a:ext cx="484457" cy="523220"/>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7138BA37-6119-4C27-8D76-DFC051B853CD}"/>
                  </a:ext>
                </a:extLst>
              </p:cNvPr>
              <p:cNvSpPr txBox="1"/>
              <p:nvPr/>
            </p:nvSpPr>
            <p:spPr>
              <a:xfrm>
                <a:off x="7086308" y="2925583"/>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78" name="TextBox 77">
                <a:extLst>
                  <a:ext uri="{FF2B5EF4-FFF2-40B4-BE49-F238E27FC236}">
                    <a16:creationId xmlns:a16="http://schemas.microsoft.com/office/drawing/2014/main" id="{7138BA37-6119-4C27-8D76-DFC051B853CD}"/>
                  </a:ext>
                </a:extLst>
              </p:cNvPr>
              <p:cNvSpPr txBox="1">
                <a:spLocks noRot="1" noChangeAspect="1" noMove="1" noResize="1" noEditPoints="1" noAdjustHandles="1" noChangeArrowheads="1" noChangeShapeType="1" noTextEdit="1"/>
              </p:cNvSpPr>
              <p:nvPr/>
            </p:nvSpPr>
            <p:spPr>
              <a:xfrm>
                <a:off x="7086308" y="2925583"/>
                <a:ext cx="484456" cy="528093"/>
              </a:xfrm>
              <a:prstGeom prst="rect">
                <a:avLst/>
              </a:prstGeom>
              <a:blipFill>
                <a:blip r:embed="rId4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465DB997-980B-4343-9026-5A24BFC08917}"/>
                  </a:ext>
                </a:extLst>
              </p:cNvPr>
              <p:cNvSpPr txBox="1"/>
              <p:nvPr/>
            </p:nvSpPr>
            <p:spPr>
              <a:xfrm>
                <a:off x="7394850" y="2925583"/>
                <a:ext cx="1584000" cy="528093"/>
              </a:xfrm>
              <a:prstGeom prst="rect">
                <a:avLst/>
              </a:prstGeom>
              <a:noFill/>
            </p:spPr>
            <p:txBody>
              <a:bodyPr wrap="square" rtlCol="0">
                <a:spAutoFit/>
              </a:bodyPr>
              <a:lstStyle/>
              <a:p>
                <a:pPr algn="just"/>
                <a14:m>
                  <m:oMathPara xmlns:m="http://schemas.openxmlformats.org/officeDocument/2006/math">
                    <m:oMathParaPr>
                      <m:jc m:val="left"/>
                    </m:oMathParaPr>
                    <m:oMath xmlns:m="http://schemas.openxmlformats.org/officeDocument/2006/math">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79" name="TextBox 78">
                <a:extLst>
                  <a:ext uri="{FF2B5EF4-FFF2-40B4-BE49-F238E27FC236}">
                    <a16:creationId xmlns:a16="http://schemas.microsoft.com/office/drawing/2014/main" id="{465DB997-980B-4343-9026-5A24BFC08917}"/>
                  </a:ext>
                </a:extLst>
              </p:cNvPr>
              <p:cNvSpPr txBox="1">
                <a:spLocks noRot="1" noChangeAspect="1" noMove="1" noResize="1" noEditPoints="1" noAdjustHandles="1" noChangeArrowheads="1" noChangeShapeType="1" noTextEdit="1"/>
              </p:cNvSpPr>
              <p:nvPr/>
            </p:nvSpPr>
            <p:spPr>
              <a:xfrm>
                <a:off x="7394850" y="2925583"/>
                <a:ext cx="1584000" cy="528093"/>
              </a:xfrm>
              <a:prstGeom prst="rect">
                <a:avLst/>
              </a:prstGeom>
              <a:blipFill>
                <a:blip r:embed="rId4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543250E2-87A0-4D2E-A539-817BAA6EAEA5}"/>
                  </a:ext>
                </a:extLst>
              </p:cNvPr>
              <p:cNvSpPr txBox="1"/>
              <p:nvPr/>
            </p:nvSpPr>
            <p:spPr>
              <a:xfrm>
                <a:off x="7535946" y="2925583"/>
                <a:ext cx="432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80" name="TextBox 79">
                <a:extLst>
                  <a:ext uri="{FF2B5EF4-FFF2-40B4-BE49-F238E27FC236}">
                    <a16:creationId xmlns:a16="http://schemas.microsoft.com/office/drawing/2014/main" id="{543250E2-87A0-4D2E-A539-817BAA6EAEA5}"/>
                  </a:ext>
                </a:extLst>
              </p:cNvPr>
              <p:cNvSpPr txBox="1">
                <a:spLocks noRot="1" noChangeAspect="1" noMove="1" noResize="1" noEditPoints="1" noAdjustHandles="1" noChangeArrowheads="1" noChangeShapeType="1" noTextEdit="1"/>
              </p:cNvSpPr>
              <p:nvPr/>
            </p:nvSpPr>
            <p:spPr>
              <a:xfrm>
                <a:off x="7535946" y="2925583"/>
                <a:ext cx="432000" cy="522000"/>
              </a:xfrm>
              <a:prstGeom prst="rect">
                <a:avLst/>
              </a:prstGeom>
              <a:blipFill>
                <a:blip r:embed="rId4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37AE443E-5975-44DB-B497-5E9358AFF561}"/>
                  </a:ext>
                </a:extLst>
              </p:cNvPr>
              <p:cNvSpPr txBox="1"/>
              <p:nvPr/>
            </p:nvSpPr>
            <p:spPr>
              <a:xfrm>
                <a:off x="7931508" y="2925583"/>
                <a:ext cx="432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81" name="TextBox 80">
                <a:extLst>
                  <a:ext uri="{FF2B5EF4-FFF2-40B4-BE49-F238E27FC236}">
                    <a16:creationId xmlns:a16="http://schemas.microsoft.com/office/drawing/2014/main" id="{37AE443E-5975-44DB-B497-5E9358AFF561}"/>
                  </a:ext>
                </a:extLst>
              </p:cNvPr>
              <p:cNvSpPr txBox="1">
                <a:spLocks noRot="1" noChangeAspect="1" noMove="1" noResize="1" noEditPoints="1" noAdjustHandles="1" noChangeArrowheads="1" noChangeShapeType="1" noTextEdit="1"/>
              </p:cNvSpPr>
              <p:nvPr/>
            </p:nvSpPr>
            <p:spPr>
              <a:xfrm>
                <a:off x="7931508" y="2925583"/>
                <a:ext cx="432000" cy="522000"/>
              </a:xfrm>
              <a:prstGeom prst="rect">
                <a:avLst/>
              </a:prstGeom>
              <a:blipFill>
                <a:blip r:embed="rId4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A64920A1-F799-4A93-8BC2-7B7C267E0734}"/>
                  </a:ext>
                </a:extLst>
              </p:cNvPr>
              <p:cNvSpPr txBox="1"/>
              <p:nvPr/>
            </p:nvSpPr>
            <p:spPr>
              <a:xfrm>
                <a:off x="8261687" y="2925583"/>
                <a:ext cx="432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1</m:t>
                      </m:r>
                    </m:oMath>
                  </m:oMathPara>
                </a14:m>
                <a:endParaRPr lang="en-IN" sz="2800" dirty="0">
                  <a:solidFill>
                    <a:srgbClr val="002060"/>
                  </a:solidFill>
                </a:endParaRPr>
              </a:p>
            </p:txBody>
          </p:sp>
        </mc:Choice>
        <mc:Fallback xmlns="">
          <p:sp>
            <p:nvSpPr>
              <p:cNvPr id="82" name="TextBox 81">
                <a:extLst>
                  <a:ext uri="{FF2B5EF4-FFF2-40B4-BE49-F238E27FC236}">
                    <a16:creationId xmlns:a16="http://schemas.microsoft.com/office/drawing/2014/main" id="{A64920A1-F799-4A93-8BC2-7B7C267E0734}"/>
                  </a:ext>
                </a:extLst>
              </p:cNvPr>
              <p:cNvSpPr txBox="1">
                <a:spLocks noRot="1" noChangeAspect="1" noMove="1" noResize="1" noEditPoints="1" noAdjustHandles="1" noChangeArrowheads="1" noChangeShapeType="1" noTextEdit="1"/>
              </p:cNvSpPr>
              <p:nvPr/>
            </p:nvSpPr>
            <p:spPr>
              <a:xfrm>
                <a:off x="8261687" y="2925583"/>
                <a:ext cx="432000" cy="522000"/>
              </a:xfrm>
              <a:prstGeom prst="rect">
                <a:avLst/>
              </a:prstGeom>
              <a:blipFill>
                <a:blip r:embed="rId5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B3577188-85A9-470B-8FFF-89934D231EC9}"/>
                  </a:ext>
                </a:extLst>
              </p:cNvPr>
              <p:cNvSpPr txBox="1"/>
              <p:nvPr/>
            </p:nvSpPr>
            <p:spPr>
              <a:xfrm>
                <a:off x="2038587" y="3606913"/>
                <a:ext cx="576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83" name="TextBox 82">
                <a:extLst>
                  <a:ext uri="{FF2B5EF4-FFF2-40B4-BE49-F238E27FC236}">
                    <a16:creationId xmlns:a16="http://schemas.microsoft.com/office/drawing/2014/main" id="{B3577188-85A9-470B-8FFF-89934D231EC9}"/>
                  </a:ext>
                </a:extLst>
              </p:cNvPr>
              <p:cNvSpPr txBox="1">
                <a:spLocks noRot="1" noChangeAspect="1" noMove="1" noResize="1" noEditPoints="1" noAdjustHandles="1" noChangeArrowheads="1" noChangeShapeType="1" noTextEdit="1"/>
              </p:cNvSpPr>
              <p:nvPr/>
            </p:nvSpPr>
            <p:spPr>
              <a:xfrm>
                <a:off x="2038587" y="3606913"/>
                <a:ext cx="576000" cy="522000"/>
              </a:xfrm>
              <a:prstGeom prst="rect">
                <a:avLst/>
              </a:prstGeom>
              <a:blipFill>
                <a:blip r:embed="rId5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BAE06B4D-0C2B-4412-936B-57F6B0C61CE2}"/>
                  </a:ext>
                </a:extLst>
              </p:cNvPr>
              <p:cNvSpPr txBox="1"/>
              <p:nvPr/>
            </p:nvSpPr>
            <p:spPr>
              <a:xfrm>
                <a:off x="2450536" y="3603867"/>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84" name="TextBox 83">
                <a:extLst>
                  <a:ext uri="{FF2B5EF4-FFF2-40B4-BE49-F238E27FC236}">
                    <a16:creationId xmlns:a16="http://schemas.microsoft.com/office/drawing/2014/main" id="{BAE06B4D-0C2B-4412-936B-57F6B0C61CE2}"/>
                  </a:ext>
                </a:extLst>
              </p:cNvPr>
              <p:cNvSpPr txBox="1">
                <a:spLocks noRot="1" noChangeAspect="1" noMove="1" noResize="1" noEditPoints="1" noAdjustHandles="1" noChangeArrowheads="1" noChangeShapeType="1" noTextEdit="1"/>
              </p:cNvSpPr>
              <p:nvPr/>
            </p:nvSpPr>
            <p:spPr>
              <a:xfrm>
                <a:off x="2450536" y="3603867"/>
                <a:ext cx="484456" cy="528093"/>
              </a:xfrm>
              <a:prstGeom prst="rect">
                <a:avLst/>
              </a:prstGeom>
              <a:blipFill>
                <a:blip r:embed="rId5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273CEA80-D254-4515-A022-A00F50F4408D}"/>
                  </a:ext>
                </a:extLst>
              </p:cNvPr>
              <p:cNvSpPr txBox="1"/>
              <p:nvPr/>
            </p:nvSpPr>
            <p:spPr>
              <a:xfrm>
                <a:off x="2887810" y="3606913"/>
                <a:ext cx="576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2</m:t>
                      </m:r>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85" name="TextBox 84">
                <a:extLst>
                  <a:ext uri="{FF2B5EF4-FFF2-40B4-BE49-F238E27FC236}">
                    <a16:creationId xmlns:a16="http://schemas.microsoft.com/office/drawing/2014/main" id="{273CEA80-D254-4515-A022-A00F50F4408D}"/>
                  </a:ext>
                </a:extLst>
              </p:cNvPr>
              <p:cNvSpPr txBox="1">
                <a:spLocks noRot="1" noChangeAspect="1" noMove="1" noResize="1" noEditPoints="1" noAdjustHandles="1" noChangeArrowheads="1" noChangeShapeType="1" noTextEdit="1"/>
              </p:cNvSpPr>
              <p:nvPr/>
            </p:nvSpPr>
            <p:spPr>
              <a:xfrm>
                <a:off x="2887810" y="3606913"/>
                <a:ext cx="576000" cy="522000"/>
              </a:xfrm>
              <a:prstGeom prst="rect">
                <a:avLst/>
              </a:prstGeom>
              <a:blipFill>
                <a:blip r:embed="rId5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BA158988-D4BE-419B-AAD4-73B52319072B}"/>
                  </a:ext>
                </a:extLst>
              </p:cNvPr>
              <p:cNvSpPr txBox="1"/>
              <p:nvPr/>
            </p:nvSpPr>
            <p:spPr>
              <a:xfrm>
                <a:off x="3364315" y="3603867"/>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86" name="TextBox 85">
                <a:extLst>
                  <a:ext uri="{FF2B5EF4-FFF2-40B4-BE49-F238E27FC236}">
                    <a16:creationId xmlns:a16="http://schemas.microsoft.com/office/drawing/2014/main" id="{BA158988-D4BE-419B-AAD4-73B52319072B}"/>
                  </a:ext>
                </a:extLst>
              </p:cNvPr>
              <p:cNvSpPr txBox="1">
                <a:spLocks noRot="1" noChangeAspect="1" noMove="1" noResize="1" noEditPoints="1" noAdjustHandles="1" noChangeArrowheads="1" noChangeShapeType="1" noTextEdit="1"/>
              </p:cNvSpPr>
              <p:nvPr/>
            </p:nvSpPr>
            <p:spPr>
              <a:xfrm>
                <a:off x="3364315" y="3603867"/>
                <a:ext cx="484456" cy="528093"/>
              </a:xfrm>
              <a:prstGeom prst="rect">
                <a:avLst/>
              </a:prstGeom>
              <a:blipFill>
                <a:blip r:embed="rId5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21BAF8A9-E021-4D9E-812F-20D1E4ADE5A8}"/>
                  </a:ext>
                </a:extLst>
              </p:cNvPr>
              <p:cNvSpPr txBox="1"/>
              <p:nvPr/>
            </p:nvSpPr>
            <p:spPr>
              <a:xfrm>
                <a:off x="3803968" y="3606913"/>
                <a:ext cx="576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24</m:t>
                      </m:r>
                    </m:oMath>
                  </m:oMathPara>
                </a14:m>
                <a:endParaRPr lang="en-IN" sz="2800" dirty="0">
                  <a:solidFill>
                    <a:srgbClr val="002060"/>
                  </a:solidFill>
                </a:endParaRPr>
              </a:p>
            </p:txBody>
          </p:sp>
        </mc:Choice>
        <mc:Fallback xmlns="">
          <p:sp>
            <p:nvSpPr>
              <p:cNvPr id="87" name="TextBox 86">
                <a:extLst>
                  <a:ext uri="{FF2B5EF4-FFF2-40B4-BE49-F238E27FC236}">
                    <a16:creationId xmlns:a16="http://schemas.microsoft.com/office/drawing/2014/main" id="{21BAF8A9-E021-4D9E-812F-20D1E4ADE5A8}"/>
                  </a:ext>
                </a:extLst>
              </p:cNvPr>
              <p:cNvSpPr txBox="1">
                <a:spLocks noRot="1" noChangeAspect="1" noMove="1" noResize="1" noEditPoints="1" noAdjustHandles="1" noChangeArrowheads="1" noChangeShapeType="1" noTextEdit="1"/>
              </p:cNvSpPr>
              <p:nvPr/>
            </p:nvSpPr>
            <p:spPr>
              <a:xfrm>
                <a:off x="3803968" y="3606913"/>
                <a:ext cx="576000" cy="522000"/>
              </a:xfrm>
              <a:prstGeom prst="rect">
                <a:avLst/>
              </a:prstGeom>
              <a:blipFill>
                <a:blip r:embed="rId5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B7850B8B-FE3F-4DCF-8E9B-7E2A341FD882}"/>
                  </a:ext>
                </a:extLst>
              </p:cNvPr>
              <p:cNvSpPr txBox="1"/>
              <p:nvPr/>
            </p:nvSpPr>
            <p:spPr>
              <a:xfrm>
                <a:off x="4261964" y="3603867"/>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88" name="TextBox 87">
                <a:extLst>
                  <a:ext uri="{FF2B5EF4-FFF2-40B4-BE49-F238E27FC236}">
                    <a16:creationId xmlns:a16="http://schemas.microsoft.com/office/drawing/2014/main" id="{B7850B8B-FE3F-4DCF-8E9B-7E2A341FD882}"/>
                  </a:ext>
                </a:extLst>
              </p:cNvPr>
              <p:cNvSpPr txBox="1">
                <a:spLocks noRot="1" noChangeAspect="1" noMove="1" noResize="1" noEditPoints="1" noAdjustHandles="1" noChangeArrowheads="1" noChangeShapeType="1" noTextEdit="1"/>
              </p:cNvSpPr>
              <p:nvPr/>
            </p:nvSpPr>
            <p:spPr>
              <a:xfrm>
                <a:off x="4261964" y="3603867"/>
                <a:ext cx="484456" cy="528093"/>
              </a:xfrm>
              <a:prstGeom prst="rect">
                <a:avLst/>
              </a:prstGeom>
              <a:blipFill>
                <a:blip r:embed="rId5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7A7D1FBE-5181-4990-A4C0-CC6521B8B2DF}"/>
                  </a:ext>
                </a:extLst>
              </p:cNvPr>
              <p:cNvSpPr txBox="1"/>
              <p:nvPr/>
            </p:nvSpPr>
            <p:spPr>
              <a:xfrm>
                <a:off x="4598502" y="3606913"/>
                <a:ext cx="576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89" name="TextBox 88">
                <a:extLst>
                  <a:ext uri="{FF2B5EF4-FFF2-40B4-BE49-F238E27FC236}">
                    <a16:creationId xmlns:a16="http://schemas.microsoft.com/office/drawing/2014/main" id="{7A7D1FBE-5181-4990-A4C0-CC6521B8B2DF}"/>
                  </a:ext>
                </a:extLst>
              </p:cNvPr>
              <p:cNvSpPr txBox="1">
                <a:spLocks noRot="1" noChangeAspect="1" noMove="1" noResize="1" noEditPoints="1" noAdjustHandles="1" noChangeArrowheads="1" noChangeShapeType="1" noTextEdit="1"/>
              </p:cNvSpPr>
              <p:nvPr/>
            </p:nvSpPr>
            <p:spPr>
              <a:xfrm>
                <a:off x="4598502" y="3606913"/>
                <a:ext cx="576000" cy="522000"/>
              </a:xfrm>
              <a:prstGeom prst="rect">
                <a:avLst/>
              </a:prstGeom>
              <a:blipFill>
                <a:blip r:embed="rId5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7" name="Content Placeholder 2">
                <a:extLst>
                  <a:ext uri="{FF2B5EF4-FFF2-40B4-BE49-F238E27FC236}">
                    <a16:creationId xmlns:a16="http://schemas.microsoft.com/office/drawing/2014/main" id="{B07F3014-00C2-426B-932C-C5DCFC35528E}"/>
                  </a:ext>
                </a:extLst>
              </p:cNvPr>
              <p:cNvSpPr txBox="1">
                <a:spLocks/>
              </p:cNvSpPr>
              <p:nvPr/>
            </p:nvSpPr>
            <p:spPr>
              <a:xfrm>
                <a:off x="1624194" y="2930456"/>
                <a:ext cx="484457"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left"/>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97" name="Content Placeholder 2">
                <a:extLst>
                  <a:ext uri="{FF2B5EF4-FFF2-40B4-BE49-F238E27FC236}">
                    <a16:creationId xmlns:a16="http://schemas.microsoft.com/office/drawing/2014/main" id="{B07F3014-00C2-426B-932C-C5DCFC35528E}"/>
                  </a:ext>
                </a:extLst>
              </p:cNvPr>
              <p:cNvSpPr txBox="1">
                <a:spLocks noRot="1" noChangeAspect="1" noMove="1" noResize="1" noEditPoints="1" noAdjustHandles="1" noChangeArrowheads="1" noChangeShapeType="1" noTextEdit="1"/>
              </p:cNvSpPr>
              <p:nvPr/>
            </p:nvSpPr>
            <p:spPr>
              <a:xfrm>
                <a:off x="1624194" y="2930456"/>
                <a:ext cx="484457" cy="523220"/>
              </a:xfrm>
              <a:prstGeom prst="rect">
                <a:avLst/>
              </a:prstGeom>
              <a:blipFill>
                <a:blip r:embed="rId5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8" name="Content Placeholder 2">
                <a:extLst>
                  <a:ext uri="{FF2B5EF4-FFF2-40B4-BE49-F238E27FC236}">
                    <a16:creationId xmlns:a16="http://schemas.microsoft.com/office/drawing/2014/main" id="{C1720580-4877-428D-B7B2-67AC1E62742A}"/>
                  </a:ext>
                </a:extLst>
              </p:cNvPr>
              <p:cNvSpPr txBox="1">
                <a:spLocks/>
              </p:cNvSpPr>
              <p:nvPr/>
            </p:nvSpPr>
            <p:spPr>
              <a:xfrm>
                <a:off x="1624194" y="4281244"/>
                <a:ext cx="484457"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left"/>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98" name="Content Placeholder 2">
                <a:extLst>
                  <a:ext uri="{FF2B5EF4-FFF2-40B4-BE49-F238E27FC236}">
                    <a16:creationId xmlns:a16="http://schemas.microsoft.com/office/drawing/2014/main" id="{C1720580-4877-428D-B7B2-67AC1E62742A}"/>
                  </a:ext>
                </a:extLst>
              </p:cNvPr>
              <p:cNvSpPr txBox="1">
                <a:spLocks noRot="1" noChangeAspect="1" noMove="1" noResize="1" noEditPoints="1" noAdjustHandles="1" noChangeArrowheads="1" noChangeShapeType="1" noTextEdit="1"/>
              </p:cNvSpPr>
              <p:nvPr/>
            </p:nvSpPr>
            <p:spPr>
              <a:xfrm>
                <a:off x="1624194" y="4281244"/>
                <a:ext cx="484457" cy="523220"/>
              </a:xfrm>
              <a:prstGeom prst="rect">
                <a:avLst/>
              </a:prstGeom>
              <a:blipFill>
                <a:blip r:embed="rId5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B2A15252-593F-43F6-8A12-AE5A087674B6}"/>
                  </a:ext>
                </a:extLst>
              </p:cNvPr>
              <p:cNvSpPr txBox="1"/>
              <p:nvPr/>
            </p:nvSpPr>
            <p:spPr>
              <a:xfrm>
                <a:off x="2038587" y="4280634"/>
                <a:ext cx="576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56</m:t>
                      </m:r>
                    </m:oMath>
                  </m:oMathPara>
                </a14:m>
                <a:endParaRPr lang="en-IN" sz="2800" dirty="0">
                  <a:solidFill>
                    <a:srgbClr val="002060"/>
                  </a:solidFill>
                </a:endParaRPr>
              </a:p>
            </p:txBody>
          </p:sp>
        </mc:Choice>
        <mc:Fallback xmlns="">
          <p:sp>
            <p:nvSpPr>
              <p:cNvPr id="99" name="TextBox 98">
                <a:extLst>
                  <a:ext uri="{FF2B5EF4-FFF2-40B4-BE49-F238E27FC236}">
                    <a16:creationId xmlns:a16="http://schemas.microsoft.com/office/drawing/2014/main" id="{B2A15252-593F-43F6-8A12-AE5A087674B6}"/>
                  </a:ext>
                </a:extLst>
              </p:cNvPr>
              <p:cNvSpPr txBox="1">
                <a:spLocks noRot="1" noChangeAspect="1" noMove="1" noResize="1" noEditPoints="1" noAdjustHandles="1" noChangeArrowheads="1" noChangeShapeType="1" noTextEdit="1"/>
              </p:cNvSpPr>
              <p:nvPr/>
            </p:nvSpPr>
            <p:spPr>
              <a:xfrm>
                <a:off x="2038587" y="4280634"/>
                <a:ext cx="576000" cy="522000"/>
              </a:xfrm>
              <a:prstGeom prst="rect">
                <a:avLst/>
              </a:prstGeom>
              <a:blipFill>
                <a:blip r:embed="rId60"/>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223822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7">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childTnLst>
                          </p:cTn>
                        </p:par>
                        <p:par>
                          <p:cTn id="55" fill="hold">
                            <p:stCondLst>
                              <p:cond delay="0"/>
                            </p:stCondLst>
                            <p:childTnLst>
                              <p:par>
                                <p:cTn id="56" presetID="1" presetClass="entr" presetSubtype="0" fill="hold" grpId="0" nodeType="afterEffect">
                                  <p:stCondLst>
                                    <p:cond delay="0"/>
                                  </p:stCondLst>
                                  <p:childTnLst>
                                    <p:set>
                                      <p:cBhvr>
                                        <p:cTn id="57" dur="1" fill="hold">
                                          <p:stCondLst>
                                            <p:cond delay="0"/>
                                          </p:stCondLst>
                                        </p:cTn>
                                        <p:tgtEl>
                                          <p:spTgt spid="45"/>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46"/>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47"/>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48"/>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38">
                                            <p:txEl>
                                              <p:pRg st="0" end="0"/>
                                            </p:txEl>
                                          </p:spTgt>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49"/>
                                        </p:tgtEl>
                                        <p:attrNameLst>
                                          <p:attrName>style.visibility</p:attrName>
                                        </p:attrNameLst>
                                      </p:cBhvr>
                                      <p:to>
                                        <p:strVal val="visible"/>
                                      </p:to>
                                    </p:set>
                                  </p:childTnLst>
                                </p:cTn>
                              </p:par>
                            </p:childTnLst>
                          </p:cTn>
                        </p:par>
                        <p:par>
                          <p:cTn id="82" fill="hold">
                            <p:stCondLst>
                              <p:cond delay="0"/>
                            </p:stCondLst>
                            <p:childTnLst>
                              <p:par>
                                <p:cTn id="83" presetID="1" presetClass="entr" presetSubtype="0" fill="hold" grpId="0" nodeType="afterEffect">
                                  <p:stCondLst>
                                    <p:cond delay="0"/>
                                  </p:stCondLst>
                                  <p:childTnLst>
                                    <p:set>
                                      <p:cBhvr>
                                        <p:cTn id="84" dur="1" fill="hold">
                                          <p:stCondLst>
                                            <p:cond delay="0"/>
                                          </p:stCondLst>
                                        </p:cTn>
                                        <p:tgtEl>
                                          <p:spTgt spid="51"/>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52"/>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53"/>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54"/>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56"/>
                                        </p:tgtEl>
                                        <p:attrNameLst>
                                          <p:attrName>style.visibility</p:attrName>
                                        </p:attrNameLst>
                                      </p:cBhvr>
                                      <p:to>
                                        <p:strVal val="visible"/>
                                      </p:to>
                                    </p:set>
                                  </p:childTnLst>
                                </p:cTn>
                              </p:par>
                            </p:childTnLst>
                          </p:cTn>
                        </p:par>
                        <p:par>
                          <p:cTn id="109" fill="hold">
                            <p:stCondLst>
                              <p:cond delay="0"/>
                            </p:stCondLst>
                            <p:childTnLst>
                              <p:par>
                                <p:cTn id="110" presetID="1" presetClass="entr" presetSubtype="0" fill="hold" grpId="0" nodeType="afterEffect">
                                  <p:stCondLst>
                                    <p:cond delay="500"/>
                                  </p:stCondLst>
                                  <p:childTnLst>
                                    <p:set>
                                      <p:cBhvr>
                                        <p:cTn id="111" dur="1" fill="hold">
                                          <p:stCondLst>
                                            <p:cond delay="0"/>
                                          </p:stCondLst>
                                        </p:cTn>
                                        <p:tgtEl>
                                          <p:spTgt spid="57"/>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58"/>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59"/>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60"/>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grpId="0" nodeType="clickEffect">
                                  <p:stCondLst>
                                    <p:cond delay="0"/>
                                  </p:stCondLst>
                                  <p:childTnLst>
                                    <p:set>
                                      <p:cBhvr>
                                        <p:cTn id="127" dur="1" fill="hold">
                                          <p:stCondLst>
                                            <p:cond delay="0"/>
                                          </p:stCondLst>
                                        </p:cTn>
                                        <p:tgtEl>
                                          <p:spTgt spid="97">
                                            <p:txEl>
                                              <p:pRg st="0" end="0"/>
                                            </p:txEl>
                                          </p:spTgt>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grpId="0" nodeType="clickEffect">
                                  <p:stCondLst>
                                    <p:cond delay="0"/>
                                  </p:stCondLst>
                                  <p:childTnLst>
                                    <p:set>
                                      <p:cBhvr>
                                        <p:cTn id="131" dur="1" fill="hold">
                                          <p:stCondLst>
                                            <p:cond delay="0"/>
                                          </p:stCondLst>
                                        </p:cTn>
                                        <p:tgtEl>
                                          <p:spTgt spid="62"/>
                                        </p:tgtEl>
                                        <p:attrNameLst>
                                          <p:attrName>style.visibility</p:attrName>
                                        </p:attrNameLst>
                                      </p:cBhvr>
                                      <p:to>
                                        <p:strVal val="visible"/>
                                      </p:to>
                                    </p:set>
                                  </p:childTnLst>
                                </p:cTn>
                              </p:par>
                              <p:par>
                                <p:cTn id="132" presetID="1" presetClass="entr" presetSubtype="0" fill="hold" grpId="0" nodeType="withEffect">
                                  <p:stCondLst>
                                    <p:cond delay="0"/>
                                  </p:stCondLst>
                                  <p:childTnLst>
                                    <p:set>
                                      <p:cBhvr>
                                        <p:cTn id="133" dur="1" fill="hold">
                                          <p:stCondLst>
                                            <p:cond delay="0"/>
                                          </p:stCondLst>
                                        </p:cTn>
                                        <p:tgtEl>
                                          <p:spTgt spid="66"/>
                                        </p:tgtEl>
                                        <p:attrNameLst>
                                          <p:attrName>style.visibility</p:attrName>
                                        </p:attrNameLst>
                                      </p:cBhvr>
                                      <p:to>
                                        <p:strVal val="visible"/>
                                      </p:to>
                                    </p:set>
                                  </p:childTnLst>
                                </p:cTn>
                              </p:par>
                              <p:par>
                                <p:cTn id="134" presetID="1" presetClass="entr" presetSubtype="0" fill="hold" grpId="0" nodeType="withEffect">
                                  <p:stCondLst>
                                    <p:cond delay="0"/>
                                  </p:stCondLst>
                                  <p:childTnLst>
                                    <p:set>
                                      <p:cBhvr>
                                        <p:cTn id="135" dur="1" fill="hold">
                                          <p:stCondLst>
                                            <p:cond delay="0"/>
                                          </p:stCondLst>
                                        </p:cTn>
                                        <p:tgtEl>
                                          <p:spTgt spid="67"/>
                                        </p:tgtEl>
                                        <p:attrNameLst>
                                          <p:attrName>style.visibility</p:attrName>
                                        </p:attrNameLst>
                                      </p:cBhvr>
                                      <p:to>
                                        <p:strVal val="visible"/>
                                      </p:to>
                                    </p:set>
                                  </p:childTnLst>
                                </p:cTn>
                              </p:par>
                              <p:par>
                                <p:cTn id="136" presetID="1" presetClass="entr" presetSubtype="0" fill="hold" grpId="0" nodeType="withEffect">
                                  <p:stCondLst>
                                    <p:cond delay="0"/>
                                  </p:stCondLst>
                                  <p:childTnLst>
                                    <p:set>
                                      <p:cBhvr>
                                        <p:cTn id="137" dur="1" fill="hold">
                                          <p:stCondLst>
                                            <p:cond delay="0"/>
                                          </p:stCondLst>
                                        </p:cTn>
                                        <p:tgtEl>
                                          <p:spTgt spid="71"/>
                                        </p:tgtEl>
                                        <p:attrNameLst>
                                          <p:attrName>style.visibility</p:attrName>
                                        </p:attrNameLst>
                                      </p:cBhvr>
                                      <p:to>
                                        <p:strVal val="visible"/>
                                      </p:to>
                                    </p:set>
                                  </p:childTnLst>
                                </p:cTn>
                              </p:par>
                              <p:par>
                                <p:cTn id="138" presetID="1" presetClass="entr" presetSubtype="0" fill="hold" grpId="0" nodeType="withEffect">
                                  <p:stCondLst>
                                    <p:cond delay="0"/>
                                  </p:stCondLst>
                                  <p:childTnLst>
                                    <p:set>
                                      <p:cBhvr>
                                        <p:cTn id="139" dur="1" fill="hold">
                                          <p:stCondLst>
                                            <p:cond delay="0"/>
                                          </p:stCondLst>
                                        </p:cTn>
                                        <p:tgtEl>
                                          <p:spTgt spid="72"/>
                                        </p:tgtEl>
                                        <p:attrNameLst>
                                          <p:attrName>style.visibility</p:attrName>
                                        </p:attrNameLst>
                                      </p:cBhvr>
                                      <p:to>
                                        <p:strVal val="visible"/>
                                      </p:to>
                                    </p:set>
                                  </p:childTnLst>
                                </p:cTn>
                              </p:par>
                              <p:par>
                                <p:cTn id="140" presetID="1" presetClass="entr" presetSubtype="0" fill="hold" grpId="0" nodeType="withEffect">
                                  <p:stCondLst>
                                    <p:cond delay="0"/>
                                  </p:stCondLst>
                                  <p:childTnLst>
                                    <p:set>
                                      <p:cBhvr>
                                        <p:cTn id="141" dur="1" fill="hold">
                                          <p:stCondLst>
                                            <p:cond delay="0"/>
                                          </p:stCondLst>
                                        </p:cTn>
                                        <p:tgtEl>
                                          <p:spTgt spid="78"/>
                                        </p:tgtEl>
                                        <p:attrNameLst>
                                          <p:attrName>style.visibility</p:attrName>
                                        </p:attrNameLst>
                                      </p:cBhvr>
                                      <p:to>
                                        <p:strVal val="visible"/>
                                      </p:to>
                                    </p:set>
                                  </p:childTnLst>
                                </p:cTn>
                              </p:par>
                              <p:par>
                                <p:cTn id="142" presetID="1" presetClass="entr" presetSubtype="0" fill="hold" grpId="0" nodeType="withEffect">
                                  <p:stCondLst>
                                    <p:cond delay="0"/>
                                  </p:stCondLst>
                                  <p:childTnLst>
                                    <p:set>
                                      <p:cBhvr>
                                        <p:cTn id="143" dur="1" fill="hold">
                                          <p:stCondLst>
                                            <p:cond delay="0"/>
                                          </p:stCondLst>
                                        </p:cTn>
                                        <p:tgtEl>
                                          <p:spTgt spid="79"/>
                                        </p:tgtEl>
                                        <p:attrNameLst>
                                          <p:attrName>style.visibility</p:attrName>
                                        </p:attrNameLst>
                                      </p:cBhvr>
                                      <p:to>
                                        <p:strVal val="visible"/>
                                      </p:to>
                                    </p:set>
                                  </p:childTnLst>
                                </p:cTn>
                              </p:par>
                            </p:childTnLst>
                          </p:cTn>
                        </p:par>
                      </p:childTnLst>
                    </p:cTn>
                  </p:par>
                  <p:par>
                    <p:cTn id="144" fill="hold">
                      <p:stCondLst>
                        <p:cond delay="indefinite"/>
                      </p:stCondLst>
                      <p:childTnLst>
                        <p:par>
                          <p:cTn id="145" fill="hold">
                            <p:stCondLst>
                              <p:cond delay="0"/>
                            </p:stCondLst>
                            <p:childTnLst>
                              <p:par>
                                <p:cTn id="146" presetID="1" presetClass="entr" presetSubtype="0" fill="hold" grpId="0" nodeType="clickEffect">
                                  <p:stCondLst>
                                    <p:cond delay="0"/>
                                  </p:stCondLst>
                                  <p:childTnLst>
                                    <p:set>
                                      <p:cBhvr>
                                        <p:cTn id="147" dur="1" fill="hold">
                                          <p:stCondLst>
                                            <p:cond delay="0"/>
                                          </p:stCondLst>
                                        </p:cTn>
                                        <p:tgtEl>
                                          <p:spTgt spid="63"/>
                                        </p:tgtEl>
                                        <p:attrNameLst>
                                          <p:attrName>style.visibility</p:attrName>
                                        </p:attrNameLst>
                                      </p:cBhvr>
                                      <p:to>
                                        <p:strVal val="visible"/>
                                      </p:to>
                                    </p:set>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grpId="0" nodeType="clickEffect">
                                  <p:stCondLst>
                                    <p:cond delay="0"/>
                                  </p:stCondLst>
                                  <p:childTnLst>
                                    <p:set>
                                      <p:cBhvr>
                                        <p:cTn id="151" dur="1" fill="hold">
                                          <p:stCondLst>
                                            <p:cond delay="0"/>
                                          </p:stCondLst>
                                        </p:cTn>
                                        <p:tgtEl>
                                          <p:spTgt spid="64"/>
                                        </p:tgtEl>
                                        <p:attrNameLst>
                                          <p:attrName>style.visibility</p:attrName>
                                        </p:attrNameLst>
                                      </p:cBhvr>
                                      <p:to>
                                        <p:strVal val="visible"/>
                                      </p:to>
                                    </p:set>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grpId="0" nodeType="clickEffect">
                                  <p:stCondLst>
                                    <p:cond delay="0"/>
                                  </p:stCondLst>
                                  <p:childTnLst>
                                    <p:set>
                                      <p:cBhvr>
                                        <p:cTn id="155" dur="1" fill="hold">
                                          <p:stCondLst>
                                            <p:cond delay="0"/>
                                          </p:stCondLst>
                                        </p:cTn>
                                        <p:tgtEl>
                                          <p:spTgt spid="65"/>
                                        </p:tgtEl>
                                        <p:attrNameLst>
                                          <p:attrName>style.visibility</p:attrName>
                                        </p:attrNameLst>
                                      </p:cBhvr>
                                      <p:to>
                                        <p:strVal val="visible"/>
                                      </p:to>
                                    </p:set>
                                  </p:childTnLst>
                                </p:cTn>
                              </p:par>
                            </p:childTnLst>
                          </p:cTn>
                        </p:par>
                      </p:childTnLst>
                    </p:cTn>
                  </p:par>
                  <p:par>
                    <p:cTn id="156" fill="hold">
                      <p:stCondLst>
                        <p:cond delay="indefinite"/>
                      </p:stCondLst>
                      <p:childTnLst>
                        <p:par>
                          <p:cTn id="157" fill="hold">
                            <p:stCondLst>
                              <p:cond delay="0"/>
                            </p:stCondLst>
                            <p:childTnLst>
                              <p:par>
                                <p:cTn id="158" presetID="1" presetClass="entr" presetSubtype="0" fill="hold" grpId="0" nodeType="clickEffect">
                                  <p:stCondLst>
                                    <p:cond delay="0"/>
                                  </p:stCondLst>
                                  <p:childTnLst>
                                    <p:set>
                                      <p:cBhvr>
                                        <p:cTn id="159" dur="1" fill="hold">
                                          <p:stCondLst>
                                            <p:cond delay="0"/>
                                          </p:stCondLst>
                                        </p:cTn>
                                        <p:tgtEl>
                                          <p:spTgt spid="68"/>
                                        </p:tgtEl>
                                        <p:attrNameLst>
                                          <p:attrName>style.visibility</p:attrName>
                                        </p:attrNameLst>
                                      </p:cBhvr>
                                      <p:to>
                                        <p:strVal val="visible"/>
                                      </p:to>
                                    </p:set>
                                  </p:childTnLst>
                                </p:cTn>
                              </p:par>
                            </p:childTnLst>
                          </p:cTn>
                        </p:par>
                      </p:childTnLst>
                    </p:cTn>
                  </p:par>
                  <p:par>
                    <p:cTn id="160" fill="hold">
                      <p:stCondLst>
                        <p:cond delay="indefinite"/>
                      </p:stCondLst>
                      <p:childTnLst>
                        <p:par>
                          <p:cTn id="161" fill="hold">
                            <p:stCondLst>
                              <p:cond delay="0"/>
                            </p:stCondLst>
                            <p:childTnLst>
                              <p:par>
                                <p:cTn id="162" presetID="1" presetClass="entr" presetSubtype="0" fill="hold" grpId="0" nodeType="clickEffect">
                                  <p:stCondLst>
                                    <p:cond delay="0"/>
                                  </p:stCondLst>
                                  <p:childTnLst>
                                    <p:set>
                                      <p:cBhvr>
                                        <p:cTn id="163" dur="1" fill="hold">
                                          <p:stCondLst>
                                            <p:cond delay="0"/>
                                          </p:stCondLst>
                                        </p:cTn>
                                        <p:tgtEl>
                                          <p:spTgt spid="69"/>
                                        </p:tgtEl>
                                        <p:attrNameLst>
                                          <p:attrName>style.visibility</p:attrName>
                                        </p:attrNameLst>
                                      </p:cBhvr>
                                      <p:to>
                                        <p:strVal val="visible"/>
                                      </p:to>
                                    </p:set>
                                  </p:childTnLst>
                                </p:cTn>
                              </p:par>
                            </p:childTnLst>
                          </p:cTn>
                        </p:par>
                      </p:childTnLst>
                    </p:cTn>
                  </p:par>
                  <p:par>
                    <p:cTn id="164" fill="hold">
                      <p:stCondLst>
                        <p:cond delay="indefinite"/>
                      </p:stCondLst>
                      <p:childTnLst>
                        <p:par>
                          <p:cTn id="165" fill="hold">
                            <p:stCondLst>
                              <p:cond delay="0"/>
                            </p:stCondLst>
                            <p:childTnLst>
                              <p:par>
                                <p:cTn id="166" presetID="1" presetClass="entr" presetSubtype="0" fill="hold" grpId="0" nodeType="clickEffect">
                                  <p:stCondLst>
                                    <p:cond delay="0"/>
                                  </p:stCondLst>
                                  <p:childTnLst>
                                    <p:set>
                                      <p:cBhvr>
                                        <p:cTn id="167" dur="1" fill="hold">
                                          <p:stCondLst>
                                            <p:cond delay="0"/>
                                          </p:stCondLst>
                                        </p:cTn>
                                        <p:tgtEl>
                                          <p:spTgt spid="70"/>
                                        </p:tgtEl>
                                        <p:attrNameLst>
                                          <p:attrName>style.visibility</p:attrName>
                                        </p:attrNameLst>
                                      </p:cBhvr>
                                      <p:to>
                                        <p:strVal val="visible"/>
                                      </p:to>
                                    </p:set>
                                  </p:childTnLst>
                                </p:cTn>
                              </p:par>
                            </p:childTnLst>
                          </p:cTn>
                        </p:par>
                      </p:childTnLst>
                    </p:cTn>
                  </p:par>
                  <p:par>
                    <p:cTn id="168" fill="hold">
                      <p:stCondLst>
                        <p:cond delay="indefinite"/>
                      </p:stCondLst>
                      <p:childTnLst>
                        <p:par>
                          <p:cTn id="169" fill="hold">
                            <p:stCondLst>
                              <p:cond delay="0"/>
                            </p:stCondLst>
                            <p:childTnLst>
                              <p:par>
                                <p:cTn id="170" presetID="1" presetClass="entr" presetSubtype="0" fill="hold" grpId="0" nodeType="clickEffect">
                                  <p:stCondLst>
                                    <p:cond delay="0"/>
                                  </p:stCondLst>
                                  <p:childTnLst>
                                    <p:set>
                                      <p:cBhvr>
                                        <p:cTn id="171" dur="1" fill="hold">
                                          <p:stCondLst>
                                            <p:cond delay="0"/>
                                          </p:stCondLst>
                                        </p:cTn>
                                        <p:tgtEl>
                                          <p:spTgt spid="74"/>
                                        </p:tgtEl>
                                        <p:attrNameLst>
                                          <p:attrName>style.visibility</p:attrName>
                                        </p:attrNameLst>
                                      </p:cBhvr>
                                      <p:to>
                                        <p:strVal val="visible"/>
                                      </p:to>
                                    </p:set>
                                  </p:childTnLst>
                                </p:cTn>
                              </p:par>
                            </p:childTnLst>
                          </p:cTn>
                        </p:par>
                      </p:childTnLst>
                    </p:cTn>
                  </p:par>
                  <p:par>
                    <p:cTn id="172" fill="hold">
                      <p:stCondLst>
                        <p:cond delay="indefinite"/>
                      </p:stCondLst>
                      <p:childTnLst>
                        <p:par>
                          <p:cTn id="173" fill="hold">
                            <p:stCondLst>
                              <p:cond delay="0"/>
                            </p:stCondLst>
                            <p:childTnLst>
                              <p:par>
                                <p:cTn id="174" presetID="1" presetClass="entr" presetSubtype="0" fill="hold" grpId="0" nodeType="clickEffect">
                                  <p:stCondLst>
                                    <p:cond delay="0"/>
                                  </p:stCondLst>
                                  <p:childTnLst>
                                    <p:set>
                                      <p:cBhvr>
                                        <p:cTn id="175" dur="1" fill="hold">
                                          <p:stCondLst>
                                            <p:cond delay="0"/>
                                          </p:stCondLst>
                                        </p:cTn>
                                        <p:tgtEl>
                                          <p:spTgt spid="75"/>
                                        </p:tgtEl>
                                        <p:attrNameLst>
                                          <p:attrName>style.visibility</p:attrName>
                                        </p:attrNameLst>
                                      </p:cBhvr>
                                      <p:to>
                                        <p:strVal val="visible"/>
                                      </p:to>
                                    </p:set>
                                  </p:childTnLst>
                                </p:cTn>
                              </p:par>
                            </p:childTnLst>
                          </p:cTn>
                        </p:par>
                      </p:childTnLst>
                    </p:cTn>
                  </p:par>
                  <p:par>
                    <p:cTn id="176" fill="hold">
                      <p:stCondLst>
                        <p:cond delay="indefinite"/>
                      </p:stCondLst>
                      <p:childTnLst>
                        <p:par>
                          <p:cTn id="177" fill="hold">
                            <p:stCondLst>
                              <p:cond delay="0"/>
                            </p:stCondLst>
                            <p:childTnLst>
                              <p:par>
                                <p:cTn id="178" presetID="1" presetClass="entr" presetSubtype="0" fill="hold" grpId="0" nodeType="clickEffect">
                                  <p:stCondLst>
                                    <p:cond delay="0"/>
                                  </p:stCondLst>
                                  <p:childTnLst>
                                    <p:set>
                                      <p:cBhvr>
                                        <p:cTn id="179" dur="1" fill="hold">
                                          <p:stCondLst>
                                            <p:cond delay="0"/>
                                          </p:stCondLst>
                                        </p:cTn>
                                        <p:tgtEl>
                                          <p:spTgt spid="76"/>
                                        </p:tgtEl>
                                        <p:attrNameLst>
                                          <p:attrName>style.visibility</p:attrName>
                                        </p:attrNameLst>
                                      </p:cBhvr>
                                      <p:to>
                                        <p:strVal val="visible"/>
                                      </p:to>
                                    </p:set>
                                  </p:childTnLst>
                                </p:cTn>
                              </p:par>
                            </p:childTnLst>
                          </p:cTn>
                        </p:par>
                      </p:childTnLst>
                    </p:cTn>
                  </p:par>
                  <p:par>
                    <p:cTn id="180" fill="hold">
                      <p:stCondLst>
                        <p:cond delay="indefinite"/>
                      </p:stCondLst>
                      <p:childTnLst>
                        <p:par>
                          <p:cTn id="181" fill="hold">
                            <p:stCondLst>
                              <p:cond delay="0"/>
                            </p:stCondLst>
                            <p:childTnLst>
                              <p:par>
                                <p:cTn id="182" presetID="1" presetClass="entr" presetSubtype="0" fill="hold" grpId="0" nodeType="clickEffect">
                                  <p:stCondLst>
                                    <p:cond delay="0"/>
                                  </p:stCondLst>
                                  <p:childTnLst>
                                    <p:set>
                                      <p:cBhvr>
                                        <p:cTn id="183" dur="1" fill="hold">
                                          <p:stCondLst>
                                            <p:cond delay="0"/>
                                          </p:stCondLst>
                                        </p:cTn>
                                        <p:tgtEl>
                                          <p:spTgt spid="80"/>
                                        </p:tgtEl>
                                        <p:attrNameLst>
                                          <p:attrName>style.visibility</p:attrName>
                                        </p:attrNameLst>
                                      </p:cBhvr>
                                      <p:to>
                                        <p:strVal val="visible"/>
                                      </p:to>
                                    </p:set>
                                  </p:childTnLst>
                                </p:cTn>
                              </p:par>
                            </p:childTnLst>
                          </p:cTn>
                        </p:par>
                      </p:childTnLst>
                    </p:cTn>
                  </p:par>
                  <p:par>
                    <p:cTn id="184" fill="hold">
                      <p:stCondLst>
                        <p:cond delay="indefinite"/>
                      </p:stCondLst>
                      <p:childTnLst>
                        <p:par>
                          <p:cTn id="185" fill="hold">
                            <p:stCondLst>
                              <p:cond delay="0"/>
                            </p:stCondLst>
                            <p:childTnLst>
                              <p:par>
                                <p:cTn id="186" presetID="1" presetClass="entr" presetSubtype="0" fill="hold" grpId="0" nodeType="clickEffect">
                                  <p:stCondLst>
                                    <p:cond delay="0"/>
                                  </p:stCondLst>
                                  <p:childTnLst>
                                    <p:set>
                                      <p:cBhvr>
                                        <p:cTn id="187" dur="1" fill="hold">
                                          <p:stCondLst>
                                            <p:cond delay="0"/>
                                          </p:stCondLst>
                                        </p:cTn>
                                        <p:tgtEl>
                                          <p:spTgt spid="81"/>
                                        </p:tgtEl>
                                        <p:attrNameLst>
                                          <p:attrName>style.visibility</p:attrName>
                                        </p:attrNameLst>
                                      </p:cBhvr>
                                      <p:to>
                                        <p:strVal val="visible"/>
                                      </p:to>
                                    </p:set>
                                  </p:childTnLst>
                                </p:cTn>
                              </p:par>
                            </p:childTnLst>
                          </p:cTn>
                        </p:par>
                      </p:childTnLst>
                    </p:cTn>
                  </p:par>
                  <p:par>
                    <p:cTn id="188" fill="hold">
                      <p:stCondLst>
                        <p:cond delay="indefinite"/>
                      </p:stCondLst>
                      <p:childTnLst>
                        <p:par>
                          <p:cTn id="189" fill="hold">
                            <p:stCondLst>
                              <p:cond delay="0"/>
                            </p:stCondLst>
                            <p:childTnLst>
                              <p:par>
                                <p:cTn id="190" presetID="1" presetClass="entr" presetSubtype="0" fill="hold" grpId="0" nodeType="clickEffect">
                                  <p:stCondLst>
                                    <p:cond delay="0"/>
                                  </p:stCondLst>
                                  <p:childTnLst>
                                    <p:set>
                                      <p:cBhvr>
                                        <p:cTn id="191" dur="1" fill="hold">
                                          <p:stCondLst>
                                            <p:cond delay="0"/>
                                          </p:stCondLst>
                                        </p:cTn>
                                        <p:tgtEl>
                                          <p:spTgt spid="82"/>
                                        </p:tgtEl>
                                        <p:attrNameLst>
                                          <p:attrName>style.visibility</p:attrName>
                                        </p:attrNameLst>
                                      </p:cBhvr>
                                      <p:to>
                                        <p:strVal val="visible"/>
                                      </p:to>
                                    </p:set>
                                  </p:childTnLst>
                                </p:cTn>
                              </p:par>
                            </p:childTnLst>
                          </p:cTn>
                        </p:par>
                      </p:childTnLst>
                    </p:cTn>
                  </p:par>
                  <p:par>
                    <p:cTn id="192" fill="hold">
                      <p:stCondLst>
                        <p:cond delay="indefinite"/>
                      </p:stCondLst>
                      <p:childTnLst>
                        <p:par>
                          <p:cTn id="193" fill="hold">
                            <p:stCondLst>
                              <p:cond delay="0"/>
                            </p:stCondLst>
                            <p:childTnLst>
                              <p:par>
                                <p:cTn id="194" presetID="1" presetClass="entr" presetSubtype="0" fill="hold" grpId="0" nodeType="clickEffect">
                                  <p:stCondLst>
                                    <p:cond delay="0"/>
                                  </p:stCondLst>
                                  <p:childTnLst>
                                    <p:set>
                                      <p:cBhvr>
                                        <p:cTn id="195" dur="1" fill="hold">
                                          <p:stCondLst>
                                            <p:cond delay="0"/>
                                          </p:stCondLst>
                                        </p:cTn>
                                        <p:tgtEl>
                                          <p:spTgt spid="77">
                                            <p:txEl>
                                              <p:pRg st="0" end="0"/>
                                            </p:txEl>
                                          </p:spTgt>
                                        </p:tgtEl>
                                        <p:attrNameLst>
                                          <p:attrName>style.visibility</p:attrName>
                                        </p:attrNameLst>
                                      </p:cBhvr>
                                      <p:to>
                                        <p:strVal val="visible"/>
                                      </p:to>
                                    </p:set>
                                  </p:childTnLst>
                                </p:cTn>
                              </p:par>
                            </p:childTnLst>
                          </p:cTn>
                        </p:par>
                      </p:childTnLst>
                    </p:cTn>
                  </p:par>
                  <p:par>
                    <p:cTn id="196" fill="hold">
                      <p:stCondLst>
                        <p:cond delay="indefinite"/>
                      </p:stCondLst>
                      <p:childTnLst>
                        <p:par>
                          <p:cTn id="197" fill="hold">
                            <p:stCondLst>
                              <p:cond delay="0"/>
                            </p:stCondLst>
                            <p:childTnLst>
                              <p:par>
                                <p:cTn id="198" presetID="1" presetClass="entr" presetSubtype="0" fill="hold" grpId="0" nodeType="clickEffect">
                                  <p:stCondLst>
                                    <p:cond delay="0"/>
                                  </p:stCondLst>
                                  <p:childTnLst>
                                    <p:set>
                                      <p:cBhvr>
                                        <p:cTn id="199" dur="1" fill="hold">
                                          <p:stCondLst>
                                            <p:cond delay="0"/>
                                          </p:stCondLst>
                                        </p:cTn>
                                        <p:tgtEl>
                                          <p:spTgt spid="83"/>
                                        </p:tgtEl>
                                        <p:attrNameLst>
                                          <p:attrName>style.visibility</p:attrName>
                                        </p:attrNameLst>
                                      </p:cBhvr>
                                      <p:to>
                                        <p:strVal val="visible"/>
                                      </p:to>
                                    </p:set>
                                  </p:childTnLst>
                                </p:cTn>
                              </p:par>
                            </p:childTnLst>
                          </p:cTn>
                        </p:par>
                        <p:par>
                          <p:cTn id="200" fill="hold">
                            <p:stCondLst>
                              <p:cond delay="0"/>
                            </p:stCondLst>
                            <p:childTnLst>
                              <p:par>
                                <p:cTn id="201" presetID="1" presetClass="entr" presetSubtype="0" fill="hold" grpId="0" nodeType="afterEffect">
                                  <p:stCondLst>
                                    <p:cond delay="500"/>
                                  </p:stCondLst>
                                  <p:childTnLst>
                                    <p:set>
                                      <p:cBhvr>
                                        <p:cTn id="202" dur="1" fill="hold">
                                          <p:stCondLst>
                                            <p:cond delay="0"/>
                                          </p:stCondLst>
                                        </p:cTn>
                                        <p:tgtEl>
                                          <p:spTgt spid="84"/>
                                        </p:tgtEl>
                                        <p:attrNameLst>
                                          <p:attrName>style.visibility</p:attrName>
                                        </p:attrNameLst>
                                      </p:cBhvr>
                                      <p:to>
                                        <p:strVal val="visible"/>
                                      </p:to>
                                    </p:set>
                                  </p:childTnLst>
                                </p:cTn>
                              </p:par>
                            </p:childTnLst>
                          </p:cTn>
                        </p:par>
                        <p:par>
                          <p:cTn id="203" fill="hold">
                            <p:stCondLst>
                              <p:cond delay="500"/>
                            </p:stCondLst>
                            <p:childTnLst>
                              <p:par>
                                <p:cTn id="204" presetID="1" presetClass="entr" presetSubtype="0" fill="hold" grpId="0" nodeType="afterEffect">
                                  <p:stCondLst>
                                    <p:cond delay="500"/>
                                  </p:stCondLst>
                                  <p:childTnLst>
                                    <p:set>
                                      <p:cBhvr>
                                        <p:cTn id="205" dur="1" fill="hold">
                                          <p:stCondLst>
                                            <p:cond delay="0"/>
                                          </p:stCondLst>
                                        </p:cTn>
                                        <p:tgtEl>
                                          <p:spTgt spid="85"/>
                                        </p:tgtEl>
                                        <p:attrNameLst>
                                          <p:attrName>style.visibility</p:attrName>
                                        </p:attrNameLst>
                                      </p:cBhvr>
                                      <p:to>
                                        <p:strVal val="visible"/>
                                      </p:to>
                                    </p:set>
                                  </p:childTnLst>
                                </p:cTn>
                              </p:par>
                            </p:childTnLst>
                          </p:cTn>
                        </p:par>
                        <p:par>
                          <p:cTn id="206" fill="hold">
                            <p:stCondLst>
                              <p:cond delay="1000"/>
                            </p:stCondLst>
                            <p:childTnLst>
                              <p:par>
                                <p:cTn id="207" presetID="1" presetClass="entr" presetSubtype="0" fill="hold" grpId="0" nodeType="afterEffect">
                                  <p:stCondLst>
                                    <p:cond delay="500"/>
                                  </p:stCondLst>
                                  <p:childTnLst>
                                    <p:set>
                                      <p:cBhvr>
                                        <p:cTn id="208" dur="1" fill="hold">
                                          <p:stCondLst>
                                            <p:cond delay="0"/>
                                          </p:stCondLst>
                                        </p:cTn>
                                        <p:tgtEl>
                                          <p:spTgt spid="86"/>
                                        </p:tgtEl>
                                        <p:attrNameLst>
                                          <p:attrName>style.visibility</p:attrName>
                                        </p:attrNameLst>
                                      </p:cBhvr>
                                      <p:to>
                                        <p:strVal val="visible"/>
                                      </p:to>
                                    </p:set>
                                  </p:childTnLst>
                                </p:cTn>
                              </p:par>
                            </p:childTnLst>
                          </p:cTn>
                        </p:par>
                        <p:par>
                          <p:cTn id="209" fill="hold">
                            <p:stCondLst>
                              <p:cond delay="1500"/>
                            </p:stCondLst>
                            <p:childTnLst>
                              <p:par>
                                <p:cTn id="210" presetID="1" presetClass="entr" presetSubtype="0" fill="hold" grpId="0" nodeType="afterEffect">
                                  <p:stCondLst>
                                    <p:cond delay="500"/>
                                  </p:stCondLst>
                                  <p:childTnLst>
                                    <p:set>
                                      <p:cBhvr>
                                        <p:cTn id="211" dur="1" fill="hold">
                                          <p:stCondLst>
                                            <p:cond delay="0"/>
                                          </p:stCondLst>
                                        </p:cTn>
                                        <p:tgtEl>
                                          <p:spTgt spid="87"/>
                                        </p:tgtEl>
                                        <p:attrNameLst>
                                          <p:attrName>style.visibility</p:attrName>
                                        </p:attrNameLst>
                                      </p:cBhvr>
                                      <p:to>
                                        <p:strVal val="visible"/>
                                      </p:to>
                                    </p:set>
                                  </p:childTnLst>
                                </p:cTn>
                              </p:par>
                            </p:childTnLst>
                          </p:cTn>
                        </p:par>
                        <p:par>
                          <p:cTn id="212" fill="hold">
                            <p:stCondLst>
                              <p:cond delay="2000"/>
                            </p:stCondLst>
                            <p:childTnLst>
                              <p:par>
                                <p:cTn id="213" presetID="1" presetClass="entr" presetSubtype="0" fill="hold" grpId="0" nodeType="afterEffect">
                                  <p:stCondLst>
                                    <p:cond delay="500"/>
                                  </p:stCondLst>
                                  <p:childTnLst>
                                    <p:set>
                                      <p:cBhvr>
                                        <p:cTn id="214" dur="1" fill="hold">
                                          <p:stCondLst>
                                            <p:cond delay="0"/>
                                          </p:stCondLst>
                                        </p:cTn>
                                        <p:tgtEl>
                                          <p:spTgt spid="88"/>
                                        </p:tgtEl>
                                        <p:attrNameLst>
                                          <p:attrName>style.visibility</p:attrName>
                                        </p:attrNameLst>
                                      </p:cBhvr>
                                      <p:to>
                                        <p:strVal val="visible"/>
                                      </p:to>
                                    </p:set>
                                  </p:childTnLst>
                                </p:cTn>
                              </p:par>
                            </p:childTnLst>
                          </p:cTn>
                        </p:par>
                        <p:par>
                          <p:cTn id="215" fill="hold">
                            <p:stCondLst>
                              <p:cond delay="2500"/>
                            </p:stCondLst>
                            <p:childTnLst>
                              <p:par>
                                <p:cTn id="216" presetID="1" presetClass="entr" presetSubtype="0" fill="hold" grpId="0" nodeType="afterEffect">
                                  <p:stCondLst>
                                    <p:cond delay="500"/>
                                  </p:stCondLst>
                                  <p:childTnLst>
                                    <p:set>
                                      <p:cBhvr>
                                        <p:cTn id="217" dur="1" fill="hold">
                                          <p:stCondLst>
                                            <p:cond delay="0"/>
                                          </p:stCondLst>
                                        </p:cTn>
                                        <p:tgtEl>
                                          <p:spTgt spid="89"/>
                                        </p:tgtEl>
                                        <p:attrNameLst>
                                          <p:attrName>style.visibility</p:attrName>
                                        </p:attrNameLst>
                                      </p:cBhvr>
                                      <p:to>
                                        <p:strVal val="visible"/>
                                      </p:to>
                                    </p:set>
                                  </p:childTnLst>
                                </p:cTn>
                              </p:par>
                            </p:childTnLst>
                          </p:cTn>
                        </p:par>
                      </p:childTnLst>
                    </p:cTn>
                  </p:par>
                  <p:par>
                    <p:cTn id="218" fill="hold">
                      <p:stCondLst>
                        <p:cond delay="indefinite"/>
                      </p:stCondLst>
                      <p:childTnLst>
                        <p:par>
                          <p:cTn id="219" fill="hold">
                            <p:stCondLst>
                              <p:cond delay="0"/>
                            </p:stCondLst>
                            <p:childTnLst>
                              <p:par>
                                <p:cTn id="220" presetID="1" presetClass="entr" presetSubtype="0" fill="hold" grpId="0" nodeType="clickEffect">
                                  <p:stCondLst>
                                    <p:cond delay="0"/>
                                  </p:stCondLst>
                                  <p:childTnLst>
                                    <p:set>
                                      <p:cBhvr>
                                        <p:cTn id="221" dur="1" fill="hold">
                                          <p:stCondLst>
                                            <p:cond delay="0"/>
                                          </p:stCondLst>
                                        </p:cTn>
                                        <p:tgtEl>
                                          <p:spTgt spid="98">
                                            <p:txEl>
                                              <p:pRg st="0" end="0"/>
                                            </p:txEl>
                                          </p:spTgt>
                                        </p:tgtEl>
                                        <p:attrNameLst>
                                          <p:attrName>style.visibility</p:attrName>
                                        </p:attrNameLst>
                                      </p:cBhvr>
                                      <p:to>
                                        <p:strVal val="visible"/>
                                      </p:to>
                                    </p:set>
                                  </p:childTnLst>
                                </p:cTn>
                              </p:par>
                            </p:childTnLst>
                          </p:cTn>
                        </p:par>
                      </p:childTnLst>
                    </p:cTn>
                  </p:par>
                  <p:par>
                    <p:cTn id="222" fill="hold">
                      <p:stCondLst>
                        <p:cond delay="indefinite"/>
                      </p:stCondLst>
                      <p:childTnLst>
                        <p:par>
                          <p:cTn id="223" fill="hold">
                            <p:stCondLst>
                              <p:cond delay="0"/>
                            </p:stCondLst>
                            <p:childTnLst>
                              <p:par>
                                <p:cTn id="224" presetID="1" presetClass="entr" presetSubtype="0" fill="hold" grpId="0" nodeType="clickEffect">
                                  <p:stCondLst>
                                    <p:cond delay="0"/>
                                  </p:stCondLst>
                                  <p:childTnLst>
                                    <p:set>
                                      <p:cBhvr>
                                        <p:cTn id="225"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9" grpId="0" build="p"/>
      <p:bldP spid="50" grpId="0" animBg="1"/>
      <p:bldP spid="33" grpId="0" build="p"/>
      <p:bldP spid="34" grpId="0" build="p"/>
      <p:bldP spid="35" grpId="0" build="p"/>
      <p:bldP spid="36" grpId="0" build="p"/>
      <p:bldP spid="37" grpId="0" build="p"/>
      <p:bldP spid="38" grpId="0" build="p"/>
      <p:bldP spid="39" grpId="0" build="p"/>
      <p:bldP spid="40" grpId="0"/>
      <p:bldP spid="41" grpId="0"/>
      <p:bldP spid="42" grpId="0"/>
      <p:bldP spid="43" grpId="0"/>
      <p:bldP spid="44" grpId="0"/>
      <p:bldP spid="45" grpId="0"/>
      <p:bldP spid="46" grpId="0"/>
      <p:bldP spid="47" grpId="0"/>
      <p:bldP spid="48" grpId="0"/>
      <p:bldP spid="49" grpId="0"/>
      <p:bldP spid="51" grpId="0"/>
      <p:bldP spid="52" grpId="0"/>
      <p:bldP spid="53" grpId="0"/>
      <p:bldP spid="54" grpId="0"/>
      <p:bldP spid="55" grpId="0" build="p"/>
      <p:bldP spid="56" grpId="0"/>
      <p:bldP spid="57" grpId="0"/>
      <p:bldP spid="58" grpId="0"/>
      <p:bldP spid="59" grpId="0"/>
      <p:bldP spid="60" grpId="0"/>
      <p:bldP spid="62" grpId="0"/>
      <p:bldP spid="63" grpId="0"/>
      <p:bldP spid="64" grpId="0"/>
      <p:bldP spid="65" grpId="0"/>
      <p:bldP spid="66" grpId="0"/>
      <p:bldP spid="67" grpId="0"/>
      <p:bldP spid="68" grpId="0"/>
      <p:bldP spid="69" grpId="0"/>
      <p:bldP spid="70" grpId="0"/>
      <p:bldP spid="71" grpId="0"/>
      <p:bldP spid="72" grpId="0"/>
      <p:bldP spid="74" grpId="0"/>
      <p:bldP spid="75" grpId="0"/>
      <p:bldP spid="76" grpId="0"/>
      <p:bldP spid="77" grpId="0" build="p"/>
      <p:bldP spid="78" grpId="0"/>
      <p:bldP spid="79" grpId="0"/>
      <p:bldP spid="80" grpId="0"/>
      <p:bldP spid="81" grpId="0"/>
      <p:bldP spid="82" grpId="0"/>
      <p:bldP spid="83" grpId="0"/>
      <p:bldP spid="84" grpId="0"/>
      <p:bldP spid="85" grpId="0"/>
      <p:bldP spid="86" grpId="0"/>
      <p:bldP spid="87" grpId="0"/>
      <p:bldP spid="88" grpId="0"/>
      <p:bldP spid="89" grpId="0"/>
      <p:bldP spid="97" grpId="0" build="p"/>
      <p:bldP spid="98" grpId="0" build="p"/>
      <p:bldP spid="9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65BD762B-BC92-4133-AD74-4AB4ADF73D27}"/>
                  </a:ext>
                </a:extLst>
              </p:cNvPr>
              <p:cNvSpPr txBox="1"/>
              <p:nvPr/>
            </p:nvSpPr>
            <p:spPr>
              <a:xfrm>
                <a:off x="1625595" y="2860058"/>
                <a:ext cx="4752000" cy="954107"/>
              </a:xfrm>
              <a:prstGeom prst="rect">
                <a:avLst/>
              </a:prstGeom>
              <a:noFill/>
            </p:spPr>
            <p:txBody>
              <a:bodyPr wrap="square">
                <a:spAutoFit/>
              </a:bodyPr>
              <a:lstStyle/>
              <a:p>
                <a:pPr algn="ctr"/>
                <a:r>
                  <a:rPr lang="en-US" sz="2800" dirty="0">
                    <a:solidFill>
                      <a:srgbClr val="002060"/>
                    </a:solidFill>
                  </a:rPr>
                  <a:t>Number of ways in which </a:t>
                </a:r>
                <a14:m>
                  <m:oMath xmlns:m="http://schemas.openxmlformats.org/officeDocument/2006/math">
                    <m:r>
                      <a:rPr lang="en-US" sz="2800" i="1" dirty="0">
                        <a:solidFill>
                          <a:srgbClr val="002060"/>
                        </a:solidFill>
                        <a:latin typeface="Cambria Math" panose="02040503050406030204" pitchFamily="18" charset="0"/>
                      </a:rPr>
                      <m:t>2</m:t>
                    </m:r>
                  </m:oMath>
                </a14:m>
                <a:r>
                  <a:rPr lang="en-US" sz="2800" dirty="0">
                    <a:solidFill>
                      <a:srgbClr val="002060"/>
                    </a:solidFill>
                  </a:rPr>
                  <a:t> black and </a:t>
                </a:r>
                <a14:m>
                  <m:oMath xmlns:m="http://schemas.openxmlformats.org/officeDocument/2006/math">
                    <m:r>
                      <a:rPr lang="en-US" sz="2800" i="1" dirty="0">
                        <a:solidFill>
                          <a:srgbClr val="002060"/>
                        </a:solidFill>
                        <a:latin typeface="Cambria Math" panose="02040503050406030204" pitchFamily="18" charset="0"/>
                      </a:rPr>
                      <m:t>3 </m:t>
                    </m:r>
                  </m:oMath>
                </a14:m>
                <a:r>
                  <a:rPr lang="en-US" sz="2800" dirty="0">
                    <a:solidFill>
                      <a:srgbClr val="002060"/>
                    </a:solidFill>
                  </a:rPr>
                  <a:t>red balls can be selected</a:t>
                </a:r>
                <a:endParaRPr lang="en-IN" sz="2800" dirty="0">
                  <a:solidFill>
                    <a:srgbClr val="002060"/>
                  </a:solidFill>
                </a:endParaRPr>
              </a:p>
            </p:txBody>
          </p:sp>
        </mc:Choice>
        <mc:Fallback xmlns="">
          <p:sp>
            <p:nvSpPr>
              <p:cNvPr id="103" name="TextBox 102">
                <a:extLst>
                  <a:ext uri="{FF2B5EF4-FFF2-40B4-BE49-F238E27FC236}">
                    <a16:creationId xmlns:a16="http://schemas.microsoft.com/office/drawing/2014/main" id="{65BD762B-BC92-4133-AD74-4AB4ADF73D27}"/>
                  </a:ext>
                </a:extLst>
              </p:cNvPr>
              <p:cNvSpPr txBox="1">
                <a:spLocks noRot="1" noChangeAspect="1" noMove="1" noResize="1" noEditPoints="1" noAdjustHandles="1" noChangeArrowheads="1" noChangeShapeType="1" noTextEdit="1"/>
              </p:cNvSpPr>
              <p:nvPr/>
            </p:nvSpPr>
            <p:spPr>
              <a:xfrm>
                <a:off x="1625595" y="2860058"/>
                <a:ext cx="4752000" cy="954107"/>
              </a:xfrm>
              <a:prstGeom prst="rect">
                <a:avLst/>
              </a:prstGeom>
              <a:blipFill>
                <a:blip r:embed="rId2"/>
                <a:stretch>
                  <a:fillRect l="-2439" t="-5732" r="-4108" b="-171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Content Placeholder 2"/>
              <p:cNvSpPr txBox="1">
                <a:spLocks/>
              </p:cNvSpPr>
              <p:nvPr/>
            </p:nvSpPr>
            <p:spPr>
              <a:xfrm>
                <a:off x="131177" y="869080"/>
                <a:ext cx="11929643" cy="11520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5000"/>
                  </a:lnSpc>
                  <a:spcBef>
                    <a:spcPts val="1000"/>
                  </a:spcBef>
                </a:pPr>
                <a:r>
                  <a:rPr lang="en-US" dirty="0"/>
                  <a:t>A bag contains </a:t>
                </a:r>
                <a14:m>
                  <m:oMath xmlns:m="http://schemas.openxmlformats.org/officeDocument/2006/math">
                    <m:r>
                      <a:rPr lang="en-US" i="1" dirty="0" smtClean="0">
                        <a:latin typeface="Cambria Math" panose="02040503050406030204" pitchFamily="18" charset="0"/>
                      </a:rPr>
                      <m:t>5</m:t>
                    </m:r>
                  </m:oMath>
                </a14:m>
                <a:r>
                  <a:rPr lang="en-US" dirty="0"/>
                  <a:t> black ball and </a:t>
                </a:r>
                <a14:m>
                  <m:oMath xmlns:m="http://schemas.openxmlformats.org/officeDocument/2006/math">
                    <m:r>
                      <a:rPr lang="en-US" i="1" dirty="0" smtClean="0">
                        <a:latin typeface="Cambria Math" panose="02040503050406030204" pitchFamily="18" charset="0"/>
                      </a:rPr>
                      <m:t>6</m:t>
                    </m:r>
                  </m:oMath>
                </a14:m>
                <a:r>
                  <a:rPr lang="en-US" dirty="0"/>
                  <a:t> red balls. Determine the number of ways in which</a:t>
                </a:r>
                <a:br>
                  <a:rPr lang="en-US" dirty="0"/>
                </a:br>
                <a14:m>
                  <m:oMath xmlns:m="http://schemas.openxmlformats.org/officeDocument/2006/math">
                    <m:r>
                      <a:rPr lang="en-US" i="1" dirty="0" smtClean="0">
                        <a:latin typeface="Cambria Math" panose="02040503050406030204" pitchFamily="18" charset="0"/>
                      </a:rPr>
                      <m:t>2</m:t>
                    </m:r>
                  </m:oMath>
                </a14:m>
                <a:r>
                  <a:rPr lang="en-US" dirty="0"/>
                  <a:t> black and </a:t>
                </a:r>
                <a14:m>
                  <m:oMath xmlns:m="http://schemas.openxmlformats.org/officeDocument/2006/math">
                    <m:r>
                      <a:rPr lang="en-US" i="1" dirty="0" smtClean="0">
                        <a:latin typeface="Cambria Math" panose="02040503050406030204" pitchFamily="18" charset="0"/>
                      </a:rPr>
                      <m:t>3 </m:t>
                    </m:r>
                  </m:oMath>
                </a14:m>
                <a:r>
                  <a:rPr lang="en-US" dirty="0"/>
                  <a:t>red balls can be selected.</a:t>
                </a:r>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69080"/>
                <a:ext cx="11929643" cy="1152000"/>
              </a:xfrm>
              <a:prstGeom prst="rect">
                <a:avLst/>
              </a:prstGeom>
              <a:blipFill>
                <a:blip r:embed="rId3"/>
                <a:stretch>
                  <a:fillRect l="-1074" r="-1074" b="-11640"/>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1 ⇝ Example 3</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2178959"/>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BC462A78-58F8-4476-84A2-2B4F20DAF323}"/>
                  </a:ext>
                </a:extLst>
              </p:cNvPr>
              <p:cNvSpPr txBox="1"/>
              <p:nvPr/>
            </p:nvSpPr>
            <p:spPr>
              <a:xfrm>
                <a:off x="3788480" y="2178959"/>
                <a:ext cx="1225480" cy="523220"/>
              </a:xfrm>
              <a:prstGeom prst="rect">
                <a:avLst/>
              </a:prstGeom>
              <a:noFill/>
            </p:spPr>
            <p:txBody>
              <a:bodyPr wrap="square">
                <a:spAutoFit/>
              </a:bodyPr>
              <a:lstStyle/>
              <a:p>
                <a14:m>
                  <m:oMath xmlns:m="http://schemas.openxmlformats.org/officeDocument/2006/math">
                    <m:r>
                      <a:rPr lang="en-US" sz="2800" i="1" dirty="0" smtClean="0">
                        <a:solidFill>
                          <a:srgbClr val="002060"/>
                        </a:solidFill>
                        <a:latin typeface="Cambria Math" panose="02040503050406030204" pitchFamily="18" charset="0"/>
                      </a:rPr>
                      <m:t>5</m:t>
                    </m:r>
                  </m:oMath>
                </a14:m>
                <a:r>
                  <a:rPr lang="en-US" sz="2800" dirty="0">
                    <a:solidFill>
                      <a:srgbClr val="002060"/>
                    </a:solidFill>
                  </a:rPr>
                  <a:t> black</a:t>
                </a:r>
                <a:endParaRPr lang="en-IN" sz="2800" dirty="0">
                  <a:solidFill>
                    <a:srgbClr val="002060"/>
                  </a:solidFill>
                </a:endParaRPr>
              </a:p>
            </p:txBody>
          </p:sp>
        </mc:Choice>
        <mc:Fallback xmlns="">
          <p:sp>
            <p:nvSpPr>
              <p:cNvPr id="73" name="TextBox 72">
                <a:extLst>
                  <a:ext uri="{FF2B5EF4-FFF2-40B4-BE49-F238E27FC236}">
                    <a16:creationId xmlns:a16="http://schemas.microsoft.com/office/drawing/2014/main" id="{BC462A78-58F8-4476-84A2-2B4F20DAF323}"/>
                  </a:ext>
                </a:extLst>
              </p:cNvPr>
              <p:cNvSpPr txBox="1">
                <a:spLocks noRot="1" noChangeAspect="1" noMove="1" noResize="1" noEditPoints="1" noAdjustHandles="1" noChangeArrowheads="1" noChangeShapeType="1" noTextEdit="1"/>
              </p:cNvSpPr>
              <p:nvPr/>
            </p:nvSpPr>
            <p:spPr>
              <a:xfrm>
                <a:off x="3788480" y="2178959"/>
                <a:ext cx="1225480" cy="523220"/>
              </a:xfrm>
              <a:prstGeom prst="rect">
                <a:avLst/>
              </a:prstGeom>
              <a:blipFill>
                <a:blip r:embed="rId4"/>
                <a:stretch>
                  <a:fillRect t="-10465" r="-6931"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342F953D-856F-4FC0-97C6-CF24004C36DB}"/>
                  </a:ext>
                </a:extLst>
              </p:cNvPr>
              <p:cNvSpPr txBox="1"/>
              <p:nvPr/>
            </p:nvSpPr>
            <p:spPr>
              <a:xfrm>
                <a:off x="6006663" y="2178959"/>
                <a:ext cx="1292772" cy="523220"/>
              </a:xfrm>
              <a:prstGeom prst="rect">
                <a:avLst/>
              </a:prstGeom>
              <a:noFill/>
            </p:spPr>
            <p:txBody>
              <a:bodyPr wrap="square">
                <a:spAutoFit/>
              </a:bodyPr>
              <a:lstStyle/>
              <a:p>
                <a14:m>
                  <m:oMath xmlns:m="http://schemas.openxmlformats.org/officeDocument/2006/math">
                    <m:r>
                      <a:rPr lang="en-US" sz="2800" i="1" dirty="0">
                        <a:solidFill>
                          <a:srgbClr val="002060"/>
                        </a:solidFill>
                        <a:latin typeface="Cambria Math" panose="02040503050406030204" pitchFamily="18" charset="0"/>
                      </a:rPr>
                      <m:t>6</m:t>
                    </m:r>
                  </m:oMath>
                </a14:m>
                <a:r>
                  <a:rPr lang="en-US" sz="2800" i="0" dirty="0">
                    <a:solidFill>
                      <a:srgbClr val="002060"/>
                    </a:solidFill>
                    <a:latin typeface="+mj-lt"/>
                  </a:rPr>
                  <a:t> red</a:t>
                </a:r>
                <a:endParaRPr lang="en-IN" sz="2800" dirty="0">
                  <a:solidFill>
                    <a:srgbClr val="002060"/>
                  </a:solidFill>
                </a:endParaRPr>
              </a:p>
            </p:txBody>
          </p:sp>
        </mc:Choice>
        <mc:Fallback xmlns="">
          <p:sp>
            <p:nvSpPr>
              <p:cNvPr id="90" name="TextBox 89">
                <a:extLst>
                  <a:ext uri="{FF2B5EF4-FFF2-40B4-BE49-F238E27FC236}">
                    <a16:creationId xmlns:a16="http://schemas.microsoft.com/office/drawing/2014/main" id="{342F953D-856F-4FC0-97C6-CF24004C36DB}"/>
                  </a:ext>
                </a:extLst>
              </p:cNvPr>
              <p:cNvSpPr txBox="1">
                <a:spLocks noRot="1" noChangeAspect="1" noMove="1" noResize="1" noEditPoints="1" noAdjustHandles="1" noChangeArrowheads="1" noChangeShapeType="1" noTextEdit="1"/>
              </p:cNvSpPr>
              <p:nvPr/>
            </p:nvSpPr>
            <p:spPr>
              <a:xfrm>
                <a:off x="6006663" y="2178959"/>
                <a:ext cx="1292772" cy="523220"/>
              </a:xfrm>
              <a:prstGeom prst="rect">
                <a:avLst/>
              </a:prstGeom>
              <a:blipFill>
                <a:blip r:embed="rId5"/>
                <a:stretch>
                  <a:fillRect t="-10465" b="-32558"/>
                </a:stretch>
              </a:blipFill>
            </p:spPr>
            <p:txBody>
              <a:bodyPr/>
              <a:lstStyle/>
              <a:p>
                <a:r>
                  <a:rPr lang="en-IN">
                    <a:noFill/>
                  </a:rPr>
                  <a:t> </a:t>
                </a:r>
              </a:p>
            </p:txBody>
          </p:sp>
        </mc:Fallback>
      </mc:AlternateContent>
      <p:sp>
        <p:nvSpPr>
          <p:cNvPr id="91" name="TextBox 90">
            <a:extLst>
              <a:ext uri="{FF2B5EF4-FFF2-40B4-BE49-F238E27FC236}">
                <a16:creationId xmlns:a16="http://schemas.microsoft.com/office/drawing/2014/main" id="{CDA95F02-E916-426E-99A1-5965251047C3}"/>
              </a:ext>
            </a:extLst>
          </p:cNvPr>
          <p:cNvSpPr txBox="1"/>
          <p:nvPr/>
        </p:nvSpPr>
        <p:spPr>
          <a:xfrm>
            <a:off x="1625597" y="2178959"/>
            <a:ext cx="2367939" cy="523220"/>
          </a:xfrm>
          <a:prstGeom prst="rect">
            <a:avLst/>
          </a:prstGeom>
          <a:noFill/>
        </p:spPr>
        <p:txBody>
          <a:bodyPr wrap="square">
            <a:spAutoFit/>
          </a:bodyPr>
          <a:lstStyle/>
          <a:p>
            <a:r>
              <a:rPr lang="en-US" sz="2800" i="0" dirty="0">
                <a:solidFill>
                  <a:srgbClr val="002060"/>
                </a:solidFill>
                <a:latin typeface="+mj-lt"/>
              </a:rPr>
              <a:t>A Bag contains </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B006EE2-CAEE-4DE0-8F85-443393AE0A68}"/>
                  </a:ext>
                </a:extLst>
              </p:cNvPr>
              <p:cNvSpPr txBox="1"/>
              <p:nvPr/>
            </p:nvSpPr>
            <p:spPr>
              <a:xfrm>
                <a:off x="7913405" y="2178959"/>
                <a:ext cx="1433701" cy="523220"/>
              </a:xfrm>
              <a:prstGeom prst="rect">
                <a:avLst/>
              </a:prstGeom>
              <a:noFill/>
            </p:spPr>
            <p:txBody>
              <a:bodyPr wrap="square">
                <a:spAutoFit/>
              </a:bodyPr>
              <a:lstStyle/>
              <a:p>
                <a14:m>
                  <m:oMath xmlns:m="http://schemas.openxmlformats.org/officeDocument/2006/math">
                    <m:r>
                      <a:rPr lang="en-IN" sz="2800" b="0" i="1" dirty="0" smtClean="0">
                        <a:solidFill>
                          <a:srgbClr val="002060"/>
                        </a:solidFill>
                        <a:latin typeface="Cambria Math" panose="02040503050406030204" pitchFamily="18" charset="0"/>
                      </a:rPr>
                      <m:t>11</m:t>
                    </m:r>
                  </m:oMath>
                </a14:m>
                <a:r>
                  <a:rPr lang="en-US" sz="2800" dirty="0">
                    <a:solidFill>
                      <a:srgbClr val="002060"/>
                    </a:solidFill>
                  </a:rPr>
                  <a:t> balls</a:t>
                </a:r>
                <a:endParaRPr lang="en-IN" sz="2800" dirty="0">
                  <a:solidFill>
                    <a:srgbClr val="002060"/>
                  </a:solidFill>
                </a:endParaRPr>
              </a:p>
            </p:txBody>
          </p:sp>
        </mc:Choice>
        <mc:Fallback xmlns="">
          <p:sp>
            <p:nvSpPr>
              <p:cNvPr id="92" name="TextBox 91">
                <a:extLst>
                  <a:ext uri="{FF2B5EF4-FFF2-40B4-BE49-F238E27FC236}">
                    <a16:creationId xmlns:a16="http://schemas.microsoft.com/office/drawing/2014/main" id="{8B006EE2-CAEE-4DE0-8F85-443393AE0A68}"/>
                  </a:ext>
                </a:extLst>
              </p:cNvPr>
              <p:cNvSpPr txBox="1">
                <a:spLocks noRot="1" noChangeAspect="1" noMove="1" noResize="1" noEditPoints="1" noAdjustHandles="1" noChangeArrowheads="1" noChangeShapeType="1" noTextEdit="1"/>
              </p:cNvSpPr>
              <p:nvPr/>
            </p:nvSpPr>
            <p:spPr>
              <a:xfrm>
                <a:off x="7913405" y="2178959"/>
                <a:ext cx="1433701" cy="523220"/>
              </a:xfrm>
              <a:prstGeom prst="rect">
                <a:avLst/>
              </a:prstGeom>
              <a:blipFill>
                <a:blip r:embed="rId6"/>
                <a:stretch>
                  <a:fillRect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5F998C4A-F8F6-4F79-BF72-08C4C3075AFE}"/>
                  </a:ext>
                </a:extLst>
              </p:cNvPr>
              <p:cNvSpPr txBox="1"/>
              <p:nvPr/>
            </p:nvSpPr>
            <p:spPr>
              <a:xfrm>
                <a:off x="5609646" y="2178959"/>
                <a:ext cx="52498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93" name="TextBox 92">
                <a:extLst>
                  <a:ext uri="{FF2B5EF4-FFF2-40B4-BE49-F238E27FC236}">
                    <a16:creationId xmlns:a16="http://schemas.microsoft.com/office/drawing/2014/main" id="{5F998C4A-F8F6-4F79-BF72-08C4C3075AFE}"/>
                  </a:ext>
                </a:extLst>
              </p:cNvPr>
              <p:cNvSpPr txBox="1">
                <a:spLocks noRot="1" noChangeAspect="1" noMove="1" noResize="1" noEditPoints="1" noAdjustHandles="1" noChangeArrowheads="1" noChangeShapeType="1" noTextEdit="1"/>
              </p:cNvSpPr>
              <p:nvPr/>
            </p:nvSpPr>
            <p:spPr>
              <a:xfrm>
                <a:off x="5609646" y="2178959"/>
                <a:ext cx="524987"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79FE7B29-FA33-4D21-B1D3-DCAD51C25CC6}"/>
                  </a:ext>
                </a:extLst>
              </p:cNvPr>
              <p:cNvSpPr txBox="1"/>
              <p:nvPr/>
            </p:nvSpPr>
            <p:spPr>
              <a:xfrm>
                <a:off x="7509226" y="2178959"/>
                <a:ext cx="524987"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94" name="TextBox 93">
                <a:extLst>
                  <a:ext uri="{FF2B5EF4-FFF2-40B4-BE49-F238E27FC236}">
                    <a16:creationId xmlns:a16="http://schemas.microsoft.com/office/drawing/2014/main" id="{79FE7B29-FA33-4D21-B1D3-DCAD51C25CC6}"/>
                  </a:ext>
                </a:extLst>
              </p:cNvPr>
              <p:cNvSpPr txBox="1">
                <a:spLocks noRot="1" noChangeAspect="1" noMove="1" noResize="1" noEditPoints="1" noAdjustHandles="1" noChangeArrowheads="1" noChangeShapeType="1" noTextEdit="1"/>
              </p:cNvSpPr>
              <p:nvPr/>
            </p:nvSpPr>
            <p:spPr>
              <a:xfrm>
                <a:off x="7509226" y="2178959"/>
                <a:ext cx="524987" cy="523220"/>
              </a:xfrm>
              <a:prstGeom prst="rect">
                <a:avLst/>
              </a:prstGeom>
              <a:blipFill>
                <a:blip r:embed="rId8"/>
                <a:stretch>
                  <a:fillRect/>
                </a:stretch>
              </a:blipFill>
            </p:spPr>
            <p:txBody>
              <a:bodyPr/>
              <a:lstStyle/>
              <a:p>
                <a:r>
                  <a:rPr lang="en-IN">
                    <a:noFill/>
                  </a:rPr>
                  <a:t> </a:t>
                </a:r>
              </a:p>
            </p:txBody>
          </p:sp>
        </mc:Fallback>
      </mc:AlternateContent>
      <p:sp>
        <p:nvSpPr>
          <p:cNvPr id="95" name="TextBox 94">
            <a:extLst>
              <a:ext uri="{FF2B5EF4-FFF2-40B4-BE49-F238E27FC236}">
                <a16:creationId xmlns:a16="http://schemas.microsoft.com/office/drawing/2014/main" id="{C0B62FF5-87D9-4121-929A-0D36CBB986DC}"/>
              </a:ext>
            </a:extLst>
          </p:cNvPr>
          <p:cNvSpPr txBox="1"/>
          <p:nvPr/>
        </p:nvSpPr>
        <p:spPr>
          <a:xfrm>
            <a:off x="4896804" y="2178959"/>
            <a:ext cx="900068" cy="523220"/>
          </a:xfrm>
          <a:prstGeom prst="rect">
            <a:avLst/>
          </a:prstGeom>
          <a:noFill/>
        </p:spPr>
        <p:txBody>
          <a:bodyPr wrap="square">
            <a:spAutoFit/>
          </a:bodyPr>
          <a:lstStyle/>
          <a:p>
            <a:r>
              <a:rPr lang="en-IN" sz="2800" dirty="0">
                <a:solidFill>
                  <a:srgbClr val="002060"/>
                </a:solidFill>
              </a:rPr>
              <a:t>balls</a:t>
            </a:r>
          </a:p>
        </p:txBody>
      </p:sp>
      <p:sp>
        <p:nvSpPr>
          <p:cNvPr id="96" name="TextBox 95">
            <a:extLst>
              <a:ext uri="{FF2B5EF4-FFF2-40B4-BE49-F238E27FC236}">
                <a16:creationId xmlns:a16="http://schemas.microsoft.com/office/drawing/2014/main" id="{40306B26-D990-4355-B298-D51F71BB61DC}"/>
              </a:ext>
            </a:extLst>
          </p:cNvPr>
          <p:cNvSpPr txBox="1"/>
          <p:nvPr/>
        </p:nvSpPr>
        <p:spPr>
          <a:xfrm>
            <a:off x="6787590" y="2178959"/>
            <a:ext cx="900068" cy="523220"/>
          </a:xfrm>
          <a:prstGeom prst="rect">
            <a:avLst/>
          </a:prstGeom>
          <a:noFill/>
        </p:spPr>
        <p:txBody>
          <a:bodyPr wrap="square">
            <a:spAutoFit/>
          </a:bodyPr>
          <a:lstStyle/>
          <a:p>
            <a:r>
              <a:rPr lang="en-IN" sz="2800" dirty="0">
                <a:solidFill>
                  <a:srgbClr val="002060"/>
                </a:solidFill>
              </a:rPr>
              <a:t>balls</a:t>
            </a:r>
          </a:p>
        </p:txBody>
      </p:sp>
      <p:cxnSp>
        <p:nvCxnSpPr>
          <p:cNvPr id="10" name="Straight Connector 9">
            <a:extLst>
              <a:ext uri="{FF2B5EF4-FFF2-40B4-BE49-F238E27FC236}">
                <a16:creationId xmlns:a16="http://schemas.microsoft.com/office/drawing/2014/main" id="{9D5747A6-B389-463A-B6AC-1E415A287329}"/>
              </a:ext>
            </a:extLst>
          </p:cNvPr>
          <p:cNvCxnSpPr/>
          <p:nvPr/>
        </p:nvCxnSpPr>
        <p:spPr>
          <a:xfrm>
            <a:off x="5269702" y="3319163"/>
            <a:ext cx="1002306" cy="0"/>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CDAAD8C2-5318-4B2D-B8B9-14C76247B49D}"/>
              </a:ext>
            </a:extLst>
          </p:cNvPr>
          <p:cNvCxnSpPr/>
          <p:nvPr/>
        </p:nvCxnSpPr>
        <p:spPr>
          <a:xfrm>
            <a:off x="2457273" y="3743509"/>
            <a:ext cx="753047" cy="0"/>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9BAFADD-0104-43C5-81E4-1352CBB80DD0}"/>
                  </a:ext>
                </a:extLst>
              </p:cNvPr>
              <p:cNvSpPr txBox="1"/>
              <p:nvPr/>
            </p:nvSpPr>
            <p:spPr>
              <a:xfrm>
                <a:off x="6377595" y="3075501"/>
                <a:ext cx="524987"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104" name="TextBox 103">
                <a:extLst>
                  <a:ext uri="{FF2B5EF4-FFF2-40B4-BE49-F238E27FC236}">
                    <a16:creationId xmlns:a16="http://schemas.microsoft.com/office/drawing/2014/main" id="{A9BAFADD-0104-43C5-81E4-1352CBB80DD0}"/>
                  </a:ext>
                </a:extLst>
              </p:cNvPr>
              <p:cNvSpPr txBox="1">
                <a:spLocks noRot="1" noChangeAspect="1" noMove="1" noResize="1" noEditPoints="1" noAdjustHandles="1" noChangeArrowheads="1" noChangeShapeType="1" noTextEdit="1"/>
              </p:cNvSpPr>
              <p:nvPr/>
            </p:nvSpPr>
            <p:spPr>
              <a:xfrm>
                <a:off x="6377595" y="3075501"/>
                <a:ext cx="524987"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8FE3F157-C499-4F79-B7FB-892372DD41AD}"/>
                  </a:ext>
                </a:extLst>
              </p:cNvPr>
              <p:cNvSpPr txBox="1"/>
              <p:nvPr/>
            </p:nvSpPr>
            <p:spPr>
              <a:xfrm>
                <a:off x="6906952" y="3075501"/>
                <a:ext cx="691752"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5</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dirty="0">
                                  <a:solidFill>
                                    <a:srgbClr val="002060"/>
                                  </a:solidFill>
                                  <a:latin typeface="Cambria Math" panose="02040503050406030204" pitchFamily="18" charset="0"/>
                                </a:rPr>
                                <m:t>2</m:t>
                              </m:r>
                            </m:sub>
                          </m:sSub>
                        </m:e>
                      </m:sPre>
                    </m:oMath>
                  </m:oMathPara>
                </a14:m>
                <a:endParaRPr lang="en-IN" sz="2800" dirty="0">
                  <a:solidFill>
                    <a:srgbClr val="002060"/>
                  </a:solidFill>
                </a:endParaRPr>
              </a:p>
            </p:txBody>
          </p:sp>
        </mc:Choice>
        <mc:Fallback xmlns="">
          <p:sp>
            <p:nvSpPr>
              <p:cNvPr id="105" name="TextBox 104">
                <a:extLst>
                  <a:ext uri="{FF2B5EF4-FFF2-40B4-BE49-F238E27FC236}">
                    <a16:creationId xmlns:a16="http://schemas.microsoft.com/office/drawing/2014/main" id="{8FE3F157-C499-4F79-B7FB-892372DD41AD}"/>
                  </a:ext>
                </a:extLst>
              </p:cNvPr>
              <p:cNvSpPr txBox="1">
                <a:spLocks noRot="1" noChangeAspect="1" noMove="1" noResize="1" noEditPoints="1" noAdjustHandles="1" noChangeArrowheads="1" noChangeShapeType="1" noTextEdit="1"/>
              </p:cNvSpPr>
              <p:nvPr/>
            </p:nvSpPr>
            <p:spPr>
              <a:xfrm>
                <a:off x="6906952" y="3075501"/>
                <a:ext cx="691752"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1CB0DFF7-D2F1-4256-9F9D-C08AD0E0EB6E}"/>
                  </a:ext>
                </a:extLst>
              </p:cNvPr>
              <p:cNvSpPr txBox="1"/>
              <p:nvPr/>
            </p:nvSpPr>
            <p:spPr>
              <a:xfrm>
                <a:off x="7474370" y="3075501"/>
                <a:ext cx="691752"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b="0" dirty="0">
                  <a:solidFill>
                    <a:srgbClr val="002060"/>
                  </a:solidFill>
                </a:endParaRPr>
              </a:p>
            </p:txBody>
          </p:sp>
        </mc:Choice>
        <mc:Fallback xmlns="">
          <p:sp>
            <p:nvSpPr>
              <p:cNvPr id="106" name="TextBox 105">
                <a:extLst>
                  <a:ext uri="{FF2B5EF4-FFF2-40B4-BE49-F238E27FC236}">
                    <a16:creationId xmlns:a16="http://schemas.microsoft.com/office/drawing/2014/main" id="{1CB0DFF7-D2F1-4256-9F9D-C08AD0E0EB6E}"/>
                  </a:ext>
                </a:extLst>
              </p:cNvPr>
              <p:cNvSpPr txBox="1">
                <a:spLocks noRot="1" noChangeAspect="1" noMove="1" noResize="1" noEditPoints="1" noAdjustHandles="1" noChangeArrowheads="1" noChangeShapeType="1" noTextEdit="1"/>
              </p:cNvSpPr>
              <p:nvPr/>
            </p:nvSpPr>
            <p:spPr>
              <a:xfrm>
                <a:off x="7474370" y="3075501"/>
                <a:ext cx="691752"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710B3575-9460-4D6C-949C-AB88DD3E4F90}"/>
                  </a:ext>
                </a:extLst>
              </p:cNvPr>
              <p:cNvSpPr txBox="1"/>
              <p:nvPr/>
            </p:nvSpPr>
            <p:spPr>
              <a:xfrm>
                <a:off x="8041788" y="3075501"/>
                <a:ext cx="691752"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6</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3</m:t>
                              </m:r>
                            </m:sub>
                          </m:sSub>
                        </m:e>
                      </m:sPre>
                    </m:oMath>
                  </m:oMathPara>
                </a14:m>
                <a:endParaRPr lang="en-IN" sz="2800" dirty="0">
                  <a:solidFill>
                    <a:srgbClr val="002060"/>
                  </a:solidFill>
                </a:endParaRPr>
              </a:p>
            </p:txBody>
          </p:sp>
        </mc:Choice>
        <mc:Fallback xmlns="">
          <p:sp>
            <p:nvSpPr>
              <p:cNvPr id="107" name="TextBox 106">
                <a:extLst>
                  <a:ext uri="{FF2B5EF4-FFF2-40B4-BE49-F238E27FC236}">
                    <a16:creationId xmlns:a16="http://schemas.microsoft.com/office/drawing/2014/main" id="{710B3575-9460-4D6C-949C-AB88DD3E4F90}"/>
                  </a:ext>
                </a:extLst>
              </p:cNvPr>
              <p:cNvSpPr txBox="1">
                <a:spLocks noRot="1" noChangeAspect="1" noMove="1" noResize="1" noEditPoints="1" noAdjustHandles="1" noChangeArrowheads="1" noChangeShapeType="1" noTextEdit="1"/>
              </p:cNvSpPr>
              <p:nvPr/>
            </p:nvSpPr>
            <p:spPr>
              <a:xfrm>
                <a:off x="8041788" y="3075501"/>
                <a:ext cx="691752"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5FAC62DC-FF4F-4751-AFE4-1F68C56B35E9}"/>
                  </a:ext>
                </a:extLst>
              </p:cNvPr>
              <p:cNvSpPr txBox="1"/>
              <p:nvPr/>
            </p:nvSpPr>
            <p:spPr>
              <a:xfrm>
                <a:off x="6377595" y="4015220"/>
                <a:ext cx="524987"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109" name="TextBox 108">
                <a:extLst>
                  <a:ext uri="{FF2B5EF4-FFF2-40B4-BE49-F238E27FC236}">
                    <a16:creationId xmlns:a16="http://schemas.microsoft.com/office/drawing/2014/main" id="{5FAC62DC-FF4F-4751-AFE4-1F68C56B35E9}"/>
                  </a:ext>
                </a:extLst>
              </p:cNvPr>
              <p:cNvSpPr txBox="1">
                <a:spLocks noRot="1" noChangeAspect="1" noMove="1" noResize="1" noEditPoints="1" noAdjustHandles="1" noChangeArrowheads="1" noChangeShapeType="1" noTextEdit="1"/>
              </p:cNvSpPr>
              <p:nvPr/>
            </p:nvSpPr>
            <p:spPr>
              <a:xfrm>
                <a:off x="6377595" y="4015220"/>
                <a:ext cx="524987"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0FA48A33-C8C2-4A37-94AD-2AEC015953E4}"/>
                  </a:ext>
                </a:extLst>
              </p:cNvPr>
              <p:cNvSpPr txBox="1"/>
              <p:nvPr/>
            </p:nvSpPr>
            <p:spPr>
              <a:xfrm>
                <a:off x="6902582" y="4015220"/>
                <a:ext cx="691752"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1</m:t>
                      </m:r>
                      <m:r>
                        <a:rPr lang="en-IN" sz="2800" b="0" i="1" dirty="0" smtClean="0">
                          <a:solidFill>
                            <a:srgbClr val="002060"/>
                          </a:solidFill>
                          <a:latin typeface="Cambria Math" panose="02040503050406030204" pitchFamily="18" charset="0"/>
                        </a:rPr>
                        <m:t>0</m:t>
                      </m:r>
                    </m:oMath>
                  </m:oMathPara>
                </a14:m>
                <a:endParaRPr lang="en-IN" sz="2800" dirty="0">
                  <a:solidFill>
                    <a:srgbClr val="002060"/>
                  </a:solidFill>
                </a:endParaRPr>
              </a:p>
            </p:txBody>
          </p:sp>
        </mc:Choice>
        <mc:Fallback xmlns="">
          <p:sp>
            <p:nvSpPr>
              <p:cNvPr id="110" name="TextBox 109">
                <a:extLst>
                  <a:ext uri="{FF2B5EF4-FFF2-40B4-BE49-F238E27FC236}">
                    <a16:creationId xmlns:a16="http://schemas.microsoft.com/office/drawing/2014/main" id="{0FA48A33-C8C2-4A37-94AD-2AEC015953E4}"/>
                  </a:ext>
                </a:extLst>
              </p:cNvPr>
              <p:cNvSpPr txBox="1">
                <a:spLocks noRot="1" noChangeAspect="1" noMove="1" noResize="1" noEditPoints="1" noAdjustHandles="1" noChangeArrowheads="1" noChangeShapeType="1" noTextEdit="1"/>
              </p:cNvSpPr>
              <p:nvPr/>
            </p:nvSpPr>
            <p:spPr>
              <a:xfrm>
                <a:off x="6902582" y="4015220"/>
                <a:ext cx="691752"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91919487-C6B4-42FB-AAA7-A8493D427656}"/>
                  </a:ext>
                </a:extLst>
              </p:cNvPr>
              <p:cNvSpPr txBox="1"/>
              <p:nvPr/>
            </p:nvSpPr>
            <p:spPr>
              <a:xfrm>
                <a:off x="7474370" y="4015220"/>
                <a:ext cx="691752"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b="0" dirty="0">
                  <a:solidFill>
                    <a:srgbClr val="002060"/>
                  </a:solidFill>
                </a:endParaRPr>
              </a:p>
            </p:txBody>
          </p:sp>
        </mc:Choice>
        <mc:Fallback xmlns="">
          <p:sp>
            <p:nvSpPr>
              <p:cNvPr id="111" name="TextBox 110">
                <a:extLst>
                  <a:ext uri="{FF2B5EF4-FFF2-40B4-BE49-F238E27FC236}">
                    <a16:creationId xmlns:a16="http://schemas.microsoft.com/office/drawing/2014/main" id="{91919487-C6B4-42FB-AAA7-A8493D427656}"/>
                  </a:ext>
                </a:extLst>
              </p:cNvPr>
              <p:cNvSpPr txBox="1">
                <a:spLocks noRot="1" noChangeAspect="1" noMove="1" noResize="1" noEditPoints="1" noAdjustHandles="1" noChangeArrowheads="1" noChangeShapeType="1" noTextEdit="1"/>
              </p:cNvSpPr>
              <p:nvPr/>
            </p:nvSpPr>
            <p:spPr>
              <a:xfrm>
                <a:off x="7474370" y="4015220"/>
                <a:ext cx="691752"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74B9B254-97A7-4CDB-A96F-EECF05944904}"/>
                  </a:ext>
                </a:extLst>
              </p:cNvPr>
              <p:cNvSpPr txBox="1"/>
              <p:nvPr/>
            </p:nvSpPr>
            <p:spPr>
              <a:xfrm>
                <a:off x="8041788" y="4015220"/>
                <a:ext cx="691752"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2</m:t>
                      </m:r>
                      <m:r>
                        <a:rPr lang="en-IN" sz="2800" b="0" i="1" dirty="0" smtClean="0">
                          <a:solidFill>
                            <a:srgbClr val="002060"/>
                          </a:solidFill>
                          <a:latin typeface="Cambria Math" panose="02040503050406030204" pitchFamily="18" charset="0"/>
                        </a:rPr>
                        <m:t>0</m:t>
                      </m:r>
                    </m:oMath>
                  </m:oMathPara>
                </a14:m>
                <a:endParaRPr lang="en-IN" sz="2800" dirty="0">
                  <a:solidFill>
                    <a:srgbClr val="002060"/>
                  </a:solidFill>
                </a:endParaRPr>
              </a:p>
            </p:txBody>
          </p:sp>
        </mc:Choice>
        <mc:Fallback xmlns="">
          <p:sp>
            <p:nvSpPr>
              <p:cNvPr id="112" name="TextBox 111">
                <a:extLst>
                  <a:ext uri="{FF2B5EF4-FFF2-40B4-BE49-F238E27FC236}">
                    <a16:creationId xmlns:a16="http://schemas.microsoft.com/office/drawing/2014/main" id="{74B9B254-97A7-4CDB-A96F-EECF05944904}"/>
                  </a:ext>
                </a:extLst>
              </p:cNvPr>
              <p:cNvSpPr txBox="1">
                <a:spLocks noRot="1" noChangeAspect="1" noMove="1" noResize="1" noEditPoints="1" noAdjustHandles="1" noChangeArrowheads="1" noChangeShapeType="1" noTextEdit="1"/>
              </p:cNvSpPr>
              <p:nvPr/>
            </p:nvSpPr>
            <p:spPr>
              <a:xfrm>
                <a:off x="8041788" y="4015220"/>
                <a:ext cx="691752"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AED54A29-3706-42B8-8164-20AAF3C12F36}"/>
                  </a:ext>
                </a:extLst>
              </p:cNvPr>
              <p:cNvSpPr txBox="1"/>
              <p:nvPr/>
            </p:nvSpPr>
            <p:spPr>
              <a:xfrm>
                <a:off x="6377595" y="4929824"/>
                <a:ext cx="524987"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113" name="TextBox 112">
                <a:extLst>
                  <a:ext uri="{FF2B5EF4-FFF2-40B4-BE49-F238E27FC236}">
                    <a16:creationId xmlns:a16="http://schemas.microsoft.com/office/drawing/2014/main" id="{AED54A29-3706-42B8-8164-20AAF3C12F36}"/>
                  </a:ext>
                </a:extLst>
              </p:cNvPr>
              <p:cNvSpPr txBox="1">
                <a:spLocks noRot="1" noChangeAspect="1" noMove="1" noResize="1" noEditPoints="1" noAdjustHandles="1" noChangeArrowheads="1" noChangeShapeType="1" noTextEdit="1"/>
              </p:cNvSpPr>
              <p:nvPr/>
            </p:nvSpPr>
            <p:spPr>
              <a:xfrm>
                <a:off x="6377595" y="4929824"/>
                <a:ext cx="524987"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D3B67EB7-C280-4716-B43D-323C3F81619D}"/>
                  </a:ext>
                </a:extLst>
              </p:cNvPr>
              <p:cNvSpPr txBox="1"/>
              <p:nvPr/>
            </p:nvSpPr>
            <p:spPr>
              <a:xfrm>
                <a:off x="6902582" y="4929824"/>
                <a:ext cx="81684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200</m:t>
                      </m:r>
                    </m:oMath>
                  </m:oMathPara>
                </a14:m>
                <a:endParaRPr lang="en-IN" sz="2800" dirty="0">
                  <a:solidFill>
                    <a:srgbClr val="002060"/>
                  </a:solidFill>
                </a:endParaRPr>
              </a:p>
            </p:txBody>
          </p:sp>
        </mc:Choice>
        <mc:Fallback xmlns="">
          <p:sp>
            <p:nvSpPr>
              <p:cNvPr id="114" name="TextBox 113">
                <a:extLst>
                  <a:ext uri="{FF2B5EF4-FFF2-40B4-BE49-F238E27FC236}">
                    <a16:creationId xmlns:a16="http://schemas.microsoft.com/office/drawing/2014/main" id="{D3B67EB7-C280-4716-B43D-323C3F81619D}"/>
                  </a:ext>
                </a:extLst>
              </p:cNvPr>
              <p:cNvSpPr txBox="1">
                <a:spLocks noRot="1" noChangeAspect="1" noMove="1" noResize="1" noEditPoints="1" noAdjustHandles="1" noChangeArrowheads="1" noChangeShapeType="1" noTextEdit="1"/>
              </p:cNvSpPr>
              <p:nvPr/>
            </p:nvSpPr>
            <p:spPr>
              <a:xfrm>
                <a:off x="6902582" y="4929824"/>
                <a:ext cx="816847" cy="523220"/>
              </a:xfrm>
              <a:prstGeom prst="rect">
                <a:avLst/>
              </a:prstGeom>
              <a:blipFill>
                <a:blip r:embed="rId18"/>
                <a:stretch>
                  <a:fillRect/>
                </a:stretch>
              </a:blipFill>
            </p:spPr>
            <p:txBody>
              <a:bodyPr/>
              <a:lstStyle/>
              <a:p>
                <a:r>
                  <a:rPr lang="en-IN">
                    <a:noFill/>
                  </a:rPr>
                  <a:t> </a:t>
                </a:r>
              </a:p>
            </p:txBody>
          </p:sp>
        </mc:Fallback>
      </mc:AlternateContent>
      <p:cxnSp>
        <p:nvCxnSpPr>
          <p:cNvPr id="115" name="Straight Connector 114">
            <a:extLst>
              <a:ext uri="{FF2B5EF4-FFF2-40B4-BE49-F238E27FC236}">
                <a16:creationId xmlns:a16="http://schemas.microsoft.com/office/drawing/2014/main" id="{8CA59059-1D3F-4C74-97AC-BFCC86B21F03}"/>
              </a:ext>
            </a:extLst>
          </p:cNvPr>
          <p:cNvCxnSpPr/>
          <p:nvPr/>
        </p:nvCxnSpPr>
        <p:spPr>
          <a:xfrm>
            <a:off x="1877022" y="3743509"/>
            <a:ext cx="467583" cy="0"/>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B1BAD7DE-50AE-43F7-A95A-84B5C9C5913B}"/>
              </a:ext>
            </a:extLst>
          </p:cNvPr>
          <p:cNvCxnSpPr>
            <a:cxnSpLocks/>
          </p:cNvCxnSpPr>
          <p:nvPr/>
        </p:nvCxnSpPr>
        <p:spPr>
          <a:xfrm>
            <a:off x="3894498" y="2637436"/>
            <a:ext cx="1002306" cy="0"/>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C8CB8C23-BB48-436D-9583-266EABA2AD88}"/>
              </a:ext>
            </a:extLst>
          </p:cNvPr>
          <p:cNvCxnSpPr>
            <a:cxnSpLocks/>
          </p:cNvCxnSpPr>
          <p:nvPr/>
        </p:nvCxnSpPr>
        <p:spPr>
          <a:xfrm>
            <a:off x="6096000" y="2637436"/>
            <a:ext cx="753047" cy="0"/>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7289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3"/>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9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9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90"/>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9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4"/>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grpId="0" nodeType="afterEffect">
                                  <p:stCondLst>
                                    <p:cond delay="0"/>
                                  </p:stCondLst>
                                  <p:childTnLst>
                                    <p:set>
                                      <p:cBhvr>
                                        <p:cTn id="35" dur="1" fill="hold">
                                          <p:stCondLst>
                                            <p:cond delay="0"/>
                                          </p:stCondLst>
                                        </p:cTn>
                                        <p:tgtEl>
                                          <p:spTgt spid="9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03"/>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04"/>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wipe(left)">
                                      <p:cBhvr>
                                        <p:cTn id="48" dur="500"/>
                                        <p:tgtEl>
                                          <p:spTgt spid="1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116"/>
                                        </p:tgtEl>
                                        <p:attrNameLst>
                                          <p:attrName>style.visibility</p:attrName>
                                        </p:attrNameLst>
                                      </p:cBhvr>
                                      <p:to>
                                        <p:strVal val="visible"/>
                                      </p:to>
                                    </p:set>
                                    <p:animEffect transition="in" filter="wipe(left)">
                                      <p:cBhvr>
                                        <p:cTn id="53" dur="500"/>
                                        <p:tgtEl>
                                          <p:spTgt spid="116"/>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05"/>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15"/>
                                        </p:tgtEl>
                                        <p:attrNameLst>
                                          <p:attrName>style.visibility</p:attrName>
                                        </p:attrNameLst>
                                      </p:cBhvr>
                                      <p:to>
                                        <p:strVal val="visible"/>
                                      </p:to>
                                    </p:set>
                                    <p:animEffect transition="in" filter="wipe(left)">
                                      <p:cBhvr>
                                        <p:cTn id="62" dur="500"/>
                                        <p:tgtEl>
                                          <p:spTgt spid="115"/>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0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02"/>
                                        </p:tgtEl>
                                        <p:attrNameLst>
                                          <p:attrName>style.visibility</p:attrName>
                                        </p:attrNameLst>
                                      </p:cBhvr>
                                      <p:to>
                                        <p:strVal val="visible"/>
                                      </p:to>
                                    </p:set>
                                    <p:animEffect transition="in" filter="wipe(left)">
                                      <p:cBhvr>
                                        <p:cTn id="71" dur="500"/>
                                        <p:tgtEl>
                                          <p:spTgt spid="102"/>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117"/>
                                        </p:tgtEl>
                                        <p:attrNameLst>
                                          <p:attrName>style.visibility</p:attrName>
                                        </p:attrNameLst>
                                      </p:cBhvr>
                                      <p:to>
                                        <p:strVal val="visible"/>
                                      </p:to>
                                    </p:set>
                                    <p:animEffect transition="in" filter="wipe(left)">
                                      <p:cBhvr>
                                        <p:cTn id="76" dur="500"/>
                                        <p:tgtEl>
                                          <p:spTgt spid="117"/>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07"/>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nodeType="clickEffect">
                                  <p:stCondLst>
                                    <p:cond delay="0"/>
                                  </p:stCondLst>
                                  <p:childTnLst>
                                    <p:set>
                                      <p:cBhvr>
                                        <p:cTn id="84" dur="1" fill="hold">
                                          <p:stCondLst>
                                            <p:cond delay="0"/>
                                          </p:stCondLst>
                                        </p:cTn>
                                        <p:tgtEl>
                                          <p:spTgt spid="10"/>
                                        </p:tgtEl>
                                        <p:attrNameLst>
                                          <p:attrName>style.visibility</p:attrName>
                                        </p:attrNameLst>
                                      </p:cBhvr>
                                      <p:to>
                                        <p:strVal val="hidden"/>
                                      </p:to>
                                    </p:set>
                                  </p:childTnLst>
                                </p:cTn>
                              </p:par>
                              <p:par>
                                <p:cTn id="85" presetID="1" presetClass="exit" presetSubtype="0" fill="hold" nodeType="withEffect">
                                  <p:stCondLst>
                                    <p:cond delay="0"/>
                                  </p:stCondLst>
                                  <p:childTnLst>
                                    <p:set>
                                      <p:cBhvr>
                                        <p:cTn id="86" dur="1" fill="hold">
                                          <p:stCondLst>
                                            <p:cond delay="0"/>
                                          </p:stCondLst>
                                        </p:cTn>
                                        <p:tgtEl>
                                          <p:spTgt spid="115"/>
                                        </p:tgtEl>
                                        <p:attrNameLst>
                                          <p:attrName>style.visibility</p:attrName>
                                        </p:attrNameLst>
                                      </p:cBhvr>
                                      <p:to>
                                        <p:strVal val="hidden"/>
                                      </p:to>
                                    </p:set>
                                  </p:childTnLst>
                                </p:cTn>
                              </p:par>
                              <p:par>
                                <p:cTn id="87" presetID="1" presetClass="exit" presetSubtype="0" fill="hold" nodeType="withEffect">
                                  <p:stCondLst>
                                    <p:cond delay="0"/>
                                  </p:stCondLst>
                                  <p:childTnLst>
                                    <p:set>
                                      <p:cBhvr>
                                        <p:cTn id="88" dur="1" fill="hold">
                                          <p:stCondLst>
                                            <p:cond delay="0"/>
                                          </p:stCondLst>
                                        </p:cTn>
                                        <p:tgtEl>
                                          <p:spTgt spid="102"/>
                                        </p:tgtEl>
                                        <p:attrNameLst>
                                          <p:attrName>style.visibility</p:attrName>
                                        </p:attrNameLst>
                                      </p:cBhvr>
                                      <p:to>
                                        <p:strVal val="hidden"/>
                                      </p:to>
                                    </p:set>
                                  </p:childTnLst>
                                </p:cTn>
                              </p:par>
                              <p:par>
                                <p:cTn id="89" presetID="1" presetClass="exit" presetSubtype="0" fill="hold" nodeType="withEffect">
                                  <p:stCondLst>
                                    <p:cond delay="0"/>
                                  </p:stCondLst>
                                  <p:childTnLst>
                                    <p:set>
                                      <p:cBhvr>
                                        <p:cTn id="90" dur="1" fill="hold">
                                          <p:stCondLst>
                                            <p:cond delay="0"/>
                                          </p:stCondLst>
                                        </p:cTn>
                                        <p:tgtEl>
                                          <p:spTgt spid="116"/>
                                        </p:tgtEl>
                                        <p:attrNameLst>
                                          <p:attrName>style.visibility</p:attrName>
                                        </p:attrNameLst>
                                      </p:cBhvr>
                                      <p:to>
                                        <p:strVal val="hidden"/>
                                      </p:to>
                                    </p:set>
                                  </p:childTnLst>
                                </p:cTn>
                              </p:par>
                              <p:par>
                                <p:cTn id="91" presetID="1" presetClass="exit" presetSubtype="0" fill="hold" nodeType="withEffect">
                                  <p:stCondLst>
                                    <p:cond delay="0"/>
                                  </p:stCondLst>
                                  <p:childTnLst>
                                    <p:set>
                                      <p:cBhvr>
                                        <p:cTn id="92" dur="1" fill="hold">
                                          <p:stCondLst>
                                            <p:cond delay="0"/>
                                          </p:stCondLst>
                                        </p:cTn>
                                        <p:tgtEl>
                                          <p:spTgt spid="117"/>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09"/>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1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111"/>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112"/>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113"/>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p:bldP spid="50" grpId="0" animBg="1"/>
      <p:bldP spid="73" grpId="0"/>
      <p:bldP spid="90" grpId="0"/>
      <p:bldP spid="91" grpId="0"/>
      <p:bldP spid="92" grpId="0"/>
      <p:bldP spid="93" grpId="0"/>
      <p:bldP spid="94" grpId="0"/>
      <p:bldP spid="95" grpId="0"/>
      <p:bldP spid="96" grpId="0"/>
      <p:bldP spid="104" grpId="0"/>
      <p:bldP spid="105" grpId="0"/>
      <p:bldP spid="106" grpId="0"/>
      <p:bldP spid="107" grpId="0"/>
      <p:bldP spid="109" grpId="0"/>
      <p:bldP spid="110" grpId="0"/>
      <p:bldP spid="111" grpId="0"/>
      <p:bldP spid="112" grpId="0"/>
      <p:bldP spid="113" grpId="0"/>
      <p:bldP spid="1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C0B62FF5-87D9-4121-929A-0D36CBB986DC}"/>
                  </a:ext>
                </a:extLst>
              </p:cNvPr>
              <p:cNvSpPr txBox="1"/>
              <p:nvPr/>
            </p:nvSpPr>
            <p:spPr>
              <a:xfrm>
                <a:off x="2237370" y="5017397"/>
                <a:ext cx="3912197" cy="523220"/>
              </a:xfrm>
              <a:prstGeom prst="rect">
                <a:avLst/>
              </a:prstGeom>
              <a:noFill/>
            </p:spPr>
            <p:txBody>
              <a:bodyPr wrap="square">
                <a:spAutoFit/>
              </a:bodyPr>
              <a:lstStyle/>
              <a:p>
                <a:r>
                  <a:rPr lang="en-GB" sz="2800" dirty="0">
                    <a:solidFill>
                      <a:srgbClr val="002060"/>
                    </a:solidFill>
                  </a:rPr>
                  <a:t>and each suit has </a:t>
                </a:r>
                <a14:m>
                  <m:oMath xmlns:m="http://schemas.openxmlformats.org/officeDocument/2006/math">
                    <m:r>
                      <a:rPr lang="en-GB" sz="2800" i="1" dirty="0" smtClean="0">
                        <a:solidFill>
                          <a:srgbClr val="002060"/>
                        </a:solidFill>
                        <a:latin typeface="Cambria Math" panose="02040503050406030204" pitchFamily="18" charset="0"/>
                      </a:rPr>
                      <m:t>13</m:t>
                    </m:r>
                  </m:oMath>
                </a14:m>
                <a:r>
                  <a:rPr lang="en-GB" sz="2800" dirty="0">
                    <a:solidFill>
                      <a:srgbClr val="002060"/>
                    </a:solidFill>
                  </a:rPr>
                  <a:t> cards</a:t>
                </a:r>
                <a:endParaRPr lang="en-IN" sz="2800" dirty="0">
                  <a:solidFill>
                    <a:srgbClr val="002060"/>
                  </a:solidFill>
                </a:endParaRPr>
              </a:p>
            </p:txBody>
          </p:sp>
        </mc:Choice>
        <mc:Fallback xmlns="">
          <p:sp>
            <p:nvSpPr>
              <p:cNvPr id="95" name="TextBox 94">
                <a:extLst>
                  <a:ext uri="{FF2B5EF4-FFF2-40B4-BE49-F238E27FC236}">
                    <a16:creationId xmlns:a16="http://schemas.microsoft.com/office/drawing/2014/main" id="{C0B62FF5-87D9-4121-929A-0D36CBB986DC}"/>
                  </a:ext>
                </a:extLst>
              </p:cNvPr>
              <p:cNvSpPr txBox="1">
                <a:spLocks noRot="1" noChangeAspect="1" noMove="1" noResize="1" noEditPoints="1" noAdjustHandles="1" noChangeArrowheads="1" noChangeShapeType="1" noTextEdit="1"/>
              </p:cNvSpPr>
              <p:nvPr/>
            </p:nvSpPr>
            <p:spPr>
              <a:xfrm>
                <a:off x="2237370" y="5017397"/>
                <a:ext cx="3912197" cy="523220"/>
              </a:xfrm>
              <a:prstGeom prst="rect">
                <a:avLst/>
              </a:prstGeom>
              <a:blipFill>
                <a:blip r:embed="rId2"/>
                <a:stretch>
                  <a:fillRect l="-3115" t="-10465" r="-311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Content Placeholder 2"/>
              <p:cNvSpPr txBox="1">
                <a:spLocks/>
              </p:cNvSpPr>
              <p:nvPr/>
            </p:nvSpPr>
            <p:spPr>
              <a:xfrm>
                <a:off x="131177" y="869078"/>
                <a:ext cx="11929643" cy="29160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5000"/>
                  </a:lnSpc>
                  <a:spcBef>
                    <a:spcPts val="1000"/>
                  </a:spcBef>
                </a:pPr>
                <a:r>
                  <a:rPr lang="en-GB" dirty="0"/>
                  <a:t>What is the number of ways of choosing </a:t>
                </a:r>
                <a14:m>
                  <m:oMath xmlns:m="http://schemas.openxmlformats.org/officeDocument/2006/math">
                    <m:r>
                      <a:rPr lang="en-GB" i="1" dirty="0" smtClean="0">
                        <a:latin typeface="Cambria Math" panose="02040503050406030204" pitchFamily="18" charset="0"/>
                      </a:rPr>
                      <m:t>4</m:t>
                    </m:r>
                  </m:oMath>
                </a14:m>
                <a:r>
                  <a:rPr lang="en-GB" dirty="0"/>
                  <a:t> cards of below choices from pack of </a:t>
                </a:r>
                <a14:m>
                  <m:oMath xmlns:m="http://schemas.openxmlformats.org/officeDocument/2006/math">
                    <m:r>
                      <a:rPr lang="en-GB" i="1" dirty="0" smtClean="0">
                        <a:latin typeface="Cambria Math" panose="02040503050406030204" pitchFamily="18" charset="0"/>
                      </a:rPr>
                      <m:t>52</m:t>
                    </m:r>
                  </m:oMath>
                </a14:m>
                <a:r>
                  <a:rPr lang="en-GB" dirty="0"/>
                  <a:t> cards?</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69078"/>
                <a:ext cx="11929643" cy="2916000"/>
              </a:xfrm>
              <a:prstGeom prst="rect">
                <a:avLst/>
              </a:prstGeom>
              <a:blipFill>
                <a:blip r:embed="rId3"/>
                <a:stretch>
                  <a:fillRect l="-1074"/>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1 ⇝ Example 4</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3942455"/>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p:sp>
        <p:nvSpPr>
          <p:cNvPr id="73" name="TextBox 72">
            <a:extLst>
              <a:ext uri="{FF2B5EF4-FFF2-40B4-BE49-F238E27FC236}">
                <a16:creationId xmlns:a16="http://schemas.microsoft.com/office/drawing/2014/main" id="{BC462A78-58F8-4476-84A2-2B4F20DAF323}"/>
              </a:ext>
            </a:extLst>
          </p:cNvPr>
          <p:cNvSpPr txBox="1"/>
          <p:nvPr/>
        </p:nvSpPr>
        <p:spPr>
          <a:xfrm>
            <a:off x="4873299" y="4478778"/>
            <a:ext cx="5078918" cy="523220"/>
          </a:xfrm>
          <a:prstGeom prst="rect">
            <a:avLst/>
          </a:prstGeom>
          <a:noFill/>
        </p:spPr>
        <p:txBody>
          <a:bodyPr wrap="square">
            <a:spAutoFit/>
          </a:bodyPr>
          <a:lstStyle/>
          <a:p>
            <a:r>
              <a:rPr lang="en-GB" sz="2800">
                <a:solidFill>
                  <a:srgbClr val="002060"/>
                </a:solidFill>
              </a:rPr>
              <a:t>(Spades, Hearts, Diamonds, Clubs)</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CDA95F02-E916-426E-99A1-5965251047C3}"/>
                  </a:ext>
                </a:extLst>
              </p:cNvPr>
              <p:cNvSpPr txBox="1"/>
              <p:nvPr/>
            </p:nvSpPr>
            <p:spPr>
              <a:xfrm>
                <a:off x="2237370" y="4478778"/>
                <a:ext cx="2719319" cy="523220"/>
              </a:xfrm>
              <a:prstGeom prst="rect">
                <a:avLst/>
              </a:prstGeom>
              <a:noFill/>
            </p:spPr>
            <p:txBody>
              <a:bodyPr wrap="square">
                <a:spAutoFit/>
              </a:bodyPr>
              <a:lstStyle/>
              <a:p>
                <a:r>
                  <a:rPr lang="en-GB" sz="2800" dirty="0">
                    <a:solidFill>
                      <a:srgbClr val="002060"/>
                    </a:solidFill>
                    <a:latin typeface="+mj-lt"/>
                  </a:rPr>
                  <a:t>A deck has </a:t>
                </a:r>
                <a14:m>
                  <m:oMath xmlns:m="http://schemas.openxmlformats.org/officeDocument/2006/math">
                    <m:r>
                      <a:rPr lang="en-GB" sz="2800" i="1" dirty="0" smtClean="0">
                        <a:solidFill>
                          <a:srgbClr val="002060"/>
                        </a:solidFill>
                        <a:latin typeface="Cambria Math" panose="02040503050406030204" pitchFamily="18" charset="0"/>
                      </a:rPr>
                      <m:t>4</m:t>
                    </m:r>
                  </m:oMath>
                </a14:m>
                <a:r>
                  <a:rPr lang="en-GB" sz="2800" dirty="0">
                    <a:solidFill>
                      <a:srgbClr val="002060"/>
                    </a:solidFill>
                    <a:latin typeface="+mj-lt"/>
                  </a:rPr>
                  <a:t> suits</a:t>
                </a:r>
                <a:endParaRPr lang="en-IN" sz="2800" dirty="0">
                  <a:solidFill>
                    <a:srgbClr val="002060"/>
                  </a:solidFill>
                </a:endParaRPr>
              </a:p>
            </p:txBody>
          </p:sp>
        </mc:Choice>
        <mc:Fallback xmlns="">
          <p:sp>
            <p:nvSpPr>
              <p:cNvPr id="91" name="TextBox 90">
                <a:extLst>
                  <a:ext uri="{FF2B5EF4-FFF2-40B4-BE49-F238E27FC236}">
                    <a16:creationId xmlns:a16="http://schemas.microsoft.com/office/drawing/2014/main" id="{CDA95F02-E916-426E-99A1-5965251047C3}"/>
                  </a:ext>
                </a:extLst>
              </p:cNvPr>
              <p:cNvSpPr txBox="1">
                <a:spLocks noRot="1" noChangeAspect="1" noMove="1" noResize="1" noEditPoints="1" noAdjustHandles="1" noChangeArrowheads="1" noChangeShapeType="1" noTextEdit="1"/>
              </p:cNvSpPr>
              <p:nvPr/>
            </p:nvSpPr>
            <p:spPr>
              <a:xfrm>
                <a:off x="2237370" y="4478778"/>
                <a:ext cx="2719319" cy="523220"/>
              </a:xfrm>
              <a:prstGeom prst="rect">
                <a:avLst/>
              </a:prstGeom>
              <a:blipFill>
                <a:blip r:embed="rId4"/>
                <a:stretch>
                  <a:fillRect l="-4484" t="-11628" r="-4036"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5F998C4A-F8F6-4F79-BF72-08C4C3075AFE}"/>
                  </a:ext>
                </a:extLst>
              </p:cNvPr>
              <p:cNvSpPr txBox="1"/>
              <p:nvPr/>
            </p:nvSpPr>
            <p:spPr>
              <a:xfrm>
                <a:off x="2237370" y="5540617"/>
                <a:ext cx="1512000" cy="954107"/>
              </a:xfrm>
              <a:prstGeom prst="rect">
                <a:avLst/>
              </a:prstGeom>
              <a:noFill/>
            </p:spPr>
            <p:txBody>
              <a:bodyPr wrap="square">
                <a:spAutoFit/>
              </a:bodyPr>
              <a:lstStyle/>
              <a:p>
                <a:pPr algn="ctr"/>
                <a14:m>
                  <m:oMath xmlns:m="http://schemas.openxmlformats.org/officeDocument/2006/math">
                    <m:r>
                      <a:rPr lang="en-IN" sz="2800" i="1" dirty="0" smtClean="0">
                        <a:solidFill>
                          <a:srgbClr val="002060"/>
                        </a:solidFill>
                        <a:latin typeface="Cambria Math" panose="02040503050406030204" pitchFamily="18" charset="0"/>
                      </a:rPr>
                      <m:t>4</m:t>
                    </m:r>
                  </m:oMath>
                </a14:m>
                <a:r>
                  <a:rPr lang="en-IN" sz="2800" dirty="0">
                    <a:solidFill>
                      <a:srgbClr val="002060"/>
                    </a:solidFill>
                  </a:rPr>
                  <a:t> Spades selected </a:t>
                </a:r>
              </a:p>
            </p:txBody>
          </p:sp>
        </mc:Choice>
        <mc:Fallback xmlns="">
          <p:sp>
            <p:nvSpPr>
              <p:cNvPr id="93" name="TextBox 92">
                <a:extLst>
                  <a:ext uri="{FF2B5EF4-FFF2-40B4-BE49-F238E27FC236}">
                    <a16:creationId xmlns:a16="http://schemas.microsoft.com/office/drawing/2014/main" id="{5F998C4A-F8F6-4F79-BF72-08C4C3075AFE}"/>
                  </a:ext>
                </a:extLst>
              </p:cNvPr>
              <p:cNvSpPr txBox="1">
                <a:spLocks noRot="1" noChangeAspect="1" noMove="1" noResize="1" noEditPoints="1" noAdjustHandles="1" noChangeArrowheads="1" noChangeShapeType="1" noTextEdit="1"/>
              </p:cNvSpPr>
              <p:nvPr/>
            </p:nvSpPr>
            <p:spPr>
              <a:xfrm>
                <a:off x="2237370" y="5540617"/>
                <a:ext cx="1512000" cy="954107"/>
              </a:xfrm>
              <a:prstGeom prst="rect">
                <a:avLst/>
              </a:prstGeom>
              <a:blipFill>
                <a:blip r:embed="rId5"/>
                <a:stretch>
                  <a:fillRect l="-2016" t="-6410" r="-12500" b="-17949"/>
                </a:stretch>
              </a:blipFill>
            </p:spPr>
            <p:txBody>
              <a:bodyPr/>
              <a:lstStyle/>
              <a:p>
                <a:r>
                  <a:rPr lang="en-IN">
                    <a:noFill/>
                  </a:rPr>
                  <a:t> </a:t>
                </a:r>
              </a:p>
            </p:txBody>
          </p:sp>
        </mc:Fallback>
      </mc:AlternateContent>
      <p:sp>
        <p:nvSpPr>
          <p:cNvPr id="29" name="TextBox 28">
            <a:extLst>
              <a:ext uri="{FF2B5EF4-FFF2-40B4-BE49-F238E27FC236}">
                <a16:creationId xmlns:a16="http://schemas.microsoft.com/office/drawing/2014/main" id="{926E7732-09C6-434E-9481-58F07B779CB0}"/>
              </a:ext>
            </a:extLst>
          </p:cNvPr>
          <p:cNvSpPr txBox="1"/>
          <p:nvPr/>
        </p:nvSpPr>
        <p:spPr>
          <a:xfrm>
            <a:off x="131177" y="1965571"/>
            <a:ext cx="611773" cy="522000"/>
          </a:xfrm>
          <a:prstGeom prst="rect">
            <a:avLst/>
          </a:prstGeom>
          <a:noFill/>
        </p:spPr>
        <p:txBody>
          <a:bodyPr wrap="square">
            <a:spAutoFit/>
          </a:bodyPr>
          <a:lstStyle/>
          <a:p>
            <a:pPr>
              <a:spcBef>
                <a:spcPts val="500"/>
              </a:spcBef>
            </a:pPr>
            <a:r>
              <a:rPr lang="en-GB" sz="2800" dirty="0">
                <a:solidFill>
                  <a:schemeClr val="bg1"/>
                </a:solidFill>
              </a:rPr>
              <a:t>(1)</a:t>
            </a:r>
          </a:p>
        </p:txBody>
      </p:sp>
      <p:sp>
        <p:nvSpPr>
          <p:cNvPr id="30" name="TextBox 29">
            <a:extLst>
              <a:ext uri="{FF2B5EF4-FFF2-40B4-BE49-F238E27FC236}">
                <a16:creationId xmlns:a16="http://schemas.microsoft.com/office/drawing/2014/main" id="{D8DCAA61-2D3C-44A9-892A-464A73D542D9}"/>
              </a:ext>
            </a:extLst>
          </p:cNvPr>
          <p:cNvSpPr txBox="1"/>
          <p:nvPr/>
        </p:nvSpPr>
        <p:spPr>
          <a:xfrm>
            <a:off x="131177" y="2534690"/>
            <a:ext cx="611773" cy="522000"/>
          </a:xfrm>
          <a:prstGeom prst="rect">
            <a:avLst/>
          </a:prstGeom>
          <a:noFill/>
        </p:spPr>
        <p:txBody>
          <a:bodyPr wrap="square">
            <a:spAutoFit/>
          </a:bodyPr>
          <a:lstStyle/>
          <a:p>
            <a:pPr>
              <a:spcBef>
                <a:spcPts val="500"/>
              </a:spcBef>
            </a:pPr>
            <a:r>
              <a:rPr lang="en-GB" sz="2800" dirty="0">
                <a:solidFill>
                  <a:schemeClr val="bg1"/>
                </a:solidFill>
              </a:rPr>
              <a:t>(2)</a:t>
            </a:r>
          </a:p>
        </p:txBody>
      </p:sp>
      <p:sp>
        <p:nvSpPr>
          <p:cNvPr id="31" name="TextBox 30">
            <a:extLst>
              <a:ext uri="{FF2B5EF4-FFF2-40B4-BE49-F238E27FC236}">
                <a16:creationId xmlns:a16="http://schemas.microsoft.com/office/drawing/2014/main" id="{0FD7F727-5342-4674-8397-F0D5EACBB470}"/>
              </a:ext>
            </a:extLst>
          </p:cNvPr>
          <p:cNvSpPr txBox="1"/>
          <p:nvPr/>
        </p:nvSpPr>
        <p:spPr>
          <a:xfrm>
            <a:off x="131177" y="3103810"/>
            <a:ext cx="611773" cy="522000"/>
          </a:xfrm>
          <a:prstGeom prst="rect">
            <a:avLst/>
          </a:prstGeom>
          <a:noFill/>
        </p:spPr>
        <p:txBody>
          <a:bodyPr wrap="square">
            <a:spAutoFit/>
          </a:bodyPr>
          <a:lstStyle/>
          <a:p>
            <a:pPr>
              <a:spcBef>
                <a:spcPts val="500"/>
              </a:spcBef>
            </a:pPr>
            <a:r>
              <a:rPr lang="en-GB" sz="2800" dirty="0">
                <a:solidFill>
                  <a:schemeClr val="bg1"/>
                </a:solidFill>
              </a:rPr>
              <a:t>(3)</a:t>
            </a:r>
          </a:p>
        </p:txBody>
      </p:sp>
      <p:sp>
        <p:nvSpPr>
          <p:cNvPr id="32" name="TextBox 31">
            <a:extLst>
              <a:ext uri="{FF2B5EF4-FFF2-40B4-BE49-F238E27FC236}">
                <a16:creationId xmlns:a16="http://schemas.microsoft.com/office/drawing/2014/main" id="{39B97587-CBEC-402D-8745-639E81BCB331}"/>
              </a:ext>
            </a:extLst>
          </p:cNvPr>
          <p:cNvSpPr txBox="1"/>
          <p:nvPr/>
        </p:nvSpPr>
        <p:spPr>
          <a:xfrm>
            <a:off x="742950" y="1965570"/>
            <a:ext cx="7518181" cy="522000"/>
          </a:xfrm>
          <a:prstGeom prst="rect">
            <a:avLst/>
          </a:prstGeom>
          <a:noFill/>
        </p:spPr>
        <p:txBody>
          <a:bodyPr wrap="square">
            <a:spAutoFit/>
          </a:bodyPr>
          <a:lstStyle/>
          <a:p>
            <a:pPr>
              <a:spcBef>
                <a:spcPts val="500"/>
              </a:spcBef>
            </a:pPr>
            <a:r>
              <a:rPr lang="en-GB" sz="2800" dirty="0">
                <a:solidFill>
                  <a:schemeClr val="bg1"/>
                </a:solidFill>
              </a:rPr>
              <a:t>All four cards are from the same suit</a:t>
            </a:r>
          </a:p>
        </p:txBody>
      </p:sp>
      <p:sp>
        <p:nvSpPr>
          <p:cNvPr id="33" name="TextBox 32">
            <a:extLst>
              <a:ext uri="{FF2B5EF4-FFF2-40B4-BE49-F238E27FC236}">
                <a16:creationId xmlns:a16="http://schemas.microsoft.com/office/drawing/2014/main" id="{BBB32CB0-8928-49CE-AE81-0CB1FA4824EC}"/>
              </a:ext>
            </a:extLst>
          </p:cNvPr>
          <p:cNvSpPr txBox="1"/>
          <p:nvPr/>
        </p:nvSpPr>
        <p:spPr>
          <a:xfrm>
            <a:off x="742950" y="2538595"/>
            <a:ext cx="5799740" cy="522000"/>
          </a:xfrm>
          <a:prstGeom prst="rect">
            <a:avLst/>
          </a:prstGeom>
          <a:noFill/>
        </p:spPr>
        <p:txBody>
          <a:bodyPr wrap="square">
            <a:spAutoFit/>
          </a:bodyPr>
          <a:lstStyle/>
          <a:p>
            <a:pPr>
              <a:spcBef>
                <a:spcPts val="500"/>
              </a:spcBef>
            </a:pPr>
            <a:r>
              <a:rPr lang="en-GB" sz="2800" dirty="0">
                <a:solidFill>
                  <a:schemeClr val="bg1"/>
                </a:solidFill>
              </a:rPr>
              <a:t>All four cards are from different suits</a:t>
            </a:r>
          </a:p>
        </p:txBody>
      </p:sp>
      <p:sp>
        <p:nvSpPr>
          <p:cNvPr id="34" name="TextBox 33">
            <a:extLst>
              <a:ext uri="{FF2B5EF4-FFF2-40B4-BE49-F238E27FC236}">
                <a16:creationId xmlns:a16="http://schemas.microsoft.com/office/drawing/2014/main" id="{C9F306BC-D53D-479D-888B-E19B13C5BE09}"/>
              </a:ext>
            </a:extLst>
          </p:cNvPr>
          <p:cNvSpPr txBox="1"/>
          <p:nvPr/>
        </p:nvSpPr>
        <p:spPr>
          <a:xfrm>
            <a:off x="742950" y="3131540"/>
            <a:ext cx="6953250" cy="522000"/>
          </a:xfrm>
          <a:prstGeom prst="rect">
            <a:avLst/>
          </a:prstGeom>
          <a:noFill/>
        </p:spPr>
        <p:txBody>
          <a:bodyPr wrap="square">
            <a:spAutoFit/>
          </a:bodyPr>
          <a:lstStyle/>
          <a:p>
            <a:pPr>
              <a:spcBef>
                <a:spcPts val="500"/>
              </a:spcBef>
            </a:pPr>
            <a:r>
              <a:rPr lang="en-GB" sz="2800" dirty="0">
                <a:solidFill>
                  <a:schemeClr val="bg1"/>
                </a:solidFill>
              </a:rPr>
              <a:t>Two cards are red and two cards are black</a:t>
            </a:r>
          </a:p>
        </p:txBody>
      </p:sp>
      <p:sp>
        <p:nvSpPr>
          <p:cNvPr id="35" name="TextBox 34">
            <a:extLst>
              <a:ext uri="{FF2B5EF4-FFF2-40B4-BE49-F238E27FC236}">
                <a16:creationId xmlns:a16="http://schemas.microsoft.com/office/drawing/2014/main" id="{FF280ADA-378E-4522-ACCC-7D041CAAF823}"/>
              </a:ext>
            </a:extLst>
          </p:cNvPr>
          <p:cNvSpPr txBox="1"/>
          <p:nvPr/>
        </p:nvSpPr>
        <p:spPr>
          <a:xfrm>
            <a:off x="1625597" y="3941379"/>
            <a:ext cx="611773" cy="522000"/>
          </a:xfrm>
          <a:prstGeom prst="rect">
            <a:avLst/>
          </a:prstGeom>
          <a:noFill/>
        </p:spPr>
        <p:txBody>
          <a:bodyPr wrap="square">
            <a:spAutoFit/>
          </a:bodyPr>
          <a:lstStyle/>
          <a:p>
            <a:pPr>
              <a:spcBef>
                <a:spcPts val="500"/>
              </a:spcBef>
            </a:pPr>
            <a:r>
              <a:rPr lang="en-GB" sz="2800" b="1" dirty="0">
                <a:solidFill>
                  <a:srgbClr val="002060"/>
                </a:solidFill>
              </a:rPr>
              <a:t>(1)</a:t>
            </a:r>
          </a:p>
        </p:txBody>
      </p:sp>
      <p:sp>
        <p:nvSpPr>
          <p:cNvPr id="36" name="TextBox 35">
            <a:extLst>
              <a:ext uri="{FF2B5EF4-FFF2-40B4-BE49-F238E27FC236}">
                <a16:creationId xmlns:a16="http://schemas.microsoft.com/office/drawing/2014/main" id="{34F6754E-57CB-489A-99B5-37062B016B9F}"/>
              </a:ext>
            </a:extLst>
          </p:cNvPr>
          <p:cNvSpPr txBox="1"/>
          <p:nvPr/>
        </p:nvSpPr>
        <p:spPr>
          <a:xfrm>
            <a:off x="2237371" y="3941378"/>
            <a:ext cx="5271856" cy="522000"/>
          </a:xfrm>
          <a:prstGeom prst="rect">
            <a:avLst/>
          </a:prstGeom>
          <a:noFill/>
        </p:spPr>
        <p:txBody>
          <a:bodyPr wrap="square">
            <a:spAutoFit/>
          </a:bodyPr>
          <a:lstStyle/>
          <a:p>
            <a:pPr>
              <a:spcBef>
                <a:spcPts val="500"/>
              </a:spcBef>
            </a:pPr>
            <a:r>
              <a:rPr lang="en-GB" sz="2800" b="1" dirty="0">
                <a:solidFill>
                  <a:srgbClr val="002060"/>
                </a:solidFill>
              </a:rPr>
              <a:t>All four cards are from the same suit</a:t>
            </a: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FD87B5F-0D13-4A2B-8995-CF3EB418C89E}"/>
                  </a:ext>
                </a:extLst>
              </p:cNvPr>
              <p:cNvSpPr txBox="1"/>
              <p:nvPr/>
            </p:nvSpPr>
            <p:spPr>
              <a:xfrm>
                <a:off x="4348154" y="5540617"/>
                <a:ext cx="1953630" cy="954107"/>
              </a:xfrm>
              <a:prstGeom prst="rect">
                <a:avLst/>
              </a:prstGeom>
              <a:noFill/>
            </p:spPr>
            <p:txBody>
              <a:bodyPr wrap="square">
                <a:spAutoFit/>
              </a:bodyPr>
              <a:lstStyle/>
              <a:p>
                <a:pPr algn="ctr"/>
                <a14:m>
                  <m:oMath xmlns:m="http://schemas.openxmlformats.org/officeDocument/2006/math">
                    <m:r>
                      <a:rPr lang="en-IN" sz="2800" i="1" dirty="0" smtClean="0">
                        <a:solidFill>
                          <a:srgbClr val="002060"/>
                        </a:solidFill>
                        <a:latin typeface="Cambria Math" panose="02040503050406030204" pitchFamily="18" charset="0"/>
                      </a:rPr>
                      <m:t>4</m:t>
                    </m:r>
                  </m:oMath>
                </a14:m>
                <a:r>
                  <a:rPr lang="en-IN" sz="2800" dirty="0">
                    <a:solidFill>
                      <a:srgbClr val="002060"/>
                    </a:solidFill>
                  </a:rPr>
                  <a:t> Hearts selected </a:t>
                </a:r>
              </a:p>
            </p:txBody>
          </p:sp>
        </mc:Choice>
        <mc:Fallback xmlns="">
          <p:sp>
            <p:nvSpPr>
              <p:cNvPr id="37" name="TextBox 36">
                <a:extLst>
                  <a:ext uri="{FF2B5EF4-FFF2-40B4-BE49-F238E27FC236}">
                    <a16:creationId xmlns:a16="http://schemas.microsoft.com/office/drawing/2014/main" id="{EFD87B5F-0D13-4A2B-8995-CF3EB418C89E}"/>
                  </a:ext>
                </a:extLst>
              </p:cNvPr>
              <p:cNvSpPr txBox="1">
                <a:spLocks noRot="1" noChangeAspect="1" noMove="1" noResize="1" noEditPoints="1" noAdjustHandles="1" noChangeArrowheads="1" noChangeShapeType="1" noTextEdit="1"/>
              </p:cNvSpPr>
              <p:nvPr/>
            </p:nvSpPr>
            <p:spPr>
              <a:xfrm>
                <a:off x="4348154" y="5540617"/>
                <a:ext cx="1953630" cy="954107"/>
              </a:xfrm>
              <a:prstGeom prst="rect">
                <a:avLst/>
              </a:prstGeom>
              <a:blipFill>
                <a:blip r:embed="rId6"/>
                <a:stretch>
                  <a:fillRect t="-6410" b="-1794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B52C13EF-D707-4C7B-B90E-5BAB263EDB0C}"/>
                  </a:ext>
                </a:extLst>
              </p:cNvPr>
              <p:cNvSpPr txBox="1"/>
              <p:nvPr/>
            </p:nvSpPr>
            <p:spPr>
              <a:xfrm>
                <a:off x="6900568" y="5540617"/>
                <a:ext cx="1953630" cy="954107"/>
              </a:xfrm>
              <a:prstGeom prst="rect">
                <a:avLst/>
              </a:prstGeom>
              <a:noFill/>
            </p:spPr>
            <p:txBody>
              <a:bodyPr wrap="square">
                <a:spAutoFit/>
              </a:bodyPr>
              <a:lstStyle/>
              <a:p>
                <a:pPr algn="ctr"/>
                <a14:m>
                  <m:oMath xmlns:m="http://schemas.openxmlformats.org/officeDocument/2006/math">
                    <m:r>
                      <a:rPr lang="en-IN" sz="2800" i="1" dirty="0" smtClean="0">
                        <a:solidFill>
                          <a:srgbClr val="002060"/>
                        </a:solidFill>
                        <a:latin typeface="Cambria Math" panose="02040503050406030204" pitchFamily="18" charset="0"/>
                      </a:rPr>
                      <m:t>4</m:t>
                    </m:r>
                  </m:oMath>
                </a14:m>
                <a:r>
                  <a:rPr lang="en-IN" sz="2800" dirty="0">
                    <a:solidFill>
                      <a:srgbClr val="002060"/>
                    </a:solidFill>
                  </a:rPr>
                  <a:t> Diamonds selected </a:t>
                </a:r>
              </a:p>
            </p:txBody>
          </p:sp>
        </mc:Choice>
        <mc:Fallback xmlns="">
          <p:sp>
            <p:nvSpPr>
              <p:cNvPr id="38" name="TextBox 37">
                <a:extLst>
                  <a:ext uri="{FF2B5EF4-FFF2-40B4-BE49-F238E27FC236}">
                    <a16:creationId xmlns:a16="http://schemas.microsoft.com/office/drawing/2014/main" id="{B52C13EF-D707-4C7B-B90E-5BAB263EDB0C}"/>
                  </a:ext>
                </a:extLst>
              </p:cNvPr>
              <p:cNvSpPr txBox="1">
                <a:spLocks noRot="1" noChangeAspect="1" noMove="1" noResize="1" noEditPoints="1" noAdjustHandles="1" noChangeArrowheads="1" noChangeShapeType="1" noTextEdit="1"/>
              </p:cNvSpPr>
              <p:nvPr/>
            </p:nvSpPr>
            <p:spPr>
              <a:xfrm>
                <a:off x="6900568" y="5540617"/>
                <a:ext cx="1953630" cy="954107"/>
              </a:xfrm>
              <a:prstGeom prst="rect">
                <a:avLst/>
              </a:prstGeom>
              <a:blipFill>
                <a:blip r:embed="rId7"/>
                <a:stretch>
                  <a:fillRect t="-6410" r="-8125" b="-1794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6B04AC67-9380-42F1-8ECC-49F8B8F7C8A5}"/>
                  </a:ext>
                </a:extLst>
              </p:cNvPr>
              <p:cNvSpPr txBox="1"/>
              <p:nvPr/>
            </p:nvSpPr>
            <p:spPr>
              <a:xfrm>
                <a:off x="9452980" y="5540617"/>
                <a:ext cx="1953630" cy="954107"/>
              </a:xfrm>
              <a:prstGeom prst="rect">
                <a:avLst/>
              </a:prstGeom>
              <a:noFill/>
            </p:spPr>
            <p:txBody>
              <a:bodyPr wrap="square">
                <a:spAutoFit/>
              </a:bodyPr>
              <a:lstStyle/>
              <a:p>
                <a:pPr algn="ctr"/>
                <a14:m>
                  <m:oMath xmlns:m="http://schemas.openxmlformats.org/officeDocument/2006/math">
                    <m:r>
                      <a:rPr lang="en-IN" sz="2800" i="1" dirty="0" smtClean="0">
                        <a:solidFill>
                          <a:srgbClr val="002060"/>
                        </a:solidFill>
                        <a:latin typeface="Cambria Math" panose="02040503050406030204" pitchFamily="18" charset="0"/>
                      </a:rPr>
                      <m:t>4</m:t>
                    </m:r>
                  </m:oMath>
                </a14:m>
                <a:r>
                  <a:rPr lang="en-IN" sz="2800" dirty="0">
                    <a:solidFill>
                      <a:srgbClr val="002060"/>
                    </a:solidFill>
                  </a:rPr>
                  <a:t> Clubs selected </a:t>
                </a:r>
              </a:p>
            </p:txBody>
          </p:sp>
        </mc:Choice>
        <mc:Fallback xmlns="">
          <p:sp>
            <p:nvSpPr>
              <p:cNvPr id="39" name="TextBox 38">
                <a:extLst>
                  <a:ext uri="{FF2B5EF4-FFF2-40B4-BE49-F238E27FC236}">
                    <a16:creationId xmlns:a16="http://schemas.microsoft.com/office/drawing/2014/main" id="{6B04AC67-9380-42F1-8ECC-49F8B8F7C8A5}"/>
                  </a:ext>
                </a:extLst>
              </p:cNvPr>
              <p:cNvSpPr txBox="1">
                <a:spLocks noRot="1" noChangeAspect="1" noMove="1" noResize="1" noEditPoints="1" noAdjustHandles="1" noChangeArrowheads="1" noChangeShapeType="1" noTextEdit="1"/>
              </p:cNvSpPr>
              <p:nvPr/>
            </p:nvSpPr>
            <p:spPr>
              <a:xfrm>
                <a:off x="9452980" y="5540617"/>
                <a:ext cx="1953630" cy="954107"/>
              </a:xfrm>
              <a:prstGeom prst="rect">
                <a:avLst/>
              </a:prstGeom>
              <a:blipFill>
                <a:blip r:embed="rId8"/>
                <a:stretch>
                  <a:fillRect t="-6410" b="-17949"/>
                </a:stretch>
              </a:blipFill>
            </p:spPr>
            <p:txBody>
              <a:bodyPr/>
              <a:lstStyle/>
              <a:p>
                <a:r>
                  <a:rPr lang="en-IN">
                    <a:noFill/>
                  </a:rPr>
                  <a:t> </a:t>
                </a:r>
              </a:p>
            </p:txBody>
          </p:sp>
        </mc:Fallback>
      </mc:AlternateContent>
      <p:sp>
        <p:nvSpPr>
          <p:cNvPr id="40" name="TextBox 39">
            <a:extLst>
              <a:ext uri="{FF2B5EF4-FFF2-40B4-BE49-F238E27FC236}">
                <a16:creationId xmlns:a16="http://schemas.microsoft.com/office/drawing/2014/main" id="{23AACFFA-A2F0-4B69-B56C-C0B670436488}"/>
              </a:ext>
            </a:extLst>
          </p:cNvPr>
          <p:cNvSpPr txBox="1"/>
          <p:nvPr/>
        </p:nvSpPr>
        <p:spPr>
          <a:xfrm>
            <a:off x="3826774" y="5747007"/>
            <a:ext cx="565896" cy="523220"/>
          </a:xfrm>
          <a:prstGeom prst="rect">
            <a:avLst/>
          </a:prstGeom>
          <a:noFill/>
        </p:spPr>
        <p:txBody>
          <a:bodyPr wrap="square">
            <a:spAutoFit/>
          </a:bodyPr>
          <a:lstStyle/>
          <a:p>
            <a:pPr algn="ctr"/>
            <a:r>
              <a:rPr lang="en-IN" sz="2800" b="1" dirty="0">
                <a:solidFill>
                  <a:srgbClr val="FF0000"/>
                </a:solidFill>
              </a:rPr>
              <a:t>or</a:t>
            </a:r>
          </a:p>
        </p:txBody>
      </p:sp>
      <p:sp>
        <p:nvSpPr>
          <p:cNvPr id="41" name="TextBox 40">
            <a:extLst>
              <a:ext uri="{FF2B5EF4-FFF2-40B4-BE49-F238E27FC236}">
                <a16:creationId xmlns:a16="http://schemas.microsoft.com/office/drawing/2014/main" id="{BA535DAB-FA39-419A-9E81-51789D9DC7F6}"/>
              </a:ext>
            </a:extLst>
          </p:cNvPr>
          <p:cNvSpPr txBox="1"/>
          <p:nvPr/>
        </p:nvSpPr>
        <p:spPr>
          <a:xfrm>
            <a:off x="6272508" y="5747007"/>
            <a:ext cx="565896" cy="523220"/>
          </a:xfrm>
          <a:prstGeom prst="rect">
            <a:avLst/>
          </a:prstGeom>
          <a:noFill/>
        </p:spPr>
        <p:txBody>
          <a:bodyPr wrap="square">
            <a:spAutoFit/>
          </a:bodyPr>
          <a:lstStyle/>
          <a:p>
            <a:pPr algn="ctr"/>
            <a:r>
              <a:rPr lang="en-IN" sz="2800" b="1" dirty="0">
                <a:solidFill>
                  <a:srgbClr val="FF0000"/>
                </a:solidFill>
              </a:rPr>
              <a:t>or</a:t>
            </a:r>
          </a:p>
        </p:txBody>
      </p:sp>
      <p:sp>
        <p:nvSpPr>
          <p:cNvPr id="42" name="TextBox 41">
            <a:extLst>
              <a:ext uri="{FF2B5EF4-FFF2-40B4-BE49-F238E27FC236}">
                <a16:creationId xmlns:a16="http://schemas.microsoft.com/office/drawing/2014/main" id="{7292D419-11A1-4A9F-8046-B3A0282DCA37}"/>
              </a:ext>
            </a:extLst>
          </p:cNvPr>
          <p:cNvSpPr txBox="1"/>
          <p:nvPr/>
        </p:nvSpPr>
        <p:spPr>
          <a:xfrm>
            <a:off x="8946842" y="5747007"/>
            <a:ext cx="565896" cy="523220"/>
          </a:xfrm>
          <a:prstGeom prst="rect">
            <a:avLst/>
          </a:prstGeom>
          <a:noFill/>
        </p:spPr>
        <p:txBody>
          <a:bodyPr wrap="square">
            <a:spAutoFit/>
          </a:bodyPr>
          <a:lstStyle/>
          <a:p>
            <a:pPr algn="ctr"/>
            <a:r>
              <a:rPr lang="en-IN" sz="2800" b="1" dirty="0">
                <a:solidFill>
                  <a:srgbClr val="FF0000"/>
                </a:solidFill>
              </a:rPr>
              <a:t>or</a:t>
            </a:r>
          </a:p>
        </p:txBody>
      </p:sp>
    </p:spTree>
    <p:extLst>
      <p:ext uri="{BB962C8B-B14F-4D97-AF65-F5344CB8AC3E}">
        <p14:creationId xmlns:p14="http://schemas.microsoft.com/office/powerpoint/2010/main" val="1950917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3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91"/>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9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9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40"/>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41"/>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42"/>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p:bldP spid="50" grpId="0" animBg="1"/>
      <p:bldP spid="73" grpId="0"/>
      <p:bldP spid="91" grpId="0"/>
      <p:bldP spid="93" grpId="0"/>
      <p:bldP spid="35" grpId="0"/>
      <p:bldP spid="36" grpId="0"/>
      <p:bldP spid="37" grpId="0"/>
      <p:bldP spid="38" grpId="0"/>
      <p:bldP spid="39" grpId="0"/>
      <p:bldP spid="40" grpId="0"/>
      <p:bldP spid="41" grpId="0"/>
      <p:bldP spid="4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4 (Continue)</a:t>
            </a:r>
            <a:endParaRPr lang="en-US" dirty="0"/>
          </a:p>
        </p:txBody>
      </p:sp>
      <p:sp>
        <p:nvSpPr>
          <p:cNvPr id="30" name="TextBox 29">
            <a:extLst>
              <a:ext uri="{FF2B5EF4-FFF2-40B4-BE49-F238E27FC236}">
                <a16:creationId xmlns:a16="http://schemas.microsoft.com/office/drawing/2014/main" id="{D8DCAA61-2D3C-44A9-892A-464A73D542D9}"/>
              </a:ext>
            </a:extLst>
          </p:cNvPr>
          <p:cNvSpPr txBox="1"/>
          <p:nvPr/>
        </p:nvSpPr>
        <p:spPr>
          <a:xfrm>
            <a:off x="1625597" y="7112105"/>
            <a:ext cx="611773" cy="522000"/>
          </a:xfrm>
          <a:prstGeom prst="rect">
            <a:avLst/>
          </a:prstGeom>
          <a:noFill/>
        </p:spPr>
        <p:txBody>
          <a:bodyPr wrap="square">
            <a:spAutoFit/>
          </a:bodyPr>
          <a:lstStyle/>
          <a:p>
            <a:pPr>
              <a:spcBef>
                <a:spcPts val="500"/>
              </a:spcBef>
            </a:pPr>
            <a:r>
              <a:rPr lang="en-GB" sz="2800" b="1" dirty="0">
                <a:solidFill>
                  <a:schemeClr val="bg1"/>
                </a:solidFill>
              </a:rPr>
              <a:t>(2)</a:t>
            </a:r>
          </a:p>
        </p:txBody>
      </p:sp>
      <p:sp>
        <p:nvSpPr>
          <p:cNvPr id="31" name="TextBox 30">
            <a:extLst>
              <a:ext uri="{FF2B5EF4-FFF2-40B4-BE49-F238E27FC236}">
                <a16:creationId xmlns:a16="http://schemas.microsoft.com/office/drawing/2014/main" id="{0FD7F727-5342-4674-8397-F0D5EACBB470}"/>
              </a:ext>
            </a:extLst>
          </p:cNvPr>
          <p:cNvSpPr txBox="1"/>
          <p:nvPr/>
        </p:nvSpPr>
        <p:spPr>
          <a:xfrm>
            <a:off x="1625597" y="7681225"/>
            <a:ext cx="611773" cy="522000"/>
          </a:xfrm>
          <a:prstGeom prst="rect">
            <a:avLst/>
          </a:prstGeom>
          <a:noFill/>
        </p:spPr>
        <p:txBody>
          <a:bodyPr wrap="square">
            <a:spAutoFit/>
          </a:bodyPr>
          <a:lstStyle/>
          <a:p>
            <a:pPr>
              <a:spcBef>
                <a:spcPts val="500"/>
              </a:spcBef>
            </a:pPr>
            <a:r>
              <a:rPr lang="en-GB" sz="2800" b="1" dirty="0">
                <a:solidFill>
                  <a:schemeClr val="bg1"/>
                </a:solidFill>
              </a:rPr>
              <a:t>(3)</a:t>
            </a:r>
          </a:p>
        </p:txBody>
      </p:sp>
      <p:sp>
        <p:nvSpPr>
          <p:cNvPr id="33" name="TextBox 32">
            <a:extLst>
              <a:ext uri="{FF2B5EF4-FFF2-40B4-BE49-F238E27FC236}">
                <a16:creationId xmlns:a16="http://schemas.microsoft.com/office/drawing/2014/main" id="{BBB32CB0-8928-49CE-AE81-0CB1FA4824EC}"/>
              </a:ext>
            </a:extLst>
          </p:cNvPr>
          <p:cNvSpPr txBox="1"/>
          <p:nvPr/>
        </p:nvSpPr>
        <p:spPr>
          <a:xfrm>
            <a:off x="2237370" y="7116010"/>
            <a:ext cx="5353050" cy="522000"/>
          </a:xfrm>
          <a:prstGeom prst="rect">
            <a:avLst/>
          </a:prstGeom>
          <a:noFill/>
        </p:spPr>
        <p:txBody>
          <a:bodyPr wrap="square">
            <a:spAutoFit/>
          </a:bodyPr>
          <a:lstStyle/>
          <a:p>
            <a:pPr>
              <a:spcBef>
                <a:spcPts val="500"/>
              </a:spcBef>
            </a:pPr>
            <a:r>
              <a:rPr lang="en-GB" sz="2800" b="1" dirty="0">
                <a:solidFill>
                  <a:schemeClr val="bg1"/>
                </a:solidFill>
              </a:rPr>
              <a:t>All four cards are from different suits</a:t>
            </a:r>
          </a:p>
        </p:txBody>
      </p:sp>
      <p:sp>
        <p:nvSpPr>
          <p:cNvPr id="34" name="TextBox 33">
            <a:extLst>
              <a:ext uri="{FF2B5EF4-FFF2-40B4-BE49-F238E27FC236}">
                <a16:creationId xmlns:a16="http://schemas.microsoft.com/office/drawing/2014/main" id="{C9F306BC-D53D-479D-888B-E19B13C5BE09}"/>
              </a:ext>
            </a:extLst>
          </p:cNvPr>
          <p:cNvSpPr txBox="1"/>
          <p:nvPr/>
        </p:nvSpPr>
        <p:spPr>
          <a:xfrm>
            <a:off x="2237370" y="7708955"/>
            <a:ext cx="6134100" cy="522000"/>
          </a:xfrm>
          <a:prstGeom prst="rect">
            <a:avLst/>
          </a:prstGeom>
          <a:noFill/>
        </p:spPr>
        <p:txBody>
          <a:bodyPr wrap="square">
            <a:spAutoFit/>
          </a:bodyPr>
          <a:lstStyle/>
          <a:p>
            <a:pPr>
              <a:spcBef>
                <a:spcPts val="500"/>
              </a:spcBef>
            </a:pPr>
            <a:r>
              <a:rPr lang="en-GB" sz="2800" b="1" dirty="0">
                <a:solidFill>
                  <a:schemeClr val="bg1"/>
                </a:solidFill>
              </a:rPr>
              <a:t>Two cards are red and two cards are black</a:t>
            </a:r>
          </a:p>
        </p:txBody>
      </p:sp>
      <p:sp>
        <p:nvSpPr>
          <p:cNvPr id="35" name="TextBox 34">
            <a:extLst>
              <a:ext uri="{FF2B5EF4-FFF2-40B4-BE49-F238E27FC236}">
                <a16:creationId xmlns:a16="http://schemas.microsoft.com/office/drawing/2014/main" id="{FF280ADA-378E-4522-ACCC-7D041CAAF823}"/>
              </a:ext>
            </a:extLst>
          </p:cNvPr>
          <p:cNvSpPr txBox="1"/>
          <p:nvPr/>
        </p:nvSpPr>
        <p:spPr>
          <a:xfrm>
            <a:off x="1625597" y="738932"/>
            <a:ext cx="611773" cy="522000"/>
          </a:xfrm>
          <a:prstGeom prst="rect">
            <a:avLst/>
          </a:prstGeom>
          <a:noFill/>
        </p:spPr>
        <p:txBody>
          <a:bodyPr wrap="square">
            <a:spAutoFit/>
          </a:bodyPr>
          <a:lstStyle/>
          <a:p>
            <a:pPr>
              <a:spcBef>
                <a:spcPts val="500"/>
              </a:spcBef>
            </a:pPr>
            <a:r>
              <a:rPr lang="en-GB" sz="2800" b="1" dirty="0">
                <a:solidFill>
                  <a:srgbClr val="002060"/>
                </a:solidFill>
              </a:rPr>
              <a:t>(1)</a:t>
            </a:r>
          </a:p>
        </p:txBody>
      </p:sp>
      <p:sp>
        <p:nvSpPr>
          <p:cNvPr id="36" name="TextBox 35">
            <a:extLst>
              <a:ext uri="{FF2B5EF4-FFF2-40B4-BE49-F238E27FC236}">
                <a16:creationId xmlns:a16="http://schemas.microsoft.com/office/drawing/2014/main" id="{34F6754E-57CB-489A-99B5-37062B016B9F}"/>
              </a:ext>
            </a:extLst>
          </p:cNvPr>
          <p:cNvSpPr txBox="1"/>
          <p:nvPr/>
        </p:nvSpPr>
        <p:spPr>
          <a:xfrm>
            <a:off x="2237371" y="738931"/>
            <a:ext cx="5271856" cy="522000"/>
          </a:xfrm>
          <a:prstGeom prst="rect">
            <a:avLst/>
          </a:prstGeom>
          <a:noFill/>
        </p:spPr>
        <p:txBody>
          <a:bodyPr wrap="square">
            <a:spAutoFit/>
          </a:bodyPr>
          <a:lstStyle/>
          <a:p>
            <a:pPr>
              <a:spcBef>
                <a:spcPts val="500"/>
              </a:spcBef>
            </a:pPr>
            <a:r>
              <a:rPr lang="en-GB" sz="2800" b="1" dirty="0">
                <a:solidFill>
                  <a:srgbClr val="002060"/>
                </a:solidFill>
              </a:rPr>
              <a:t>All four cards are from the same suit</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ED18CE12-6CEB-4675-B098-2CD8A87C8CEE}"/>
                  </a:ext>
                </a:extLst>
              </p:cNvPr>
              <p:cNvSpPr txBox="1"/>
              <p:nvPr/>
            </p:nvSpPr>
            <p:spPr>
              <a:xfrm>
                <a:off x="2237370" y="2474893"/>
                <a:ext cx="3528000" cy="954107"/>
              </a:xfrm>
              <a:prstGeom prst="rect">
                <a:avLst/>
              </a:prstGeom>
              <a:noFill/>
            </p:spPr>
            <p:txBody>
              <a:bodyPr wrap="square">
                <a:spAutoFit/>
              </a:bodyPr>
              <a:lstStyle/>
              <a:p>
                <a:pPr algn="ctr"/>
                <a:r>
                  <a:rPr lang="en-GB" sz="2800" i="0" dirty="0">
                    <a:solidFill>
                      <a:srgbClr val="002060"/>
                    </a:solidFill>
                    <a:latin typeface="+mj-lt"/>
                  </a:rPr>
                  <a:t>No. of ways of choosing </a:t>
                </a:r>
                <a14:m>
                  <m:oMath xmlns:m="http://schemas.openxmlformats.org/officeDocument/2006/math">
                    <m:r>
                      <a:rPr lang="en-GB" sz="2800" i="1" dirty="0" smtClean="0">
                        <a:solidFill>
                          <a:srgbClr val="002060"/>
                        </a:solidFill>
                        <a:latin typeface="Cambria Math" panose="02040503050406030204" pitchFamily="18" charset="0"/>
                      </a:rPr>
                      <m:t>4</m:t>
                    </m:r>
                  </m:oMath>
                </a14:m>
                <a:r>
                  <a:rPr lang="en-GB" sz="2800" i="0" dirty="0">
                    <a:solidFill>
                      <a:srgbClr val="002060"/>
                    </a:solidFill>
                    <a:latin typeface="+mj-lt"/>
                  </a:rPr>
                  <a:t> cards of same suit </a:t>
                </a:r>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ED18CE12-6CEB-4675-B098-2CD8A87C8CEE}"/>
                  </a:ext>
                </a:extLst>
              </p:cNvPr>
              <p:cNvSpPr txBox="1">
                <a:spLocks noRot="1" noChangeAspect="1" noMove="1" noResize="1" noEditPoints="1" noAdjustHandles="1" noChangeArrowheads="1" noChangeShapeType="1" noTextEdit="1"/>
              </p:cNvSpPr>
              <p:nvPr/>
            </p:nvSpPr>
            <p:spPr>
              <a:xfrm>
                <a:off x="2237370" y="2474893"/>
                <a:ext cx="3528000" cy="954107"/>
              </a:xfrm>
              <a:prstGeom prst="rect">
                <a:avLst/>
              </a:prstGeom>
              <a:blipFill>
                <a:blip r:embed="rId2"/>
                <a:stretch>
                  <a:fillRect l="-2763" t="-6369" r="-5527" b="-171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499943A8-6074-42D5-B2F4-DF9F38C15180}"/>
                  </a:ext>
                </a:extLst>
              </p:cNvPr>
              <p:cNvSpPr txBox="1"/>
              <p:nvPr/>
            </p:nvSpPr>
            <p:spPr>
              <a:xfrm>
                <a:off x="5805714" y="2671154"/>
                <a:ext cx="520344"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25" name="TextBox 24">
                <a:extLst>
                  <a:ext uri="{FF2B5EF4-FFF2-40B4-BE49-F238E27FC236}">
                    <a16:creationId xmlns:a16="http://schemas.microsoft.com/office/drawing/2014/main" id="{499943A8-6074-42D5-B2F4-DF9F38C15180}"/>
                  </a:ext>
                </a:extLst>
              </p:cNvPr>
              <p:cNvSpPr txBox="1">
                <a:spLocks noRot="1" noChangeAspect="1" noMove="1" noResize="1" noEditPoints="1" noAdjustHandles="1" noChangeArrowheads="1" noChangeShapeType="1" noTextEdit="1"/>
              </p:cNvSpPr>
              <p:nvPr/>
            </p:nvSpPr>
            <p:spPr>
              <a:xfrm>
                <a:off x="5805714" y="2671154"/>
                <a:ext cx="520344"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5E76BAC-C19B-4213-8DF7-E74E61BF109B}"/>
                  </a:ext>
                </a:extLst>
              </p:cNvPr>
              <p:cNvSpPr txBox="1"/>
              <p:nvPr/>
            </p:nvSpPr>
            <p:spPr>
              <a:xfrm>
                <a:off x="6326057" y="2671154"/>
                <a:ext cx="899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13</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26" name="TextBox 25">
                <a:extLst>
                  <a:ext uri="{FF2B5EF4-FFF2-40B4-BE49-F238E27FC236}">
                    <a16:creationId xmlns:a16="http://schemas.microsoft.com/office/drawing/2014/main" id="{35E76BAC-C19B-4213-8DF7-E74E61BF109B}"/>
                  </a:ext>
                </a:extLst>
              </p:cNvPr>
              <p:cNvSpPr txBox="1">
                <a:spLocks noRot="1" noChangeAspect="1" noMove="1" noResize="1" noEditPoints="1" noAdjustHandles="1" noChangeArrowheads="1" noChangeShapeType="1" noTextEdit="1"/>
              </p:cNvSpPr>
              <p:nvPr/>
            </p:nvSpPr>
            <p:spPr>
              <a:xfrm>
                <a:off x="6326057" y="2671154"/>
                <a:ext cx="899887"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CC46E9D-D1B3-4ADE-969A-4DF2AAF1B1DE}"/>
                  </a:ext>
                </a:extLst>
              </p:cNvPr>
              <p:cNvSpPr txBox="1"/>
              <p:nvPr/>
            </p:nvSpPr>
            <p:spPr>
              <a:xfrm>
                <a:off x="7239000" y="2671154"/>
                <a:ext cx="520344"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28" name="TextBox 27">
                <a:extLst>
                  <a:ext uri="{FF2B5EF4-FFF2-40B4-BE49-F238E27FC236}">
                    <a16:creationId xmlns:a16="http://schemas.microsoft.com/office/drawing/2014/main" id="{6CC46E9D-D1B3-4ADE-969A-4DF2AAF1B1DE}"/>
                  </a:ext>
                </a:extLst>
              </p:cNvPr>
              <p:cNvSpPr txBox="1">
                <a:spLocks noRot="1" noChangeAspect="1" noMove="1" noResize="1" noEditPoints="1" noAdjustHandles="1" noChangeArrowheads="1" noChangeShapeType="1" noTextEdit="1"/>
              </p:cNvSpPr>
              <p:nvPr/>
            </p:nvSpPr>
            <p:spPr>
              <a:xfrm>
                <a:off x="7239000" y="2671154"/>
                <a:ext cx="520344"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777E5FD4-3A28-467B-8391-A0B457B31C3E}"/>
                  </a:ext>
                </a:extLst>
              </p:cNvPr>
              <p:cNvSpPr txBox="1"/>
              <p:nvPr/>
            </p:nvSpPr>
            <p:spPr>
              <a:xfrm>
                <a:off x="7772400" y="2671154"/>
                <a:ext cx="899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13</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43" name="TextBox 42">
                <a:extLst>
                  <a:ext uri="{FF2B5EF4-FFF2-40B4-BE49-F238E27FC236}">
                    <a16:creationId xmlns:a16="http://schemas.microsoft.com/office/drawing/2014/main" id="{777E5FD4-3A28-467B-8391-A0B457B31C3E}"/>
                  </a:ext>
                </a:extLst>
              </p:cNvPr>
              <p:cNvSpPr txBox="1">
                <a:spLocks noRot="1" noChangeAspect="1" noMove="1" noResize="1" noEditPoints="1" noAdjustHandles="1" noChangeArrowheads="1" noChangeShapeType="1" noTextEdit="1"/>
              </p:cNvSpPr>
              <p:nvPr/>
            </p:nvSpPr>
            <p:spPr>
              <a:xfrm>
                <a:off x="7772400" y="2671154"/>
                <a:ext cx="899887"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53FCE485-0D4A-4DC8-9C79-7C171533CB15}"/>
                  </a:ext>
                </a:extLst>
              </p:cNvPr>
              <p:cNvSpPr txBox="1"/>
              <p:nvPr/>
            </p:nvSpPr>
            <p:spPr>
              <a:xfrm>
                <a:off x="8685343" y="2671154"/>
                <a:ext cx="520344"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4" name="TextBox 43">
                <a:extLst>
                  <a:ext uri="{FF2B5EF4-FFF2-40B4-BE49-F238E27FC236}">
                    <a16:creationId xmlns:a16="http://schemas.microsoft.com/office/drawing/2014/main" id="{53FCE485-0D4A-4DC8-9C79-7C171533CB15}"/>
                  </a:ext>
                </a:extLst>
              </p:cNvPr>
              <p:cNvSpPr txBox="1">
                <a:spLocks noRot="1" noChangeAspect="1" noMove="1" noResize="1" noEditPoints="1" noAdjustHandles="1" noChangeArrowheads="1" noChangeShapeType="1" noTextEdit="1"/>
              </p:cNvSpPr>
              <p:nvPr/>
            </p:nvSpPr>
            <p:spPr>
              <a:xfrm>
                <a:off x="8685343" y="2671154"/>
                <a:ext cx="520344"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86F2E64-2C6A-4E3B-BD3B-B493A7593D40}"/>
                  </a:ext>
                </a:extLst>
              </p:cNvPr>
              <p:cNvSpPr txBox="1"/>
              <p:nvPr/>
            </p:nvSpPr>
            <p:spPr>
              <a:xfrm>
                <a:off x="9218743" y="2671154"/>
                <a:ext cx="899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13</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45" name="TextBox 44">
                <a:extLst>
                  <a:ext uri="{FF2B5EF4-FFF2-40B4-BE49-F238E27FC236}">
                    <a16:creationId xmlns:a16="http://schemas.microsoft.com/office/drawing/2014/main" id="{786F2E64-2C6A-4E3B-BD3B-B493A7593D40}"/>
                  </a:ext>
                </a:extLst>
              </p:cNvPr>
              <p:cNvSpPr txBox="1">
                <a:spLocks noRot="1" noChangeAspect="1" noMove="1" noResize="1" noEditPoints="1" noAdjustHandles="1" noChangeArrowheads="1" noChangeShapeType="1" noTextEdit="1"/>
              </p:cNvSpPr>
              <p:nvPr/>
            </p:nvSpPr>
            <p:spPr>
              <a:xfrm>
                <a:off x="9218743" y="2671154"/>
                <a:ext cx="899887"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1368D7EA-561F-4710-A052-89A4881A0E12}"/>
                  </a:ext>
                </a:extLst>
              </p:cNvPr>
              <p:cNvSpPr txBox="1"/>
              <p:nvPr/>
            </p:nvSpPr>
            <p:spPr>
              <a:xfrm>
                <a:off x="10131686" y="2671154"/>
                <a:ext cx="520344"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6" name="TextBox 45">
                <a:extLst>
                  <a:ext uri="{FF2B5EF4-FFF2-40B4-BE49-F238E27FC236}">
                    <a16:creationId xmlns:a16="http://schemas.microsoft.com/office/drawing/2014/main" id="{1368D7EA-561F-4710-A052-89A4881A0E12}"/>
                  </a:ext>
                </a:extLst>
              </p:cNvPr>
              <p:cNvSpPr txBox="1">
                <a:spLocks noRot="1" noChangeAspect="1" noMove="1" noResize="1" noEditPoints="1" noAdjustHandles="1" noChangeArrowheads="1" noChangeShapeType="1" noTextEdit="1"/>
              </p:cNvSpPr>
              <p:nvPr/>
            </p:nvSpPr>
            <p:spPr>
              <a:xfrm>
                <a:off x="10131686" y="2671154"/>
                <a:ext cx="520344"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2F4F1504-CA04-4F16-8AAB-927697C6F795}"/>
                  </a:ext>
                </a:extLst>
              </p:cNvPr>
              <p:cNvSpPr txBox="1"/>
              <p:nvPr/>
            </p:nvSpPr>
            <p:spPr>
              <a:xfrm>
                <a:off x="10665086" y="2671154"/>
                <a:ext cx="899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13</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47" name="TextBox 46">
                <a:extLst>
                  <a:ext uri="{FF2B5EF4-FFF2-40B4-BE49-F238E27FC236}">
                    <a16:creationId xmlns:a16="http://schemas.microsoft.com/office/drawing/2014/main" id="{2F4F1504-CA04-4F16-8AAB-927697C6F795}"/>
                  </a:ext>
                </a:extLst>
              </p:cNvPr>
              <p:cNvSpPr txBox="1">
                <a:spLocks noRot="1" noChangeAspect="1" noMove="1" noResize="1" noEditPoints="1" noAdjustHandles="1" noChangeArrowheads="1" noChangeShapeType="1" noTextEdit="1"/>
              </p:cNvSpPr>
              <p:nvPr/>
            </p:nvSpPr>
            <p:spPr>
              <a:xfrm>
                <a:off x="10665086" y="2671154"/>
                <a:ext cx="899887"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7A82C0BC-40AD-434F-BA95-D4DC365D2C3D}"/>
                  </a:ext>
                </a:extLst>
              </p:cNvPr>
              <p:cNvSpPr txBox="1"/>
              <p:nvPr/>
            </p:nvSpPr>
            <p:spPr>
              <a:xfrm>
                <a:off x="5805714" y="3502577"/>
                <a:ext cx="520344"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8" name="TextBox 47">
                <a:extLst>
                  <a:ext uri="{FF2B5EF4-FFF2-40B4-BE49-F238E27FC236}">
                    <a16:creationId xmlns:a16="http://schemas.microsoft.com/office/drawing/2014/main" id="{7A82C0BC-40AD-434F-BA95-D4DC365D2C3D}"/>
                  </a:ext>
                </a:extLst>
              </p:cNvPr>
              <p:cNvSpPr txBox="1">
                <a:spLocks noRot="1" noChangeAspect="1" noMove="1" noResize="1" noEditPoints="1" noAdjustHandles="1" noChangeArrowheads="1" noChangeShapeType="1" noTextEdit="1"/>
              </p:cNvSpPr>
              <p:nvPr/>
            </p:nvSpPr>
            <p:spPr>
              <a:xfrm>
                <a:off x="5805714" y="3502577"/>
                <a:ext cx="520344"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B1164C98-3F83-47E0-A1A1-516983C46DF1}"/>
                  </a:ext>
                </a:extLst>
              </p:cNvPr>
              <p:cNvSpPr txBox="1"/>
              <p:nvPr/>
            </p:nvSpPr>
            <p:spPr>
              <a:xfrm>
                <a:off x="6318716" y="3503812"/>
                <a:ext cx="4045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52" name="TextBox 51">
                <a:extLst>
                  <a:ext uri="{FF2B5EF4-FFF2-40B4-BE49-F238E27FC236}">
                    <a16:creationId xmlns:a16="http://schemas.microsoft.com/office/drawing/2014/main" id="{B1164C98-3F83-47E0-A1A1-516983C46DF1}"/>
                  </a:ext>
                </a:extLst>
              </p:cNvPr>
              <p:cNvSpPr txBox="1">
                <a:spLocks noRot="1" noChangeAspect="1" noMove="1" noResize="1" noEditPoints="1" noAdjustHandles="1" noChangeArrowheads="1" noChangeShapeType="1" noTextEdit="1"/>
              </p:cNvSpPr>
              <p:nvPr/>
            </p:nvSpPr>
            <p:spPr>
              <a:xfrm>
                <a:off x="6318716" y="3503812"/>
                <a:ext cx="404587"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2742F748-B495-4930-84F5-C2BE57710358}"/>
                  </a:ext>
                </a:extLst>
              </p:cNvPr>
              <p:cNvSpPr txBox="1"/>
              <p:nvPr/>
            </p:nvSpPr>
            <p:spPr>
              <a:xfrm>
                <a:off x="6723303" y="3503812"/>
                <a:ext cx="4045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3" name="TextBox 52">
                <a:extLst>
                  <a:ext uri="{FF2B5EF4-FFF2-40B4-BE49-F238E27FC236}">
                    <a16:creationId xmlns:a16="http://schemas.microsoft.com/office/drawing/2014/main" id="{2742F748-B495-4930-84F5-C2BE57710358}"/>
                  </a:ext>
                </a:extLst>
              </p:cNvPr>
              <p:cNvSpPr txBox="1">
                <a:spLocks noRot="1" noChangeAspect="1" noMove="1" noResize="1" noEditPoints="1" noAdjustHandles="1" noChangeArrowheads="1" noChangeShapeType="1" noTextEdit="1"/>
              </p:cNvSpPr>
              <p:nvPr/>
            </p:nvSpPr>
            <p:spPr>
              <a:xfrm>
                <a:off x="6723303" y="3503812"/>
                <a:ext cx="404587"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0F8CA116-01EE-410C-A65D-C0941EC40596}"/>
                  </a:ext>
                </a:extLst>
              </p:cNvPr>
              <p:cNvSpPr txBox="1"/>
              <p:nvPr/>
            </p:nvSpPr>
            <p:spPr>
              <a:xfrm>
                <a:off x="7135231" y="3507183"/>
                <a:ext cx="899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13</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54" name="TextBox 53">
                <a:extLst>
                  <a:ext uri="{FF2B5EF4-FFF2-40B4-BE49-F238E27FC236}">
                    <a16:creationId xmlns:a16="http://schemas.microsoft.com/office/drawing/2014/main" id="{0F8CA116-01EE-410C-A65D-C0941EC40596}"/>
                  </a:ext>
                </a:extLst>
              </p:cNvPr>
              <p:cNvSpPr txBox="1">
                <a:spLocks noRot="1" noChangeAspect="1" noMove="1" noResize="1" noEditPoints="1" noAdjustHandles="1" noChangeArrowheads="1" noChangeShapeType="1" noTextEdit="1"/>
              </p:cNvSpPr>
              <p:nvPr/>
            </p:nvSpPr>
            <p:spPr>
              <a:xfrm>
                <a:off x="7135231" y="3507183"/>
                <a:ext cx="899887"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16DF581C-5EB4-4D15-B181-26974D28B24B}"/>
                  </a:ext>
                </a:extLst>
              </p:cNvPr>
              <p:cNvSpPr txBox="1"/>
              <p:nvPr/>
            </p:nvSpPr>
            <p:spPr>
              <a:xfrm>
                <a:off x="5805714" y="4334000"/>
                <a:ext cx="520344"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5" name="TextBox 54">
                <a:extLst>
                  <a:ext uri="{FF2B5EF4-FFF2-40B4-BE49-F238E27FC236}">
                    <a16:creationId xmlns:a16="http://schemas.microsoft.com/office/drawing/2014/main" id="{16DF581C-5EB4-4D15-B181-26974D28B24B}"/>
                  </a:ext>
                </a:extLst>
              </p:cNvPr>
              <p:cNvSpPr txBox="1">
                <a:spLocks noRot="1" noChangeAspect="1" noMove="1" noResize="1" noEditPoints="1" noAdjustHandles="1" noChangeArrowheads="1" noChangeShapeType="1" noTextEdit="1"/>
              </p:cNvSpPr>
              <p:nvPr/>
            </p:nvSpPr>
            <p:spPr>
              <a:xfrm>
                <a:off x="5805714" y="4334000"/>
                <a:ext cx="520344"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3A90EF3D-42E7-4B56-AEF9-0E6A9DAAB89F}"/>
                  </a:ext>
                </a:extLst>
              </p:cNvPr>
              <p:cNvSpPr txBox="1"/>
              <p:nvPr/>
            </p:nvSpPr>
            <p:spPr>
              <a:xfrm>
                <a:off x="6323961" y="4330629"/>
                <a:ext cx="4045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56" name="TextBox 55">
                <a:extLst>
                  <a:ext uri="{FF2B5EF4-FFF2-40B4-BE49-F238E27FC236}">
                    <a16:creationId xmlns:a16="http://schemas.microsoft.com/office/drawing/2014/main" id="{3A90EF3D-42E7-4B56-AEF9-0E6A9DAAB89F}"/>
                  </a:ext>
                </a:extLst>
              </p:cNvPr>
              <p:cNvSpPr txBox="1">
                <a:spLocks noRot="1" noChangeAspect="1" noMove="1" noResize="1" noEditPoints="1" noAdjustHandles="1" noChangeArrowheads="1" noChangeShapeType="1" noTextEdit="1"/>
              </p:cNvSpPr>
              <p:nvPr/>
            </p:nvSpPr>
            <p:spPr>
              <a:xfrm>
                <a:off x="6323961" y="4330629"/>
                <a:ext cx="404587"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529FC869-0A4F-439E-8457-82CA63610003}"/>
                  </a:ext>
                </a:extLst>
              </p:cNvPr>
              <p:cNvSpPr txBox="1"/>
              <p:nvPr/>
            </p:nvSpPr>
            <p:spPr>
              <a:xfrm>
                <a:off x="6728548" y="4330629"/>
                <a:ext cx="4045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7" name="TextBox 56">
                <a:extLst>
                  <a:ext uri="{FF2B5EF4-FFF2-40B4-BE49-F238E27FC236}">
                    <a16:creationId xmlns:a16="http://schemas.microsoft.com/office/drawing/2014/main" id="{529FC869-0A4F-439E-8457-82CA63610003}"/>
                  </a:ext>
                </a:extLst>
              </p:cNvPr>
              <p:cNvSpPr txBox="1">
                <a:spLocks noRot="1" noChangeAspect="1" noMove="1" noResize="1" noEditPoints="1" noAdjustHandles="1" noChangeArrowheads="1" noChangeShapeType="1" noTextEdit="1"/>
              </p:cNvSpPr>
              <p:nvPr/>
            </p:nvSpPr>
            <p:spPr>
              <a:xfrm>
                <a:off x="6728548" y="4330629"/>
                <a:ext cx="404587"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5E9D9BAF-839F-423F-84BE-79E3F333C39D}"/>
                  </a:ext>
                </a:extLst>
              </p:cNvPr>
              <p:cNvSpPr txBox="1"/>
              <p:nvPr/>
            </p:nvSpPr>
            <p:spPr>
              <a:xfrm>
                <a:off x="7140476" y="4334000"/>
                <a:ext cx="899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IN" sz="2800" i="1" dirty="0">
                          <a:solidFill>
                            <a:srgbClr val="002060"/>
                          </a:solidFill>
                          <a:latin typeface="Cambria Math" panose="02040503050406030204" pitchFamily="18" charset="0"/>
                        </a:rPr>
                        <m:t>715</m:t>
                      </m:r>
                    </m:oMath>
                  </m:oMathPara>
                </a14:m>
                <a:endParaRPr lang="en-IN" sz="2800" dirty="0">
                  <a:solidFill>
                    <a:srgbClr val="002060"/>
                  </a:solidFill>
                </a:endParaRPr>
              </a:p>
            </p:txBody>
          </p:sp>
        </mc:Choice>
        <mc:Fallback xmlns="">
          <p:sp>
            <p:nvSpPr>
              <p:cNvPr id="58" name="TextBox 57">
                <a:extLst>
                  <a:ext uri="{FF2B5EF4-FFF2-40B4-BE49-F238E27FC236}">
                    <a16:creationId xmlns:a16="http://schemas.microsoft.com/office/drawing/2014/main" id="{5E9D9BAF-839F-423F-84BE-79E3F333C39D}"/>
                  </a:ext>
                </a:extLst>
              </p:cNvPr>
              <p:cNvSpPr txBox="1">
                <a:spLocks noRot="1" noChangeAspect="1" noMove="1" noResize="1" noEditPoints="1" noAdjustHandles="1" noChangeArrowheads="1" noChangeShapeType="1" noTextEdit="1"/>
              </p:cNvSpPr>
              <p:nvPr/>
            </p:nvSpPr>
            <p:spPr>
              <a:xfrm>
                <a:off x="7140476" y="4334000"/>
                <a:ext cx="899887"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B9BC36E1-3F6C-4E32-8675-85050B9E2031}"/>
                  </a:ext>
                </a:extLst>
              </p:cNvPr>
              <p:cNvSpPr txBox="1"/>
              <p:nvPr/>
            </p:nvSpPr>
            <p:spPr>
              <a:xfrm>
                <a:off x="5805714" y="5165422"/>
                <a:ext cx="520344"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9" name="TextBox 58">
                <a:extLst>
                  <a:ext uri="{FF2B5EF4-FFF2-40B4-BE49-F238E27FC236}">
                    <a16:creationId xmlns:a16="http://schemas.microsoft.com/office/drawing/2014/main" id="{B9BC36E1-3F6C-4E32-8675-85050B9E2031}"/>
                  </a:ext>
                </a:extLst>
              </p:cNvPr>
              <p:cNvSpPr txBox="1">
                <a:spLocks noRot="1" noChangeAspect="1" noMove="1" noResize="1" noEditPoints="1" noAdjustHandles="1" noChangeArrowheads="1" noChangeShapeType="1" noTextEdit="1"/>
              </p:cNvSpPr>
              <p:nvPr/>
            </p:nvSpPr>
            <p:spPr>
              <a:xfrm>
                <a:off x="5805714" y="5165422"/>
                <a:ext cx="520344"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6088B7AE-5FEF-4535-AD22-25DC8C328F24}"/>
                  </a:ext>
                </a:extLst>
              </p:cNvPr>
              <p:cNvSpPr txBox="1"/>
              <p:nvPr/>
            </p:nvSpPr>
            <p:spPr>
              <a:xfrm>
                <a:off x="6326057" y="5165422"/>
                <a:ext cx="1026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IN" sz="2800" i="1" dirty="0">
                          <a:solidFill>
                            <a:srgbClr val="002060"/>
                          </a:solidFill>
                          <a:latin typeface="Cambria Math" panose="02040503050406030204" pitchFamily="18" charset="0"/>
                        </a:rPr>
                        <m:t>2860</m:t>
                      </m:r>
                    </m:oMath>
                  </m:oMathPara>
                </a14:m>
                <a:endParaRPr lang="en-IN" sz="2800" dirty="0">
                  <a:solidFill>
                    <a:srgbClr val="002060"/>
                  </a:solidFill>
                </a:endParaRPr>
              </a:p>
            </p:txBody>
          </p:sp>
        </mc:Choice>
        <mc:Fallback xmlns="">
          <p:sp>
            <p:nvSpPr>
              <p:cNvPr id="60" name="TextBox 59">
                <a:extLst>
                  <a:ext uri="{FF2B5EF4-FFF2-40B4-BE49-F238E27FC236}">
                    <a16:creationId xmlns:a16="http://schemas.microsoft.com/office/drawing/2014/main" id="{6088B7AE-5FEF-4535-AD22-25DC8C328F24}"/>
                  </a:ext>
                </a:extLst>
              </p:cNvPr>
              <p:cNvSpPr txBox="1">
                <a:spLocks noRot="1" noChangeAspect="1" noMove="1" noResize="1" noEditPoints="1" noAdjustHandles="1" noChangeArrowheads="1" noChangeShapeType="1" noTextEdit="1"/>
              </p:cNvSpPr>
              <p:nvPr/>
            </p:nvSpPr>
            <p:spPr>
              <a:xfrm>
                <a:off x="6326057" y="5165422"/>
                <a:ext cx="1026887"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D9C79C5A-0255-4053-88D2-6F2B19A1768E}"/>
                  </a:ext>
                </a:extLst>
              </p:cNvPr>
              <p:cNvSpPr txBox="1"/>
              <p:nvPr/>
            </p:nvSpPr>
            <p:spPr>
              <a:xfrm>
                <a:off x="2237370" y="1390858"/>
                <a:ext cx="1512000" cy="954107"/>
              </a:xfrm>
              <a:prstGeom prst="rect">
                <a:avLst/>
              </a:prstGeom>
              <a:noFill/>
            </p:spPr>
            <p:txBody>
              <a:bodyPr wrap="square">
                <a:spAutoFit/>
              </a:bodyPr>
              <a:lstStyle/>
              <a:p>
                <a:pPr algn="ctr"/>
                <a14:m>
                  <m:oMath xmlns:m="http://schemas.openxmlformats.org/officeDocument/2006/math">
                    <m:r>
                      <a:rPr lang="en-IN" sz="2800" i="1" dirty="0" smtClean="0">
                        <a:solidFill>
                          <a:srgbClr val="002060"/>
                        </a:solidFill>
                        <a:latin typeface="Cambria Math" panose="02040503050406030204" pitchFamily="18" charset="0"/>
                      </a:rPr>
                      <m:t>4</m:t>
                    </m:r>
                  </m:oMath>
                </a14:m>
                <a:r>
                  <a:rPr lang="en-IN" sz="2800" dirty="0">
                    <a:solidFill>
                      <a:srgbClr val="002060"/>
                    </a:solidFill>
                  </a:rPr>
                  <a:t> Spades selected </a:t>
                </a:r>
              </a:p>
            </p:txBody>
          </p:sp>
        </mc:Choice>
        <mc:Fallback xmlns="">
          <p:sp>
            <p:nvSpPr>
              <p:cNvPr id="61" name="TextBox 60">
                <a:extLst>
                  <a:ext uri="{FF2B5EF4-FFF2-40B4-BE49-F238E27FC236}">
                    <a16:creationId xmlns:a16="http://schemas.microsoft.com/office/drawing/2014/main" id="{D9C79C5A-0255-4053-88D2-6F2B19A1768E}"/>
                  </a:ext>
                </a:extLst>
              </p:cNvPr>
              <p:cNvSpPr txBox="1">
                <a:spLocks noRot="1" noChangeAspect="1" noMove="1" noResize="1" noEditPoints="1" noAdjustHandles="1" noChangeArrowheads="1" noChangeShapeType="1" noTextEdit="1"/>
              </p:cNvSpPr>
              <p:nvPr/>
            </p:nvSpPr>
            <p:spPr>
              <a:xfrm>
                <a:off x="2237370" y="1390858"/>
                <a:ext cx="1512000" cy="954107"/>
              </a:xfrm>
              <a:prstGeom prst="rect">
                <a:avLst/>
              </a:prstGeom>
              <a:blipFill>
                <a:blip r:embed="rId21"/>
                <a:stretch>
                  <a:fillRect l="-2016" t="-5732" r="-12500" b="-171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ED2E0415-08ED-47EF-9870-E382087A8B1C}"/>
                  </a:ext>
                </a:extLst>
              </p:cNvPr>
              <p:cNvSpPr txBox="1"/>
              <p:nvPr/>
            </p:nvSpPr>
            <p:spPr>
              <a:xfrm>
                <a:off x="4348154" y="1390858"/>
                <a:ext cx="1953630" cy="954107"/>
              </a:xfrm>
              <a:prstGeom prst="rect">
                <a:avLst/>
              </a:prstGeom>
              <a:noFill/>
            </p:spPr>
            <p:txBody>
              <a:bodyPr wrap="square">
                <a:spAutoFit/>
              </a:bodyPr>
              <a:lstStyle/>
              <a:p>
                <a:pPr algn="ctr"/>
                <a14:m>
                  <m:oMath xmlns:m="http://schemas.openxmlformats.org/officeDocument/2006/math">
                    <m:r>
                      <a:rPr lang="en-IN" sz="2800" i="1" dirty="0" smtClean="0">
                        <a:solidFill>
                          <a:srgbClr val="002060"/>
                        </a:solidFill>
                        <a:latin typeface="Cambria Math" panose="02040503050406030204" pitchFamily="18" charset="0"/>
                      </a:rPr>
                      <m:t>4</m:t>
                    </m:r>
                  </m:oMath>
                </a14:m>
                <a:r>
                  <a:rPr lang="en-IN" sz="2800" dirty="0">
                    <a:solidFill>
                      <a:srgbClr val="002060"/>
                    </a:solidFill>
                  </a:rPr>
                  <a:t> Hearts selected </a:t>
                </a:r>
              </a:p>
            </p:txBody>
          </p:sp>
        </mc:Choice>
        <mc:Fallback xmlns="">
          <p:sp>
            <p:nvSpPr>
              <p:cNvPr id="62" name="TextBox 61">
                <a:extLst>
                  <a:ext uri="{FF2B5EF4-FFF2-40B4-BE49-F238E27FC236}">
                    <a16:creationId xmlns:a16="http://schemas.microsoft.com/office/drawing/2014/main" id="{ED2E0415-08ED-47EF-9870-E382087A8B1C}"/>
                  </a:ext>
                </a:extLst>
              </p:cNvPr>
              <p:cNvSpPr txBox="1">
                <a:spLocks noRot="1" noChangeAspect="1" noMove="1" noResize="1" noEditPoints="1" noAdjustHandles="1" noChangeArrowheads="1" noChangeShapeType="1" noTextEdit="1"/>
              </p:cNvSpPr>
              <p:nvPr/>
            </p:nvSpPr>
            <p:spPr>
              <a:xfrm>
                <a:off x="4348154" y="1390858"/>
                <a:ext cx="1953630" cy="954107"/>
              </a:xfrm>
              <a:prstGeom prst="rect">
                <a:avLst/>
              </a:prstGeom>
              <a:blipFill>
                <a:blip r:embed="rId22"/>
                <a:stretch>
                  <a:fillRect t="-5732" b="-171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FE9797A4-55C1-48BA-AD93-C83D040B579E}"/>
                  </a:ext>
                </a:extLst>
              </p:cNvPr>
              <p:cNvSpPr txBox="1"/>
              <p:nvPr/>
            </p:nvSpPr>
            <p:spPr>
              <a:xfrm>
                <a:off x="6900568" y="1390858"/>
                <a:ext cx="1953630" cy="954107"/>
              </a:xfrm>
              <a:prstGeom prst="rect">
                <a:avLst/>
              </a:prstGeom>
              <a:noFill/>
            </p:spPr>
            <p:txBody>
              <a:bodyPr wrap="square">
                <a:spAutoFit/>
              </a:bodyPr>
              <a:lstStyle/>
              <a:p>
                <a:pPr algn="ctr"/>
                <a14:m>
                  <m:oMath xmlns:m="http://schemas.openxmlformats.org/officeDocument/2006/math">
                    <m:r>
                      <a:rPr lang="en-IN" sz="2800" i="1" dirty="0" smtClean="0">
                        <a:solidFill>
                          <a:srgbClr val="002060"/>
                        </a:solidFill>
                        <a:latin typeface="Cambria Math" panose="02040503050406030204" pitchFamily="18" charset="0"/>
                      </a:rPr>
                      <m:t>4</m:t>
                    </m:r>
                  </m:oMath>
                </a14:m>
                <a:r>
                  <a:rPr lang="en-IN" sz="2800" dirty="0">
                    <a:solidFill>
                      <a:srgbClr val="002060"/>
                    </a:solidFill>
                  </a:rPr>
                  <a:t> Diamonds selected </a:t>
                </a:r>
              </a:p>
            </p:txBody>
          </p:sp>
        </mc:Choice>
        <mc:Fallback xmlns="">
          <p:sp>
            <p:nvSpPr>
              <p:cNvPr id="63" name="TextBox 62">
                <a:extLst>
                  <a:ext uri="{FF2B5EF4-FFF2-40B4-BE49-F238E27FC236}">
                    <a16:creationId xmlns:a16="http://schemas.microsoft.com/office/drawing/2014/main" id="{FE9797A4-55C1-48BA-AD93-C83D040B579E}"/>
                  </a:ext>
                </a:extLst>
              </p:cNvPr>
              <p:cNvSpPr txBox="1">
                <a:spLocks noRot="1" noChangeAspect="1" noMove="1" noResize="1" noEditPoints="1" noAdjustHandles="1" noChangeArrowheads="1" noChangeShapeType="1" noTextEdit="1"/>
              </p:cNvSpPr>
              <p:nvPr/>
            </p:nvSpPr>
            <p:spPr>
              <a:xfrm>
                <a:off x="6900568" y="1390858"/>
                <a:ext cx="1953630" cy="954107"/>
              </a:xfrm>
              <a:prstGeom prst="rect">
                <a:avLst/>
              </a:prstGeom>
              <a:blipFill>
                <a:blip r:embed="rId23"/>
                <a:stretch>
                  <a:fillRect t="-5732" r="-8125" b="-171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F826B17B-DBFB-4497-904D-168A868379A5}"/>
                  </a:ext>
                </a:extLst>
              </p:cNvPr>
              <p:cNvSpPr txBox="1"/>
              <p:nvPr/>
            </p:nvSpPr>
            <p:spPr>
              <a:xfrm>
                <a:off x="9452980" y="1390858"/>
                <a:ext cx="1953630" cy="954107"/>
              </a:xfrm>
              <a:prstGeom prst="rect">
                <a:avLst/>
              </a:prstGeom>
              <a:noFill/>
            </p:spPr>
            <p:txBody>
              <a:bodyPr wrap="square">
                <a:spAutoFit/>
              </a:bodyPr>
              <a:lstStyle/>
              <a:p>
                <a:pPr algn="ctr"/>
                <a14:m>
                  <m:oMath xmlns:m="http://schemas.openxmlformats.org/officeDocument/2006/math">
                    <m:r>
                      <a:rPr lang="en-IN" sz="2800" i="1" dirty="0" smtClean="0">
                        <a:solidFill>
                          <a:srgbClr val="002060"/>
                        </a:solidFill>
                        <a:latin typeface="Cambria Math" panose="02040503050406030204" pitchFamily="18" charset="0"/>
                      </a:rPr>
                      <m:t>4</m:t>
                    </m:r>
                  </m:oMath>
                </a14:m>
                <a:r>
                  <a:rPr lang="en-IN" sz="2800" dirty="0">
                    <a:solidFill>
                      <a:srgbClr val="002060"/>
                    </a:solidFill>
                  </a:rPr>
                  <a:t> Clubs selected </a:t>
                </a:r>
              </a:p>
            </p:txBody>
          </p:sp>
        </mc:Choice>
        <mc:Fallback xmlns="">
          <p:sp>
            <p:nvSpPr>
              <p:cNvPr id="64" name="TextBox 63">
                <a:extLst>
                  <a:ext uri="{FF2B5EF4-FFF2-40B4-BE49-F238E27FC236}">
                    <a16:creationId xmlns:a16="http://schemas.microsoft.com/office/drawing/2014/main" id="{F826B17B-DBFB-4497-904D-168A868379A5}"/>
                  </a:ext>
                </a:extLst>
              </p:cNvPr>
              <p:cNvSpPr txBox="1">
                <a:spLocks noRot="1" noChangeAspect="1" noMove="1" noResize="1" noEditPoints="1" noAdjustHandles="1" noChangeArrowheads="1" noChangeShapeType="1" noTextEdit="1"/>
              </p:cNvSpPr>
              <p:nvPr/>
            </p:nvSpPr>
            <p:spPr>
              <a:xfrm>
                <a:off x="9452980" y="1390858"/>
                <a:ext cx="1953630" cy="954107"/>
              </a:xfrm>
              <a:prstGeom prst="rect">
                <a:avLst/>
              </a:prstGeom>
              <a:blipFill>
                <a:blip r:embed="rId24"/>
                <a:stretch>
                  <a:fillRect t="-5732" b="-17197"/>
                </a:stretch>
              </a:blipFill>
            </p:spPr>
            <p:txBody>
              <a:bodyPr/>
              <a:lstStyle/>
              <a:p>
                <a:r>
                  <a:rPr lang="en-IN">
                    <a:noFill/>
                  </a:rPr>
                  <a:t> </a:t>
                </a:r>
              </a:p>
            </p:txBody>
          </p:sp>
        </mc:Fallback>
      </mc:AlternateContent>
      <p:sp>
        <p:nvSpPr>
          <p:cNvPr id="65" name="TextBox 64">
            <a:extLst>
              <a:ext uri="{FF2B5EF4-FFF2-40B4-BE49-F238E27FC236}">
                <a16:creationId xmlns:a16="http://schemas.microsoft.com/office/drawing/2014/main" id="{91EE6596-3198-4D32-BF2E-8ED4A674756B}"/>
              </a:ext>
            </a:extLst>
          </p:cNvPr>
          <p:cNvSpPr txBox="1"/>
          <p:nvPr/>
        </p:nvSpPr>
        <p:spPr>
          <a:xfrm>
            <a:off x="3842014" y="1597248"/>
            <a:ext cx="565896" cy="523220"/>
          </a:xfrm>
          <a:prstGeom prst="rect">
            <a:avLst/>
          </a:prstGeom>
          <a:noFill/>
        </p:spPr>
        <p:txBody>
          <a:bodyPr wrap="square">
            <a:spAutoFit/>
          </a:bodyPr>
          <a:lstStyle/>
          <a:p>
            <a:pPr algn="ctr"/>
            <a:r>
              <a:rPr lang="en-IN" sz="2800" b="1" dirty="0">
                <a:solidFill>
                  <a:srgbClr val="FF0000"/>
                </a:solidFill>
              </a:rPr>
              <a:t>or</a:t>
            </a:r>
          </a:p>
        </p:txBody>
      </p:sp>
      <p:sp>
        <p:nvSpPr>
          <p:cNvPr id="66" name="TextBox 65">
            <a:extLst>
              <a:ext uri="{FF2B5EF4-FFF2-40B4-BE49-F238E27FC236}">
                <a16:creationId xmlns:a16="http://schemas.microsoft.com/office/drawing/2014/main" id="{F6C1A9FF-56A0-42EB-B0E8-3C984EC280ED}"/>
              </a:ext>
            </a:extLst>
          </p:cNvPr>
          <p:cNvSpPr txBox="1"/>
          <p:nvPr/>
        </p:nvSpPr>
        <p:spPr>
          <a:xfrm>
            <a:off x="6261078" y="1597248"/>
            <a:ext cx="565896" cy="523220"/>
          </a:xfrm>
          <a:prstGeom prst="rect">
            <a:avLst/>
          </a:prstGeom>
          <a:noFill/>
        </p:spPr>
        <p:txBody>
          <a:bodyPr wrap="square">
            <a:spAutoFit/>
          </a:bodyPr>
          <a:lstStyle/>
          <a:p>
            <a:pPr algn="ctr"/>
            <a:r>
              <a:rPr lang="en-IN" sz="2800" b="1" dirty="0">
                <a:solidFill>
                  <a:srgbClr val="FF0000"/>
                </a:solidFill>
              </a:rPr>
              <a:t>or</a:t>
            </a:r>
          </a:p>
        </p:txBody>
      </p:sp>
      <p:sp>
        <p:nvSpPr>
          <p:cNvPr id="67" name="TextBox 66">
            <a:extLst>
              <a:ext uri="{FF2B5EF4-FFF2-40B4-BE49-F238E27FC236}">
                <a16:creationId xmlns:a16="http://schemas.microsoft.com/office/drawing/2014/main" id="{0E55B099-7431-46E6-82D4-23E5D41A0A9E}"/>
              </a:ext>
            </a:extLst>
          </p:cNvPr>
          <p:cNvSpPr txBox="1"/>
          <p:nvPr/>
        </p:nvSpPr>
        <p:spPr>
          <a:xfrm>
            <a:off x="8946842" y="1597248"/>
            <a:ext cx="565896" cy="523220"/>
          </a:xfrm>
          <a:prstGeom prst="rect">
            <a:avLst/>
          </a:prstGeom>
          <a:noFill/>
        </p:spPr>
        <p:txBody>
          <a:bodyPr wrap="square">
            <a:spAutoFit/>
          </a:bodyPr>
          <a:lstStyle/>
          <a:p>
            <a:pPr algn="ctr"/>
            <a:r>
              <a:rPr lang="en-IN" sz="2800" b="1" dirty="0">
                <a:solidFill>
                  <a:srgbClr val="FF0000"/>
                </a:solidFill>
              </a:rPr>
              <a:t>or</a:t>
            </a:r>
          </a:p>
        </p:txBody>
      </p:sp>
    </p:spTree>
    <p:extLst>
      <p:ext uri="{BB962C8B-B14F-4D97-AF65-F5344CB8AC3E}">
        <p14:creationId xmlns:p14="http://schemas.microsoft.com/office/powerpoint/2010/main" val="38895220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5">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6">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2">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3">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4">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5">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6">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7">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8">
                                            <p:txEl>
                                              <p:pRg st="0" end="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9">
                                            <p:txEl>
                                              <p:pRg st="0" end="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6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3A90EF3D-42E7-4B56-AEF9-0E6A9DAAB89F}"/>
                  </a:ext>
                </a:extLst>
              </p:cNvPr>
              <p:cNvSpPr txBox="1"/>
              <p:nvPr/>
            </p:nvSpPr>
            <p:spPr>
              <a:xfrm>
                <a:off x="6273247" y="3503905"/>
                <a:ext cx="1315188"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Sup>
                        <m:sSupPr>
                          <m:ctrlPr>
                            <a:rPr lang="en-IN" sz="2800" b="0" i="1" dirty="0" smtClean="0">
                              <a:solidFill>
                                <a:srgbClr val="002060"/>
                              </a:solidFill>
                              <a:latin typeface="Cambria Math" panose="02040503050406030204" pitchFamily="18" charset="0"/>
                            </a:rPr>
                          </m:ctrlPr>
                        </m:sSupPr>
                        <m:e>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e>
                        <m:sup>
                          <m:r>
                            <a:rPr lang="en-IN" sz="2800" b="0" i="1" dirty="0" smtClean="0">
                              <a:solidFill>
                                <a:srgbClr val="002060"/>
                              </a:solidFill>
                              <a:latin typeface="Cambria Math" panose="02040503050406030204" pitchFamily="18" charset="0"/>
                            </a:rPr>
                            <m:t>4</m:t>
                          </m:r>
                        </m:sup>
                      </m:sSup>
                    </m:oMath>
                  </m:oMathPara>
                </a14:m>
                <a:endParaRPr lang="en-IN" sz="2800" dirty="0">
                  <a:solidFill>
                    <a:srgbClr val="002060"/>
                  </a:solidFill>
                </a:endParaRPr>
              </a:p>
            </p:txBody>
          </p:sp>
        </mc:Choice>
        <mc:Fallback xmlns="">
          <p:sp>
            <p:nvSpPr>
              <p:cNvPr id="56" name="TextBox 55">
                <a:extLst>
                  <a:ext uri="{FF2B5EF4-FFF2-40B4-BE49-F238E27FC236}">
                    <a16:creationId xmlns:a16="http://schemas.microsoft.com/office/drawing/2014/main" id="{3A90EF3D-42E7-4B56-AEF9-0E6A9DAAB89F}"/>
                  </a:ext>
                </a:extLst>
              </p:cNvPr>
              <p:cNvSpPr txBox="1">
                <a:spLocks noRot="1" noChangeAspect="1" noMove="1" noResize="1" noEditPoints="1" noAdjustHandles="1" noChangeArrowheads="1" noChangeShapeType="1" noTextEdit="1"/>
              </p:cNvSpPr>
              <p:nvPr/>
            </p:nvSpPr>
            <p:spPr>
              <a:xfrm>
                <a:off x="6273247" y="3503905"/>
                <a:ext cx="1315188" cy="523220"/>
              </a:xfrm>
              <a:prstGeom prst="rect">
                <a:avLst/>
              </a:prstGeom>
              <a:blipFill>
                <a:blip r:embed="rId2"/>
                <a:stretch>
                  <a:fillRect/>
                </a:stretch>
              </a:blipFill>
            </p:spPr>
            <p:txBody>
              <a:bodyPr/>
              <a:lstStyle/>
              <a:p>
                <a:r>
                  <a:rPr lang="en-IN">
                    <a:noFill/>
                  </a:rPr>
                  <a:t> </a:t>
                </a:r>
              </a:p>
            </p:txBody>
          </p:sp>
        </mc:Fallback>
      </mc:AlternateContent>
      <p:sp>
        <p:nvSpPr>
          <p:cNvPr id="30" name="TextBox 29">
            <a:extLst>
              <a:ext uri="{FF2B5EF4-FFF2-40B4-BE49-F238E27FC236}">
                <a16:creationId xmlns:a16="http://schemas.microsoft.com/office/drawing/2014/main" id="{D8DCAA61-2D3C-44A9-892A-464A73D542D9}"/>
              </a:ext>
            </a:extLst>
          </p:cNvPr>
          <p:cNvSpPr txBox="1"/>
          <p:nvPr/>
        </p:nvSpPr>
        <p:spPr>
          <a:xfrm>
            <a:off x="1625597" y="735025"/>
            <a:ext cx="611773" cy="522000"/>
          </a:xfrm>
          <a:prstGeom prst="rect">
            <a:avLst/>
          </a:prstGeom>
          <a:noFill/>
        </p:spPr>
        <p:txBody>
          <a:bodyPr wrap="square">
            <a:spAutoFit/>
          </a:bodyPr>
          <a:lstStyle/>
          <a:p>
            <a:pPr>
              <a:spcBef>
                <a:spcPts val="500"/>
              </a:spcBef>
            </a:pPr>
            <a:r>
              <a:rPr lang="en-GB" sz="2800" b="1" dirty="0">
                <a:solidFill>
                  <a:srgbClr val="002060"/>
                </a:solidFill>
              </a:rPr>
              <a:t>(2)</a:t>
            </a:r>
          </a:p>
        </p:txBody>
      </p:sp>
      <p:sp>
        <p:nvSpPr>
          <p:cNvPr id="33" name="TextBox 32">
            <a:extLst>
              <a:ext uri="{FF2B5EF4-FFF2-40B4-BE49-F238E27FC236}">
                <a16:creationId xmlns:a16="http://schemas.microsoft.com/office/drawing/2014/main" id="{BBB32CB0-8928-49CE-AE81-0CB1FA4824EC}"/>
              </a:ext>
            </a:extLst>
          </p:cNvPr>
          <p:cNvSpPr txBox="1"/>
          <p:nvPr/>
        </p:nvSpPr>
        <p:spPr>
          <a:xfrm>
            <a:off x="2237370" y="738930"/>
            <a:ext cx="5353050" cy="522000"/>
          </a:xfrm>
          <a:prstGeom prst="rect">
            <a:avLst/>
          </a:prstGeom>
          <a:noFill/>
        </p:spPr>
        <p:txBody>
          <a:bodyPr wrap="square">
            <a:spAutoFit/>
          </a:bodyPr>
          <a:lstStyle/>
          <a:p>
            <a:pPr>
              <a:spcBef>
                <a:spcPts val="500"/>
              </a:spcBef>
            </a:pPr>
            <a:r>
              <a:rPr lang="en-GB" sz="2800" b="1" dirty="0">
                <a:solidFill>
                  <a:srgbClr val="002060"/>
                </a:solidFill>
              </a:rPr>
              <a:t>All four cards are from different suits</a:t>
            </a:r>
          </a:p>
        </p:txBody>
      </p:sp>
      <p:sp>
        <p:nvSpPr>
          <p:cNvPr id="2" name="Title 1"/>
          <p:cNvSpPr>
            <a:spLocks noGrp="1"/>
          </p:cNvSpPr>
          <p:nvPr>
            <p:ph type="title"/>
          </p:nvPr>
        </p:nvSpPr>
        <p:spPr/>
        <p:txBody>
          <a:bodyPr/>
          <a:lstStyle/>
          <a:p>
            <a:r>
              <a:rPr lang="en-GB" dirty="0"/>
              <a:t>Method 1 ⇝ Example 4 (Continue)</a:t>
            </a:r>
            <a:endParaRPr lang="en-US" dirty="0"/>
          </a:p>
        </p:txBody>
      </p:sp>
      <p:sp>
        <p:nvSpPr>
          <p:cNvPr id="31" name="TextBox 30">
            <a:extLst>
              <a:ext uri="{FF2B5EF4-FFF2-40B4-BE49-F238E27FC236}">
                <a16:creationId xmlns:a16="http://schemas.microsoft.com/office/drawing/2014/main" id="{0FD7F727-5342-4674-8397-F0D5EACBB470}"/>
              </a:ext>
            </a:extLst>
          </p:cNvPr>
          <p:cNvSpPr txBox="1"/>
          <p:nvPr/>
        </p:nvSpPr>
        <p:spPr>
          <a:xfrm>
            <a:off x="1625597" y="7681225"/>
            <a:ext cx="611773" cy="522000"/>
          </a:xfrm>
          <a:prstGeom prst="rect">
            <a:avLst/>
          </a:prstGeom>
          <a:noFill/>
        </p:spPr>
        <p:txBody>
          <a:bodyPr wrap="square">
            <a:spAutoFit/>
          </a:bodyPr>
          <a:lstStyle/>
          <a:p>
            <a:pPr>
              <a:spcBef>
                <a:spcPts val="500"/>
              </a:spcBef>
            </a:pPr>
            <a:r>
              <a:rPr lang="en-GB" sz="2800" b="1" dirty="0">
                <a:solidFill>
                  <a:schemeClr val="bg1"/>
                </a:solidFill>
              </a:rPr>
              <a:t>(3)</a:t>
            </a:r>
          </a:p>
        </p:txBody>
      </p:sp>
      <p:sp>
        <p:nvSpPr>
          <p:cNvPr id="34" name="TextBox 33">
            <a:extLst>
              <a:ext uri="{FF2B5EF4-FFF2-40B4-BE49-F238E27FC236}">
                <a16:creationId xmlns:a16="http://schemas.microsoft.com/office/drawing/2014/main" id="{C9F306BC-D53D-479D-888B-E19B13C5BE09}"/>
              </a:ext>
            </a:extLst>
          </p:cNvPr>
          <p:cNvSpPr txBox="1"/>
          <p:nvPr/>
        </p:nvSpPr>
        <p:spPr>
          <a:xfrm>
            <a:off x="2237370" y="7708955"/>
            <a:ext cx="6134100" cy="522000"/>
          </a:xfrm>
          <a:prstGeom prst="rect">
            <a:avLst/>
          </a:prstGeom>
          <a:noFill/>
        </p:spPr>
        <p:txBody>
          <a:bodyPr wrap="square">
            <a:spAutoFit/>
          </a:bodyPr>
          <a:lstStyle/>
          <a:p>
            <a:pPr>
              <a:spcBef>
                <a:spcPts val="500"/>
              </a:spcBef>
            </a:pPr>
            <a:r>
              <a:rPr lang="en-GB" sz="2800" b="1" dirty="0">
                <a:solidFill>
                  <a:schemeClr val="bg1"/>
                </a:solidFill>
              </a:rPr>
              <a:t>Two cards are red and two cards are black</a:t>
            </a:r>
          </a:p>
        </p:txBody>
      </p:sp>
      <p:sp>
        <p:nvSpPr>
          <p:cNvPr id="24" name="TextBox 23">
            <a:extLst>
              <a:ext uri="{FF2B5EF4-FFF2-40B4-BE49-F238E27FC236}">
                <a16:creationId xmlns:a16="http://schemas.microsoft.com/office/drawing/2014/main" id="{ED18CE12-6CEB-4675-B098-2CD8A87C8CEE}"/>
              </a:ext>
            </a:extLst>
          </p:cNvPr>
          <p:cNvSpPr txBox="1"/>
          <p:nvPr/>
        </p:nvSpPr>
        <p:spPr>
          <a:xfrm>
            <a:off x="2237370" y="2474893"/>
            <a:ext cx="3528000" cy="954107"/>
          </a:xfrm>
          <a:prstGeom prst="rect">
            <a:avLst/>
          </a:prstGeom>
          <a:noFill/>
        </p:spPr>
        <p:txBody>
          <a:bodyPr wrap="square">
            <a:spAutoFit/>
          </a:bodyPr>
          <a:lstStyle/>
          <a:p>
            <a:pPr algn="ctr"/>
            <a:r>
              <a:rPr lang="en-GB" sz="2800" i="0" dirty="0">
                <a:solidFill>
                  <a:srgbClr val="002060"/>
                </a:solidFill>
                <a:latin typeface="+mj-lt"/>
              </a:rPr>
              <a:t>No. of ways of choosing cards of different suits</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499943A8-6074-42D5-B2F4-DF9F38C15180}"/>
                  </a:ext>
                </a:extLst>
              </p:cNvPr>
              <p:cNvSpPr txBox="1"/>
              <p:nvPr/>
            </p:nvSpPr>
            <p:spPr>
              <a:xfrm>
                <a:off x="5805714" y="2671154"/>
                <a:ext cx="520344"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25" name="TextBox 24">
                <a:extLst>
                  <a:ext uri="{FF2B5EF4-FFF2-40B4-BE49-F238E27FC236}">
                    <a16:creationId xmlns:a16="http://schemas.microsoft.com/office/drawing/2014/main" id="{499943A8-6074-42D5-B2F4-DF9F38C15180}"/>
                  </a:ext>
                </a:extLst>
              </p:cNvPr>
              <p:cNvSpPr txBox="1">
                <a:spLocks noRot="1" noChangeAspect="1" noMove="1" noResize="1" noEditPoints="1" noAdjustHandles="1" noChangeArrowheads="1" noChangeShapeType="1" noTextEdit="1"/>
              </p:cNvSpPr>
              <p:nvPr/>
            </p:nvSpPr>
            <p:spPr>
              <a:xfrm>
                <a:off x="5805714" y="2671154"/>
                <a:ext cx="520344"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5E76BAC-C19B-4213-8DF7-E74E61BF109B}"/>
                  </a:ext>
                </a:extLst>
              </p:cNvPr>
              <p:cNvSpPr txBox="1"/>
              <p:nvPr/>
            </p:nvSpPr>
            <p:spPr>
              <a:xfrm>
                <a:off x="6326057" y="2671154"/>
                <a:ext cx="899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13</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1"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26" name="TextBox 25">
                <a:extLst>
                  <a:ext uri="{FF2B5EF4-FFF2-40B4-BE49-F238E27FC236}">
                    <a16:creationId xmlns:a16="http://schemas.microsoft.com/office/drawing/2014/main" id="{35E76BAC-C19B-4213-8DF7-E74E61BF109B}"/>
                  </a:ext>
                </a:extLst>
              </p:cNvPr>
              <p:cNvSpPr txBox="1">
                <a:spLocks noRot="1" noChangeAspect="1" noMove="1" noResize="1" noEditPoints="1" noAdjustHandles="1" noChangeArrowheads="1" noChangeShapeType="1" noTextEdit="1"/>
              </p:cNvSpPr>
              <p:nvPr/>
            </p:nvSpPr>
            <p:spPr>
              <a:xfrm>
                <a:off x="6326057" y="2671154"/>
                <a:ext cx="899887"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CC46E9D-D1B3-4ADE-969A-4DF2AAF1B1DE}"/>
                  </a:ext>
                </a:extLst>
              </p:cNvPr>
              <p:cNvSpPr txBox="1"/>
              <p:nvPr/>
            </p:nvSpPr>
            <p:spPr>
              <a:xfrm>
                <a:off x="7239000" y="2671154"/>
                <a:ext cx="520344"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28" name="TextBox 27">
                <a:extLst>
                  <a:ext uri="{FF2B5EF4-FFF2-40B4-BE49-F238E27FC236}">
                    <a16:creationId xmlns:a16="http://schemas.microsoft.com/office/drawing/2014/main" id="{6CC46E9D-D1B3-4ADE-969A-4DF2AAF1B1DE}"/>
                  </a:ext>
                </a:extLst>
              </p:cNvPr>
              <p:cNvSpPr txBox="1">
                <a:spLocks noRot="1" noChangeAspect="1" noMove="1" noResize="1" noEditPoints="1" noAdjustHandles="1" noChangeArrowheads="1" noChangeShapeType="1" noTextEdit="1"/>
              </p:cNvSpPr>
              <p:nvPr/>
            </p:nvSpPr>
            <p:spPr>
              <a:xfrm>
                <a:off x="7239000" y="2671154"/>
                <a:ext cx="520344"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777E5FD4-3A28-467B-8391-A0B457B31C3E}"/>
                  </a:ext>
                </a:extLst>
              </p:cNvPr>
              <p:cNvSpPr txBox="1"/>
              <p:nvPr/>
            </p:nvSpPr>
            <p:spPr>
              <a:xfrm>
                <a:off x="7772400" y="2671154"/>
                <a:ext cx="899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13</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43" name="TextBox 42">
                <a:extLst>
                  <a:ext uri="{FF2B5EF4-FFF2-40B4-BE49-F238E27FC236}">
                    <a16:creationId xmlns:a16="http://schemas.microsoft.com/office/drawing/2014/main" id="{777E5FD4-3A28-467B-8391-A0B457B31C3E}"/>
                  </a:ext>
                </a:extLst>
              </p:cNvPr>
              <p:cNvSpPr txBox="1">
                <a:spLocks noRot="1" noChangeAspect="1" noMove="1" noResize="1" noEditPoints="1" noAdjustHandles="1" noChangeArrowheads="1" noChangeShapeType="1" noTextEdit="1"/>
              </p:cNvSpPr>
              <p:nvPr/>
            </p:nvSpPr>
            <p:spPr>
              <a:xfrm>
                <a:off x="7772400" y="2671154"/>
                <a:ext cx="899887"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53FCE485-0D4A-4DC8-9C79-7C171533CB15}"/>
                  </a:ext>
                </a:extLst>
              </p:cNvPr>
              <p:cNvSpPr txBox="1"/>
              <p:nvPr/>
            </p:nvSpPr>
            <p:spPr>
              <a:xfrm>
                <a:off x="8685343" y="2671154"/>
                <a:ext cx="520344"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4" name="TextBox 43">
                <a:extLst>
                  <a:ext uri="{FF2B5EF4-FFF2-40B4-BE49-F238E27FC236}">
                    <a16:creationId xmlns:a16="http://schemas.microsoft.com/office/drawing/2014/main" id="{53FCE485-0D4A-4DC8-9C79-7C171533CB15}"/>
                  </a:ext>
                </a:extLst>
              </p:cNvPr>
              <p:cNvSpPr txBox="1">
                <a:spLocks noRot="1" noChangeAspect="1" noMove="1" noResize="1" noEditPoints="1" noAdjustHandles="1" noChangeArrowheads="1" noChangeShapeType="1" noTextEdit="1"/>
              </p:cNvSpPr>
              <p:nvPr/>
            </p:nvSpPr>
            <p:spPr>
              <a:xfrm>
                <a:off x="8685343" y="2671154"/>
                <a:ext cx="520344"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86F2E64-2C6A-4E3B-BD3B-B493A7593D40}"/>
                  </a:ext>
                </a:extLst>
              </p:cNvPr>
              <p:cNvSpPr txBox="1"/>
              <p:nvPr/>
            </p:nvSpPr>
            <p:spPr>
              <a:xfrm>
                <a:off x="9218743" y="2671154"/>
                <a:ext cx="899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13</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45" name="TextBox 44">
                <a:extLst>
                  <a:ext uri="{FF2B5EF4-FFF2-40B4-BE49-F238E27FC236}">
                    <a16:creationId xmlns:a16="http://schemas.microsoft.com/office/drawing/2014/main" id="{786F2E64-2C6A-4E3B-BD3B-B493A7593D40}"/>
                  </a:ext>
                </a:extLst>
              </p:cNvPr>
              <p:cNvSpPr txBox="1">
                <a:spLocks noRot="1" noChangeAspect="1" noMove="1" noResize="1" noEditPoints="1" noAdjustHandles="1" noChangeArrowheads="1" noChangeShapeType="1" noTextEdit="1"/>
              </p:cNvSpPr>
              <p:nvPr/>
            </p:nvSpPr>
            <p:spPr>
              <a:xfrm>
                <a:off x="9218743" y="2671154"/>
                <a:ext cx="899887"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1368D7EA-561F-4710-A052-89A4881A0E12}"/>
                  </a:ext>
                </a:extLst>
              </p:cNvPr>
              <p:cNvSpPr txBox="1"/>
              <p:nvPr/>
            </p:nvSpPr>
            <p:spPr>
              <a:xfrm>
                <a:off x="10131686" y="2671154"/>
                <a:ext cx="520344"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6" name="TextBox 45">
                <a:extLst>
                  <a:ext uri="{FF2B5EF4-FFF2-40B4-BE49-F238E27FC236}">
                    <a16:creationId xmlns:a16="http://schemas.microsoft.com/office/drawing/2014/main" id="{1368D7EA-561F-4710-A052-89A4881A0E12}"/>
                  </a:ext>
                </a:extLst>
              </p:cNvPr>
              <p:cNvSpPr txBox="1">
                <a:spLocks noRot="1" noChangeAspect="1" noMove="1" noResize="1" noEditPoints="1" noAdjustHandles="1" noChangeArrowheads="1" noChangeShapeType="1" noTextEdit="1"/>
              </p:cNvSpPr>
              <p:nvPr/>
            </p:nvSpPr>
            <p:spPr>
              <a:xfrm>
                <a:off x="10131686" y="2671154"/>
                <a:ext cx="520344"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2F4F1504-CA04-4F16-8AAB-927697C6F795}"/>
                  </a:ext>
                </a:extLst>
              </p:cNvPr>
              <p:cNvSpPr txBox="1"/>
              <p:nvPr/>
            </p:nvSpPr>
            <p:spPr>
              <a:xfrm>
                <a:off x="10665086" y="2671154"/>
                <a:ext cx="899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13</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47" name="TextBox 46">
                <a:extLst>
                  <a:ext uri="{FF2B5EF4-FFF2-40B4-BE49-F238E27FC236}">
                    <a16:creationId xmlns:a16="http://schemas.microsoft.com/office/drawing/2014/main" id="{2F4F1504-CA04-4F16-8AAB-927697C6F795}"/>
                  </a:ext>
                </a:extLst>
              </p:cNvPr>
              <p:cNvSpPr txBox="1">
                <a:spLocks noRot="1" noChangeAspect="1" noMove="1" noResize="1" noEditPoints="1" noAdjustHandles="1" noChangeArrowheads="1" noChangeShapeType="1" noTextEdit="1"/>
              </p:cNvSpPr>
              <p:nvPr/>
            </p:nvSpPr>
            <p:spPr>
              <a:xfrm>
                <a:off x="10665086" y="2671154"/>
                <a:ext cx="899887"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7A82C0BC-40AD-434F-BA95-D4DC365D2C3D}"/>
                  </a:ext>
                </a:extLst>
              </p:cNvPr>
              <p:cNvSpPr txBox="1"/>
              <p:nvPr/>
            </p:nvSpPr>
            <p:spPr>
              <a:xfrm>
                <a:off x="5805714" y="3502577"/>
                <a:ext cx="520344"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8" name="TextBox 47">
                <a:extLst>
                  <a:ext uri="{FF2B5EF4-FFF2-40B4-BE49-F238E27FC236}">
                    <a16:creationId xmlns:a16="http://schemas.microsoft.com/office/drawing/2014/main" id="{7A82C0BC-40AD-434F-BA95-D4DC365D2C3D}"/>
                  </a:ext>
                </a:extLst>
              </p:cNvPr>
              <p:cNvSpPr txBox="1">
                <a:spLocks noRot="1" noChangeAspect="1" noMove="1" noResize="1" noEditPoints="1" noAdjustHandles="1" noChangeArrowheads="1" noChangeShapeType="1" noTextEdit="1"/>
              </p:cNvSpPr>
              <p:nvPr/>
            </p:nvSpPr>
            <p:spPr>
              <a:xfrm>
                <a:off x="5805714" y="3502577"/>
                <a:ext cx="520344"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0F8CA116-01EE-410C-A65D-C0941EC40596}"/>
                  </a:ext>
                </a:extLst>
              </p:cNvPr>
              <p:cNvSpPr txBox="1"/>
              <p:nvPr/>
            </p:nvSpPr>
            <p:spPr>
              <a:xfrm>
                <a:off x="6480897" y="3507183"/>
                <a:ext cx="899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13</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54" name="TextBox 53">
                <a:extLst>
                  <a:ext uri="{FF2B5EF4-FFF2-40B4-BE49-F238E27FC236}">
                    <a16:creationId xmlns:a16="http://schemas.microsoft.com/office/drawing/2014/main" id="{0F8CA116-01EE-410C-A65D-C0941EC40596}"/>
                  </a:ext>
                </a:extLst>
              </p:cNvPr>
              <p:cNvSpPr txBox="1">
                <a:spLocks noRot="1" noChangeAspect="1" noMove="1" noResize="1" noEditPoints="1" noAdjustHandles="1" noChangeArrowheads="1" noChangeShapeType="1" noTextEdit="1"/>
              </p:cNvSpPr>
              <p:nvPr/>
            </p:nvSpPr>
            <p:spPr>
              <a:xfrm>
                <a:off x="6480897" y="3507183"/>
                <a:ext cx="899887"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B9BC36E1-3F6C-4E32-8675-85050B9E2031}"/>
                  </a:ext>
                </a:extLst>
              </p:cNvPr>
              <p:cNvSpPr txBox="1"/>
              <p:nvPr/>
            </p:nvSpPr>
            <p:spPr>
              <a:xfrm>
                <a:off x="5805714" y="4353314"/>
                <a:ext cx="520344"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9" name="TextBox 58">
                <a:extLst>
                  <a:ext uri="{FF2B5EF4-FFF2-40B4-BE49-F238E27FC236}">
                    <a16:creationId xmlns:a16="http://schemas.microsoft.com/office/drawing/2014/main" id="{B9BC36E1-3F6C-4E32-8675-85050B9E2031}"/>
                  </a:ext>
                </a:extLst>
              </p:cNvPr>
              <p:cNvSpPr txBox="1">
                <a:spLocks noRot="1" noChangeAspect="1" noMove="1" noResize="1" noEditPoints="1" noAdjustHandles="1" noChangeArrowheads="1" noChangeShapeType="1" noTextEdit="1"/>
              </p:cNvSpPr>
              <p:nvPr/>
            </p:nvSpPr>
            <p:spPr>
              <a:xfrm>
                <a:off x="5805714" y="4353314"/>
                <a:ext cx="520344"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6088B7AE-5FEF-4535-AD22-25DC8C328F24}"/>
                  </a:ext>
                </a:extLst>
              </p:cNvPr>
              <p:cNvSpPr txBox="1"/>
              <p:nvPr/>
            </p:nvSpPr>
            <p:spPr>
              <a:xfrm>
                <a:off x="6326057" y="4353314"/>
                <a:ext cx="1026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IN" sz="2800" i="1" dirty="0">
                          <a:solidFill>
                            <a:srgbClr val="002060"/>
                          </a:solidFill>
                          <a:latin typeface="Cambria Math" panose="02040503050406030204" pitchFamily="18" charset="0"/>
                        </a:rPr>
                        <m:t>2860</m:t>
                      </m:r>
                    </m:oMath>
                  </m:oMathPara>
                </a14:m>
                <a:endParaRPr lang="en-IN" sz="2800" dirty="0">
                  <a:solidFill>
                    <a:srgbClr val="002060"/>
                  </a:solidFill>
                </a:endParaRPr>
              </a:p>
            </p:txBody>
          </p:sp>
        </mc:Choice>
        <mc:Fallback xmlns="">
          <p:sp>
            <p:nvSpPr>
              <p:cNvPr id="60" name="TextBox 59">
                <a:extLst>
                  <a:ext uri="{FF2B5EF4-FFF2-40B4-BE49-F238E27FC236}">
                    <a16:creationId xmlns:a16="http://schemas.microsoft.com/office/drawing/2014/main" id="{6088B7AE-5FEF-4535-AD22-25DC8C328F24}"/>
                  </a:ext>
                </a:extLst>
              </p:cNvPr>
              <p:cNvSpPr txBox="1">
                <a:spLocks noRot="1" noChangeAspect="1" noMove="1" noResize="1" noEditPoints="1" noAdjustHandles="1" noChangeArrowheads="1" noChangeShapeType="1" noTextEdit="1"/>
              </p:cNvSpPr>
              <p:nvPr/>
            </p:nvSpPr>
            <p:spPr>
              <a:xfrm>
                <a:off x="6326057" y="4353314"/>
                <a:ext cx="1026887"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D9C79C5A-0255-4053-88D2-6F2B19A1768E}"/>
                  </a:ext>
                </a:extLst>
              </p:cNvPr>
              <p:cNvSpPr txBox="1"/>
              <p:nvPr/>
            </p:nvSpPr>
            <p:spPr>
              <a:xfrm>
                <a:off x="2237370" y="1390858"/>
                <a:ext cx="1512000" cy="954107"/>
              </a:xfrm>
              <a:prstGeom prst="rect">
                <a:avLst/>
              </a:prstGeom>
              <a:noFill/>
            </p:spPr>
            <p:txBody>
              <a:bodyPr wrap="square">
                <a:spAutoFit/>
              </a:bodyPr>
              <a:lstStyle/>
              <a:p>
                <a:pPr algn="ctr"/>
                <a14:m>
                  <m:oMath xmlns:m="http://schemas.openxmlformats.org/officeDocument/2006/math">
                    <m:r>
                      <a:rPr lang="en-IN" sz="2800" b="0" i="1" dirty="0" smtClean="0">
                        <a:solidFill>
                          <a:srgbClr val="002060"/>
                        </a:solidFill>
                        <a:latin typeface="Cambria Math" panose="02040503050406030204" pitchFamily="18" charset="0"/>
                      </a:rPr>
                      <m:t>1</m:t>
                    </m:r>
                  </m:oMath>
                </a14:m>
                <a:r>
                  <a:rPr lang="en-IN" sz="2800" dirty="0">
                    <a:solidFill>
                      <a:srgbClr val="002060"/>
                    </a:solidFill>
                  </a:rPr>
                  <a:t> Spades selected </a:t>
                </a:r>
              </a:p>
            </p:txBody>
          </p:sp>
        </mc:Choice>
        <mc:Fallback xmlns="">
          <p:sp>
            <p:nvSpPr>
              <p:cNvPr id="61" name="TextBox 60">
                <a:extLst>
                  <a:ext uri="{FF2B5EF4-FFF2-40B4-BE49-F238E27FC236}">
                    <a16:creationId xmlns:a16="http://schemas.microsoft.com/office/drawing/2014/main" id="{D9C79C5A-0255-4053-88D2-6F2B19A1768E}"/>
                  </a:ext>
                </a:extLst>
              </p:cNvPr>
              <p:cNvSpPr txBox="1">
                <a:spLocks noRot="1" noChangeAspect="1" noMove="1" noResize="1" noEditPoints="1" noAdjustHandles="1" noChangeArrowheads="1" noChangeShapeType="1" noTextEdit="1"/>
              </p:cNvSpPr>
              <p:nvPr/>
            </p:nvSpPr>
            <p:spPr>
              <a:xfrm>
                <a:off x="2237370" y="1390858"/>
                <a:ext cx="1512000" cy="954107"/>
              </a:xfrm>
              <a:prstGeom prst="rect">
                <a:avLst/>
              </a:prstGeom>
              <a:blipFill>
                <a:blip r:embed="rId14"/>
                <a:stretch>
                  <a:fillRect l="-2016" t="-5732" r="-12500" b="-171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ED2E0415-08ED-47EF-9870-E382087A8B1C}"/>
                  </a:ext>
                </a:extLst>
              </p:cNvPr>
              <p:cNvSpPr txBox="1"/>
              <p:nvPr/>
            </p:nvSpPr>
            <p:spPr>
              <a:xfrm>
                <a:off x="4348462" y="1390858"/>
                <a:ext cx="1953630" cy="954107"/>
              </a:xfrm>
              <a:prstGeom prst="rect">
                <a:avLst/>
              </a:prstGeom>
              <a:noFill/>
            </p:spPr>
            <p:txBody>
              <a:bodyPr wrap="square">
                <a:spAutoFit/>
              </a:bodyPr>
              <a:lstStyle/>
              <a:p>
                <a:pPr algn="ctr"/>
                <a14:m>
                  <m:oMath xmlns:m="http://schemas.openxmlformats.org/officeDocument/2006/math">
                    <m:r>
                      <a:rPr lang="en-IN" sz="2800" b="0" i="1" dirty="0" smtClean="0">
                        <a:solidFill>
                          <a:srgbClr val="002060"/>
                        </a:solidFill>
                        <a:latin typeface="Cambria Math" panose="02040503050406030204" pitchFamily="18" charset="0"/>
                      </a:rPr>
                      <m:t>1</m:t>
                    </m:r>
                  </m:oMath>
                </a14:m>
                <a:r>
                  <a:rPr lang="en-IN" sz="2800" dirty="0">
                    <a:solidFill>
                      <a:srgbClr val="002060"/>
                    </a:solidFill>
                  </a:rPr>
                  <a:t> Hearts selected </a:t>
                </a:r>
              </a:p>
            </p:txBody>
          </p:sp>
        </mc:Choice>
        <mc:Fallback xmlns="">
          <p:sp>
            <p:nvSpPr>
              <p:cNvPr id="62" name="TextBox 61">
                <a:extLst>
                  <a:ext uri="{FF2B5EF4-FFF2-40B4-BE49-F238E27FC236}">
                    <a16:creationId xmlns:a16="http://schemas.microsoft.com/office/drawing/2014/main" id="{ED2E0415-08ED-47EF-9870-E382087A8B1C}"/>
                  </a:ext>
                </a:extLst>
              </p:cNvPr>
              <p:cNvSpPr txBox="1">
                <a:spLocks noRot="1" noChangeAspect="1" noMove="1" noResize="1" noEditPoints="1" noAdjustHandles="1" noChangeArrowheads="1" noChangeShapeType="1" noTextEdit="1"/>
              </p:cNvSpPr>
              <p:nvPr/>
            </p:nvSpPr>
            <p:spPr>
              <a:xfrm>
                <a:off x="4348462" y="1390858"/>
                <a:ext cx="1953630" cy="954107"/>
              </a:xfrm>
              <a:prstGeom prst="rect">
                <a:avLst/>
              </a:prstGeom>
              <a:blipFill>
                <a:blip r:embed="rId15"/>
                <a:stretch>
                  <a:fillRect t="-5732" b="-171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FE9797A4-55C1-48BA-AD93-C83D040B579E}"/>
                  </a:ext>
                </a:extLst>
              </p:cNvPr>
              <p:cNvSpPr txBox="1"/>
              <p:nvPr/>
            </p:nvSpPr>
            <p:spPr>
              <a:xfrm>
                <a:off x="6900722" y="1390858"/>
                <a:ext cx="1953630" cy="954107"/>
              </a:xfrm>
              <a:prstGeom prst="rect">
                <a:avLst/>
              </a:prstGeom>
              <a:noFill/>
            </p:spPr>
            <p:txBody>
              <a:bodyPr wrap="square">
                <a:spAutoFit/>
              </a:bodyPr>
              <a:lstStyle/>
              <a:p>
                <a:pPr algn="ctr"/>
                <a14:m>
                  <m:oMath xmlns:m="http://schemas.openxmlformats.org/officeDocument/2006/math">
                    <m:r>
                      <a:rPr lang="en-IN" sz="2800" b="0" i="1" dirty="0" smtClean="0">
                        <a:solidFill>
                          <a:srgbClr val="002060"/>
                        </a:solidFill>
                        <a:latin typeface="Cambria Math" panose="02040503050406030204" pitchFamily="18" charset="0"/>
                      </a:rPr>
                      <m:t>1</m:t>
                    </m:r>
                  </m:oMath>
                </a14:m>
                <a:r>
                  <a:rPr lang="en-IN" sz="2800" dirty="0">
                    <a:solidFill>
                      <a:srgbClr val="002060"/>
                    </a:solidFill>
                  </a:rPr>
                  <a:t> Diamonds selected </a:t>
                </a:r>
              </a:p>
            </p:txBody>
          </p:sp>
        </mc:Choice>
        <mc:Fallback xmlns="">
          <p:sp>
            <p:nvSpPr>
              <p:cNvPr id="63" name="TextBox 62">
                <a:extLst>
                  <a:ext uri="{FF2B5EF4-FFF2-40B4-BE49-F238E27FC236}">
                    <a16:creationId xmlns:a16="http://schemas.microsoft.com/office/drawing/2014/main" id="{FE9797A4-55C1-48BA-AD93-C83D040B579E}"/>
                  </a:ext>
                </a:extLst>
              </p:cNvPr>
              <p:cNvSpPr txBox="1">
                <a:spLocks noRot="1" noChangeAspect="1" noMove="1" noResize="1" noEditPoints="1" noAdjustHandles="1" noChangeArrowheads="1" noChangeShapeType="1" noTextEdit="1"/>
              </p:cNvSpPr>
              <p:nvPr/>
            </p:nvSpPr>
            <p:spPr>
              <a:xfrm>
                <a:off x="6900722" y="1390858"/>
                <a:ext cx="1953630" cy="954107"/>
              </a:xfrm>
              <a:prstGeom prst="rect">
                <a:avLst/>
              </a:prstGeom>
              <a:blipFill>
                <a:blip r:embed="rId16"/>
                <a:stretch>
                  <a:fillRect t="-5732" r="-8125" b="-171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F826B17B-DBFB-4497-904D-168A868379A5}"/>
                  </a:ext>
                </a:extLst>
              </p:cNvPr>
              <p:cNvSpPr txBox="1"/>
              <p:nvPr/>
            </p:nvSpPr>
            <p:spPr>
              <a:xfrm>
                <a:off x="9452980" y="1390858"/>
                <a:ext cx="1953630" cy="954107"/>
              </a:xfrm>
              <a:prstGeom prst="rect">
                <a:avLst/>
              </a:prstGeom>
              <a:noFill/>
            </p:spPr>
            <p:txBody>
              <a:bodyPr wrap="square">
                <a:spAutoFit/>
              </a:bodyPr>
              <a:lstStyle/>
              <a:p>
                <a:pPr algn="ctr"/>
                <a14:m>
                  <m:oMath xmlns:m="http://schemas.openxmlformats.org/officeDocument/2006/math">
                    <m:r>
                      <a:rPr lang="en-IN" sz="2800" b="0" i="1" dirty="0" smtClean="0">
                        <a:solidFill>
                          <a:srgbClr val="002060"/>
                        </a:solidFill>
                        <a:latin typeface="Cambria Math" panose="02040503050406030204" pitchFamily="18" charset="0"/>
                      </a:rPr>
                      <m:t>1</m:t>
                    </m:r>
                  </m:oMath>
                </a14:m>
                <a:r>
                  <a:rPr lang="en-IN" sz="2800" dirty="0">
                    <a:solidFill>
                      <a:srgbClr val="002060"/>
                    </a:solidFill>
                  </a:rPr>
                  <a:t> Clubs selected </a:t>
                </a:r>
              </a:p>
            </p:txBody>
          </p:sp>
        </mc:Choice>
        <mc:Fallback xmlns="">
          <p:sp>
            <p:nvSpPr>
              <p:cNvPr id="64" name="TextBox 63">
                <a:extLst>
                  <a:ext uri="{FF2B5EF4-FFF2-40B4-BE49-F238E27FC236}">
                    <a16:creationId xmlns:a16="http://schemas.microsoft.com/office/drawing/2014/main" id="{F826B17B-DBFB-4497-904D-168A868379A5}"/>
                  </a:ext>
                </a:extLst>
              </p:cNvPr>
              <p:cNvSpPr txBox="1">
                <a:spLocks noRot="1" noChangeAspect="1" noMove="1" noResize="1" noEditPoints="1" noAdjustHandles="1" noChangeArrowheads="1" noChangeShapeType="1" noTextEdit="1"/>
              </p:cNvSpPr>
              <p:nvPr/>
            </p:nvSpPr>
            <p:spPr>
              <a:xfrm>
                <a:off x="9452980" y="1390858"/>
                <a:ext cx="1953630" cy="954107"/>
              </a:xfrm>
              <a:prstGeom prst="rect">
                <a:avLst/>
              </a:prstGeom>
              <a:blipFill>
                <a:blip r:embed="rId17"/>
                <a:stretch>
                  <a:fillRect t="-5732" b="-17197"/>
                </a:stretch>
              </a:blipFill>
            </p:spPr>
            <p:txBody>
              <a:bodyPr/>
              <a:lstStyle/>
              <a:p>
                <a:r>
                  <a:rPr lang="en-IN">
                    <a:noFill/>
                  </a:rPr>
                  <a:t> </a:t>
                </a:r>
              </a:p>
            </p:txBody>
          </p:sp>
        </mc:Fallback>
      </mc:AlternateContent>
      <p:sp>
        <p:nvSpPr>
          <p:cNvPr id="65" name="TextBox 64">
            <a:extLst>
              <a:ext uri="{FF2B5EF4-FFF2-40B4-BE49-F238E27FC236}">
                <a16:creationId xmlns:a16="http://schemas.microsoft.com/office/drawing/2014/main" id="{91EE6596-3198-4D32-BF2E-8ED4A674756B}"/>
              </a:ext>
            </a:extLst>
          </p:cNvPr>
          <p:cNvSpPr txBox="1"/>
          <p:nvPr/>
        </p:nvSpPr>
        <p:spPr>
          <a:xfrm>
            <a:off x="3802985" y="1597248"/>
            <a:ext cx="720462" cy="523220"/>
          </a:xfrm>
          <a:prstGeom prst="rect">
            <a:avLst/>
          </a:prstGeom>
          <a:noFill/>
        </p:spPr>
        <p:txBody>
          <a:bodyPr wrap="square">
            <a:spAutoFit/>
          </a:bodyPr>
          <a:lstStyle/>
          <a:p>
            <a:pPr algn="ctr"/>
            <a:r>
              <a:rPr lang="en-IN" sz="2800" b="1" dirty="0">
                <a:solidFill>
                  <a:srgbClr val="FF0000"/>
                </a:solidFill>
              </a:rPr>
              <a:t>and </a:t>
            </a:r>
          </a:p>
        </p:txBody>
      </p:sp>
      <p:sp>
        <p:nvSpPr>
          <p:cNvPr id="66" name="TextBox 65">
            <a:extLst>
              <a:ext uri="{FF2B5EF4-FFF2-40B4-BE49-F238E27FC236}">
                <a16:creationId xmlns:a16="http://schemas.microsoft.com/office/drawing/2014/main" id="{F6C1A9FF-56A0-42EB-B0E8-3C984EC280ED}"/>
              </a:ext>
            </a:extLst>
          </p:cNvPr>
          <p:cNvSpPr txBox="1"/>
          <p:nvPr/>
        </p:nvSpPr>
        <p:spPr>
          <a:xfrm>
            <a:off x="6155682" y="1597248"/>
            <a:ext cx="720000" cy="523220"/>
          </a:xfrm>
          <a:prstGeom prst="rect">
            <a:avLst/>
          </a:prstGeom>
          <a:noFill/>
        </p:spPr>
        <p:txBody>
          <a:bodyPr wrap="square">
            <a:spAutoFit/>
          </a:bodyPr>
          <a:lstStyle/>
          <a:p>
            <a:pPr algn="ctr"/>
            <a:r>
              <a:rPr lang="en-IN" sz="2800" b="1" dirty="0">
                <a:solidFill>
                  <a:srgbClr val="FF0000"/>
                </a:solidFill>
              </a:rPr>
              <a:t>and</a:t>
            </a:r>
          </a:p>
        </p:txBody>
      </p:sp>
      <p:sp>
        <p:nvSpPr>
          <p:cNvPr id="67" name="TextBox 66">
            <a:extLst>
              <a:ext uri="{FF2B5EF4-FFF2-40B4-BE49-F238E27FC236}">
                <a16:creationId xmlns:a16="http://schemas.microsoft.com/office/drawing/2014/main" id="{0E55B099-7431-46E6-82D4-23E5D41A0A9E}"/>
              </a:ext>
            </a:extLst>
          </p:cNvPr>
          <p:cNvSpPr txBox="1"/>
          <p:nvPr/>
        </p:nvSpPr>
        <p:spPr>
          <a:xfrm>
            <a:off x="8898442" y="1597248"/>
            <a:ext cx="720000" cy="523220"/>
          </a:xfrm>
          <a:prstGeom prst="rect">
            <a:avLst/>
          </a:prstGeom>
          <a:noFill/>
        </p:spPr>
        <p:txBody>
          <a:bodyPr wrap="square">
            <a:spAutoFit/>
          </a:bodyPr>
          <a:lstStyle/>
          <a:p>
            <a:pPr algn="ctr"/>
            <a:r>
              <a:rPr lang="en-IN" sz="2800" b="1" dirty="0">
                <a:solidFill>
                  <a:srgbClr val="FF0000"/>
                </a:solidFill>
              </a:rPr>
              <a:t>and</a:t>
            </a:r>
          </a:p>
        </p:txBody>
      </p:sp>
    </p:spTree>
    <p:extLst>
      <p:ext uri="{BB962C8B-B14F-4D97-AF65-F5344CB8AC3E}">
        <p14:creationId xmlns:p14="http://schemas.microsoft.com/office/powerpoint/2010/main" val="22856341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3">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4">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5">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6">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4">
                                            <p:txEl>
                                              <p:pRg st="0" end="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6">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9">
                                            <p:txEl>
                                              <p:pRg st="0" end="0"/>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2" grpId="0"/>
      <p:bldP spid="63" grpId="0"/>
      <p:bldP spid="64" grpId="0"/>
      <p:bldP spid="65" grpId="0"/>
      <p:bldP spid="66" grpId="0"/>
      <p:bldP spid="6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a:extLst>
              <a:ext uri="{FF2B5EF4-FFF2-40B4-BE49-F238E27FC236}">
                <a16:creationId xmlns:a16="http://schemas.microsoft.com/office/drawing/2014/main" id="{0FD7F727-5342-4674-8397-F0D5EACBB470}"/>
              </a:ext>
            </a:extLst>
          </p:cNvPr>
          <p:cNvSpPr txBox="1"/>
          <p:nvPr/>
        </p:nvSpPr>
        <p:spPr>
          <a:xfrm>
            <a:off x="1625597" y="759998"/>
            <a:ext cx="611773" cy="522000"/>
          </a:xfrm>
          <a:prstGeom prst="rect">
            <a:avLst/>
          </a:prstGeom>
          <a:noFill/>
        </p:spPr>
        <p:txBody>
          <a:bodyPr wrap="square">
            <a:spAutoFit/>
          </a:bodyPr>
          <a:lstStyle/>
          <a:p>
            <a:pPr>
              <a:spcBef>
                <a:spcPts val="500"/>
              </a:spcBef>
            </a:pPr>
            <a:r>
              <a:rPr lang="en-GB" sz="2800" b="1" dirty="0">
                <a:solidFill>
                  <a:srgbClr val="002060"/>
                </a:solidFill>
              </a:rPr>
              <a:t>(3)</a:t>
            </a:r>
          </a:p>
        </p:txBody>
      </p:sp>
      <p:sp>
        <p:nvSpPr>
          <p:cNvPr id="34" name="TextBox 33">
            <a:extLst>
              <a:ext uri="{FF2B5EF4-FFF2-40B4-BE49-F238E27FC236}">
                <a16:creationId xmlns:a16="http://schemas.microsoft.com/office/drawing/2014/main" id="{C9F306BC-D53D-479D-888B-E19B13C5BE09}"/>
              </a:ext>
            </a:extLst>
          </p:cNvPr>
          <p:cNvSpPr txBox="1"/>
          <p:nvPr/>
        </p:nvSpPr>
        <p:spPr>
          <a:xfrm>
            <a:off x="2237370" y="759998"/>
            <a:ext cx="6134100" cy="522000"/>
          </a:xfrm>
          <a:prstGeom prst="rect">
            <a:avLst/>
          </a:prstGeom>
          <a:noFill/>
        </p:spPr>
        <p:txBody>
          <a:bodyPr wrap="square">
            <a:spAutoFit/>
          </a:bodyPr>
          <a:lstStyle/>
          <a:p>
            <a:pPr>
              <a:spcBef>
                <a:spcPts val="500"/>
              </a:spcBef>
            </a:pPr>
            <a:r>
              <a:rPr lang="en-GB" sz="2800" b="1" dirty="0">
                <a:solidFill>
                  <a:srgbClr val="002060"/>
                </a:solidFill>
              </a:rPr>
              <a:t>Two cards are red and two cards are black</a:t>
            </a: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3A90EF3D-42E7-4B56-AEF9-0E6A9DAAB89F}"/>
                  </a:ext>
                </a:extLst>
              </p:cNvPr>
              <p:cNvSpPr txBox="1"/>
              <p:nvPr/>
            </p:nvSpPr>
            <p:spPr>
              <a:xfrm>
                <a:off x="6273247" y="4067176"/>
                <a:ext cx="1315188"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Sup>
                        <m:sSupPr>
                          <m:ctrlPr>
                            <a:rPr lang="en-IN" sz="2800" b="0" i="1" dirty="0" smtClean="0">
                              <a:solidFill>
                                <a:srgbClr val="002060"/>
                              </a:solidFill>
                              <a:latin typeface="Cambria Math" panose="02040503050406030204" pitchFamily="18" charset="0"/>
                            </a:rPr>
                          </m:ctrlPr>
                        </m:sSupPr>
                        <m:e>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e>
                        <m:sup>
                          <m:r>
                            <a:rPr lang="en-IN" sz="2800" b="0" i="1" dirty="0" smtClean="0">
                              <a:solidFill>
                                <a:srgbClr val="002060"/>
                              </a:solidFill>
                              <a:latin typeface="Cambria Math" panose="02040503050406030204" pitchFamily="18" charset="0"/>
                            </a:rPr>
                            <m:t>2</m:t>
                          </m:r>
                        </m:sup>
                      </m:sSup>
                    </m:oMath>
                  </m:oMathPara>
                </a14:m>
                <a:endParaRPr lang="en-IN" sz="2800" dirty="0">
                  <a:solidFill>
                    <a:srgbClr val="002060"/>
                  </a:solidFill>
                </a:endParaRPr>
              </a:p>
            </p:txBody>
          </p:sp>
        </mc:Choice>
        <mc:Fallback xmlns="">
          <p:sp>
            <p:nvSpPr>
              <p:cNvPr id="56" name="TextBox 55">
                <a:extLst>
                  <a:ext uri="{FF2B5EF4-FFF2-40B4-BE49-F238E27FC236}">
                    <a16:creationId xmlns:a16="http://schemas.microsoft.com/office/drawing/2014/main" id="{3A90EF3D-42E7-4B56-AEF9-0E6A9DAAB89F}"/>
                  </a:ext>
                </a:extLst>
              </p:cNvPr>
              <p:cNvSpPr txBox="1">
                <a:spLocks noRot="1" noChangeAspect="1" noMove="1" noResize="1" noEditPoints="1" noAdjustHandles="1" noChangeArrowheads="1" noChangeShapeType="1" noTextEdit="1"/>
              </p:cNvSpPr>
              <p:nvPr/>
            </p:nvSpPr>
            <p:spPr>
              <a:xfrm>
                <a:off x="6273247" y="4067176"/>
                <a:ext cx="1315188" cy="523220"/>
              </a:xfrm>
              <a:prstGeom prst="rect">
                <a:avLst/>
              </a:prstGeom>
              <a:blipFill>
                <a:blip r:embed="rId2"/>
                <a:stretch>
                  <a:fillRect/>
                </a:stretch>
              </a:blipFill>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1 ⇝ Example 4 (Continue)</a:t>
            </a:r>
            <a:endParaRPr lang="en-US" dirty="0"/>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ED18CE12-6CEB-4675-B098-2CD8A87C8CEE}"/>
                  </a:ext>
                </a:extLst>
              </p:cNvPr>
              <p:cNvSpPr txBox="1"/>
              <p:nvPr/>
            </p:nvSpPr>
            <p:spPr>
              <a:xfrm>
                <a:off x="2237370" y="3038164"/>
                <a:ext cx="3528000" cy="954107"/>
              </a:xfrm>
              <a:prstGeom prst="rect">
                <a:avLst/>
              </a:prstGeom>
              <a:noFill/>
            </p:spPr>
            <p:txBody>
              <a:bodyPr wrap="square">
                <a:spAutoFit/>
              </a:bodyPr>
              <a:lstStyle/>
              <a:p>
                <a:pPr algn="ctr"/>
                <a:r>
                  <a:rPr lang="en-GB" sz="2800" dirty="0">
                    <a:solidFill>
                      <a:srgbClr val="002060"/>
                    </a:solidFill>
                    <a:latin typeface="+mj-lt"/>
                  </a:rPr>
                  <a:t>No. of ways of choosing </a:t>
                </a:r>
                <a14:m>
                  <m:oMath xmlns:m="http://schemas.openxmlformats.org/officeDocument/2006/math">
                    <m:r>
                      <a:rPr lang="en-GB" sz="2800" i="1" dirty="0" smtClean="0">
                        <a:solidFill>
                          <a:srgbClr val="002060"/>
                        </a:solidFill>
                        <a:latin typeface="Cambria Math" panose="02040503050406030204" pitchFamily="18" charset="0"/>
                      </a:rPr>
                      <m:t>2</m:t>
                    </m:r>
                  </m:oMath>
                </a14:m>
                <a:r>
                  <a:rPr lang="en-GB" sz="2800" dirty="0">
                    <a:solidFill>
                      <a:srgbClr val="002060"/>
                    </a:solidFill>
                    <a:latin typeface="+mj-lt"/>
                  </a:rPr>
                  <a:t> red and </a:t>
                </a:r>
                <a14:m>
                  <m:oMath xmlns:m="http://schemas.openxmlformats.org/officeDocument/2006/math">
                    <m:r>
                      <a:rPr lang="en-GB" sz="2800" i="1" dirty="0" smtClean="0">
                        <a:solidFill>
                          <a:srgbClr val="002060"/>
                        </a:solidFill>
                        <a:latin typeface="Cambria Math" panose="02040503050406030204" pitchFamily="18" charset="0"/>
                      </a:rPr>
                      <m:t>2</m:t>
                    </m:r>
                  </m:oMath>
                </a14:m>
                <a:r>
                  <a:rPr lang="en-GB" sz="2800" dirty="0">
                    <a:solidFill>
                      <a:srgbClr val="002060"/>
                    </a:solidFill>
                    <a:latin typeface="+mj-lt"/>
                  </a:rPr>
                  <a:t> black cards</a:t>
                </a:r>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ED18CE12-6CEB-4675-B098-2CD8A87C8CEE}"/>
                  </a:ext>
                </a:extLst>
              </p:cNvPr>
              <p:cNvSpPr txBox="1">
                <a:spLocks noRot="1" noChangeAspect="1" noMove="1" noResize="1" noEditPoints="1" noAdjustHandles="1" noChangeArrowheads="1" noChangeShapeType="1" noTextEdit="1"/>
              </p:cNvSpPr>
              <p:nvPr/>
            </p:nvSpPr>
            <p:spPr>
              <a:xfrm>
                <a:off x="2237370" y="3038164"/>
                <a:ext cx="3528000" cy="954107"/>
              </a:xfrm>
              <a:prstGeom prst="rect">
                <a:avLst/>
              </a:prstGeom>
              <a:blipFill>
                <a:blip r:embed="rId3"/>
                <a:stretch>
                  <a:fillRect l="-2763" t="-5732" r="-5527" b="-171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499943A8-6074-42D5-B2F4-DF9F38C15180}"/>
                  </a:ext>
                </a:extLst>
              </p:cNvPr>
              <p:cNvSpPr txBox="1"/>
              <p:nvPr/>
            </p:nvSpPr>
            <p:spPr>
              <a:xfrm>
                <a:off x="5805714" y="3234425"/>
                <a:ext cx="520344"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25" name="TextBox 24">
                <a:extLst>
                  <a:ext uri="{FF2B5EF4-FFF2-40B4-BE49-F238E27FC236}">
                    <a16:creationId xmlns:a16="http://schemas.microsoft.com/office/drawing/2014/main" id="{499943A8-6074-42D5-B2F4-DF9F38C15180}"/>
                  </a:ext>
                </a:extLst>
              </p:cNvPr>
              <p:cNvSpPr txBox="1">
                <a:spLocks noRot="1" noChangeAspect="1" noMove="1" noResize="1" noEditPoints="1" noAdjustHandles="1" noChangeArrowheads="1" noChangeShapeType="1" noTextEdit="1"/>
              </p:cNvSpPr>
              <p:nvPr/>
            </p:nvSpPr>
            <p:spPr>
              <a:xfrm>
                <a:off x="5805714" y="3234425"/>
                <a:ext cx="520344"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5E76BAC-C19B-4213-8DF7-E74E61BF109B}"/>
                  </a:ext>
                </a:extLst>
              </p:cNvPr>
              <p:cNvSpPr txBox="1"/>
              <p:nvPr/>
            </p:nvSpPr>
            <p:spPr>
              <a:xfrm>
                <a:off x="6326057" y="3234425"/>
                <a:ext cx="899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26</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1" dirty="0" smtClean="0">
                                  <a:solidFill>
                                    <a:srgbClr val="002060"/>
                                  </a:solidFill>
                                  <a:latin typeface="Cambria Math" panose="02040503050406030204" pitchFamily="18" charset="0"/>
                                </a:rPr>
                                <m:t>2</m:t>
                              </m:r>
                            </m:sub>
                          </m:sSub>
                        </m:e>
                      </m:sPre>
                    </m:oMath>
                  </m:oMathPara>
                </a14:m>
                <a:endParaRPr lang="en-IN" sz="2800" dirty="0">
                  <a:solidFill>
                    <a:srgbClr val="002060"/>
                  </a:solidFill>
                </a:endParaRPr>
              </a:p>
            </p:txBody>
          </p:sp>
        </mc:Choice>
        <mc:Fallback xmlns="">
          <p:sp>
            <p:nvSpPr>
              <p:cNvPr id="26" name="TextBox 25">
                <a:extLst>
                  <a:ext uri="{FF2B5EF4-FFF2-40B4-BE49-F238E27FC236}">
                    <a16:creationId xmlns:a16="http://schemas.microsoft.com/office/drawing/2014/main" id="{35E76BAC-C19B-4213-8DF7-E74E61BF109B}"/>
                  </a:ext>
                </a:extLst>
              </p:cNvPr>
              <p:cNvSpPr txBox="1">
                <a:spLocks noRot="1" noChangeAspect="1" noMove="1" noResize="1" noEditPoints="1" noAdjustHandles="1" noChangeArrowheads="1" noChangeShapeType="1" noTextEdit="1"/>
              </p:cNvSpPr>
              <p:nvPr/>
            </p:nvSpPr>
            <p:spPr>
              <a:xfrm>
                <a:off x="6326057" y="3234425"/>
                <a:ext cx="899887"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CC46E9D-D1B3-4ADE-969A-4DF2AAF1B1DE}"/>
                  </a:ext>
                </a:extLst>
              </p:cNvPr>
              <p:cNvSpPr txBox="1"/>
              <p:nvPr/>
            </p:nvSpPr>
            <p:spPr>
              <a:xfrm>
                <a:off x="7239000" y="3234425"/>
                <a:ext cx="520344"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28" name="TextBox 27">
                <a:extLst>
                  <a:ext uri="{FF2B5EF4-FFF2-40B4-BE49-F238E27FC236}">
                    <a16:creationId xmlns:a16="http://schemas.microsoft.com/office/drawing/2014/main" id="{6CC46E9D-D1B3-4ADE-969A-4DF2AAF1B1DE}"/>
                  </a:ext>
                </a:extLst>
              </p:cNvPr>
              <p:cNvSpPr txBox="1">
                <a:spLocks noRot="1" noChangeAspect="1" noMove="1" noResize="1" noEditPoints="1" noAdjustHandles="1" noChangeArrowheads="1" noChangeShapeType="1" noTextEdit="1"/>
              </p:cNvSpPr>
              <p:nvPr/>
            </p:nvSpPr>
            <p:spPr>
              <a:xfrm>
                <a:off x="7239000" y="3234425"/>
                <a:ext cx="520344"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777E5FD4-3A28-467B-8391-A0B457B31C3E}"/>
                  </a:ext>
                </a:extLst>
              </p:cNvPr>
              <p:cNvSpPr txBox="1"/>
              <p:nvPr/>
            </p:nvSpPr>
            <p:spPr>
              <a:xfrm>
                <a:off x="7772400" y="3234425"/>
                <a:ext cx="899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26</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2</m:t>
                              </m:r>
                            </m:sub>
                          </m:sSub>
                        </m:e>
                      </m:sPre>
                    </m:oMath>
                  </m:oMathPara>
                </a14:m>
                <a:endParaRPr lang="en-IN" sz="2800" dirty="0">
                  <a:solidFill>
                    <a:srgbClr val="002060"/>
                  </a:solidFill>
                </a:endParaRPr>
              </a:p>
            </p:txBody>
          </p:sp>
        </mc:Choice>
        <mc:Fallback xmlns="">
          <p:sp>
            <p:nvSpPr>
              <p:cNvPr id="43" name="TextBox 42">
                <a:extLst>
                  <a:ext uri="{FF2B5EF4-FFF2-40B4-BE49-F238E27FC236}">
                    <a16:creationId xmlns:a16="http://schemas.microsoft.com/office/drawing/2014/main" id="{777E5FD4-3A28-467B-8391-A0B457B31C3E}"/>
                  </a:ext>
                </a:extLst>
              </p:cNvPr>
              <p:cNvSpPr txBox="1">
                <a:spLocks noRot="1" noChangeAspect="1" noMove="1" noResize="1" noEditPoints="1" noAdjustHandles="1" noChangeArrowheads="1" noChangeShapeType="1" noTextEdit="1"/>
              </p:cNvSpPr>
              <p:nvPr/>
            </p:nvSpPr>
            <p:spPr>
              <a:xfrm>
                <a:off x="7772400" y="3234425"/>
                <a:ext cx="899887"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7A82C0BC-40AD-434F-BA95-D4DC365D2C3D}"/>
                  </a:ext>
                </a:extLst>
              </p:cNvPr>
              <p:cNvSpPr txBox="1"/>
              <p:nvPr/>
            </p:nvSpPr>
            <p:spPr>
              <a:xfrm>
                <a:off x="5805714" y="4065848"/>
                <a:ext cx="520344"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8" name="TextBox 47">
                <a:extLst>
                  <a:ext uri="{FF2B5EF4-FFF2-40B4-BE49-F238E27FC236}">
                    <a16:creationId xmlns:a16="http://schemas.microsoft.com/office/drawing/2014/main" id="{7A82C0BC-40AD-434F-BA95-D4DC365D2C3D}"/>
                  </a:ext>
                </a:extLst>
              </p:cNvPr>
              <p:cNvSpPr txBox="1">
                <a:spLocks noRot="1" noChangeAspect="1" noMove="1" noResize="1" noEditPoints="1" noAdjustHandles="1" noChangeArrowheads="1" noChangeShapeType="1" noTextEdit="1"/>
              </p:cNvSpPr>
              <p:nvPr/>
            </p:nvSpPr>
            <p:spPr>
              <a:xfrm>
                <a:off x="5805714" y="4065848"/>
                <a:ext cx="520344"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0F8CA116-01EE-410C-A65D-C0941EC40596}"/>
                  </a:ext>
                </a:extLst>
              </p:cNvPr>
              <p:cNvSpPr txBox="1"/>
              <p:nvPr/>
            </p:nvSpPr>
            <p:spPr>
              <a:xfrm>
                <a:off x="6453057" y="4085662"/>
                <a:ext cx="89988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3</m:t>
                      </m:r>
                      <m:r>
                        <a:rPr lang="en-IN" sz="2800" b="0" i="1" dirty="0" smtClean="0">
                          <a:solidFill>
                            <a:srgbClr val="002060"/>
                          </a:solidFill>
                          <a:latin typeface="Cambria Math" panose="02040503050406030204" pitchFamily="18" charset="0"/>
                        </a:rPr>
                        <m:t>25</m:t>
                      </m:r>
                    </m:oMath>
                  </m:oMathPara>
                </a14:m>
                <a:endParaRPr lang="en-IN" sz="2800" dirty="0">
                  <a:solidFill>
                    <a:srgbClr val="002060"/>
                  </a:solidFill>
                </a:endParaRPr>
              </a:p>
            </p:txBody>
          </p:sp>
        </mc:Choice>
        <mc:Fallback xmlns="">
          <p:sp>
            <p:nvSpPr>
              <p:cNvPr id="54" name="TextBox 53">
                <a:extLst>
                  <a:ext uri="{FF2B5EF4-FFF2-40B4-BE49-F238E27FC236}">
                    <a16:creationId xmlns:a16="http://schemas.microsoft.com/office/drawing/2014/main" id="{0F8CA116-01EE-410C-A65D-C0941EC40596}"/>
                  </a:ext>
                </a:extLst>
              </p:cNvPr>
              <p:cNvSpPr txBox="1">
                <a:spLocks noRot="1" noChangeAspect="1" noMove="1" noResize="1" noEditPoints="1" noAdjustHandles="1" noChangeArrowheads="1" noChangeShapeType="1" noTextEdit="1"/>
              </p:cNvSpPr>
              <p:nvPr/>
            </p:nvSpPr>
            <p:spPr>
              <a:xfrm>
                <a:off x="6453057" y="4085662"/>
                <a:ext cx="899887"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B9BC36E1-3F6C-4E32-8675-85050B9E2031}"/>
                  </a:ext>
                </a:extLst>
              </p:cNvPr>
              <p:cNvSpPr txBox="1"/>
              <p:nvPr/>
            </p:nvSpPr>
            <p:spPr>
              <a:xfrm>
                <a:off x="5805714" y="4916585"/>
                <a:ext cx="520344"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9" name="TextBox 58">
                <a:extLst>
                  <a:ext uri="{FF2B5EF4-FFF2-40B4-BE49-F238E27FC236}">
                    <a16:creationId xmlns:a16="http://schemas.microsoft.com/office/drawing/2014/main" id="{B9BC36E1-3F6C-4E32-8675-85050B9E2031}"/>
                  </a:ext>
                </a:extLst>
              </p:cNvPr>
              <p:cNvSpPr txBox="1">
                <a:spLocks noRot="1" noChangeAspect="1" noMove="1" noResize="1" noEditPoints="1" noAdjustHandles="1" noChangeArrowheads="1" noChangeShapeType="1" noTextEdit="1"/>
              </p:cNvSpPr>
              <p:nvPr/>
            </p:nvSpPr>
            <p:spPr>
              <a:xfrm>
                <a:off x="5805714" y="4916585"/>
                <a:ext cx="520344"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6088B7AE-5FEF-4535-AD22-25DC8C328F24}"/>
                  </a:ext>
                </a:extLst>
              </p:cNvPr>
              <p:cNvSpPr txBox="1"/>
              <p:nvPr/>
            </p:nvSpPr>
            <p:spPr>
              <a:xfrm>
                <a:off x="6326057" y="4916585"/>
                <a:ext cx="14332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105625</m:t>
                      </m:r>
                    </m:oMath>
                  </m:oMathPara>
                </a14:m>
                <a:endParaRPr lang="en-IN" sz="2800" dirty="0">
                  <a:solidFill>
                    <a:srgbClr val="002060"/>
                  </a:solidFill>
                </a:endParaRPr>
              </a:p>
            </p:txBody>
          </p:sp>
        </mc:Choice>
        <mc:Fallback xmlns="">
          <p:sp>
            <p:nvSpPr>
              <p:cNvPr id="60" name="TextBox 59">
                <a:extLst>
                  <a:ext uri="{FF2B5EF4-FFF2-40B4-BE49-F238E27FC236}">
                    <a16:creationId xmlns:a16="http://schemas.microsoft.com/office/drawing/2014/main" id="{6088B7AE-5FEF-4535-AD22-25DC8C328F24}"/>
                  </a:ext>
                </a:extLst>
              </p:cNvPr>
              <p:cNvSpPr txBox="1">
                <a:spLocks noRot="1" noChangeAspect="1" noMove="1" noResize="1" noEditPoints="1" noAdjustHandles="1" noChangeArrowheads="1" noChangeShapeType="1" noTextEdit="1"/>
              </p:cNvSpPr>
              <p:nvPr/>
            </p:nvSpPr>
            <p:spPr>
              <a:xfrm>
                <a:off x="6326057" y="4916585"/>
                <a:ext cx="1433287"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D9C79C5A-0255-4053-88D2-6F2B19A1768E}"/>
                  </a:ext>
                </a:extLst>
              </p:cNvPr>
              <p:cNvSpPr txBox="1"/>
              <p:nvPr/>
            </p:nvSpPr>
            <p:spPr>
              <a:xfrm>
                <a:off x="2237370" y="1954129"/>
                <a:ext cx="1664070" cy="954107"/>
              </a:xfrm>
              <a:prstGeom prst="rect">
                <a:avLst/>
              </a:prstGeom>
              <a:noFill/>
            </p:spPr>
            <p:txBody>
              <a:bodyPr wrap="square">
                <a:spAutoFit/>
              </a:bodyPr>
              <a:lstStyle/>
              <a:p>
                <a:pPr algn="ctr"/>
                <a14:m>
                  <m:oMath xmlns:m="http://schemas.openxmlformats.org/officeDocument/2006/math">
                    <m:r>
                      <a:rPr lang="en-IN" sz="2800" b="0" i="1" dirty="0" smtClean="0">
                        <a:solidFill>
                          <a:srgbClr val="002060"/>
                        </a:solidFill>
                        <a:latin typeface="Cambria Math" panose="02040503050406030204" pitchFamily="18" charset="0"/>
                      </a:rPr>
                      <m:t>2</m:t>
                    </m:r>
                  </m:oMath>
                </a14:m>
                <a:r>
                  <a:rPr lang="en-IN" sz="2800" dirty="0">
                    <a:solidFill>
                      <a:srgbClr val="002060"/>
                    </a:solidFill>
                  </a:rPr>
                  <a:t> red card selected </a:t>
                </a:r>
              </a:p>
            </p:txBody>
          </p:sp>
        </mc:Choice>
        <mc:Fallback xmlns="">
          <p:sp>
            <p:nvSpPr>
              <p:cNvPr id="61" name="TextBox 60">
                <a:extLst>
                  <a:ext uri="{FF2B5EF4-FFF2-40B4-BE49-F238E27FC236}">
                    <a16:creationId xmlns:a16="http://schemas.microsoft.com/office/drawing/2014/main" id="{D9C79C5A-0255-4053-88D2-6F2B19A1768E}"/>
                  </a:ext>
                </a:extLst>
              </p:cNvPr>
              <p:cNvSpPr txBox="1">
                <a:spLocks noRot="1" noChangeAspect="1" noMove="1" noResize="1" noEditPoints="1" noAdjustHandles="1" noChangeArrowheads="1" noChangeShapeType="1" noTextEdit="1"/>
              </p:cNvSpPr>
              <p:nvPr/>
            </p:nvSpPr>
            <p:spPr>
              <a:xfrm>
                <a:off x="2237370" y="1954129"/>
                <a:ext cx="1664070" cy="954107"/>
              </a:xfrm>
              <a:prstGeom prst="rect">
                <a:avLst/>
              </a:prstGeom>
              <a:blipFill>
                <a:blip r:embed="rId12"/>
                <a:stretch>
                  <a:fillRect t="-6410" r="-10256" b="-1794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ED2E0415-08ED-47EF-9870-E382087A8B1C}"/>
                  </a:ext>
                </a:extLst>
              </p:cNvPr>
              <p:cNvSpPr txBox="1"/>
              <p:nvPr/>
            </p:nvSpPr>
            <p:spPr>
              <a:xfrm>
                <a:off x="5152728" y="1954129"/>
                <a:ext cx="1886544" cy="954107"/>
              </a:xfrm>
              <a:prstGeom prst="rect">
                <a:avLst/>
              </a:prstGeom>
              <a:noFill/>
            </p:spPr>
            <p:txBody>
              <a:bodyPr wrap="square">
                <a:spAutoFit/>
              </a:bodyPr>
              <a:lstStyle/>
              <a:p>
                <a:pPr algn="ctr"/>
                <a14:m>
                  <m:oMath xmlns:m="http://schemas.openxmlformats.org/officeDocument/2006/math">
                    <m:r>
                      <a:rPr lang="en-IN" sz="2800" b="0" i="1" dirty="0" smtClean="0">
                        <a:solidFill>
                          <a:srgbClr val="002060"/>
                        </a:solidFill>
                        <a:latin typeface="Cambria Math" panose="02040503050406030204" pitchFamily="18" charset="0"/>
                      </a:rPr>
                      <m:t>2</m:t>
                    </m:r>
                  </m:oMath>
                </a14:m>
                <a:r>
                  <a:rPr lang="en-IN" sz="2800" dirty="0">
                    <a:solidFill>
                      <a:srgbClr val="002060"/>
                    </a:solidFill>
                  </a:rPr>
                  <a:t> black card selected </a:t>
                </a:r>
              </a:p>
            </p:txBody>
          </p:sp>
        </mc:Choice>
        <mc:Fallback xmlns="">
          <p:sp>
            <p:nvSpPr>
              <p:cNvPr id="62" name="TextBox 61">
                <a:extLst>
                  <a:ext uri="{FF2B5EF4-FFF2-40B4-BE49-F238E27FC236}">
                    <a16:creationId xmlns:a16="http://schemas.microsoft.com/office/drawing/2014/main" id="{ED2E0415-08ED-47EF-9870-E382087A8B1C}"/>
                  </a:ext>
                </a:extLst>
              </p:cNvPr>
              <p:cNvSpPr txBox="1">
                <a:spLocks noRot="1" noChangeAspect="1" noMove="1" noResize="1" noEditPoints="1" noAdjustHandles="1" noChangeArrowheads="1" noChangeShapeType="1" noTextEdit="1"/>
              </p:cNvSpPr>
              <p:nvPr/>
            </p:nvSpPr>
            <p:spPr>
              <a:xfrm>
                <a:off x="5152728" y="1954129"/>
                <a:ext cx="1886544" cy="954107"/>
              </a:xfrm>
              <a:prstGeom prst="rect">
                <a:avLst/>
              </a:prstGeom>
              <a:blipFill>
                <a:blip r:embed="rId13"/>
                <a:stretch>
                  <a:fillRect t="-6410" r="-10323" b="-17949"/>
                </a:stretch>
              </a:blipFill>
            </p:spPr>
            <p:txBody>
              <a:bodyPr/>
              <a:lstStyle/>
              <a:p>
                <a:r>
                  <a:rPr lang="en-IN">
                    <a:noFill/>
                  </a:rPr>
                  <a:t> </a:t>
                </a:r>
              </a:p>
            </p:txBody>
          </p:sp>
        </mc:Fallback>
      </mc:AlternateContent>
      <p:sp>
        <p:nvSpPr>
          <p:cNvPr id="65" name="TextBox 64">
            <a:extLst>
              <a:ext uri="{FF2B5EF4-FFF2-40B4-BE49-F238E27FC236}">
                <a16:creationId xmlns:a16="http://schemas.microsoft.com/office/drawing/2014/main" id="{91EE6596-3198-4D32-BF2E-8ED4A674756B}"/>
              </a:ext>
            </a:extLst>
          </p:cNvPr>
          <p:cNvSpPr txBox="1"/>
          <p:nvPr/>
        </p:nvSpPr>
        <p:spPr>
          <a:xfrm>
            <a:off x="4166853" y="2160519"/>
            <a:ext cx="720462" cy="523220"/>
          </a:xfrm>
          <a:prstGeom prst="rect">
            <a:avLst/>
          </a:prstGeom>
          <a:noFill/>
        </p:spPr>
        <p:txBody>
          <a:bodyPr wrap="square">
            <a:spAutoFit/>
          </a:bodyPr>
          <a:lstStyle/>
          <a:p>
            <a:pPr algn="ctr"/>
            <a:r>
              <a:rPr lang="en-IN" sz="2800" b="1" dirty="0">
                <a:solidFill>
                  <a:srgbClr val="FF0000"/>
                </a:solidFill>
              </a:rPr>
              <a:t>and </a:t>
            </a:r>
          </a:p>
        </p:txBody>
      </p:sp>
      <p:sp>
        <p:nvSpPr>
          <p:cNvPr id="29" name="TextBox 28">
            <a:extLst>
              <a:ext uri="{FF2B5EF4-FFF2-40B4-BE49-F238E27FC236}">
                <a16:creationId xmlns:a16="http://schemas.microsoft.com/office/drawing/2014/main" id="{36B265B0-4203-498A-A999-96CF5C6067D7}"/>
              </a:ext>
            </a:extLst>
          </p:cNvPr>
          <p:cNvSpPr txBox="1"/>
          <p:nvPr/>
        </p:nvSpPr>
        <p:spPr>
          <a:xfrm>
            <a:off x="2237371" y="1370898"/>
            <a:ext cx="1775830" cy="523220"/>
          </a:xfrm>
          <a:prstGeom prst="rect">
            <a:avLst/>
          </a:prstGeom>
          <a:noFill/>
        </p:spPr>
        <p:txBody>
          <a:bodyPr wrap="square">
            <a:spAutoFit/>
          </a:bodyPr>
          <a:lstStyle/>
          <a:p>
            <a:r>
              <a:rPr lang="en-GB" sz="2800" dirty="0">
                <a:solidFill>
                  <a:srgbClr val="002060"/>
                </a:solidFill>
                <a:latin typeface="+mj-lt"/>
              </a:rPr>
              <a:t>A deck has</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CF64A13-2341-4E95-9A54-A8965FFC3DDE}"/>
                  </a:ext>
                </a:extLst>
              </p:cNvPr>
              <p:cNvSpPr txBox="1"/>
              <p:nvPr/>
            </p:nvSpPr>
            <p:spPr>
              <a:xfrm>
                <a:off x="3894410" y="1370898"/>
                <a:ext cx="1985810" cy="523220"/>
              </a:xfrm>
              <a:prstGeom prst="rect">
                <a:avLst/>
              </a:prstGeom>
              <a:noFill/>
            </p:spPr>
            <p:txBody>
              <a:bodyPr wrap="square">
                <a:spAutoFit/>
              </a:bodyPr>
              <a:lstStyle/>
              <a:p>
                <a14:m>
                  <m:oMath xmlns:m="http://schemas.openxmlformats.org/officeDocument/2006/math">
                    <m:r>
                      <a:rPr lang="en-GB" sz="2800" i="1" dirty="0" smtClean="0">
                        <a:solidFill>
                          <a:srgbClr val="002060"/>
                        </a:solidFill>
                        <a:latin typeface="Cambria Math" panose="02040503050406030204" pitchFamily="18" charset="0"/>
                      </a:rPr>
                      <m:t>26</m:t>
                    </m:r>
                  </m:oMath>
                </a14:m>
                <a:r>
                  <a:rPr lang="en-GB" sz="2800" dirty="0">
                    <a:solidFill>
                      <a:srgbClr val="002060"/>
                    </a:solidFill>
                    <a:latin typeface="+mj-lt"/>
                  </a:rPr>
                  <a:t> red cards</a:t>
                </a:r>
                <a:endParaRPr lang="en-IN" sz="2800" dirty="0">
                  <a:solidFill>
                    <a:srgbClr val="002060"/>
                  </a:solidFill>
                </a:endParaRPr>
              </a:p>
            </p:txBody>
          </p:sp>
        </mc:Choice>
        <mc:Fallback xmlns="">
          <p:sp>
            <p:nvSpPr>
              <p:cNvPr id="32" name="TextBox 31">
                <a:extLst>
                  <a:ext uri="{FF2B5EF4-FFF2-40B4-BE49-F238E27FC236}">
                    <a16:creationId xmlns:a16="http://schemas.microsoft.com/office/drawing/2014/main" id="{4CF64A13-2341-4E95-9A54-A8965FFC3DDE}"/>
                  </a:ext>
                </a:extLst>
              </p:cNvPr>
              <p:cNvSpPr txBox="1">
                <a:spLocks noRot="1" noChangeAspect="1" noMove="1" noResize="1" noEditPoints="1" noAdjustHandles="1" noChangeArrowheads="1" noChangeShapeType="1" noTextEdit="1"/>
              </p:cNvSpPr>
              <p:nvPr/>
            </p:nvSpPr>
            <p:spPr>
              <a:xfrm>
                <a:off x="3894410" y="1370898"/>
                <a:ext cx="1985810" cy="523220"/>
              </a:xfrm>
              <a:prstGeom prst="rect">
                <a:avLst/>
              </a:prstGeom>
              <a:blipFill>
                <a:blip r:embed="rId14"/>
                <a:stretch>
                  <a:fillRect t="-11628" r="-3374" b="-32558"/>
                </a:stretch>
              </a:blipFill>
            </p:spPr>
            <p:txBody>
              <a:bodyPr/>
              <a:lstStyle/>
              <a:p>
                <a:r>
                  <a:rPr lang="en-IN">
                    <a:noFill/>
                  </a:rPr>
                  <a:t> </a:t>
                </a:r>
              </a:p>
            </p:txBody>
          </p:sp>
        </mc:Fallback>
      </mc:AlternateContent>
      <p:sp>
        <p:nvSpPr>
          <p:cNvPr id="35" name="TextBox 34">
            <a:extLst>
              <a:ext uri="{FF2B5EF4-FFF2-40B4-BE49-F238E27FC236}">
                <a16:creationId xmlns:a16="http://schemas.microsoft.com/office/drawing/2014/main" id="{E0D16664-3A33-48B7-9259-2771FD8E8B6C}"/>
              </a:ext>
            </a:extLst>
          </p:cNvPr>
          <p:cNvSpPr txBox="1"/>
          <p:nvPr/>
        </p:nvSpPr>
        <p:spPr>
          <a:xfrm>
            <a:off x="5797646" y="1370898"/>
            <a:ext cx="715527" cy="523220"/>
          </a:xfrm>
          <a:prstGeom prst="rect">
            <a:avLst/>
          </a:prstGeom>
          <a:noFill/>
        </p:spPr>
        <p:txBody>
          <a:bodyPr wrap="square">
            <a:spAutoFit/>
          </a:bodyPr>
          <a:lstStyle/>
          <a:p>
            <a:r>
              <a:rPr lang="en-GB" sz="2800" dirty="0">
                <a:solidFill>
                  <a:srgbClr val="002060"/>
                </a:solidFill>
                <a:latin typeface="+mj-lt"/>
              </a:rPr>
              <a:t>and</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4EEB055-508C-4A69-80BB-9D7A32E44121}"/>
                  </a:ext>
                </a:extLst>
              </p:cNvPr>
              <p:cNvSpPr txBox="1"/>
              <p:nvPr/>
            </p:nvSpPr>
            <p:spPr>
              <a:xfrm>
                <a:off x="6480896" y="1370898"/>
                <a:ext cx="2388783" cy="523220"/>
              </a:xfrm>
              <a:prstGeom prst="rect">
                <a:avLst/>
              </a:prstGeom>
              <a:noFill/>
            </p:spPr>
            <p:txBody>
              <a:bodyPr wrap="square">
                <a:spAutoFit/>
              </a:bodyPr>
              <a:lstStyle/>
              <a:p>
                <a14:m>
                  <m:oMath xmlns:m="http://schemas.openxmlformats.org/officeDocument/2006/math">
                    <m:r>
                      <a:rPr lang="en-GB" sz="2800" i="1" dirty="0" smtClean="0">
                        <a:solidFill>
                          <a:srgbClr val="002060"/>
                        </a:solidFill>
                        <a:latin typeface="Cambria Math" panose="02040503050406030204" pitchFamily="18" charset="0"/>
                      </a:rPr>
                      <m:t>26</m:t>
                    </m:r>
                  </m:oMath>
                </a14:m>
                <a:r>
                  <a:rPr lang="en-GB" sz="2800" dirty="0">
                    <a:solidFill>
                      <a:srgbClr val="002060"/>
                    </a:solidFill>
                    <a:latin typeface="+mj-lt"/>
                  </a:rPr>
                  <a:t> black cards</a:t>
                </a:r>
                <a:endParaRPr lang="en-IN" sz="2800" dirty="0">
                  <a:solidFill>
                    <a:srgbClr val="002060"/>
                  </a:solidFill>
                </a:endParaRPr>
              </a:p>
            </p:txBody>
          </p:sp>
        </mc:Choice>
        <mc:Fallback xmlns="">
          <p:sp>
            <p:nvSpPr>
              <p:cNvPr id="36" name="TextBox 35">
                <a:extLst>
                  <a:ext uri="{FF2B5EF4-FFF2-40B4-BE49-F238E27FC236}">
                    <a16:creationId xmlns:a16="http://schemas.microsoft.com/office/drawing/2014/main" id="{54EEB055-508C-4A69-80BB-9D7A32E44121}"/>
                  </a:ext>
                </a:extLst>
              </p:cNvPr>
              <p:cNvSpPr txBox="1">
                <a:spLocks noRot="1" noChangeAspect="1" noMove="1" noResize="1" noEditPoints="1" noAdjustHandles="1" noChangeArrowheads="1" noChangeShapeType="1" noTextEdit="1"/>
              </p:cNvSpPr>
              <p:nvPr/>
            </p:nvSpPr>
            <p:spPr>
              <a:xfrm>
                <a:off x="6480896" y="1370898"/>
                <a:ext cx="2388783" cy="523220"/>
              </a:xfrm>
              <a:prstGeom prst="rect">
                <a:avLst/>
              </a:prstGeom>
              <a:blipFill>
                <a:blip r:embed="rId15"/>
                <a:stretch>
                  <a:fillRect t="-11628" b="-32558"/>
                </a:stretch>
              </a:blipFill>
            </p:spPr>
            <p:txBody>
              <a:bodyPr/>
              <a:lstStyle/>
              <a:p>
                <a:r>
                  <a:rPr lang="en-IN">
                    <a:noFill/>
                  </a:rPr>
                  <a:t> </a:t>
                </a:r>
              </a:p>
            </p:txBody>
          </p:sp>
        </mc:Fallback>
      </mc:AlternateContent>
    </p:spTree>
    <p:extLst>
      <p:ext uri="{BB962C8B-B14F-4D97-AF65-F5344CB8AC3E}">
        <p14:creationId xmlns:p14="http://schemas.microsoft.com/office/powerpoint/2010/main" val="25761786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3">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4">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6">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9">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2" grpId="0"/>
      <p:bldP spid="65" grpId="0"/>
      <p:bldP spid="29" grpId="0"/>
      <p:bldP spid="32" grpId="0"/>
      <p:bldP spid="35" grpId="0"/>
      <p:bldP spid="3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Method 2.1</a:t>
            </a:r>
            <a:br>
              <a:rPr lang="en-IN" dirty="0"/>
            </a:br>
            <a:r>
              <a:rPr lang="en-GB" dirty="0"/>
              <a:t>Basic Terminologies</a:t>
            </a:r>
            <a:endParaRPr lang="en-IN" dirty="0"/>
          </a:p>
        </p:txBody>
      </p:sp>
      <p:sp>
        <p:nvSpPr>
          <p:cNvPr id="4" name="Text Placeholder 3">
            <a:extLst>
              <a:ext uri="{FF2B5EF4-FFF2-40B4-BE49-F238E27FC236}">
                <a16:creationId xmlns:a16="http://schemas.microsoft.com/office/drawing/2014/main" id="{4AF66629-F349-43A0-B5A5-A51D2BBB7435}"/>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9854653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Random Experiment</a:t>
            </a:r>
            <a:endParaRPr lang="en-US" dirty="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spcBef>
                    <a:spcPts val="800"/>
                  </a:spcBef>
                </a:pPr>
                <a:r>
                  <a:rPr lang="en-US" dirty="0"/>
                  <a:t>An experiment conducted under identical conditions is known as random experiment if it satisfies the following conditions:</a:t>
                </a:r>
                <a:endParaRPr lang="en-IN" dirty="0"/>
              </a:p>
              <a:p>
                <a:pPr lvl="1">
                  <a:spcBef>
                    <a:spcPts val="800"/>
                  </a:spcBef>
                </a:pPr>
                <a:r>
                  <a:rPr lang="en-US" dirty="0"/>
                  <a:t>It has more than one possible outcome.</a:t>
                </a:r>
                <a:endParaRPr lang="en-IN" dirty="0"/>
              </a:p>
              <a:p>
                <a:pPr lvl="1">
                  <a:spcBef>
                    <a:spcPts val="800"/>
                  </a:spcBef>
                </a:pPr>
                <a:r>
                  <a:rPr lang="en-US" dirty="0"/>
                  <a:t>It is not possible to predict the outcome in advance.</a:t>
                </a:r>
              </a:p>
              <a:p>
                <a:pPr>
                  <a:spcBef>
                    <a:spcPts val="800"/>
                  </a:spcBef>
                </a:pPr>
                <a:r>
                  <a:rPr lang="en-US" b="1" dirty="0">
                    <a:solidFill>
                      <a:schemeClr val="accent6">
                        <a:lumMod val="50000"/>
                      </a:schemeClr>
                    </a:solidFill>
                  </a:rPr>
                  <a:t>For example:</a:t>
                </a:r>
                <a:endParaRPr lang="en-IN" dirty="0"/>
              </a:p>
              <a:p>
                <a:pPr lvl="1">
                  <a:spcBef>
                    <a:spcPts val="800"/>
                  </a:spcBef>
                </a:pPr>
                <a:r>
                  <a:rPr lang="en-US" dirty="0"/>
                  <a:t>Tossing a coin is random </a:t>
                </a:r>
                <a:r>
                  <a:rPr lang="en-IN" dirty="0"/>
                  <a:t>experiment</a:t>
                </a:r>
                <a:r>
                  <a:rPr lang="en-US" dirty="0"/>
                  <a:t>.</a:t>
                </a:r>
                <a:endParaRPr lang="en-IN" dirty="0"/>
              </a:p>
              <a:p>
                <a:pPr lvl="1">
                  <a:spcBef>
                    <a:spcPts val="800"/>
                  </a:spcBef>
                </a:pPr>
                <a:r>
                  <a:rPr lang="en-US" dirty="0"/>
                  <a:t>Throwing/rolling a die is random </a:t>
                </a:r>
                <a:r>
                  <a:rPr lang="en-IN" dirty="0"/>
                  <a:t>experiment</a:t>
                </a:r>
                <a:r>
                  <a:rPr lang="en-US" dirty="0"/>
                  <a:t>.</a:t>
                </a:r>
                <a:endParaRPr lang="en-IN" dirty="0"/>
              </a:p>
              <a:p>
                <a:pPr lvl="1">
                  <a:spcBef>
                    <a:spcPts val="800"/>
                  </a:spcBef>
                </a:pPr>
                <a:r>
                  <a:rPr lang="en-US" dirty="0"/>
                  <a:t>Selecting a card from a pack of playing cards is random </a:t>
                </a:r>
                <a:r>
                  <a:rPr lang="en-IN" dirty="0"/>
                  <a:t>experiment.</a:t>
                </a:r>
              </a:p>
              <a:p>
                <a:pPr lvl="1">
                  <a:spcBef>
                    <a:spcPts val="800"/>
                  </a:spcBef>
                </a:pPr>
                <a:r>
                  <a:rPr lang="en-GB" dirty="0"/>
                  <a:t>Dividing </a:t>
                </a:r>
                <a14:m>
                  <m:oMath xmlns:m="http://schemas.openxmlformats.org/officeDocument/2006/math">
                    <m:r>
                      <a:rPr lang="en-GB" i="1" dirty="0" smtClean="0">
                        <a:latin typeface="Cambria Math" panose="02040503050406030204" pitchFamily="18" charset="0"/>
                      </a:rPr>
                      <m:t>36</m:t>
                    </m:r>
                  </m:oMath>
                </a14:m>
                <a:r>
                  <a:rPr lang="en-GB" dirty="0"/>
                  <a:t> by </a:t>
                </a:r>
                <a14:m>
                  <m:oMath xmlns:m="http://schemas.openxmlformats.org/officeDocument/2006/math">
                    <m:r>
                      <a:rPr lang="en-GB" i="1" dirty="0" smtClean="0">
                        <a:latin typeface="Cambria Math" panose="02040503050406030204" pitchFamily="18" charset="0"/>
                      </a:rPr>
                      <m:t>4</m:t>
                    </m:r>
                  </m:oMath>
                </a14:m>
                <a:r>
                  <a:rPr lang="en-GB" dirty="0"/>
                  <a:t> using a calculator </a:t>
                </a:r>
                <a:r>
                  <a:rPr lang="en-US" dirty="0"/>
                  <a:t>is not random </a:t>
                </a:r>
                <a:r>
                  <a:rPr lang="en-IN" dirty="0"/>
                  <a:t>experiment</a:t>
                </a:r>
                <a:r>
                  <a:rPr lang="en-US" dirty="0"/>
                  <a:t>. </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r="-1074" b="-2508"/>
                </a:stretch>
              </a:blipFill>
            </p:spPr>
            <p:txBody>
              <a:bodyPr/>
              <a:lstStyle/>
              <a:p>
                <a:r>
                  <a:rPr lang="en-IN">
                    <a:noFill/>
                  </a:rPr>
                  <a:t> </a:t>
                </a:r>
              </a:p>
            </p:txBody>
          </p:sp>
        </mc:Fallback>
      </mc:AlternateContent>
    </p:spTree>
    <p:extLst>
      <p:ext uri="{BB962C8B-B14F-4D97-AF65-F5344CB8AC3E}">
        <p14:creationId xmlns:p14="http://schemas.microsoft.com/office/powerpoint/2010/main" val="3804220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 name="output-onlinegiftools">
            <a:hlinkClick r:id="" action="ppaction://media"/>
            <a:extLst>
              <a:ext uri="{FF2B5EF4-FFF2-40B4-BE49-F238E27FC236}">
                <a16:creationId xmlns:a16="http://schemas.microsoft.com/office/drawing/2014/main" id="{FFF690F9-AB2F-4EF4-A57D-14795E999FC0}"/>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t="9062" b="9846"/>
          <a:stretch/>
        </p:blipFill>
        <p:spPr>
          <a:xfrm>
            <a:off x="5172075" y="4110858"/>
            <a:ext cx="5429250" cy="2476500"/>
          </a:xfrm>
          <a:prstGeom prst="rect">
            <a:avLst/>
          </a:prstGeom>
        </p:spPr>
      </p:pic>
      <p:sp>
        <p:nvSpPr>
          <p:cNvPr id="2" name="Title 1"/>
          <p:cNvSpPr>
            <a:spLocks noGrp="1"/>
          </p:cNvSpPr>
          <p:nvPr>
            <p:ph type="title"/>
          </p:nvPr>
        </p:nvSpPr>
        <p:spPr/>
        <p:txBody>
          <a:bodyPr/>
          <a:lstStyle/>
          <a:p>
            <a:r>
              <a:rPr lang="en-US"/>
              <a:t>Sample Space</a:t>
            </a:r>
            <a:endParaRPr lang="en-US" dirty="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dirty="0"/>
                  <a:t>The set of all possible outcome is known as sample space of a random experiment.</a:t>
                </a:r>
                <a:r>
                  <a:rPr lang="en-IN" dirty="0"/>
                  <a:t> </a:t>
                </a:r>
              </a:p>
              <a:p>
                <a:pPr lvl="0"/>
                <a:r>
                  <a:rPr lang="en-US" dirty="0"/>
                  <a:t>Sample space is denoted by the symbol </a:t>
                </a:r>
                <a14:m>
                  <m:oMath xmlns:m="http://schemas.openxmlformats.org/officeDocument/2006/math">
                    <m:r>
                      <a:rPr lang="en-US" b="1" i="0" dirty="0" smtClean="0">
                        <a:solidFill>
                          <a:srgbClr val="FF0000"/>
                        </a:solidFill>
                        <a:latin typeface="Cambria Math" panose="02040503050406030204" pitchFamily="18" charset="0"/>
                      </a:rPr>
                      <m:t>𝐒</m:t>
                    </m:r>
                  </m:oMath>
                </a14:m>
                <a:r>
                  <a:rPr lang="en-US" dirty="0"/>
                  <a:t>.</a:t>
                </a:r>
                <a:endParaRPr lang="en-IN" dirty="0"/>
              </a:p>
              <a:p>
                <a:r>
                  <a:rPr lang="en-US" dirty="0"/>
                  <a:t>Elements of a sample space is known as </a:t>
                </a:r>
                <a:r>
                  <a:rPr lang="en-US" b="1" dirty="0">
                    <a:solidFill>
                      <a:srgbClr val="FF0000"/>
                    </a:solidFill>
                  </a:rPr>
                  <a:t>sample points</a:t>
                </a:r>
                <a:r>
                  <a:rPr lang="en-US" dirty="0"/>
                  <a:t>.</a:t>
                </a:r>
              </a:p>
              <a:p>
                <a:r>
                  <a:rPr lang="en-GB" dirty="0"/>
                  <a:t>The sample space of an experiment may finite or infinite</a:t>
                </a:r>
                <a:r>
                  <a:rPr lang="en-IN" dirty="0"/>
                  <a:t>.</a:t>
                </a:r>
                <a:endParaRPr lang="en-US" dirty="0"/>
              </a:p>
              <a:p>
                <a:r>
                  <a:rPr lang="en-US" b="1" dirty="0">
                    <a:solidFill>
                      <a:schemeClr val="accent6">
                        <a:lumMod val="50000"/>
                      </a:schemeClr>
                    </a:solidFill>
                  </a:rPr>
                  <a:t>For example:</a:t>
                </a:r>
                <a:endParaRPr lang="en-IN" dirty="0"/>
              </a:p>
              <a:p>
                <a:pPr lvl="1"/>
                <a:r>
                  <a:rPr lang="en-US" dirty="0"/>
                  <a:t>Consider an experiment of tossing a coin.</a:t>
                </a:r>
              </a:p>
              <a:p>
                <a:pPr marL="628650" lvl="1" indent="0">
                  <a:buNone/>
                </a:pPr>
                <a:r>
                  <a:rPr lang="en-US" dirty="0"/>
                  <a:t>The outcomes of this experiment are </a:t>
                </a:r>
                <a14:m>
                  <m:oMath xmlns:m="http://schemas.openxmlformats.org/officeDocument/2006/math">
                    <m:r>
                      <m:rPr>
                        <m:sty m:val="p"/>
                      </m:rPr>
                      <a:rPr lang="en-US">
                        <a:latin typeface="Cambria Math" panose="02040503050406030204" pitchFamily="18" charset="0"/>
                      </a:rPr>
                      <m:t>head</m:t>
                    </m:r>
                    <m:r>
                      <a:rPr lang="en-US">
                        <a:latin typeface="Cambria Math" panose="02040503050406030204" pitchFamily="18" charset="0"/>
                      </a:rPr>
                      <m:t> </m:t>
                    </m:r>
                    <m:d>
                      <m:dPr>
                        <m:ctrlPr>
                          <a:rPr lang="en-IN" i="1">
                            <a:latin typeface="Cambria Math" panose="02040503050406030204" pitchFamily="18" charset="0"/>
                          </a:rPr>
                        </m:ctrlPr>
                      </m:dPr>
                      <m:e>
                        <m:r>
                          <m:rPr>
                            <m:sty m:val="p"/>
                          </m:rPr>
                          <a:rPr lang="en-US">
                            <a:latin typeface="Cambria Math" panose="02040503050406030204" pitchFamily="18" charset="0"/>
                          </a:rPr>
                          <m:t>H</m:t>
                        </m:r>
                      </m:e>
                    </m:d>
                  </m:oMath>
                </a14:m>
                <a:r>
                  <a:rPr lang="en-US" i="0" dirty="0">
                    <a:latin typeface="+mj-lt"/>
                  </a:rPr>
                  <a:t> or </a:t>
                </a:r>
                <a14:m>
                  <m:oMath xmlns:m="http://schemas.openxmlformats.org/officeDocument/2006/math">
                    <m:r>
                      <m:rPr>
                        <m:sty m:val="p"/>
                      </m:rPr>
                      <a:rPr lang="en-US">
                        <a:latin typeface="Cambria Math" panose="02040503050406030204" pitchFamily="18" charset="0"/>
                      </a:rPr>
                      <m:t>tail</m:t>
                    </m:r>
                    <m:r>
                      <a:rPr lang="en-US">
                        <a:latin typeface="Cambria Math" panose="02040503050406030204" pitchFamily="18" charset="0"/>
                      </a:rPr>
                      <m:t> </m:t>
                    </m:r>
                    <m:d>
                      <m:dPr>
                        <m:ctrlPr>
                          <a:rPr lang="en-IN" i="1">
                            <a:latin typeface="Cambria Math" panose="02040503050406030204" pitchFamily="18" charset="0"/>
                          </a:rPr>
                        </m:ctrlPr>
                      </m:dPr>
                      <m:e>
                        <m:r>
                          <m:rPr>
                            <m:sty m:val="p"/>
                          </m:rPr>
                          <a:rPr lang="en-US">
                            <a:latin typeface="Cambria Math" panose="02040503050406030204" pitchFamily="18" charset="0"/>
                          </a:rPr>
                          <m:t>T</m:t>
                        </m:r>
                      </m:e>
                    </m:d>
                    <m:r>
                      <a:rPr lang="en-US">
                        <a:latin typeface="Cambria Math" panose="02040503050406030204" pitchFamily="18" charset="0"/>
                      </a:rPr>
                      <m:t>.</m:t>
                    </m:r>
                  </m:oMath>
                </a14:m>
                <a:r>
                  <a:rPr lang="en-US" dirty="0"/>
                  <a:t> </a:t>
                </a:r>
              </a:p>
              <a:p>
                <a:pPr marL="628650" lvl="1" indent="0">
                  <a:buNone/>
                </a:pPr>
                <a:r>
                  <a:rPr lang="en-US" dirty="0"/>
                  <a:t>Therefore, sample space of this experiment is written as follow:</a:t>
                </a:r>
                <a:endParaRPr lang="en-IN" dirty="0"/>
              </a:p>
              <a:p>
                <a:pPr marL="628650" lvl="1" indent="0">
                  <a:buNone/>
                </a:pPr>
                <a14:m>
                  <m:oMathPara xmlns:m="http://schemas.openxmlformats.org/officeDocument/2006/math">
                    <m:oMathParaPr>
                      <m:jc m:val="left"/>
                    </m:oMathParaPr>
                    <m:oMath xmlns:m="http://schemas.openxmlformats.org/officeDocument/2006/math">
                      <m:r>
                        <m:rPr>
                          <m:sty m:val="p"/>
                        </m:rPr>
                        <a:rPr lang="en-US">
                          <a:latin typeface="Cambria Math" panose="02040503050406030204" pitchFamily="18" charset="0"/>
                        </a:rPr>
                        <m:t>S</m:t>
                      </m:r>
                      <m:r>
                        <a:rPr lang="en-US">
                          <a:latin typeface="Cambria Math" panose="02040503050406030204" pitchFamily="18" charset="0"/>
                        </a:rPr>
                        <m:t>=</m:t>
                      </m:r>
                      <m:d>
                        <m:dPr>
                          <m:begChr m:val="{"/>
                          <m:endChr m:val="}"/>
                          <m:ctrlPr>
                            <a:rPr lang="en-IN" i="1">
                              <a:latin typeface="Cambria Math" panose="02040503050406030204" pitchFamily="18" charset="0"/>
                            </a:rPr>
                          </m:ctrlPr>
                        </m:dPr>
                        <m:e>
                          <m:r>
                            <a:rPr lang="en-US">
                              <a:latin typeface="Cambria Math" panose="02040503050406030204" pitchFamily="18" charset="0"/>
                            </a:rPr>
                            <m:t> </m:t>
                          </m:r>
                          <m:r>
                            <m:rPr>
                              <m:sty m:val="p"/>
                            </m:rPr>
                            <a:rPr lang="en-US">
                              <a:latin typeface="Cambria Math" panose="02040503050406030204" pitchFamily="18" charset="0"/>
                            </a:rPr>
                            <m:t>H</m:t>
                          </m:r>
                          <m:r>
                            <a:rPr lang="en-IN" b="0" i="0" smtClean="0">
                              <a:latin typeface="Cambria Math" panose="02040503050406030204" pitchFamily="18" charset="0"/>
                            </a:rPr>
                            <m:t>,</m:t>
                          </m:r>
                          <m:r>
                            <a:rPr lang="en-IN" b="0" i="1" smtClean="0">
                              <a:latin typeface="Cambria Math" panose="02040503050406030204" pitchFamily="18" charset="0"/>
                            </a:rPr>
                            <m:t> </m:t>
                          </m:r>
                          <m:r>
                            <m:rPr>
                              <m:sty m:val="p"/>
                            </m:rPr>
                            <a:rPr lang="en-US">
                              <a:latin typeface="Cambria Math" panose="02040503050406030204" pitchFamily="18" charset="0"/>
                            </a:rPr>
                            <m:t>T</m:t>
                          </m:r>
                          <m:r>
                            <a:rPr lang="en-US">
                              <a:latin typeface="Cambria Math" panose="02040503050406030204" pitchFamily="18" charset="0"/>
                            </a:rPr>
                            <m:t> </m:t>
                          </m:r>
                        </m:e>
                      </m:d>
                      <m:r>
                        <a:rPr lang="en-IN" b="0" i="1" smtClean="0">
                          <a:latin typeface="Cambria Math" panose="02040503050406030204" pitchFamily="18" charset="0"/>
                        </a:rPr>
                        <m:t> </m:t>
                      </m:r>
                    </m:oMath>
                  </m:oMathPara>
                </a14:m>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5"/>
                <a:stretch>
                  <a:fillRect l="-971" r="-358" b="-1309"/>
                </a:stretch>
              </a:blipFill>
            </p:spPr>
            <p:txBody>
              <a:bodyPr/>
              <a:lstStyle/>
              <a:p>
                <a:r>
                  <a:rPr lang="en-IN">
                    <a:noFill/>
                  </a:rPr>
                  <a:t> </a:t>
                </a:r>
              </a:p>
            </p:txBody>
          </p:sp>
        </mc:Fallback>
      </mc:AlternateContent>
    </p:spTree>
    <p:extLst>
      <p:ext uri="{BB962C8B-B14F-4D97-AF65-F5344CB8AC3E}">
        <p14:creationId xmlns:p14="http://schemas.microsoft.com/office/powerpoint/2010/main" val="1622535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par>
                          <p:cTn id="31" fill="hold">
                            <p:stCondLst>
                              <p:cond delay="0"/>
                            </p:stCondLst>
                            <p:childTnLst>
                              <p:par>
                                <p:cTn id="32" presetID="1" presetClass="mediacall" presetSubtype="0" fill="hold" nodeType="afterEffect">
                                  <p:stCondLst>
                                    <p:cond delay="0"/>
                                  </p:stCondLst>
                                  <p:childTnLst>
                                    <p:cmd type="call" cmd="playFrom(0.0)">
                                      <p:cBhvr>
                                        <p:cTn id="33" dur="2940" fill="hold"/>
                                        <p:tgtEl>
                                          <p:spTgt spid="3"/>
                                        </p:tgtEl>
                                      </p:cBhvr>
                                    </p:cmd>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nodeType="clickEffect">
                                  <p:stCondLst>
                                    <p:cond delay="0"/>
                                  </p:stCondLst>
                                  <p:childTnLst>
                                    <p:set>
                                      <p:cBhvr>
                                        <p:cTn id="37" dur="1" fill="hold">
                                          <p:stCondLst>
                                            <p:cond delay="0"/>
                                          </p:stCondLst>
                                        </p:cTn>
                                        <p:tgtEl>
                                          <p:spTgt spid="3"/>
                                        </p:tgtEl>
                                        <p:attrNameLst>
                                          <p:attrName>style.visibility</p:attrName>
                                        </p:attrNameLst>
                                      </p:cBhvr>
                                      <p:to>
                                        <p:strVal val="hidden"/>
                                      </p:to>
                                    </p:set>
                                    <p:cmd type="call" cmd="stop">
                                      <p:cBhvr>
                                        <p:cTn id="38" dur="1">
                                          <p:stCondLst>
                                            <p:cond delay="0"/>
                                          </p:stCondLst>
                                        </p:cTn>
                                        <p:tgtEl>
                                          <p:spTgt spid="3"/>
                                        </p:tgtEl>
                                      </p:cBhvr>
                                    </p:cmd>
                                  </p:childTnLst>
                                </p:cTn>
                              </p:par>
                            </p:childTnLst>
                          </p:cTn>
                        </p:par>
                        <p:par>
                          <p:cTn id="39" fill="hold">
                            <p:stCondLst>
                              <p:cond delay="0"/>
                            </p:stCondLst>
                            <p:childTnLst>
                              <p:par>
                                <p:cTn id="40" presetID="1" presetClass="entr" presetSubtype="0" fill="hold" grpId="0" nodeType="afterEffect">
                                  <p:stCondLst>
                                    <p:cond delay="0"/>
                                  </p:stCondLst>
                                  <p:childTnLst>
                                    <p:set>
                                      <p:cBhvr>
                                        <p:cTn id="41"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nodeType="clickEffect">
                                  <p:stCondLst>
                                    <p:cond delay="0"/>
                                  </p:stCondLst>
                                  <p:childTnLst>
                                    <p:set>
                                      <p:cBhvr>
                                        <p:cTn id="53" dur="1" fill="hold">
                                          <p:stCondLst>
                                            <p:cond delay="0"/>
                                          </p:stCondLst>
                                        </p:cTn>
                                        <p:tgtEl>
                                          <p:spTgt spid="3"/>
                                        </p:tgtEl>
                                        <p:attrNameLst>
                                          <p:attrName>style.visibility</p:attrName>
                                        </p:attrNameLst>
                                      </p:cBhvr>
                                      <p:to>
                                        <p:strVal val="hidden"/>
                                      </p:to>
                                    </p:set>
                                    <p:cmd type="call" cmd="stop">
                                      <p:cBhvr>
                                        <p:cTn id="54" dur="1">
                                          <p:stCondLst>
                                            <p:cond delay="0"/>
                                          </p:stCondLst>
                                        </p:cTn>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55" repeatCount="indefinite" fill="hold" display="0">
                  <p:stCondLst>
                    <p:cond delay="indefinite"/>
                  </p:stCondLst>
                </p:cTn>
                <p:tgtEl>
                  <p:spTgt spid="3"/>
                </p:tgtEl>
              </p:cMediaNode>
            </p:video>
          </p:childTnLst>
        </p:cTn>
      </p:par>
    </p:tnLst>
    <p:bldLst>
      <p:bldP spid="4"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Space</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131180" y="863444"/>
                <a:ext cx="11929641" cy="5746906"/>
              </a:xfrm>
            </p:spPr>
            <p:txBody>
              <a:bodyPr/>
              <a:lstStyle/>
              <a:p>
                <a:r>
                  <a:rPr lang="en-US" b="1" dirty="0">
                    <a:solidFill>
                      <a:schemeClr val="accent6">
                        <a:lumMod val="50000"/>
                      </a:schemeClr>
                    </a:solidFill>
                  </a:rPr>
                  <a:t>For example:</a:t>
                </a:r>
                <a:endParaRPr lang="en-IN" dirty="0"/>
              </a:p>
              <a:p>
                <a:pPr lvl="1"/>
                <a:r>
                  <a:rPr lang="en-US" dirty="0"/>
                  <a:t>Consider an experiment of rolling a die. </a:t>
                </a:r>
              </a:p>
              <a:p>
                <a:pPr marL="630238" lvl="1" indent="0">
                  <a:buNone/>
                </a:pPr>
                <a:r>
                  <a:rPr lang="en-US" dirty="0"/>
                  <a:t>The outcomes of this experiment are</a:t>
                </a:r>
              </a:p>
              <a:p>
                <a:pPr marL="800100" lvl="1" indent="0">
                  <a:buNone/>
                </a:pPr>
                <a:endParaRPr lang="en-US" sz="3600" dirty="0"/>
              </a:p>
              <a:p>
                <a:pPr marL="630238" lvl="1" indent="0">
                  <a:buNone/>
                </a:pPr>
                <a:endParaRPr lang="gu-IN" dirty="0"/>
              </a:p>
              <a:p>
                <a:pPr marL="630238" lvl="1" indent="0">
                  <a:buNone/>
                </a:pPr>
                <a:r>
                  <a:rPr lang="en-US" dirty="0"/>
                  <a:t>Therefore, sample space of this experiment is written as follow:</a:t>
                </a:r>
                <a:endParaRPr lang="en-IN" dirty="0"/>
              </a:p>
              <a:p>
                <a:pPr marL="630238" lvl="1" indent="0">
                  <a:buNone/>
                </a:pPr>
                <a14:m>
                  <m:oMathPara xmlns:m="http://schemas.openxmlformats.org/officeDocument/2006/math">
                    <m:oMathParaPr>
                      <m:jc m:val="left"/>
                    </m:oMathParaPr>
                    <m:oMath xmlns:m="http://schemas.openxmlformats.org/officeDocument/2006/math">
                      <m:r>
                        <m:rPr>
                          <m:sty m:val="p"/>
                        </m:rPr>
                        <a:rPr lang="en-US">
                          <a:latin typeface="Cambria Math" panose="02040503050406030204" pitchFamily="18" charset="0"/>
                        </a:rPr>
                        <m:t>S</m:t>
                      </m:r>
                      <m:r>
                        <a:rPr lang="en-US">
                          <a:latin typeface="Cambria Math" panose="02040503050406030204" pitchFamily="18" charset="0"/>
                        </a:rPr>
                        <m:t>=</m:t>
                      </m:r>
                      <m:d>
                        <m:dPr>
                          <m:begChr m:val="{"/>
                          <m:endChr m:val="}"/>
                          <m:ctrlPr>
                            <a:rPr lang="en-IN" i="1">
                              <a:latin typeface="Cambria Math" panose="02040503050406030204" pitchFamily="18" charset="0"/>
                            </a:rPr>
                          </m:ctrlPr>
                        </m:dPr>
                        <m:e>
                          <m:r>
                            <a:rPr lang="en-US">
                              <a:latin typeface="Cambria Math" panose="02040503050406030204" pitchFamily="18" charset="0"/>
                            </a:rPr>
                            <m:t> 1</m:t>
                          </m:r>
                          <m:r>
                            <a:rPr lang="en-IN">
                              <a:latin typeface="Cambria Math" panose="02040503050406030204" pitchFamily="18" charset="0"/>
                            </a:rPr>
                            <m:t>,</m:t>
                          </m:r>
                          <m:r>
                            <a:rPr lang="en-IN" i="1">
                              <a:latin typeface="Cambria Math" panose="02040503050406030204" pitchFamily="18" charset="0"/>
                            </a:rPr>
                            <m:t> </m:t>
                          </m:r>
                          <m:r>
                            <a:rPr lang="en-US">
                              <a:latin typeface="Cambria Math" panose="02040503050406030204" pitchFamily="18" charset="0"/>
                            </a:rPr>
                            <m:t>2</m:t>
                          </m:r>
                          <m:r>
                            <a:rPr lang="en-IN">
                              <a:latin typeface="Cambria Math" panose="02040503050406030204" pitchFamily="18" charset="0"/>
                            </a:rPr>
                            <m:t>,</m:t>
                          </m:r>
                          <m:r>
                            <a:rPr lang="en-IN" i="1">
                              <a:latin typeface="Cambria Math" panose="02040503050406030204" pitchFamily="18" charset="0"/>
                            </a:rPr>
                            <m:t> </m:t>
                          </m:r>
                          <m:r>
                            <a:rPr lang="en-US">
                              <a:latin typeface="Cambria Math" panose="02040503050406030204" pitchFamily="18" charset="0"/>
                            </a:rPr>
                            <m:t>3</m:t>
                          </m:r>
                          <m:r>
                            <a:rPr lang="en-IN">
                              <a:latin typeface="Cambria Math" panose="02040503050406030204" pitchFamily="18" charset="0"/>
                            </a:rPr>
                            <m:t>,</m:t>
                          </m:r>
                          <m:r>
                            <a:rPr lang="en-IN" i="1">
                              <a:latin typeface="Cambria Math" panose="02040503050406030204" pitchFamily="18" charset="0"/>
                            </a:rPr>
                            <m:t> </m:t>
                          </m:r>
                          <m:r>
                            <a:rPr lang="en-US">
                              <a:latin typeface="Cambria Math" panose="02040503050406030204" pitchFamily="18" charset="0"/>
                            </a:rPr>
                            <m:t>4</m:t>
                          </m:r>
                          <m:r>
                            <a:rPr lang="en-IN">
                              <a:latin typeface="Cambria Math" panose="02040503050406030204" pitchFamily="18" charset="0"/>
                            </a:rPr>
                            <m:t>,</m:t>
                          </m:r>
                          <m:r>
                            <a:rPr lang="en-IN" i="1">
                              <a:latin typeface="Cambria Math" panose="02040503050406030204" pitchFamily="18" charset="0"/>
                            </a:rPr>
                            <m:t> </m:t>
                          </m:r>
                          <m:r>
                            <a:rPr lang="en-US">
                              <a:latin typeface="Cambria Math" panose="02040503050406030204" pitchFamily="18" charset="0"/>
                            </a:rPr>
                            <m:t>5</m:t>
                          </m:r>
                          <m:r>
                            <a:rPr lang="en-IN">
                              <a:latin typeface="Cambria Math" panose="02040503050406030204" pitchFamily="18" charset="0"/>
                            </a:rPr>
                            <m:t>,</m:t>
                          </m:r>
                          <m:r>
                            <a:rPr lang="en-IN" i="1">
                              <a:latin typeface="Cambria Math" panose="02040503050406030204" pitchFamily="18" charset="0"/>
                            </a:rPr>
                            <m:t> </m:t>
                          </m:r>
                          <m:r>
                            <a:rPr lang="en-US">
                              <a:latin typeface="Cambria Math" panose="02040503050406030204" pitchFamily="18" charset="0"/>
                            </a:rPr>
                            <m:t>6 </m:t>
                          </m:r>
                        </m:e>
                      </m:d>
                    </m:oMath>
                  </m:oMathPara>
                </a14:m>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131180" y="863444"/>
                <a:ext cx="11929641" cy="5746906"/>
              </a:xfrm>
              <a:blipFill>
                <a:blip r:embed="rId2"/>
                <a:stretch>
                  <a:fillRect l="-971"/>
                </a:stretch>
              </a:blipFill>
            </p:spPr>
            <p:txBody>
              <a:bodyPr/>
              <a:lstStyle/>
              <a:p>
                <a:r>
                  <a:rPr lang="en-IN">
                    <a:noFill/>
                  </a:rPr>
                  <a:t> </a:t>
                </a:r>
              </a:p>
            </p:txBody>
          </p:sp>
        </mc:Fallback>
      </mc:AlternateContent>
      <p:sp>
        <p:nvSpPr>
          <p:cNvPr id="3" name="Rectangle 7">
            <a:extLst>
              <a:ext uri="{FF2B5EF4-FFF2-40B4-BE49-F238E27FC236}">
                <a16:creationId xmlns:a16="http://schemas.microsoft.com/office/drawing/2014/main" id="{445EA874-733C-4293-B82D-46E58C77730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13" name="Group 12">
            <a:extLst>
              <a:ext uri="{FF2B5EF4-FFF2-40B4-BE49-F238E27FC236}">
                <a16:creationId xmlns:a16="http://schemas.microsoft.com/office/drawing/2014/main" id="{3F65C7C3-54EE-4FD7-8828-EA747106C93F}"/>
              </a:ext>
            </a:extLst>
          </p:cNvPr>
          <p:cNvGrpSpPr>
            <a:grpSpLocks noChangeAspect="1"/>
          </p:cNvGrpSpPr>
          <p:nvPr/>
        </p:nvGrpSpPr>
        <p:grpSpPr>
          <a:xfrm>
            <a:off x="5067205" y="3142872"/>
            <a:ext cx="4015641" cy="947084"/>
            <a:chOff x="0" y="-55685"/>
            <a:chExt cx="2323465" cy="548665"/>
          </a:xfrm>
        </p:grpSpPr>
        <p:pic>
          <p:nvPicPr>
            <p:cNvPr id="16" name="Picture 15">
              <a:extLst>
                <a:ext uri="{FF2B5EF4-FFF2-40B4-BE49-F238E27FC236}">
                  <a16:creationId xmlns:a16="http://schemas.microsoft.com/office/drawing/2014/main" id="{6E72D61F-038E-4E0D-8C44-E50DF8AD4D9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6705" b="52986"/>
            <a:stretch/>
          </p:blipFill>
          <p:spPr bwMode="auto">
            <a:xfrm>
              <a:off x="0" y="-55685"/>
              <a:ext cx="1160780" cy="446210"/>
            </a:xfrm>
            <a:prstGeom prst="rect">
              <a:avLst/>
            </a:prstGeom>
            <a:extLst>
              <a:ext uri="{53640926-AAD7-44D8-BBD7-CCE9431645EC}">
                <a14:shadowObscured xmlns:a14="http://schemas.microsoft.com/office/drawing/2010/main"/>
              </a:ext>
            </a:extLst>
          </p:spPr>
        </p:pic>
        <p:pic>
          <p:nvPicPr>
            <p:cNvPr id="17" name="Picture 16">
              <a:extLst>
                <a:ext uri="{FF2B5EF4-FFF2-40B4-BE49-F238E27FC236}">
                  <a16:creationId xmlns:a16="http://schemas.microsoft.com/office/drawing/2014/main" id="{0C42EA1B-656A-4362-9A56-247B8BBDB8E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 t="53021" r="12" b="-12418"/>
            <a:stretch/>
          </p:blipFill>
          <p:spPr bwMode="auto">
            <a:xfrm>
              <a:off x="1162753" y="-1"/>
              <a:ext cx="1160712" cy="492981"/>
            </a:xfrm>
            <a:prstGeom prst="rect">
              <a:avLst/>
            </a:prstGeom>
            <a:extLst>
              <a:ext uri="{53640926-AAD7-44D8-BBD7-CCE9431645EC}">
                <a14:shadowObscured xmlns:a14="http://schemas.microsoft.com/office/drawing/2010/main"/>
              </a:ext>
            </a:extLst>
          </p:spPr>
        </p:pic>
      </p:grpSp>
      <p:sp>
        <p:nvSpPr>
          <p:cNvPr id="15" name="Arrow: Right 14">
            <a:extLst>
              <a:ext uri="{FF2B5EF4-FFF2-40B4-BE49-F238E27FC236}">
                <a16:creationId xmlns:a16="http://schemas.microsoft.com/office/drawing/2014/main" id="{9D10E8CA-280E-497F-8F69-EC6FDBB15EDE}"/>
              </a:ext>
            </a:extLst>
          </p:cNvPr>
          <p:cNvSpPr>
            <a:spLocks noChangeAspect="1"/>
          </p:cNvSpPr>
          <p:nvPr/>
        </p:nvSpPr>
        <p:spPr>
          <a:xfrm>
            <a:off x="4212016" y="3510297"/>
            <a:ext cx="660677" cy="212235"/>
          </a:xfrm>
          <a:prstGeom prst="rightArrow">
            <a:avLst>
              <a:gd name="adj1" fmla="val 32555"/>
              <a:gd name="adj2" fmla="val 79657"/>
            </a:avLst>
          </a:prstGeom>
          <a:solidFill>
            <a:srgbClr val="0020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308D8F1-BB75-461A-8518-04C860135DCD}"/>
                  </a:ext>
                </a:extLst>
              </p:cNvPr>
              <p:cNvSpPr txBox="1"/>
              <p:nvPr/>
            </p:nvSpPr>
            <p:spPr>
              <a:xfrm>
                <a:off x="6022340" y="2244825"/>
                <a:ext cx="2832325" cy="523220"/>
              </a:xfrm>
              <a:prstGeom prst="rect">
                <a:avLst/>
              </a:prstGeom>
              <a:noFill/>
            </p:spPr>
            <p:txBody>
              <a:bodyPr wrap="square">
                <a:spAutoFit/>
              </a:bodyPr>
              <a:lstStyle/>
              <a:p>
                <a14:m>
                  <m:oMath xmlns:m="http://schemas.openxmlformats.org/officeDocument/2006/math">
                    <m:r>
                      <a:rPr lang="en-US" sz="2800" smtClean="0">
                        <a:solidFill>
                          <a:srgbClr val="002060"/>
                        </a:solidFill>
                        <a:latin typeface="Cambria Math" panose="02040503050406030204" pitchFamily="18" charset="0"/>
                      </a:rPr>
                      <m:t>1</m:t>
                    </m:r>
                    <m:r>
                      <a:rPr lang="en-IN" sz="280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m:t>
                    </m:r>
                    <m:r>
                      <a:rPr lang="en-IN" sz="280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3</m:t>
                    </m:r>
                    <m:r>
                      <a:rPr lang="en-IN" sz="280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4</m:t>
                    </m:r>
                    <m:r>
                      <a:rPr lang="en-IN" sz="280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5</m:t>
                    </m:r>
                  </m:oMath>
                </a14:m>
                <a:r>
                  <a:rPr lang="en-US" sz="2800" i="0" dirty="0">
                    <a:solidFill>
                      <a:srgbClr val="002060"/>
                    </a:solidFill>
                    <a:latin typeface="+mj-lt"/>
                  </a:rPr>
                  <a:t> or </a:t>
                </a:r>
                <a14:m>
                  <m:oMath xmlns:m="http://schemas.openxmlformats.org/officeDocument/2006/math">
                    <m:r>
                      <a:rPr lang="en-US" sz="2800">
                        <a:solidFill>
                          <a:srgbClr val="002060"/>
                        </a:solidFill>
                        <a:latin typeface="Cambria Math" panose="02040503050406030204" pitchFamily="18" charset="0"/>
                      </a:rPr>
                      <m:t>6.</m:t>
                    </m:r>
                  </m:oMath>
                </a14:m>
                <a:endParaRPr lang="en-IN" sz="2800" dirty="0">
                  <a:solidFill>
                    <a:srgbClr val="002060"/>
                  </a:solidFill>
                  <a:latin typeface="+mj-lt"/>
                </a:endParaRPr>
              </a:p>
            </p:txBody>
          </p:sp>
        </mc:Choice>
        <mc:Fallback xmlns="">
          <p:sp>
            <p:nvSpPr>
              <p:cNvPr id="11" name="TextBox 10">
                <a:extLst>
                  <a:ext uri="{FF2B5EF4-FFF2-40B4-BE49-F238E27FC236}">
                    <a16:creationId xmlns:a16="http://schemas.microsoft.com/office/drawing/2014/main" id="{2308D8F1-BB75-461A-8518-04C860135DCD}"/>
                  </a:ext>
                </a:extLst>
              </p:cNvPr>
              <p:cNvSpPr txBox="1">
                <a:spLocks noRot="1" noChangeAspect="1" noMove="1" noResize="1" noEditPoints="1" noAdjustHandles="1" noChangeArrowheads="1" noChangeShapeType="1" noTextEdit="1"/>
              </p:cNvSpPr>
              <p:nvPr/>
            </p:nvSpPr>
            <p:spPr>
              <a:xfrm>
                <a:off x="6022340" y="2244825"/>
                <a:ext cx="2832325" cy="523220"/>
              </a:xfrm>
              <a:prstGeom prst="rect">
                <a:avLst/>
              </a:prstGeom>
              <a:blipFill>
                <a:blip r:embed="rId5"/>
                <a:stretch>
                  <a:fillRect t="-10465" b="-32558"/>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597E29E8-B842-431E-92D5-6642372A0CC5}"/>
              </a:ext>
            </a:extLst>
          </p:cNvPr>
          <p:cNvPicPr>
            <a:picLocks noChangeAspect="1"/>
          </p:cNvPicPr>
          <p:nvPr/>
        </p:nvPicPr>
        <p:blipFill>
          <a:blip r:embed="rId6"/>
          <a:stretch>
            <a:fillRect/>
          </a:stretch>
        </p:blipFill>
        <p:spPr>
          <a:xfrm>
            <a:off x="2962072" y="2951643"/>
            <a:ext cx="1152688" cy="1152688"/>
          </a:xfrm>
          <a:prstGeom prst="rect">
            <a:avLst/>
          </a:prstGeom>
        </p:spPr>
      </p:pic>
    </p:spTree>
    <p:extLst>
      <p:ext uri="{BB962C8B-B14F-4D97-AF65-F5344CB8AC3E}">
        <p14:creationId xmlns:p14="http://schemas.microsoft.com/office/powerpoint/2010/main" val="2667177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6"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80">
                                          <p:stCondLst>
                                            <p:cond delay="0"/>
                                          </p:stCondLst>
                                        </p:cTn>
                                        <p:tgtEl>
                                          <p:spTgt spid="6"/>
                                        </p:tgtEl>
                                      </p:cBhvr>
                                    </p:animEffect>
                                    <p:anim calcmode="lin" valueType="num">
                                      <p:cBhvr>
                                        <p:cTn id="16"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21" dur="26">
                                          <p:stCondLst>
                                            <p:cond delay="650"/>
                                          </p:stCondLst>
                                        </p:cTn>
                                        <p:tgtEl>
                                          <p:spTgt spid="6"/>
                                        </p:tgtEl>
                                      </p:cBhvr>
                                      <p:to x="100000" y="60000"/>
                                    </p:animScale>
                                    <p:animScale>
                                      <p:cBhvr>
                                        <p:cTn id="22" dur="166" decel="50000">
                                          <p:stCondLst>
                                            <p:cond delay="676"/>
                                          </p:stCondLst>
                                        </p:cTn>
                                        <p:tgtEl>
                                          <p:spTgt spid="6"/>
                                        </p:tgtEl>
                                      </p:cBhvr>
                                      <p:to x="100000" y="100000"/>
                                    </p:animScale>
                                    <p:animScale>
                                      <p:cBhvr>
                                        <p:cTn id="23" dur="26">
                                          <p:stCondLst>
                                            <p:cond delay="1312"/>
                                          </p:stCondLst>
                                        </p:cTn>
                                        <p:tgtEl>
                                          <p:spTgt spid="6"/>
                                        </p:tgtEl>
                                      </p:cBhvr>
                                      <p:to x="100000" y="80000"/>
                                    </p:animScale>
                                    <p:animScale>
                                      <p:cBhvr>
                                        <p:cTn id="24" dur="166" decel="50000">
                                          <p:stCondLst>
                                            <p:cond delay="1338"/>
                                          </p:stCondLst>
                                        </p:cTn>
                                        <p:tgtEl>
                                          <p:spTgt spid="6"/>
                                        </p:tgtEl>
                                      </p:cBhvr>
                                      <p:to x="100000" y="100000"/>
                                    </p:animScale>
                                    <p:animScale>
                                      <p:cBhvr>
                                        <p:cTn id="25" dur="26">
                                          <p:stCondLst>
                                            <p:cond delay="1642"/>
                                          </p:stCondLst>
                                        </p:cTn>
                                        <p:tgtEl>
                                          <p:spTgt spid="6"/>
                                        </p:tgtEl>
                                      </p:cBhvr>
                                      <p:to x="100000" y="90000"/>
                                    </p:animScale>
                                    <p:animScale>
                                      <p:cBhvr>
                                        <p:cTn id="26" dur="166" decel="50000">
                                          <p:stCondLst>
                                            <p:cond delay="1668"/>
                                          </p:stCondLst>
                                        </p:cTn>
                                        <p:tgtEl>
                                          <p:spTgt spid="6"/>
                                        </p:tgtEl>
                                      </p:cBhvr>
                                      <p:to x="100000" y="100000"/>
                                    </p:animScale>
                                    <p:animScale>
                                      <p:cBhvr>
                                        <p:cTn id="27" dur="26">
                                          <p:stCondLst>
                                            <p:cond delay="1808"/>
                                          </p:stCondLst>
                                        </p:cTn>
                                        <p:tgtEl>
                                          <p:spTgt spid="6"/>
                                        </p:tgtEl>
                                      </p:cBhvr>
                                      <p:to x="100000" y="95000"/>
                                    </p:animScale>
                                    <p:animScale>
                                      <p:cBhvr>
                                        <p:cTn id="28" dur="166" decel="50000">
                                          <p:stCondLst>
                                            <p:cond delay="1834"/>
                                          </p:stCondLst>
                                        </p:cTn>
                                        <p:tgtEl>
                                          <p:spTgt spid="6"/>
                                        </p:tgtEl>
                                      </p:cBhvr>
                                      <p:to x="100000" y="100000"/>
                                    </p:animScale>
                                  </p:childTnLst>
                                </p:cTn>
                              </p:par>
                              <p:par>
                                <p:cTn id="29" presetID="32" presetClass="emph" presetSubtype="0" fill="hold" nodeType="withEffect">
                                  <p:stCondLst>
                                    <p:cond delay="0"/>
                                  </p:stCondLst>
                                  <p:childTnLst>
                                    <p:animRot by="120000">
                                      <p:cBhvr>
                                        <p:cTn id="30" dur="200" fill="hold">
                                          <p:stCondLst>
                                            <p:cond delay="0"/>
                                          </p:stCondLst>
                                        </p:cTn>
                                        <p:tgtEl>
                                          <p:spTgt spid="6"/>
                                        </p:tgtEl>
                                        <p:attrNameLst>
                                          <p:attrName>r</p:attrName>
                                        </p:attrNameLst>
                                      </p:cBhvr>
                                    </p:animRot>
                                    <p:animRot by="-240000">
                                      <p:cBhvr>
                                        <p:cTn id="31" dur="400" fill="hold">
                                          <p:stCondLst>
                                            <p:cond delay="400"/>
                                          </p:stCondLst>
                                        </p:cTn>
                                        <p:tgtEl>
                                          <p:spTgt spid="6"/>
                                        </p:tgtEl>
                                        <p:attrNameLst>
                                          <p:attrName>r</p:attrName>
                                        </p:attrNameLst>
                                      </p:cBhvr>
                                    </p:animRot>
                                    <p:animRot by="240000">
                                      <p:cBhvr>
                                        <p:cTn id="32" dur="400" fill="hold">
                                          <p:stCondLst>
                                            <p:cond delay="800"/>
                                          </p:stCondLst>
                                        </p:cTn>
                                        <p:tgtEl>
                                          <p:spTgt spid="6"/>
                                        </p:tgtEl>
                                        <p:attrNameLst>
                                          <p:attrName>r</p:attrName>
                                        </p:attrNameLst>
                                      </p:cBhvr>
                                    </p:animRot>
                                    <p:animRot by="-240000">
                                      <p:cBhvr>
                                        <p:cTn id="33" dur="400" fill="hold">
                                          <p:stCondLst>
                                            <p:cond delay="1200"/>
                                          </p:stCondLst>
                                        </p:cTn>
                                        <p:tgtEl>
                                          <p:spTgt spid="6"/>
                                        </p:tgtEl>
                                        <p:attrNameLst>
                                          <p:attrName>r</p:attrName>
                                        </p:attrNameLst>
                                      </p:cBhvr>
                                    </p:animRot>
                                    <p:animRot by="120000">
                                      <p:cBhvr>
                                        <p:cTn id="34" dur="400" fill="hold">
                                          <p:stCondLst>
                                            <p:cond delay="1600"/>
                                          </p:stCondLst>
                                        </p:cTn>
                                        <p:tgtEl>
                                          <p:spTgt spid="6"/>
                                        </p:tgtEl>
                                        <p:attrNameLst>
                                          <p:attrName>r</p:attrName>
                                        </p:attrNameLst>
                                      </p:cBhvr>
                                    </p:animRot>
                                  </p:childTnLst>
                                </p:cTn>
                              </p:par>
                              <p:par>
                                <p:cTn id="35" presetID="8" presetClass="emph" presetSubtype="0" fill="hold" nodeType="withEffect">
                                  <p:stCondLst>
                                    <p:cond delay="0"/>
                                  </p:stCondLst>
                                  <p:childTnLst>
                                    <p:animRot by="21600000">
                                      <p:cBhvr>
                                        <p:cTn id="36" dur="2000" fill="hold"/>
                                        <p:tgtEl>
                                          <p:spTgt spid="6"/>
                                        </p:tgtEl>
                                        <p:attrNameLst>
                                          <p:attrName>r</p:attrName>
                                        </p:attrNameLst>
                                      </p:cBhvr>
                                    </p:animRo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wipe(left)">
                                      <p:cBhvr>
                                        <p:cTn id="45" dur="500"/>
                                        <p:tgtEl>
                                          <p:spTgt spid="15"/>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1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15" grpId="0" uiExpand="1" animBg="1"/>
      <p:bldP spid="11" grpId="0" uiExpand="1"/>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Space</a:t>
            </a:r>
          </a:p>
        </p:txBody>
      </p:sp>
      <p:sp>
        <p:nvSpPr>
          <p:cNvPr id="4" name="Content Placeholder 3"/>
          <p:cNvSpPr>
            <a:spLocks noGrp="1"/>
          </p:cNvSpPr>
          <p:nvPr>
            <p:ph idx="1"/>
          </p:nvPr>
        </p:nvSpPr>
        <p:spPr/>
        <p:txBody>
          <a:bodyPr/>
          <a:lstStyle/>
          <a:p>
            <a:r>
              <a:rPr lang="en-US" dirty="0"/>
              <a:t>Deck of 52 playing cards which has four suits as follow:</a:t>
            </a:r>
          </a:p>
        </p:txBody>
      </p:sp>
      <p:sp>
        <p:nvSpPr>
          <p:cNvPr id="3" name="Rectangle 7">
            <a:extLst>
              <a:ext uri="{FF2B5EF4-FFF2-40B4-BE49-F238E27FC236}">
                <a16:creationId xmlns:a16="http://schemas.microsoft.com/office/drawing/2014/main" id="{445EA874-733C-4293-B82D-46E58C77730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 name="Picture 9">
            <a:extLst>
              <a:ext uri="{FF2B5EF4-FFF2-40B4-BE49-F238E27FC236}">
                <a16:creationId xmlns:a16="http://schemas.microsoft.com/office/drawing/2014/main" id="{85E041DD-E4CA-419D-A86B-DCE9641F00C0}"/>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9182" y="1909998"/>
            <a:ext cx="4156182" cy="2022152"/>
          </a:xfrm>
          <a:prstGeom prst="rect">
            <a:avLst/>
          </a:prstGeom>
          <a:noFill/>
        </p:spPr>
      </p:pic>
      <p:pic>
        <p:nvPicPr>
          <p:cNvPr id="11" name="Picture 10">
            <a:extLst>
              <a:ext uri="{FF2B5EF4-FFF2-40B4-BE49-F238E27FC236}">
                <a16:creationId xmlns:a16="http://schemas.microsoft.com/office/drawing/2014/main" id="{B661D28D-FBE7-49CA-9F4F-85D9066C3937}"/>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9182" y="4541094"/>
            <a:ext cx="4156182" cy="2022152"/>
          </a:xfrm>
          <a:prstGeom prst="rect">
            <a:avLst/>
          </a:prstGeom>
          <a:noFill/>
        </p:spPr>
      </p:pic>
      <p:pic>
        <p:nvPicPr>
          <p:cNvPr id="12" name="Picture 11">
            <a:extLst>
              <a:ext uri="{FF2B5EF4-FFF2-40B4-BE49-F238E27FC236}">
                <a16:creationId xmlns:a16="http://schemas.microsoft.com/office/drawing/2014/main" id="{D3058F7A-87DA-4D89-AC78-DFC45123D567}"/>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18953" y="1909998"/>
            <a:ext cx="4150954" cy="2022152"/>
          </a:xfrm>
          <a:prstGeom prst="rect">
            <a:avLst/>
          </a:prstGeom>
          <a:noFill/>
        </p:spPr>
      </p:pic>
      <p:pic>
        <p:nvPicPr>
          <p:cNvPr id="18" name="Picture 17">
            <a:extLst>
              <a:ext uri="{FF2B5EF4-FFF2-40B4-BE49-F238E27FC236}">
                <a16:creationId xmlns:a16="http://schemas.microsoft.com/office/drawing/2014/main" id="{99A593AC-A6F1-4296-9157-DC5BAEC1274B}"/>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17384" y="4541943"/>
            <a:ext cx="4154092" cy="2022152"/>
          </a:xfrm>
          <a:prstGeom prst="rect">
            <a:avLst/>
          </a:prstGeom>
          <a:noFill/>
        </p:spPr>
      </p:pic>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9170059-7213-4200-B718-31AE68560DC1}"/>
                  </a:ext>
                </a:extLst>
              </p:cNvPr>
              <p:cNvSpPr txBox="1"/>
              <p:nvPr/>
            </p:nvSpPr>
            <p:spPr>
              <a:xfrm>
                <a:off x="389182" y="1294203"/>
                <a:ext cx="522054" cy="70788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nor/>
                        </m:rPr>
                        <a:rPr lang="en-US" sz="4000" smtClean="0">
                          <a:sym typeface="Symbol" panose="05050102010706020507" pitchFamily="18" charset="2"/>
                        </a:rPr>
                        <m:t></m:t>
                      </m:r>
                    </m:oMath>
                  </m:oMathPara>
                </a14:m>
                <a:endParaRPr lang="en-IN" sz="6000" dirty="0"/>
              </a:p>
            </p:txBody>
          </p:sp>
        </mc:Choice>
        <mc:Fallback xmlns="">
          <p:sp>
            <p:nvSpPr>
              <p:cNvPr id="20" name="TextBox 19">
                <a:extLst>
                  <a:ext uri="{FF2B5EF4-FFF2-40B4-BE49-F238E27FC236}">
                    <a16:creationId xmlns:a16="http://schemas.microsoft.com/office/drawing/2014/main" id="{39170059-7213-4200-B718-31AE68560DC1}"/>
                  </a:ext>
                </a:extLst>
              </p:cNvPr>
              <p:cNvSpPr txBox="1">
                <a:spLocks noRot="1" noChangeAspect="1" noMove="1" noResize="1" noEditPoints="1" noAdjustHandles="1" noChangeArrowheads="1" noChangeShapeType="1" noTextEdit="1"/>
              </p:cNvSpPr>
              <p:nvPr/>
            </p:nvSpPr>
            <p:spPr>
              <a:xfrm>
                <a:off x="389182" y="1294203"/>
                <a:ext cx="522054" cy="707886"/>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038DDB6-50BD-401B-B0C6-4AF769640597}"/>
                  </a:ext>
                </a:extLst>
              </p:cNvPr>
              <p:cNvSpPr txBox="1"/>
              <p:nvPr/>
            </p:nvSpPr>
            <p:spPr>
              <a:xfrm>
                <a:off x="389182" y="3972931"/>
                <a:ext cx="522054" cy="70788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nor/>
                        </m:rPr>
                        <a:rPr lang="en-US" sz="4000">
                          <a:sym typeface="Symbol" panose="05050102010706020507" pitchFamily="18" charset="2"/>
                        </a:rPr>
                        <m:t></m:t>
                      </m:r>
                    </m:oMath>
                  </m:oMathPara>
                </a14:m>
                <a:endParaRPr lang="en-IN" sz="4000" dirty="0"/>
              </a:p>
            </p:txBody>
          </p:sp>
        </mc:Choice>
        <mc:Fallback xmlns="">
          <p:sp>
            <p:nvSpPr>
              <p:cNvPr id="21" name="TextBox 20">
                <a:extLst>
                  <a:ext uri="{FF2B5EF4-FFF2-40B4-BE49-F238E27FC236}">
                    <a16:creationId xmlns:a16="http://schemas.microsoft.com/office/drawing/2014/main" id="{F038DDB6-50BD-401B-B0C6-4AF769640597}"/>
                  </a:ext>
                </a:extLst>
              </p:cNvPr>
              <p:cNvSpPr txBox="1">
                <a:spLocks noRot="1" noChangeAspect="1" noMove="1" noResize="1" noEditPoints="1" noAdjustHandles="1" noChangeArrowheads="1" noChangeShapeType="1" noTextEdit="1"/>
              </p:cNvSpPr>
              <p:nvPr/>
            </p:nvSpPr>
            <p:spPr>
              <a:xfrm>
                <a:off x="389182" y="3972931"/>
                <a:ext cx="522054" cy="707886"/>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01EC24A-AB22-42CD-B5E0-4D9525431184}"/>
                  </a:ext>
                </a:extLst>
              </p:cNvPr>
              <p:cNvSpPr txBox="1"/>
              <p:nvPr/>
            </p:nvSpPr>
            <p:spPr>
              <a:xfrm>
                <a:off x="6217384" y="1343873"/>
                <a:ext cx="522054" cy="70788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nor/>
                        </m:rPr>
                        <a:rPr lang="en-US" sz="4000" b="1" smtClean="0">
                          <a:solidFill>
                            <a:srgbClr val="FF0000"/>
                          </a:solidFill>
                          <a:sym typeface="Symbol" panose="05050102010706020507" pitchFamily="18" charset="2"/>
                        </a:rPr>
                        <m:t></m:t>
                      </m:r>
                    </m:oMath>
                  </m:oMathPara>
                </a14:m>
                <a:endParaRPr lang="en-IN" sz="4000" dirty="0">
                  <a:solidFill>
                    <a:srgbClr val="FF0000"/>
                  </a:solidFill>
                </a:endParaRPr>
              </a:p>
            </p:txBody>
          </p:sp>
        </mc:Choice>
        <mc:Fallback xmlns="">
          <p:sp>
            <p:nvSpPr>
              <p:cNvPr id="22" name="TextBox 21">
                <a:extLst>
                  <a:ext uri="{FF2B5EF4-FFF2-40B4-BE49-F238E27FC236}">
                    <a16:creationId xmlns:a16="http://schemas.microsoft.com/office/drawing/2014/main" id="{801EC24A-AB22-42CD-B5E0-4D9525431184}"/>
                  </a:ext>
                </a:extLst>
              </p:cNvPr>
              <p:cNvSpPr txBox="1">
                <a:spLocks noRot="1" noChangeAspect="1" noMove="1" noResize="1" noEditPoints="1" noAdjustHandles="1" noChangeArrowheads="1" noChangeShapeType="1" noTextEdit="1"/>
              </p:cNvSpPr>
              <p:nvPr/>
            </p:nvSpPr>
            <p:spPr>
              <a:xfrm>
                <a:off x="6217384" y="1343873"/>
                <a:ext cx="522054" cy="707886"/>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8604CC9-AB8A-4688-8A84-EDC7ADA87CF5}"/>
                  </a:ext>
                </a:extLst>
              </p:cNvPr>
              <p:cNvSpPr txBox="1"/>
              <p:nvPr/>
            </p:nvSpPr>
            <p:spPr>
              <a:xfrm>
                <a:off x="6217384" y="3972931"/>
                <a:ext cx="522054" cy="70788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nor/>
                        </m:rPr>
                        <a:rPr lang="en-US" sz="4000" b="1" smtClean="0">
                          <a:solidFill>
                            <a:srgbClr val="FF0000"/>
                          </a:solidFill>
                          <a:sym typeface="Symbol" panose="05050102010706020507" pitchFamily="18" charset="2"/>
                        </a:rPr>
                        <m:t></m:t>
                      </m:r>
                    </m:oMath>
                  </m:oMathPara>
                </a14:m>
                <a:endParaRPr lang="en-IN" sz="4000" dirty="0">
                  <a:solidFill>
                    <a:srgbClr val="FF0000"/>
                  </a:solidFill>
                </a:endParaRPr>
              </a:p>
            </p:txBody>
          </p:sp>
        </mc:Choice>
        <mc:Fallback xmlns="">
          <p:sp>
            <p:nvSpPr>
              <p:cNvPr id="23" name="TextBox 22">
                <a:extLst>
                  <a:ext uri="{FF2B5EF4-FFF2-40B4-BE49-F238E27FC236}">
                    <a16:creationId xmlns:a16="http://schemas.microsoft.com/office/drawing/2014/main" id="{78604CC9-AB8A-4688-8A84-EDC7ADA87CF5}"/>
                  </a:ext>
                </a:extLst>
              </p:cNvPr>
              <p:cNvSpPr txBox="1">
                <a:spLocks noRot="1" noChangeAspect="1" noMove="1" noResize="1" noEditPoints="1" noAdjustHandles="1" noChangeArrowheads="1" noChangeShapeType="1" noTextEdit="1"/>
              </p:cNvSpPr>
              <p:nvPr/>
            </p:nvSpPr>
            <p:spPr>
              <a:xfrm>
                <a:off x="6217384" y="3972931"/>
                <a:ext cx="522054" cy="707886"/>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DF65CD2-76D6-4686-A359-1D10DC7479AA}"/>
                  </a:ext>
                </a:extLst>
              </p:cNvPr>
              <p:cNvSpPr txBox="1"/>
              <p:nvPr/>
            </p:nvSpPr>
            <p:spPr>
              <a:xfrm>
                <a:off x="801695" y="1463591"/>
                <a:ext cx="1139897"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sz="2400" smtClean="0">
                          <a:solidFill>
                            <a:srgbClr val="002060"/>
                          </a:solidFill>
                          <a:latin typeface="Cambria Math" panose="02040503050406030204" pitchFamily="18" charset="0"/>
                        </a:rPr>
                        <m:t>Spades</m:t>
                      </m:r>
                    </m:oMath>
                  </m:oMathPara>
                </a14:m>
                <a:endParaRPr lang="en-US" sz="2400" dirty="0">
                  <a:solidFill>
                    <a:srgbClr val="002060"/>
                  </a:solidFill>
                </a:endParaRPr>
              </a:p>
            </p:txBody>
          </p:sp>
        </mc:Choice>
        <mc:Fallback xmlns="">
          <p:sp>
            <p:nvSpPr>
              <p:cNvPr id="14" name="TextBox 13">
                <a:extLst>
                  <a:ext uri="{FF2B5EF4-FFF2-40B4-BE49-F238E27FC236}">
                    <a16:creationId xmlns:a16="http://schemas.microsoft.com/office/drawing/2014/main" id="{0DF65CD2-76D6-4686-A359-1D10DC7479AA}"/>
                  </a:ext>
                </a:extLst>
              </p:cNvPr>
              <p:cNvSpPr txBox="1">
                <a:spLocks noRot="1" noChangeAspect="1" noMove="1" noResize="1" noEditPoints="1" noAdjustHandles="1" noChangeArrowheads="1" noChangeShapeType="1" noTextEdit="1"/>
              </p:cNvSpPr>
              <p:nvPr/>
            </p:nvSpPr>
            <p:spPr>
              <a:xfrm>
                <a:off x="801695" y="1463591"/>
                <a:ext cx="1139897" cy="461665"/>
              </a:xfrm>
              <a:prstGeom prst="rect">
                <a:avLst/>
              </a:prstGeom>
              <a:blipFill>
                <a:blip r:embed="rId10"/>
                <a:stretch>
                  <a:fillRect l="-3209" r="-2139" b="-184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A588790-3653-440D-8BEF-3F30DC1F6E91}"/>
                  </a:ext>
                </a:extLst>
              </p:cNvPr>
              <p:cNvSpPr txBox="1"/>
              <p:nvPr/>
            </p:nvSpPr>
            <p:spPr>
              <a:xfrm>
                <a:off x="801695" y="4141367"/>
                <a:ext cx="790049" cy="461665"/>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sz="2400" smtClean="0">
                          <a:solidFill>
                            <a:srgbClr val="002060"/>
                          </a:solidFill>
                          <a:latin typeface="Cambria Math" panose="02040503050406030204" pitchFamily="18" charset="0"/>
                        </a:rPr>
                        <m:t>Club</m:t>
                      </m:r>
                    </m:oMath>
                  </m:oMathPara>
                </a14:m>
                <a:endParaRPr lang="en-US" sz="2400" dirty="0">
                  <a:solidFill>
                    <a:srgbClr val="002060"/>
                  </a:solidFill>
                </a:endParaRPr>
              </a:p>
            </p:txBody>
          </p:sp>
        </mc:Choice>
        <mc:Fallback xmlns="">
          <p:sp>
            <p:nvSpPr>
              <p:cNvPr id="15" name="TextBox 14">
                <a:extLst>
                  <a:ext uri="{FF2B5EF4-FFF2-40B4-BE49-F238E27FC236}">
                    <a16:creationId xmlns:a16="http://schemas.microsoft.com/office/drawing/2014/main" id="{FA588790-3653-440D-8BEF-3F30DC1F6E91}"/>
                  </a:ext>
                </a:extLst>
              </p:cNvPr>
              <p:cNvSpPr txBox="1">
                <a:spLocks noRot="1" noChangeAspect="1" noMove="1" noResize="1" noEditPoints="1" noAdjustHandles="1" noChangeArrowheads="1" noChangeShapeType="1" noTextEdit="1"/>
              </p:cNvSpPr>
              <p:nvPr/>
            </p:nvSpPr>
            <p:spPr>
              <a:xfrm>
                <a:off x="801695" y="4141367"/>
                <a:ext cx="790049" cy="461665"/>
              </a:xfrm>
              <a:prstGeom prst="rect">
                <a:avLst/>
              </a:prstGeom>
              <a:blipFill>
                <a:blip r:embed="rId11"/>
                <a:stretch>
                  <a:fillRect r="-310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CC0F78C-28D2-4949-BE20-7B74CDBE04E5}"/>
                  </a:ext>
                </a:extLst>
              </p:cNvPr>
              <p:cNvSpPr txBox="1"/>
              <p:nvPr/>
            </p:nvSpPr>
            <p:spPr>
              <a:xfrm>
                <a:off x="6644947" y="1463591"/>
                <a:ext cx="1379276"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Diamond</m:t>
                      </m:r>
                    </m:oMath>
                  </m:oMathPara>
                </a14:m>
                <a:endParaRPr lang="en-US" sz="2400" dirty="0">
                  <a:solidFill>
                    <a:srgbClr val="002060"/>
                  </a:solidFill>
                </a:endParaRPr>
              </a:p>
            </p:txBody>
          </p:sp>
        </mc:Choice>
        <mc:Fallback xmlns="">
          <p:sp>
            <p:nvSpPr>
              <p:cNvPr id="16" name="TextBox 15">
                <a:extLst>
                  <a:ext uri="{FF2B5EF4-FFF2-40B4-BE49-F238E27FC236}">
                    <a16:creationId xmlns:a16="http://schemas.microsoft.com/office/drawing/2014/main" id="{CCC0F78C-28D2-4949-BE20-7B74CDBE04E5}"/>
                  </a:ext>
                </a:extLst>
              </p:cNvPr>
              <p:cNvSpPr txBox="1">
                <a:spLocks noRot="1" noChangeAspect="1" noMove="1" noResize="1" noEditPoints="1" noAdjustHandles="1" noChangeArrowheads="1" noChangeShapeType="1" noTextEdit="1"/>
              </p:cNvSpPr>
              <p:nvPr/>
            </p:nvSpPr>
            <p:spPr>
              <a:xfrm>
                <a:off x="6644947" y="1463591"/>
                <a:ext cx="1379276" cy="461665"/>
              </a:xfrm>
              <a:prstGeom prst="rect">
                <a:avLst/>
              </a:prstGeom>
              <a:blipFill>
                <a:blip r:embed="rId12"/>
                <a:stretch>
                  <a:fillRect l="-1327" r="-132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D306048-31E0-451A-B906-65BA33C9978B}"/>
                  </a:ext>
                </a:extLst>
              </p:cNvPr>
              <p:cNvSpPr txBox="1"/>
              <p:nvPr/>
            </p:nvSpPr>
            <p:spPr>
              <a:xfrm>
                <a:off x="6644947" y="4141367"/>
                <a:ext cx="982944"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Heart</m:t>
                      </m:r>
                    </m:oMath>
                  </m:oMathPara>
                </a14:m>
                <a:endParaRPr lang="en-US" sz="2400" dirty="0">
                  <a:solidFill>
                    <a:srgbClr val="002060"/>
                  </a:solidFill>
                </a:endParaRPr>
              </a:p>
            </p:txBody>
          </p:sp>
        </mc:Choice>
        <mc:Fallback xmlns="">
          <p:sp>
            <p:nvSpPr>
              <p:cNvPr id="17" name="TextBox 16">
                <a:extLst>
                  <a:ext uri="{FF2B5EF4-FFF2-40B4-BE49-F238E27FC236}">
                    <a16:creationId xmlns:a16="http://schemas.microsoft.com/office/drawing/2014/main" id="{3D306048-31E0-451A-B906-65BA33C9978B}"/>
                  </a:ext>
                </a:extLst>
              </p:cNvPr>
              <p:cNvSpPr txBox="1">
                <a:spLocks noRot="1" noChangeAspect="1" noMove="1" noResize="1" noEditPoints="1" noAdjustHandles="1" noChangeArrowheads="1" noChangeShapeType="1" noTextEdit="1"/>
              </p:cNvSpPr>
              <p:nvPr/>
            </p:nvSpPr>
            <p:spPr>
              <a:xfrm>
                <a:off x="6644947" y="4141367"/>
                <a:ext cx="982944" cy="461665"/>
              </a:xfrm>
              <a:prstGeom prst="rect">
                <a:avLst/>
              </a:prstGeom>
              <a:blipFill>
                <a:blip r:embed="rId13"/>
                <a:stretch>
                  <a:fillRect l="-1242"/>
                </a:stretch>
              </a:blipFill>
            </p:spPr>
            <p:txBody>
              <a:bodyPr/>
              <a:lstStyle/>
              <a:p>
                <a:r>
                  <a:rPr lang="en-IN">
                    <a:noFill/>
                  </a:rPr>
                  <a:t> </a:t>
                </a:r>
              </a:p>
            </p:txBody>
          </p:sp>
        </mc:Fallback>
      </mc:AlternateContent>
    </p:spTree>
    <p:extLst>
      <p:ext uri="{BB962C8B-B14F-4D97-AF65-F5344CB8AC3E}">
        <p14:creationId xmlns:p14="http://schemas.microsoft.com/office/powerpoint/2010/main" val="3977120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20" grpId="0"/>
      <p:bldP spid="21" grpId="0"/>
      <p:bldP spid="22" grpId="0"/>
      <p:bldP spid="23" grpId="0"/>
      <p:bldP spid="14" grpId="0"/>
      <p:bldP spid="15" grpId="0"/>
      <p:bldP spid="16" grpId="0"/>
      <p:bldP spid="17" grpId="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 name="TextBox 46">
            <a:extLst>
              <a:ext uri="{FF2B5EF4-FFF2-40B4-BE49-F238E27FC236}">
                <a16:creationId xmlns:a16="http://schemas.microsoft.com/office/drawing/2014/main" id="{4F987BB3-A249-476A-8837-3A1DE8544278}"/>
              </a:ext>
            </a:extLst>
          </p:cNvPr>
          <p:cNvSpPr txBox="1"/>
          <p:nvPr/>
        </p:nvSpPr>
        <p:spPr>
          <a:xfrm>
            <a:off x="8220031" y="2918880"/>
            <a:ext cx="1116000" cy="540000"/>
          </a:xfrm>
          <a:prstGeom prst="rect">
            <a:avLst/>
          </a:prstGeom>
          <a:noFill/>
        </p:spPr>
        <p:txBody>
          <a:bodyPr wrap="square" rtlCol="0" anchor="ctr">
            <a:spAutoFit/>
          </a:bodyPr>
          <a:lstStyle/>
          <a:p>
            <a:pPr algn="ctr"/>
            <a:r>
              <a:rPr lang="en-US" sz="4800" b="1" dirty="0">
                <a:solidFill>
                  <a:srgbClr val="FF0000"/>
                </a:solidFill>
                <a:effectLst>
                  <a:outerShdw blurRad="38100" dist="38100" dir="2700000" algn="tl">
                    <a:srgbClr val="000000">
                      <a:alpha val="43137"/>
                    </a:srgbClr>
                  </a:outerShdw>
                </a:effectLst>
                <a:latin typeface="Cambria Math" panose="02040503050406030204" pitchFamily="18" charset="0"/>
                <a:ea typeface="Calibri" panose="020F0502020204030204" pitchFamily="34" charset="0"/>
                <a:cs typeface="Shruti" panose="020B0502040204020203" pitchFamily="34" charset="0"/>
                <a:sym typeface="Symbol" panose="05050102010706020507" pitchFamily="18" charset="2"/>
              </a:rPr>
              <a:t></a:t>
            </a:r>
          </a:p>
        </p:txBody>
      </p:sp>
      <p:sp>
        <p:nvSpPr>
          <p:cNvPr id="48" name="TextBox 47">
            <a:extLst>
              <a:ext uri="{FF2B5EF4-FFF2-40B4-BE49-F238E27FC236}">
                <a16:creationId xmlns:a16="http://schemas.microsoft.com/office/drawing/2014/main" id="{4FEFA0E9-82F7-4C14-867A-744A59792BC4}"/>
              </a:ext>
            </a:extLst>
          </p:cNvPr>
          <p:cNvSpPr txBox="1"/>
          <p:nvPr/>
        </p:nvSpPr>
        <p:spPr>
          <a:xfrm>
            <a:off x="2762869" y="2918880"/>
            <a:ext cx="1318365" cy="540000"/>
          </a:xfrm>
          <a:prstGeom prst="rect">
            <a:avLst/>
          </a:prstGeom>
          <a:noFill/>
        </p:spPr>
        <p:txBody>
          <a:bodyPr wrap="square" rtlCol="0" anchor="ctr">
            <a:spAutoFit/>
          </a:bodyPr>
          <a:lstStyle/>
          <a:p>
            <a:pPr algn="ctr"/>
            <a:r>
              <a:rPr lang="en-US" sz="48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Shruti" panose="020B0502040204020203" pitchFamily="34" charset="0"/>
                <a:sym typeface="Symbol" panose="05050102010706020507" pitchFamily="18" charset="2"/>
              </a:rPr>
              <a:t></a:t>
            </a:r>
            <a:endParaRPr lang="en-IN" sz="4800" dirty="0">
              <a:effectLst>
                <a:outerShdw blurRad="38100" dist="38100" dir="2700000" algn="tl">
                  <a:srgbClr val="000000">
                    <a:alpha val="43137"/>
                  </a:srgbClr>
                </a:outerShdw>
              </a:effectLst>
            </a:endParaRPr>
          </a:p>
        </p:txBody>
      </p:sp>
      <p:cxnSp>
        <p:nvCxnSpPr>
          <p:cNvPr id="42" name="Straight Connector 41">
            <a:extLst>
              <a:ext uri="{FF2B5EF4-FFF2-40B4-BE49-F238E27FC236}">
                <a16:creationId xmlns:a16="http://schemas.microsoft.com/office/drawing/2014/main" id="{A1F4BBA4-0831-442E-BEFE-E2348720ABC8}"/>
              </a:ext>
            </a:extLst>
          </p:cNvPr>
          <p:cNvCxnSpPr>
            <a:cxnSpLocks/>
            <a:endCxn id="25" idx="2"/>
          </p:cNvCxnSpPr>
          <p:nvPr/>
        </p:nvCxnSpPr>
        <p:spPr>
          <a:xfrm flipV="1">
            <a:off x="3422052" y="4278957"/>
            <a:ext cx="0" cy="223260"/>
          </a:xfrm>
          <a:prstGeom prst="line">
            <a:avLst/>
          </a:prstGeom>
          <a:ln w="38100">
            <a:solidFill>
              <a:schemeClr val="accent5">
                <a:lumMod val="7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C41488D-DF2C-4BE2-8664-2EF82F865B2E}"/>
              </a:ext>
            </a:extLst>
          </p:cNvPr>
          <p:cNvCxnSpPr>
            <a:cxnSpLocks/>
            <a:endCxn id="26" idx="2"/>
          </p:cNvCxnSpPr>
          <p:nvPr/>
        </p:nvCxnSpPr>
        <p:spPr>
          <a:xfrm flipV="1">
            <a:off x="8778030" y="4278957"/>
            <a:ext cx="0" cy="211349"/>
          </a:xfrm>
          <a:prstGeom prst="line">
            <a:avLst/>
          </a:prstGeom>
          <a:ln w="38100">
            <a:solidFill>
              <a:schemeClr val="accent5">
                <a:lumMod val="7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AE54FCE-2DE8-4DF9-83D9-C36ABBF386F9}"/>
              </a:ext>
            </a:extLst>
          </p:cNvPr>
          <p:cNvCxnSpPr>
            <a:cxnSpLocks/>
            <a:endCxn id="24" idx="2"/>
          </p:cNvCxnSpPr>
          <p:nvPr/>
        </p:nvCxnSpPr>
        <p:spPr>
          <a:xfrm flipV="1">
            <a:off x="6096000" y="2274952"/>
            <a:ext cx="0" cy="268619"/>
          </a:xfrm>
          <a:prstGeom prst="line">
            <a:avLst/>
          </a:prstGeom>
          <a:ln w="38100">
            <a:solidFill>
              <a:schemeClr val="accent5">
                <a:lumMod val="7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Sample Space</a:t>
            </a:r>
          </a:p>
        </p:txBody>
      </p:sp>
      <p:sp>
        <p:nvSpPr>
          <p:cNvPr id="3" name="Rectangle 7">
            <a:extLst>
              <a:ext uri="{FF2B5EF4-FFF2-40B4-BE49-F238E27FC236}">
                <a16:creationId xmlns:a16="http://schemas.microsoft.com/office/drawing/2014/main" id="{445EA874-733C-4293-B82D-46E58C77730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 name="Rectangle 23">
            <a:extLst>
              <a:ext uri="{FF2B5EF4-FFF2-40B4-BE49-F238E27FC236}">
                <a16:creationId xmlns:a16="http://schemas.microsoft.com/office/drawing/2014/main" id="{57C9AE1D-0DB7-4B51-8CB2-2A76DE52EDFD}"/>
              </a:ext>
            </a:extLst>
          </p:cNvPr>
          <p:cNvSpPr/>
          <p:nvPr/>
        </p:nvSpPr>
        <p:spPr>
          <a:xfrm>
            <a:off x="5320726" y="1752952"/>
            <a:ext cx="1550548" cy="522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6680" tIns="106680" rIns="106680" bIns="106680" numCol="1" spcCol="1270" anchor="ctr" anchorCtr="0">
            <a:noAutofit/>
          </a:bodyPr>
          <a:lstStyle/>
          <a:p>
            <a:pPr marL="0" lvl="0" indent="0" algn="ctr" defTabSz="1244600">
              <a:buNone/>
            </a:pPr>
            <a:r>
              <a:rPr lang="en-GB" sz="2800" b="1" kern="1200" dirty="0">
                <a:solidFill>
                  <a:srgbClr val="002060"/>
                </a:solidFill>
                <a:latin typeface="+mj-lt"/>
                <a:ea typeface="Cambria Math" panose="02040503050406030204" pitchFamily="18" charset="0"/>
              </a:rPr>
              <a:t>52 cards</a:t>
            </a:r>
            <a:endParaRPr lang="en-IN" sz="2800" b="1" kern="1200" dirty="0">
              <a:solidFill>
                <a:srgbClr val="002060"/>
              </a:solidFill>
              <a:latin typeface="+mj-lt"/>
              <a:ea typeface="Cambria Math" panose="02040503050406030204" pitchFamily="18" charset="0"/>
            </a:endParaRPr>
          </a:p>
        </p:txBody>
      </p:sp>
      <p:sp>
        <p:nvSpPr>
          <p:cNvPr id="25" name="Rectangle 24">
            <a:extLst>
              <a:ext uri="{FF2B5EF4-FFF2-40B4-BE49-F238E27FC236}">
                <a16:creationId xmlns:a16="http://schemas.microsoft.com/office/drawing/2014/main" id="{FB69E3A3-0C66-4342-9E2F-FF4ED8668C09}"/>
              </a:ext>
            </a:extLst>
          </p:cNvPr>
          <p:cNvSpPr/>
          <p:nvPr/>
        </p:nvSpPr>
        <p:spPr>
          <a:xfrm>
            <a:off x="2675796" y="3756957"/>
            <a:ext cx="1492511" cy="522000"/>
          </a:xfrm>
          <a:prstGeom prst="rect">
            <a:avLst/>
          </a:pr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1440" tIns="91440" rIns="91440" bIns="91440" numCol="1" spcCol="1270" anchor="ctr" anchorCtr="0">
            <a:noAutofit/>
          </a:bodyPr>
          <a:lstStyle/>
          <a:p>
            <a:pPr marL="0" lvl="0" indent="0" algn="ctr" defTabSz="1066800">
              <a:buNone/>
            </a:pPr>
            <a:r>
              <a:rPr lang="en-GB" sz="2800" b="1" kern="1200" dirty="0">
                <a:solidFill>
                  <a:srgbClr val="002060"/>
                </a:solidFill>
                <a:latin typeface="+mj-lt"/>
                <a:ea typeface="Cambria Math" panose="02040503050406030204" pitchFamily="18" charset="0"/>
                <a:cs typeface="+mn-cs"/>
              </a:rPr>
              <a:t>26 cards</a:t>
            </a:r>
            <a:endParaRPr lang="en-IN" sz="2800" b="1" kern="1200" dirty="0">
              <a:solidFill>
                <a:srgbClr val="002060"/>
              </a:solidFill>
              <a:latin typeface="+mj-lt"/>
              <a:ea typeface="Cambria Math" panose="02040503050406030204" pitchFamily="18" charset="0"/>
              <a:cs typeface="+mn-cs"/>
            </a:endParaRPr>
          </a:p>
        </p:txBody>
      </p:sp>
      <p:sp>
        <p:nvSpPr>
          <p:cNvPr id="26" name="Rectangle 25">
            <a:extLst>
              <a:ext uri="{FF2B5EF4-FFF2-40B4-BE49-F238E27FC236}">
                <a16:creationId xmlns:a16="http://schemas.microsoft.com/office/drawing/2014/main" id="{4CCDEF02-45EC-4F28-99CE-FCD5E04A4FAD}"/>
              </a:ext>
            </a:extLst>
          </p:cNvPr>
          <p:cNvSpPr/>
          <p:nvPr/>
        </p:nvSpPr>
        <p:spPr>
          <a:xfrm>
            <a:off x="8033211" y="3756957"/>
            <a:ext cx="1489637" cy="522000"/>
          </a:xfrm>
          <a:prstGeom prst="rect">
            <a:avLst/>
          </a:pr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1440" tIns="91440" rIns="91440" bIns="91440" numCol="1" spcCol="1270" anchor="ctr" anchorCtr="0">
            <a:noAutofit/>
          </a:bodyPr>
          <a:lstStyle/>
          <a:p>
            <a:pPr marL="0" lvl="0" indent="0" algn="ctr" defTabSz="1066800">
              <a:buNone/>
            </a:pPr>
            <a:r>
              <a:rPr lang="en-GB" sz="2800" b="1" kern="1200" dirty="0">
                <a:solidFill>
                  <a:srgbClr val="002060"/>
                </a:solidFill>
                <a:latin typeface="+mj-lt"/>
                <a:ea typeface="Cambria Math" panose="02040503050406030204" pitchFamily="18" charset="0"/>
                <a:cs typeface="+mn-cs"/>
              </a:rPr>
              <a:t>26 cards</a:t>
            </a:r>
            <a:endParaRPr lang="en-IN" sz="2800" b="1" kern="1200" dirty="0">
              <a:solidFill>
                <a:srgbClr val="002060"/>
              </a:solidFill>
              <a:latin typeface="+mj-lt"/>
              <a:ea typeface="Cambria Math" panose="02040503050406030204" pitchFamily="18" charset="0"/>
              <a:cs typeface="+mn-cs"/>
            </a:endParaRPr>
          </a:p>
        </p:txBody>
      </p:sp>
      <p:sp>
        <p:nvSpPr>
          <p:cNvPr id="27" name="TextBox 26">
            <a:extLst>
              <a:ext uri="{FF2B5EF4-FFF2-40B4-BE49-F238E27FC236}">
                <a16:creationId xmlns:a16="http://schemas.microsoft.com/office/drawing/2014/main" id="{59EC4A75-CC82-45B2-8412-3A849F714C0A}"/>
              </a:ext>
            </a:extLst>
          </p:cNvPr>
          <p:cNvSpPr txBox="1"/>
          <p:nvPr/>
        </p:nvSpPr>
        <p:spPr>
          <a:xfrm>
            <a:off x="2904551" y="3380558"/>
            <a:ext cx="1035000" cy="522000"/>
          </a:xfrm>
          <a:prstGeom prst="rect">
            <a:avLst/>
          </a:prstGeom>
          <a:noFill/>
          <a:ln>
            <a:noFill/>
          </a:ln>
          <a:effectLst/>
        </p:spPr>
        <p:txBody>
          <a:bodyPr spcFirstLastPara="0" vert="horz" wrap="square" lIns="91440" tIns="91440" rIns="91440" bIns="91440" numCol="1" spcCol="1270" anchor="ctr" anchorCtr="0">
            <a:noAutofit/>
          </a:bodyPr>
          <a:lstStyle>
            <a:lvl1pPr>
              <a:defRPr sz="2400">
                <a:latin typeface="Cambria Math" panose="02040503050406030204" pitchFamily="18" charset="0"/>
                <a:ea typeface="Cambria Math" panose="02040503050406030204" pitchFamily="18" charset="0"/>
              </a:defRPr>
            </a:lvl1pPr>
          </a:lstStyle>
          <a:p>
            <a:pPr algn="ctr"/>
            <a:r>
              <a:rPr lang="en-GB" sz="2800" b="1" dirty="0">
                <a:solidFill>
                  <a:srgbClr val="002060"/>
                </a:solidFill>
                <a:latin typeface="+mj-lt"/>
              </a:rPr>
              <a:t>Black</a:t>
            </a:r>
            <a:endParaRPr lang="en-IN" sz="2800" b="1" dirty="0">
              <a:solidFill>
                <a:srgbClr val="002060"/>
              </a:solidFill>
              <a:latin typeface="+mj-lt"/>
            </a:endParaRPr>
          </a:p>
        </p:txBody>
      </p:sp>
      <p:sp>
        <p:nvSpPr>
          <p:cNvPr id="28" name="TextBox 27">
            <a:extLst>
              <a:ext uri="{FF2B5EF4-FFF2-40B4-BE49-F238E27FC236}">
                <a16:creationId xmlns:a16="http://schemas.microsoft.com/office/drawing/2014/main" id="{108E7D9F-48E4-4FFF-99FA-21AE83D8F4AF}"/>
              </a:ext>
            </a:extLst>
          </p:cNvPr>
          <p:cNvSpPr txBox="1"/>
          <p:nvPr/>
        </p:nvSpPr>
        <p:spPr>
          <a:xfrm>
            <a:off x="8350426" y="3380558"/>
            <a:ext cx="841919" cy="522000"/>
          </a:xfrm>
          <a:prstGeom prst="rect">
            <a:avLst/>
          </a:prstGeom>
          <a:noFill/>
          <a:ln>
            <a:noFill/>
          </a:ln>
          <a:effectLst/>
        </p:spPr>
        <p:txBody>
          <a:bodyPr spcFirstLastPara="0" vert="horz" wrap="square" lIns="91440" tIns="91440" rIns="91440" bIns="91440" numCol="1" spcCol="1270" anchor="ctr" anchorCtr="0">
            <a:noAutofit/>
          </a:bodyPr>
          <a:lstStyle>
            <a:lvl1pPr>
              <a:defRPr sz="2400">
                <a:latin typeface="Cambria Math" panose="02040503050406030204" pitchFamily="18" charset="0"/>
                <a:ea typeface="Cambria Math" panose="02040503050406030204" pitchFamily="18" charset="0"/>
              </a:defRPr>
            </a:lvl1pPr>
          </a:lstStyle>
          <a:p>
            <a:pPr algn="ctr"/>
            <a:r>
              <a:rPr lang="en-GB" sz="2800" b="1" dirty="0">
                <a:solidFill>
                  <a:srgbClr val="002060"/>
                </a:solidFill>
                <a:latin typeface="+mj-lt"/>
              </a:rPr>
              <a:t>Red</a:t>
            </a:r>
            <a:endParaRPr lang="en-IN" sz="2800" b="1" dirty="0">
              <a:solidFill>
                <a:srgbClr val="002060"/>
              </a:solidFill>
              <a:latin typeface="+mj-lt"/>
            </a:endParaRPr>
          </a:p>
        </p:txBody>
      </p:sp>
      <p:grpSp>
        <p:nvGrpSpPr>
          <p:cNvPr id="29" name="Group 28">
            <a:extLst>
              <a:ext uri="{FF2B5EF4-FFF2-40B4-BE49-F238E27FC236}">
                <a16:creationId xmlns:a16="http://schemas.microsoft.com/office/drawing/2014/main" id="{353BA363-C472-4941-8E2B-AC43F5D23921}"/>
              </a:ext>
            </a:extLst>
          </p:cNvPr>
          <p:cNvGrpSpPr/>
          <p:nvPr/>
        </p:nvGrpSpPr>
        <p:grpSpPr>
          <a:xfrm>
            <a:off x="5605591" y="711201"/>
            <a:ext cx="980818" cy="1260631"/>
            <a:chOff x="5050673" y="954713"/>
            <a:chExt cx="980818" cy="1260631"/>
          </a:xfrm>
        </p:grpSpPr>
        <p:sp>
          <p:nvSpPr>
            <p:cNvPr id="50" name="TextBox 49">
              <a:extLst>
                <a:ext uri="{FF2B5EF4-FFF2-40B4-BE49-F238E27FC236}">
                  <a16:creationId xmlns:a16="http://schemas.microsoft.com/office/drawing/2014/main" id="{B20B0918-48D6-4218-8A65-DBF2E716D29F}"/>
                </a:ext>
              </a:extLst>
            </p:cNvPr>
            <p:cNvSpPr txBox="1"/>
            <p:nvPr/>
          </p:nvSpPr>
          <p:spPr>
            <a:xfrm>
              <a:off x="5050673" y="968849"/>
              <a:ext cx="540000" cy="830997"/>
            </a:xfrm>
            <a:prstGeom prst="rect">
              <a:avLst/>
            </a:prstGeom>
            <a:noFill/>
          </p:spPr>
          <p:txBody>
            <a:bodyPr wrap="square" rtlCol="0">
              <a:spAutoFit/>
            </a:bodyPr>
            <a:lstStyle/>
            <a:p>
              <a:pPr algn="ctr"/>
              <a:r>
                <a:rPr lang="en-US" sz="48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Shruti" panose="020B0502040204020203" pitchFamily="34" charset="0"/>
                  <a:sym typeface="Symbol" panose="05050102010706020507" pitchFamily="18" charset="2"/>
                </a:rPr>
                <a:t></a:t>
              </a:r>
              <a:endParaRPr lang="en-IN" sz="4800" dirty="0">
                <a:effectLst>
                  <a:outerShdw blurRad="38100" dist="38100" dir="2700000" algn="tl">
                    <a:srgbClr val="000000">
                      <a:alpha val="43137"/>
                    </a:srgbClr>
                  </a:outerShdw>
                </a:effectLst>
              </a:endParaRPr>
            </a:p>
          </p:txBody>
        </p:sp>
        <p:sp>
          <p:nvSpPr>
            <p:cNvPr id="51" name="TextBox 50">
              <a:extLst>
                <a:ext uri="{FF2B5EF4-FFF2-40B4-BE49-F238E27FC236}">
                  <a16:creationId xmlns:a16="http://schemas.microsoft.com/office/drawing/2014/main" id="{F9D2EFD2-0E1C-48B1-8B49-5B26CF101427}"/>
                </a:ext>
              </a:extLst>
            </p:cNvPr>
            <p:cNvSpPr txBox="1"/>
            <p:nvPr/>
          </p:nvSpPr>
          <p:spPr>
            <a:xfrm>
              <a:off x="5487291" y="954713"/>
              <a:ext cx="540000" cy="830997"/>
            </a:xfrm>
            <a:prstGeom prst="rect">
              <a:avLst/>
            </a:prstGeom>
            <a:noFill/>
          </p:spPr>
          <p:txBody>
            <a:bodyPr wrap="square" rtlCol="0">
              <a:spAutoFit/>
            </a:bodyPr>
            <a:lstStyle/>
            <a:p>
              <a:pPr algn="ctr"/>
              <a:r>
                <a:rPr lang="en-US" sz="4800" b="1" dirty="0">
                  <a:solidFill>
                    <a:srgbClr val="FF0000"/>
                  </a:solidFill>
                  <a:effectLst>
                    <a:outerShdw blurRad="38100" dist="38100" dir="2700000" algn="tl">
                      <a:srgbClr val="000000">
                        <a:alpha val="43137"/>
                      </a:srgbClr>
                    </a:outerShdw>
                  </a:effectLst>
                  <a:latin typeface="Cambria Math" panose="02040503050406030204" pitchFamily="18" charset="0"/>
                  <a:ea typeface="Calibri" panose="020F0502020204030204" pitchFamily="34" charset="0"/>
                  <a:cs typeface="Shruti" panose="020B0502040204020203" pitchFamily="34" charset="0"/>
                  <a:sym typeface="Symbol" panose="05050102010706020507" pitchFamily="18" charset="2"/>
                </a:rPr>
                <a:t></a:t>
              </a:r>
            </a:p>
          </p:txBody>
        </p:sp>
        <p:sp>
          <p:nvSpPr>
            <p:cNvPr id="52" name="TextBox 51">
              <a:extLst>
                <a:ext uri="{FF2B5EF4-FFF2-40B4-BE49-F238E27FC236}">
                  <a16:creationId xmlns:a16="http://schemas.microsoft.com/office/drawing/2014/main" id="{9992DEC2-E931-4843-A909-4320E1E6096D}"/>
                </a:ext>
              </a:extLst>
            </p:cNvPr>
            <p:cNvSpPr txBox="1"/>
            <p:nvPr/>
          </p:nvSpPr>
          <p:spPr>
            <a:xfrm>
              <a:off x="5050673" y="1384347"/>
              <a:ext cx="540000" cy="830997"/>
            </a:xfrm>
            <a:prstGeom prst="rect">
              <a:avLst/>
            </a:prstGeom>
            <a:noFill/>
          </p:spPr>
          <p:txBody>
            <a:bodyPr wrap="square" rtlCol="0">
              <a:spAutoFit/>
            </a:bodyPr>
            <a:lstStyle/>
            <a:p>
              <a:pPr algn="ctr"/>
              <a:r>
                <a:rPr lang="en-US" sz="4800" b="1" dirty="0">
                  <a:solidFill>
                    <a:srgbClr val="FF0000"/>
                  </a:solidFill>
                  <a:effectLst>
                    <a:outerShdw blurRad="38100" dist="38100" dir="2700000" algn="tl">
                      <a:srgbClr val="000000">
                        <a:alpha val="43137"/>
                      </a:srgbClr>
                    </a:outerShdw>
                  </a:effectLst>
                  <a:latin typeface="Cambria Math" panose="02040503050406030204" pitchFamily="18" charset="0"/>
                  <a:ea typeface="Calibri" panose="020F0502020204030204" pitchFamily="34" charset="0"/>
                  <a:cs typeface="Shruti" panose="020B0502040204020203" pitchFamily="34" charset="0"/>
                  <a:sym typeface="Symbol" panose="05050102010706020507" pitchFamily="18" charset="2"/>
                </a:rPr>
                <a:t></a:t>
              </a:r>
            </a:p>
          </p:txBody>
        </p:sp>
        <p:sp>
          <p:nvSpPr>
            <p:cNvPr id="53" name="TextBox 52">
              <a:extLst>
                <a:ext uri="{FF2B5EF4-FFF2-40B4-BE49-F238E27FC236}">
                  <a16:creationId xmlns:a16="http://schemas.microsoft.com/office/drawing/2014/main" id="{391A9566-B5BD-4BD6-800A-8D6B66D38812}"/>
                </a:ext>
              </a:extLst>
            </p:cNvPr>
            <p:cNvSpPr txBox="1"/>
            <p:nvPr/>
          </p:nvSpPr>
          <p:spPr>
            <a:xfrm>
              <a:off x="5491491" y="1384347"/>
              <a:ext cx="540000" cy="830997"/>
            </a:xfrm>
            <a:prstGeom prst="rect">
              <a:avLst/>
            </a:prstGeom>
            <a:noFill/>
          </p:spPr>
          <p:txBody>
            <a:bodyPr wrap="square" rtlCol="0">
              <a:spAutoFit/>
            </a:bodyPr>
            <a:lstStyle/>
            <a:p>
              <a:pPr algn="ctr"/>
              <a:r>
                <a:rPr lang="en-US" sz="48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Shruti" panose="020B0502040204020203" pitchFamily="34" charset="0"/>
                  <a:sym typeface="Symbol" panose="05050102010706020507" pitchFamily="18" charset="2"/>
                </a:rPr>
                <a:t></a:t>
              </a:r>
              <a:endParaRPr lang="en-IN" sz="4800" dirty="0">
                <a:effectLst>
                  <a:outerShdw blurRad="38100" dist="38100" dir="2700000" algn="tl">
                    <a:srgbClr val="000000">
                      <a:alpha val="43137"/>
                    </a:srgbClr>
                  </a:outerShdw>
                </a:effectLst>
              </a:endParaRPr>
            </a:p>
          </p:txBody>
        </p:sp>
      </p:grpSp>
      <p:sp>
        <p:nvSpPr>
          <p:cNvPr id="32" name="Rectangle 31">
            <a:extLst>
              <a:ext uri="{FF2B5EF4-FFF2-40B4-BE49-F238E27FC236}">
                <a16:creationId xmlns:a16="http://schemas.microsoft.com/office/drawing/2014/main" id="{C349B026-E4C5-4918-80C0-8DD299E85D91}"/>
              </a:ext>
            </a:extLst>
          </p:cNvPr>
          <p:cNvSpPr/>
          <p:nvPr/>
        </p:nvSpPr>
        <p:spPr>
          <a:xfrm>
            <a:off x="1198663" y="5359020"/>
            <a:ext cx="1512000" cy="522000"/>
          </a:xfrm>
          <a:prstGeom prst="rect">
            <a:avLst/>
          </a:pr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1440" tIns="91440" rIns="91440" bIns="91440" numCol="1" spcCol="1270" anchor="ctr" anchorCtr="0">
            <a:noAutofit/>
          </a:bodyPr>
          <a:lstStyle/>
          <a:p>
            <a:pPr marL="0" lvl="0" indent="0" algn="ctr" defTabSz="1066800">
              <a:buNone/>
            </a:pPr>
            <a:r>
              <a:rPr lang="en-GB" sz="2800" b="1" kern="1200" dirty="0">
                <a:solidFill>
                  <a:srgbClr val="002060"/>
                </a:solidFill>
                <a:latin typeface="+mj-lt"/>
                <a:ea typeface="Cambria Math" panose="02040503050406030204" pitchFamily="18" charset="0"/>
                <a:cs typeface="+mn-cs"/>
              </a:rPr>
              <a:t>13 cards</a:t>
            </a:r>
            <a:endParaRPr lang="en-IN" sz="2800" b="1" kern="1200" dirty="0">
              <a:solidFill>
                <a:srgbClr val="002060"/>
              </a:solidFill>
              <a:latin typeface="+mj-lt"/>
              <a:ea typeface="Cambria Math" panose="02040503050406030204" pitchFamily="18" charset="0"/>
              <a:cs typeface="+mn-cs"/>
            </a:endParaRPr>
          </a:p>
        </p:txBody>
      </p:sp>
      <p:sp>
        <p:nvSpPr>
          <p:cNvPr id="33" name="TextBox 32">
            <a:extLst>
              <a:ext uri="{FF2B5EF4-FFF2-40B4-BE49-F238E27FC236}">
                <a16:creationId xmlns:a16="http://schemas.microsoft.com/office/drawing/2014/main" id="{4CC62285-F6D9-4247-9E39-F47E711552A8}"/>
              </a:ext>
            </a:extLst>
          </p:cNvPr>
          <p:cNvSpPr txBox="1"/>
          <p:nvPr/>
        </p:nvSpPr>
        <p:spPr>
          <a:xfrm>
            <a:off x="1684663" y="4878364"/>
            <a:ext cx="540000" cy="540000"/>
          </a:xfrm>
          <a:prstGeom prst="rect">
            <a:avLst/>
          </a:prstGeom>
          <a:noFill/>
        </p:spPr>
        <p:txBody>
          <a:bodyPr wrap="square" rtlCol="0" anchor="ctr">
            <a:spAutoFit/>
          </a:bodyPr>
          <a:lstStyle/>
          <a:p>
            <a:pPr algn="ctr"/>
            <a:r>
              <a:rPr lang="en-US" sz="48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Shruti" panose="020B0502040204020203" pitchFamily="34" charset="0"/>
                <a:sym typeface="Symbol" panose="05050102010706020507" pitchFamily="18" charset="2"/>
              </a:rPr>
              <a:t></a:t>
            </a:r>
            <a:endParaRPr lang="en-IN" sz="4800" dirty="0">
              <a:effectLst>
                <a:outerShdw blurRad="38100" dist="38100" dir="2700000" algn="tl">
                  <a:srgbClr val="000000">
                    <a:alpha val="43137"/>
                  </a:srgbClr>
                </a:outerShdw>
              </a:effectLst>
            </a:endParaRPr>
          </a:p>
        </p:txBody>
      </p:sp>
      <p:sp>
        <p:nvSpPr>
          <p:cNvPr id="34" name="Rectangle 33">
            <a:extLst>
              <a:ext uri="{FF2B5EF4-FFF2-40B4-BE49-F238E27FC236}">
                <a16:creationId xmlns:a16="http://schemas.microsoft.com/office/drawing/2014/main" id="{EE95B044-7651-425D-908F-2D7580EA32F8}"/>
              </a:ext>
            </a:extLst>
          </p:cNvPr>
          <p:cNvSpPr/>
          <p:nvPr/>
        </p:nvSpPr>
        <p:spPr>
          <a:xfrm>
            <a:off x="4128537" y="5359020"/>
            <a:ext cx="1512000" cy="522000"/>
          </a:xfrm>
          <a:prstGeom prst="rect">
            <a:avLst/>
          </a:pr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1440" tIns="91440" rIns="91440" bIns="91440" numCol="1" spcCol="1270" anchor="ctr" anchorCtr="0">
            <a:noAutofit/>
          </a:bodyPr>
          <a:lstStyle/>
          <a:p>
            <a:pPr marL="0" lvl="0" indent="0" algn="ctr" defTabSz="1066800">
              <a:buNone/>
            </a:pPr>
            <a:r>
              <a:rPr lang="en-GB" sz="2800" b="1" kern="1200" dirty="0">
                <a:solidFill>
                  <a:srgbClr val="002060"/>
                </a:solidFill>
                <a:latin typeface="+mj-lt"/>
                <a:ea typeface="Cambria Math" panose="02040503050406030204" pitchFamily="18" charset="0"/>
                <a:cs typeface="+mn-cs"/>
              </a:rPr>
              <a:t>13 cards</a:t>
            </a:r>
            <a:endParaRPr lang="en-IN" sz="2800" b="1" kern="1200" dirty="0">
              <a:solidFill>
                <a:srgbClr val="002060"/>
              </a:solidFill>
              <a:latin typeface="+mj-lt"/>
              <a:ea typeface="Cambria Math" panose="02040503050406030204" pitchFamily="18" charset="0"/>
              <a:cs typeface="+mn-cs"/>
            </a:endParaRPr>
          </a:p>
        </p:txBody>
      </p:sp>
      <p:sp>
        <p:nvSpPr>
          <p:cNvPr id="35" name="TextBox 34">
            <a:extLst>
              <a:ext uri="{FF2B5EF4-FFF2-40B4-BE49-F238E27FC236}">
                <a16:creationId xmlns:a16="http://schemas.microsoft.com/office/drawing/2014/main" id="{7F7E25A3-64EF-4557-9769-2133912987A6}"/>
              </a:ext>
            </a:extLst>
          </p:cNvPr>
          <p:cNvSpPr txBox="1"/>
          <p:nvPr/>
        </p:nvSpPr>
        <p:spPr>
          <a:xfrm>
            <a:off x="4614537" y="4908844"/>
            <a:ext cx="540000" cy="540000"/>
          </a:xfrm>
          <a:prstGeom prst="rect">
            <a:avLst/>
          </a:prstGeom>
          <a:noFill/>
        </p:spPr>
        <p:txBody>
          <a:bodyPr wrap="square" rtlCol="0" anchor="ctr">
            <a:spAutoFit/>
          </a:bodyPr>
          <a:lstStyle/>
          <a:p>
            <a:pPr algn="ctr"/>
            <a:r>
              <a:rPr lang="en-US" sz="48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Shruti" panose="020B0502040204020203" pitchFamily="34" charset="0"/>
                <a:sym typeface="Symbol" panose="05050102010706020507" pitchFamily="18" charset="2"/>
              </a:rPr>
              <a:t></a:t>
            </a:r>
            <a:endParaRPr lang="en-IN" sz="4800" dirty="0">
              <a:effectLst>
                <a:outerShdw blurRad="38100" dist="38100" dir="2700000" algn="tl">
                  <a:srgbClr val="000000">
                    <a:alpha val="43137"/>
                  </a:srgbClr>
                </a:outerShdw>
              </a:effectLst>
            </a:endParaRPr>
          </a:p>
        </p:txBody>
      </p:sp>
      <p:sp>
        <p:nvSpPr>
          <p:cNvPr id="36" name="Rectangle 35">
            <a:extLst>
              <a:ext uri="{FF2B5EF4-FFF2-40B4-BE49-F238E27FC236}">
                <a16:creationId xmlns:a16="http://schemas.microsoft.com/office/drawing/2014/main" id="{8FA4C7A2-0044-47EA-84C6-E1A0FEAEF62E}"/>
              </a:ext>
            </a:extLst>
          </p:cNvPr>
          <p:cNvSpPr/>
          <p:nvPr/>
        </p:nvSpPr>
        <p:spPr>
          <a:xfrm>
            <a:off x="9484245" y="5355001"/>
            <a:ext cx="1512000" cy="522000"/>
          </a:xfrm>
          <a:prstGeom prst="rect">
            <a:avLst/>
          </a:pr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1440" tIns="91440" rIns="91440" bIns="91440" numCol="1" spcCol="1270" anchor="ctr" anchorCtr="0">
            <a:noAutofit/>
          </a:bodyPr>
          <a:lstStyle/>
          <a:p>
            <a:pPr marL="0" lvl="0" indent="0" algn="ctr" defTabSz="1066800">
              <a:buNone/>
            </a:pPr>
            <a:r>
              <a:rPr lang="en-GB" sz="2800" b="1" kern="1200" dirty="0">
                <a:solidFill>
                  <a:srgbClr val="002060"/>
                </a:solidFill>
                <a:latin typeface="+mj-lt"/>
                <a:ea typeface="Cambria Math" panose="02040503050406030204" pitchFamily="18" charset="0"/>
                <a:cs typeface="+mn-cs"/>
              </a:rPr>
              <a:t>13 cards</a:t>
            </a:r>
            <a:endParaRPr lang="en-IN" sz="2800" b="1" kern="1200" dirty="0">
              <a:solidFill>
                <a:srgbClr val="002060"/>
              </a:solidFill>
              <a:latin typeface="+mj-lt"/>
              <a:ea typeface="Cambria Math" panose="02040503050406030204" pitchFamily="18" charset="0"/>
              <a:cs typeface="+mn-cs"/>
            </a:endParaRPr>
          </a:p>
        </p:txBody>
      </p:sp>
      <p:sp>
        <p:nvSpPr>
          <p:cNvPr id="37" name="TextBox 36">
            <a:extLst>
              <a:ext uri="{FF2B5EF4-FFF2-40B4-BE49-F238E27FC236}">
                <a16:creationId xmlns:a16="http://schemas.microsoft.com/office/drawing/2014/main" id="{7C1FBE8A-3A70-4E11-94D1-3F7DD4596B94}"/>
              </a:ext>
            </a:extLst>
          </p:cNvPr>
          <p:cNvSpPr txBox="1"/>
          <p:nvPr/>
        </p:nvSpPr>
        <p:spPr>
          <a:xfrm>
            <a:off x="9970245" y="4908844"/>
            <a:ext cx="540000" cy="540000"/>
          </a:xfrm>
          <a:prstGeom prst="rect">
            <a:avLst/>
          </a:prstGeom>
          <a:noFill/>
        </p:spPr>
        <p:txBody>
          <a:bodyPr wrap="square" rtlCol="0" anchor="ctr">
            <a:spAutoFit/>
          </a:bodyPr>
          <a:lstStyle/>
          <a:p>
            <a:pPr algn="ctr"/>
            <a:r>
              <a:rPr lang="en-US" sz="4800" b="1" dirty="0">
                <a:solidFill>
                  <a:srgbClr val="FF0000"/>
                </a:solidFill>
                <a:effectLst>
                  <a:outerShdw blurRad="38100" dist="38100" dir="2700000" algn="tl">
                    <a:srgbClr val="000000">
                      <a:alpha val="43137"/>
                    </a:srgbClr>
                  </a:outerShdw>
                </a:effectLst>
                <a:latin typeface="Cambria Math" panose="02040503050406030204" pitchFamily="18" charset="0"/>
                <a:ea typeface="Calibri" panose="020F0502020204030204" pitchFamily="34" charset="0"/>
                <a:cs typeface="Shruti" panose="020B0502040204020203" pitchFamily="34" charset="0"/>
                <a:sym typeface="Symbol" panose="05050102010706020507" pitchFamily="18" charset="2"/>
              </a:rPr>
              <a:t></a:t>
            </a:r>
          </a:p>
        </p:txBody>
      </p:sp>
      <p:sp>
        <p:nvSpPr>
          <p:cNvPr id="38" name="Rectangle 37">
            <a:extLst>
              <a:ext uri="{FF2B5EF4-FFF2-40B4-BE49-F238E27FC236}">
                <a16:creationId xmlns:a16="http://schemas.microsoft.com/office/drawing/2014/main" id="{4421A5C7-F30A-49EC-98CC-4E3F18889FE0}"/>
              </a:ext>
            </a:extLst>
          </p:cNvPr>
          <p:cNvSpPr/>
          <p:nvPr/>
        </p:nvSpPr>
        <p:spPr>
          <a:xfrm>
            <a:off x="6554371" y="5355001"/>
            <a:ext cx="1512000" cy="522000"/>
          </a:xfrm>
          <a:prstGeom prst="rect">
            <a:avLst/>
          </a:pr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1440" tIns="91440" rIns="91440" bIns="91440" numCol="1" spcCol="1270" anchor="ctr" anchorCtr="0">
            <a:noAutofit/>
          </a:bodyPr>
          <a:lstStyle/>
          <a:p>
            <a:pPr marL="0" lvl="0" indent="0" algn="ctr" defTabSz="1066800">
              <a:buNone/>
            </a:pPr>
            <a:r>
              <a:rPr lang="en-GB" sz="2800" b="1" kern="1200" dirty="0">
                <a:solidFill>
                  <a:srgbClr val="002060"/>
                </a:solidFill>
                <a:latin typeface="+mj-lt"/>
                <a:ea typeface="Cambria Math" panose="02040503050406030204" pitchFamily="18" charset="0"/>
                <a:cs typeface="+mn-cs"/>
              </a:rPr>
              <a:t>13 cards</a:t>
            </a:r>
            <a:endParaRPr lang="en-IN" sz="2800" b="1" kern="1200" dirty="0">
              <a:solidFill>
                <a:srgbClr val="002060"/>
              </a:solidFill>
              <a:latin typeface="+mj-lt"/>
              <a:ea typeface="Cambria Math" panose="02040503050406030204" pitchFamily="18" charset="0"/>
              <a:cs typeface="+mn-cs"/>
            </a:endParaRPr>
          </a:p>
        </p:txBody>
      </p:sp>
      <p:sp>
        <p:nvSpPr>
          <p:cNvPr id="39" name="TextBox 38">
            <a:extLst>
              <a:ext uri="{FF2B5EF4-FFF2-40B4-BE49-F238E27FC236}">
                <a16:creationId xmlns:a16="http://schemas.microsoft.com/office/drawing/2014/main" id="{CA973B48-6B8F-4188-AD77-FCD2C56FDD2A}"/>
              </a:ext>
            </a:extLst>
          </p:cNvPr>
          <p:cNvSpPr txBox="1"/>
          <p:nvPr/>
        </p:nvSpPr>
        <p:spPr>
          <a:xfrm>
            <a:off x="7040371" y="4878365"/>
            <a:ext cx="540000" cy="540000"/>
          </a:xfrm>
          <a:prstGeom prst="rect">
            <a:avLst/>
          </a:prstGeom>
          <a:noFill/>
        </p:spPr>
        <p:txBody>
          <a:bodyPr wrap="square" rtlCol="0" anchor="ctr">
            <a:spAutoFit/>
          </a:bodyPr>
          <a:lstStyle/>
          <a:p>
            <a:pPr algn="ctr"/>
            <a:r>
              <a:rPr lang="en-US" sz="4800" b="1" dirty="0">
                <a:solidFill>
                  <a:srgbClr val="FF0000"/>
                </a:solidFill>
                <a:effectLst>
                  <a:outerShdw blurRad="38100" dist="38100" dir="2700000" algn="tl">
                    <a:srgbClr val="000000">
                      <a:alpha val="43137"/>
                    </a:srgbClr>
                  </a:outerShdw>
                </a:effectLst>
                <a:latin typeface="Cambria Math" panose="02040503050406030204" pitchFamily="18" charset="0"/>
                <a:ea typeface="Calibri" panose="020F0502020204030204" pitchFamily="34" charset="0"/>
                <a:cs typeface="Shruti" panose="020B0502040204020203" pitchFamily="34" charset="0"/>
                <a:sym typeface="Symbol" panose="05050102010706020507" pitchFamily="18" charset="2"/>
              </a:rPr>
              <a:t></a:t>
            </a:r>
          </a:p>
        </p:txBody>
      </p:sp>
      <p:cxnSp>
        <p:nvCxnSpPr>
          <p:cNvPr id="40" name="Connector: Elbow 39">
            <a:extLst>
              <a:ext uri="{FF2B5EF4-FFF2-40B4-BE49-F238E27FC236}">
                <a16:creationId xmlns:a16="http://schemas.microsoft.com/office/drawing/2014/main" id="{20089847-44CE-4E37-B501-F5705F2825C8}"/>
              </a:ext>
            </a:extLst>
          </p:cNvPr>
          <p:cNvCxnSpPr>
            <a:cxnSpLocks/>
            <a:stCxn id="48" idx="0"/>
            <a:endCxn id="47" idx="0"/>
          </p:cNvCxnSpPr>
          <p:nvPr/>
        </p:nvCxnSpPr>
        <p:spPr>
          <a:xfrm rot="5400000" flipH="1" flipV="1">
            <a:off x="6100041" y="240891"/>
            <a:ext cx="12700" cy="5355979"/>
          </a:xfrm>
          <a:prstGeom prst="bentConnector3">
            <a:avLst>
              <a:gd name="adj1" fmla="val 3025000"/>
            </a:avLst>
          </a:prstGeom>
          <a:ln w="38100">
            <a:solidFill>
              <a:schemeClr val="accent5">
                <a:lumMod val="75000"/>
              </a:schemeClr>
            </a:solidFill>
            <a:headEnd type="stealth" w="lg" len="med"/>
            <a:tailEnd type="stealth" w="lg"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F8B4B635-68BD-4E52-AC2F-373EE47737B1}"/>
              </a:ext>
            </a:extLst>
          </p:cNvPr>
          <p:cNvCxnSpPr>
            <a:cxnSpLocks/>
            <a:stCxn id="33" idx="0"/>
            <a:endCxn id="35" idx="0"/>
          </p:cNvCxnSpPr>
          <p:nvPr/>
        </p:nvCxnSpPr>
        <p:spPr>
          <a:xfrm rot="16200000" flipH="1">
            <a:off x="3404360" y="3428667"/>
            <a:ext cx="30480" cy="2929874"/>
          </a:xfrm>
          <a:prstGeom prst="bentConnector3">
            <a:avLst>
              <a:gd name="adj1" fmla="val -1179688"/>
            </a:avLst>
          </a:prstGeom>
          <a:ln w="38100">
            <a:solidFill>
              <a:schemeClr val="accent5">
                <a:lumMod val="75000"/>
              </a:schemeClr>
            </a:solidFill>
            <a:headEnd type="stealth" w="lg" len="med"/>
            <a:tailEnd type="stealth" w="lg"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BD911BC1-191E-4AD7-A48F-54E0A1F00BF1}"/>
              </a:ext>
            </a:extLst>
          </p:cNvPr>
          <p:cNvCxnSpPr>
            <a:cxnSpLocks/>
            <a:stCxn id="39" idx="0"/>
            <a:endCxn id="37" idx="0"/>
          </p:cNvCxnSpPr>
          <p:nvPr/>
        </p:nvCxnSpPr>
        <p:spPr>
          <a:xfrm rot="16200000" flipH="1">
            <a:off x="8760068" y="3428667"/>
            <a:ext cx="30479" cy="2929874"/>
          </a:xfrm>
          <a:prstGeom prst="bentConnector3">
            <a:avLst>
              <a:gd name="adj1" fmla="val -1218797"/>
            </a:avLst>
          </a:prstGeom>
          <a:ln w="38100">
            <a:solidFill>
              <a:schemeClr val="accent5">
                <a:lumMod val="75000"/>
              </a:schemeClr>
            </a:solidFill>
            <a:headEnd type="stealth" w="lg" len="med"/>
            <a:tailEnd type="stealth" w="lg"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0305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wipe(up)">
                                      <p:cBhvr>
                                        <p:cTn id="15" dur="500"/>
                                        <p:tgtEl>
                                          <p:spTgt spid="41"/>
                                        </p:tgtEl>
                                      </p:cBhvr>
                                    </p:animEffect>
                                  </p:childTnLst>
                                </p:cTn>
                              </p:par>
                            </p:childTnLst>
                          </p:cTn>
                        </p:par>
                        <p:par>
                          <p:cTn id="16" fill="hold">
                            <p:stCondLst>
                              <p:cond delay="500"/>
                            </p:stCondLst>
                            <p:childTnLst>
                              <p:par>
                                <p:cTn id="17" presetID="16" presetClass="entr" presetSubtype="37" fill="hold"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barn(outVertical)">
                                      <p:cBhvr>
                                        <p:cTn id="19" dur="750"/>
                                        <p:tgtEl>
                                          <p:spTgt spid="40"/>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7"/>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42"/>
                                        </p:tgtEl>
                                        <p:attrNameLst>
                                          <p:attrName>style.visibility</p:attrName>
                                        </p:attrNameLst>
                                      </p:cBhvr>
                                      <p:to>
                                        <p:strVal val="visible"/>
                                      </p:to>
                                    </p:set>
                                    <p:animEffect transition="in" filter="wipe(up)">
                                      <p:cBhvr>
                                        <p:cTn id="48" dur="500"/>
                                        <p:tgtEl>
                                          <p:spTgt spid="42"/>
                                        </p:tgtEl>
                                      </p:cBhvr>
                                    </p:animEffect>
                                  </p:childTnLst>
                                </p:cTn>
                              </p:par>
                            </p:childTnLst>
                          </p:cTn>
                        </p:par>
                        <p:par>
                          <p:cTn id="49" fill="hold">
                            <p:stCondLst>
                              <p:cond delay="500"/>
                            </p:stCondLst>
                            <p:childTnLst>
                              <p:par>
                                <p:cTn id="50" presetID="16" presetClass="entr" presetSubtype="37" fill="hold" nodeType="afterEffect">
                                  <p:stCondLst>
                                    <p:cond delay="0"/>
                                  </p:stCondLst>
                                  <p:childTnLst>
                                    <p:set>
                                      <p:cBhvr>
                                        <p:cTn id="51" dur="1" fill="hold">
                                          <p:stCondLst>
                                            <p:cond delay="0"/>
                                          </p:stCondLst>
                                        </p:cTn>
                                        <p:tgtEl>
                                          <p:spTgt spid="44"/>
                                        </p:tgtEl>
                                        <p:attrNameLst>
                                          <p:attrName>style.visibility</p:attrName>
                                        </p:attrNameLst>
                                      </p:cBhvr>
                                      <p:to>
                                        <p:strVal val="visible"/>
                                      </p:to>
                                    </p:set>
                                    <p:animEffect transition="in" filter="barn(outVertical)">
                                      <p:cBhvr>
                                        <p:cTn id="52" dur="750"/>
                                        <p:tgtEl>
                                          <p:spTgt spid="44"/>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nodeType="clickEffect">
                                  <p:stCondLst>
                                    <p:cond delay="0"/>
                                  </p:stCondLst>
                                  <p:childTnLst>
                                    <p:set>
                                      <p:cBhvr>
                                        <p:cTn id="72" dur="1" fill="hold">
                                          <p:stCondLst>
                                            <p:cond delay="0"/>
                                          </p:stCondLst>
                                        </p:cTn>
                                        <p:tgtEl>
                                          <p:spTgt spid="43"/>
                                        </p:tgtEl>
                                        <p:attrNameLst>
                                          <p:attrName>style.visibility</p:attrName>
                                        </p:attrNameLst>
                                      </p:cBhvr>
                                      <p:to>
                                        <p:strVal val="visible"/>
                                      </p:to>
                                    </p:set>
                                    <p:animEffect transition="in" filter="wipe(up)">
                                      <p:cBhvr>
                                        <p:cTn id="73" dur="500"/>
                                        <p:tgtEl>
                                          <p:spTgt spid="43"/>
                                        </p:tgtEl>
                                      </p:cBhvr>
                                    </p:animEffect>
                                  </p:childTnLst>
                                </p:cTn>
                              </p:par>
                            </p:childTnLst>
                          </p:cTn>
                        </p:par>
                        <p:par>
                          <p:cTn id="74" fill="hold">
                            <p:stCondLst>
                              <p:cond delay="500"/>
                            </p:stCondLst>
                            <p:childTnLst>
                              <p:par>
                                <p:cTn id="75" presetID="16" presetClass="entr" presetSubtype="37" fill="hold" nodeType="afterEffect">
                                  <p:stCondLst>
                                    <p:cond delay="0"/>
                                  </p:stCondLst>
                                  <p:childTnLst>
                                    <p:set>
                                      <p:cBhvr>
                                        <p:cTn id="76" dur="1" fill="hold">
                                          <p:stCondLst>
                                            <p:cond delay="0"/>
                                          </p:stCondLst>
                                        </p:cTn>
                                        <p:tgtEl>
                                          <p:spTgt spid="45"/>
                                        </p:tgtEl>
                                        <p:attrNameLst>
                                          <p:attrName>style.visibility</p:attrName>
                                        </p:attrNameLst>
                                      </p:cBhvr>
                                      <p:to>
                                        <p:strVal val="visible"/>
                                      </p:to>
                                    </p:set>
                                    <p:animEffect transition="in" filter="barn(outVertical)">
                                      <p:cBhvr>
                                        <p:cTn id="77" dur="750"/>
                                        <p:tgtEl>
                                          <p:spTgt spid="45"/>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39"/>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38"/>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37"/>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P spid="24" grpId="0"/>
      <p:bldP spid="25" grpId="0"/>
      <p:bldP spid="26" grpId="0"/>
      <p:bldP spid="27" grpId="0"/>
      <p:bldP spid="28" grpId="0"/>
      <p:bldP spid="32" grpId="0"/>
      <p:bldP spid="33" grpId="0"/>
      <p:bldP spid="34" grpId="0"/>
      <p:bldP spid="35" grpId="0"/>
      <p:bldP spid="36" grpId="0"/>
      <p:bldP spid="37" grpId="0"/>
      <p:bldP spid="38" grpId="0"/>
      <p:bldP spid="39" grpId="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Space</a:t>
            </a:r>
          </a:p>
        </p:txBody>
      </p:sp>
      <p:sp>
        <p:nvSpPr>
          <p:cNvPr id="3" name="Rectangle 7">
            <a:extLst>
              <a:ext uri="{FF2B5EF4-FFF2-40B4-BE49-F238E27FC236}">
                <a16:creationId xmlns:a16="http://schemas.microsoft.com/office/drawing/2014/main" id="{445EA874-733C-4293-B82D-46E58C77730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31" name="Group 30">
            <a:extLst>
              <a:ext uri="{FF2B5EF4-FFF2-40B4-BE49-F238E27FC236}">
                <a16:creationId xmlns:a16="http://schemas.microsoft.com/office/drawing/2014/main" id="{F0538F19-FA53-4E08-BF30-4C6D31AF270D}"/>
              </a:ext>
            </a:extLst>
          </p:cNvPr>
          <p:cNvGrpSpPr>
            <a:grpSpLocks noChangeAspect="1"/>
          </p:cNvGrpSpPr>
          <p:nvPr/>
        </p:nvGrpSpPr>
        <p:grpSpPr>
          <a:xfrm>
            <a:off x="2597535" y="1797415"/>
            <a:ext cx="1481158" cy="2167606"/>
            <a:chOff x="6388438" y="2889000"/>
            <a:chExt cx="1454331" cy="2128346"/>
          </a:xfrm>
        </p:grpSpPr>
        <p:grpSp>
          <p:nvGrpSpPr>
            <p:cNvPr id="46" name="Group 45">
              <a:extLst>
                <a:ext uri="{FF2B5EF4-FFF2-40B4-BE49-F238E27FC236}">
                  <a16:creationId xmlns:a16="http://schemas.microsoft.com/office/drawing/2014/main" id="{7AAAAA67-402A-4681-9159-2DB6E7ACCDA2}"/>
                </a:ext>
              </a:extLst>
            </p:cNvPr>
            <p:cNvGrpSpPr/>
            <p:nvPr/>
          </p:nvGrpSpPr>
          <p:grpSpPr>
            <a:xfrm>
              <a:off x="6388438" y="2889000"/>
              <a:ext cx="1454331" cy="2128346"/>
              <a:chOff x="6388438" y="548993"/>
              <a:chExt cx="1454331" cy="2128346"/>
            </a:xfrm>
          </p:grpSpPr>
          <p:sp>
            <p:nvSpPr>
              <p:cNvPr id="54" name="Rectangle: Rounded Corners 53">
                <a:extLst>
                  <a:ext uri="{FF2B5EF4-FFF2-40B4-BE49-F238E27FC236}">
                    <a16:creationId xmlns:a16="http://schemas.microsoft.com/office/drawing/2014/main" id="{3275177D-F247-45CA-9D97-D00628591621}"/>
                  </a:ext>
                </a:extLst>
              </p:cNvPr>
              <p:cNvSpPr/>
              <p:nvPr/>
            </p:nvSpPr>
            <p:spPr>
              <a:xfrm>
                <a:off x="6437057" y="548993"/>
                <a:ext cx="1371600" cy="2128345"/>
              </a:xfrm>
              <a:prstGeom prst="roundRect">
                <a:avLst>
                  <a:gd name="adj" fmla="val 5093"/>
                </a:avLst>
              </a:prstGeom>
              <a:solidFill>
                <a:schemeClr val="bg1"/>
              </a:solidFill>
              <a:ln>
                <a:solidFill>
                  <a:srgbClr val="00206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55" name="Group 54">
                <a:extLst>
                  <a:ext uri="{FF2B5EF4-FFF2-40B4-BE49-F238E27FC236}">
                    <a16:creationId xmlns:a16="http://schemas.microsoft.com/office/drawing/2014/main" id="{7BE04BC9-165E-4DEA-A65C-93DEF7693AEE}"/>
                  </a:ext>
                </a:extLst>
              </p:cNvPr>
              <p:cNvGrpSpPr/>
              <p:nvPr/>
            </p:nvGrpSpPr>
            <p:grpSpPr>
              <a:xfrm>
                <a:off x="6388438" y="548993"/>
                <a:ext cx="333375" cy="535998"/>
                <a:chOff x="6388438" y="548993"/>
                <a:chExt cx="333375" cy="535998"/>
              </a:xfrm>
            </p:grpSpPr>
            <p:sp>
              <p:nvSpPr>
                <p:cNvPr id="59" name="Rectangle 58">
                  <a:extLst>
                    <a:ext uri="{FF2B5EF4-FFF2-40B4-BE49-F238E27FC236}">
                      <a16:creationId xmlns:a16="http://schemas.microsoft.com/office/drawing/2014/main" id="{69F97EDB-0DCA-4B90-B912-0330BB1F602F}"/>
                    </a:ext>
                  </a:extLst>
                </p:cNvPr>
                <p:cNvSpPr/>
                <p:nvPr/>
              </p:nvSpPr>
              <p:spPr>
                <a:xfrm>
                  <a:off x="6437057" y="548993"/>
                  <a:ext cx="272056" cy="2571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latin typeface="Times New Roman" panose="02020603050405020304" pitchFamily="18" charset="0"/>
                      <a:cs typeface="Times New Roman" panose="02020603050405020304" pitchFamily="18" charset="0"/>
                    </a:rPr>
                    <a:t>A</a:t>
                  </a:r>
                  <a:endParaRPr lang="en-IN" sz="2000" dirty="0">
                    <a:solidFill>
                      <a:schemeClr val="tx1"/>
                    </a:solidFill>
                    <a:latin typeface="Symbol" panose="05050102010706020507" pitchFamily="18" charset="2"/>
                    <a:cs typeface="Times New Roman" panose="02020603050405020304" pitchFamily="18" charset="0"/>
                  </a:endParaRPr>
                </a:p>
              </p:txBody>
            </p:sp>
            <p:sp>
              <p:nvSpPr>
                <p:cNvPr id="60" name="TextBox 59">
                  <a:extLst>
                    <a:ext uri="{FF2B5EF4-FFF2-40B4-BE49-F238E27FC236}">
                      <a16:creationId xmlns:a16="http://schemas.microsoft.com/office/drawing/2014/main" id="{E9EA7ACD-BDC8-4968-A18B-3D97C0314D05}"/>
                    </a:ext>
                  </a:extLst>
                </p:cNvPr>
                <p:cNvSpPr txBox="1"/>
                <p:nvPr/>
              </p:nvSpPr>
              <p:spPr>
                <a:xfrm>
                  <a:off x="6388438" y="715659"/>
                  <a:ext cx="333375" cy="369332"/>
                </a:xfrm>
                <a:prstGeom prst="rect">
                  <a:avLst/>
                </a:prstGeom>
                <a:noFill/>
              </p:spPr>
              <p:txBody>
                <a:bodyPr wrap="square">
                  <a:spAutoFit/>
                </a:bodyPr>
                <a:lstStyle/>
                <a:p>
                  <a:r>
                    <a:rPr lang="en-IN" sz="1800" dirty="0">
                      <a:solidFill>
                        <a:schemeClr val="tx1"/>
                      </a:solidFill>
                      <a:latin typeface="Symbol" panose="05050102010706020507" pitchFamily="18" charset="2"/>
                      <a:cs typeface="Times New Roman" panose="02020603050405020304" pitchFamily="18" charset="0"/>
                    </a:rPr>
                    <a:t></a:t>
                  </a:r>
                  <a:endParaRPr lang="en-IN" dirty="0"/>
                </a:p>
              </p:txBody>
            </p:sp>
          </p:grpSp>
          <p:grpSp>
            <p:nvGrpSpPr>
              <p:cNvPr id="56" name="Group 55">
                <a:extLst>
                  <a:ext uri="{FF2B5EF4-FFF2-40B4-BE49-F238E27FC236}">
                    <a16:creationId xmlns:a16="http://schemas.microsoft.com/office/drawing/2014/main" id="{729DABD1-E2E7-425E-9181-8D6CEE1F5D39}"/>
                  </a:ext>
                </a:extLst>
              </p:cNvPr>
              <p:cNvGrpSpPr/>
              <p:nvPr/>
            </p:nvGrpSpPr>
            <p:grpSpPr>
              <a:xfrm rot="10800000">
                <a:off x="7509394" y="2141341"/>
                <a:ext cx="333375" cy="535998"/>
                <a:chOff x="6388438" y="548993"/>
                <a:chExt cx="333375" cy="535998"/>
              </a:xfrm>
            </p:grpSpPr>
            <p:sp>
              <p:nvSpPr>
                <p:cNvPr id="57" name="Rectangle 56">
                  <a:extLst>
                    <a:ext uri="{FF2B5EF4-FFF2-40B4-BE49-F238E27FC236}">
                      <a16:creationId xmlns:a16="http://schemas.microsoft.com/office/drawing/2014/main" id="{E40D562F-72CB-4C85-8DC6-2AD18AC6F7EA}"/>
                    </a:ext>
                  </a:extLst>
                </p:cNvPr>
                <p:cNvSpPr/>
                <p:nvPr/>
              </p:nvSpPr>
              <p:spPr>
                <a:xfrm>
                  <a:off x="6437057" y="548993"/>
                  <a:ext cx="272056" cy="2571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latin typeface="Times New Roman" panose="02020603050405020304" pitchFamily="18" charset="0"/>
                      <a:cs typeface="Times New Roman" panose="02020603050405020304" pitchFamily="18" charset="0"/>
                    </a:rPr>
                    <a:t>A</a:t>
                  </a:r>
                  <a:endParaRPr lang="en-IN" sz="2000" dirty="0">
                    <a:solidFill>
                      <a:schemeClr val="tx1"/>
                    </a:solidFill>
                    <a:latin typeface="Symbol" panose="05050102010706020507" pitchFamily="18" charset="2"/>
                    <a:cs typeface="Times New Roman" panose="02020603050405020304" pitchFamily="18" charset="0"/>
                  </a:endParaRPr>
                </a:p>
              </p:txBody>
            </p:sp>
            <p:sp>
              <p:nvSpPr>
                <p:cNvPr id="58" name="TextBox 57">
                  <a:extLst>
                    <a:ext uri="{FF2B5EF4-FFF2-40B4-BE49-F238E27FC236}">
                      <a16:creationId xmlns:a16="http://schemas.microsoft.com/office/drawing/2014/main" id="{223AF330-D076-404A-9D73-2F8C0A5A1C14}"/>
                    </a:ext>
                  </a:extLst>
                </p:cNvPr>
                <p:cNvSpPr txBox="1"/>
                <p:nvPr/>
              </p:nvSpPr>
              <p:spPr>
                <a:xfrm>
                  <a:off x="6388438" y="715659"/>
                  <a:ext cx="333375" cy="369332"/>
                </a:xfrm>
                <a:prstGeom prst="rect">
                  <a:avLst/>
                </a:prstGeom>
                <a:noFill/>
              </p:spPr>
              <p:txBody>
                <a:bodyPr wrap="square">
                  <a:spAutoFit/>
                </a:bodyPr>
                <a:lstStyle/>
                <a:p>
                  <a:r>
                    <a:rPr lang="en-IN" sz="1800" dirty="0">
                      <a:solidFill>
                        <a:schemeClr val="tx1"/>
                      </a:solidFill>
                      <a:latin typeface="Symbol" panose="05050102010706020507" pitchFamily="18" charset="2"/>
                      <a:cs typeface="Times New Roman" panose="02020603050405020304" pitchFamily="18" charset="0"/>
                    </a:rPr>
                    <a:t></a:t>
                  </a:r>
                  <a:endParaRPr lang="en-IN" dirty="0"/>
                </a:p>
              </p:txBody>
            </p:sp>
          </p:grpSp>
        </p:grpSp>
        <p:pic>
          <p:nvPicPr>
            <p:cNvPr id="49" name="Picture 48">
              <a:extLst>
                <a:ext uri="{FF2B5EF4-FFF2-40B4-BE49-F238E27FC236}">
                  <a16:creationId xmlns:a16="http://schemas.microsoft.com/office/drawing/2014/main" id="{82671838-6B13-47DF-8B88-D5905A703D4C}"/>
                </a:ext>
              </a:extLst>
            </p:cNvPr>
            <p:cNvPicPr>
              <a:picLocks noChangeAspect="1"/>
            </p:cNvPicPr>
            <p:nvPr/>
          </p:nvPicPr>
          <p:blipFill rotWithShape="1">
            <a:blip r:embed="rId2">
              <a:extLst>
                <a:ext uri="{28A0092B-C50C-407E-A947-70E740481C1C}">
                  <a14:useLocalDpi xmlns:a14="http://schemas.microsoft.com/office/drawing/2010/main" val="0"/>
                </a:ext>
              </a:extLst>
            </a:blip>
            <a:srcRect l="23554" t="13158" r="19904" b="32321"/>
            <a:stretch/>
          </p:blipFill>
          <p:spPr>
            <a:xfrm>
              <a:off x="6666086" y="3424998"/>
              <a:ext cx="912368" cy="1056348"/>
            </a:xfrm>
            <a:prstGeom prst="rect">
              <a:avLst/>
            </a:prstGeom>
          </p:spPr>
        </p:pic>
      </p:grpSp>
      <p:sp>
        <p:nvSpPr>
          <p:cNvPr id="61" name="TextBox 60">
            <a:extLst>
              <a:ext uri="{FF2B5EF4-FFF2-40B4-BE49-F238E27FC236}">
                <a16:creationId xmlns:a16="http://schemas.microsoft.com/office/drawing/2014/main" id="{BE26E8E5-2FF1-405C-A194-28D6E02E6C4A}"/>
              </a:ext>
            </a:extLst>
          </p:cNvPr>
          <p:cNvSpPr txBox="1"/>
          <p:nvPr/>
        </p:nvSpPr>
        <p:spPr>
          <a:xfrm>
            <a:off x="1049277" y="2620218"/>
            <a:ext cx="855372" cy="522000"/>
          </a:xfrm>
          <a:prstGeom prst="rect">
            <a:avLst/>
          </a:prstGeom>
          <a:noFill/>
          <a:ln>
            <a:noFill/>
          </a:ln>
          <a:effectLst/>
        </p:spPr>
        <p:txBody>
          <a:bodyPr spcFirstLastPara="0" vert="horz" wrap="square" lIns="91440" tIns="91440" rIns="91440" bIns="91440" numCol="1" spcCol="1270" anchor="ctr" anchorCtr="0">
            <a:noAutofit/>
          </a:bodyPr>
          <a:lstStyle>
            <a:lvl1pPr>
              <a:defRPr sz="2400">
                <a:latin typeface="Cambria Math" panose="02040503050406030204" pitchFamily="18" charset="0"/>
                <a:ea typeface="Cambria Math" panose="02040503050406030204" pitchFamily="18" charset="0"/>
              </a:defRPr>
            </a:lvl1pPr>
          </a:lstStyle>
          <a:p>
            <a:pPr algn="ctr"/>
            <a:r>
              <a:rPr lang="en-GB" sz="2800" b="1" dirty="0">
                <a:solidFill>
                  <a:srgbClr val="002060"/>
                </a:solidFill>
                <a:latin typeface="+mj-lt"/>
              </a:rPr>
              <a:t>Ace </a:t>
            </a:r>
            <a:endParaRPr lang="en-IN" sz="2800" b="1" dirty="0">
              <a:solidFill>
                <a:srgbClr val="002060"/>
              </a:solidFill>
              <a:latin typeface="+mj-lt"/>
            </a:endParaRPr>
          </a:p>
        </p:txBody>
      </p:sp>
      <p:sp>
        <p:nvSpPr>
          <p:cNvPr id="5" name="Arrow: Right 4">
            <a:extLst>
              <a:ext uri="{FF2B5EF4-FFF2-40B4-BE49-F238E27FC236}">
                <a16:creationId xmlns:a16="http://schemas.microsoft.com/office/drawing/2014/main" id="{909D514F-293F-4783-9A88-6D93A60D5569}"/>
              </a:ext>
            </a:extLst>
          </p:cNvPr>
          <p:cNvSpPr/>
          <p:nvPr/>
        </p:nvSpPr>
        <p:spPr>
          <a:xfrm>
            <a:off x="1879256" y="2753296"/>
            <a:ext cx="606665" cy="255844"/>
          </a:xfrm>
          <a:prstGeom prst="rightArrow">
            <a:avLst>
              <a:gd name="adj1" fmla="val 35463"/>
              <a:gd name="adj2" fmla="val 45072"/>
            </a:avLst>
          </a:prstGeom>
          <a:effectLst>
            <a:outerShdw blurRad="50800" dist="38100" dir="2700000" algn="t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IN"/>
          </a:p>
        </p:txBody>
      </p:sp>
      <p:pic>
        <p:nvPicPr>
          <p:cNvPr id="62" name="Picture 61">
            <a:extLst>
              <a:ext uri="{FF2B5EF4-FFF2-40B4-BE49-F238E27FC236}">
                <a16:creationId xmlns:a16="http://schemas.microsoft.com/office/drawing/2014/main" id="{4E053652-D104-4185-B36A-C7423018062B}"/>
              </a:ext>
            </a:extLst>
          </p:cNvPr>
          <p:cNvPicPr>
            <a:picLocks noChangeAspect="1"/>
          </p:cNvPicPr>
          <p:nvPr/>
        </p:nvPicPr>
        <p:blipFill rotWithShape="1">
          <a:blip r:embed="rId3">
            <a:extLst>
              <a:ext uri="{28A0092B-C50C-407E-A947-70E740481C1C}">
                <a14:useLocalDpi xmlns:a14="http://schemas.microsoft.com/office/drawing/2010/main" val="0"/>
              </a:ext>
            </a:extLst>
          </a:blip>
          <a:srcRect l="76948" r="15370" b="75028"/>
          <a:stretch/>
        </p:blipFill>
        <p:spPr>
          <a:xfrm>
            <a:off x="8940955" y="1776803"/>
            <a:ext cx="1548000" cy="2167603"/>
          </a:xfrm>
          <a:prstGeom prst="rect">
            <a:avLst/>
          </a:prstGeom>
          <a:effectLst>
            <a:outerShdw blurRad="50800" dist="38100" dir="2700000" algn="tl" rotWithShape="0">
              <a:prstClr val="black">
                <a:alpha val="40000"/>
              </a:prstClr>
            </a:outerShdw>
          </a:effectLst>
        </p:spPr>
      </p:pic>
      <p:pic>
        <p:nvPicPr>
          <p:cNvPr id="63" name="Picture 62">
            <a:extLst>
              <a:ext uri="{FF2B5EF4-FFF2-40B4-BE49-F238E27FC236}">
                <a16:creationId xmlns:a16="http://schemas.microsoft.com/office/drawing/2014/main" id="{8E2CF25A-04FF-45B9-844D-61C8380D20BC}"/>
              </a:ext>
            </a:extLst>
          </p:cNvPr>
          <p:cNvPicPr>
            <a:picLocks noChangeAspect="1"/>
          </p:cNvPicPr>
          <p:nvPr/>
        </p:nvPicPr>
        <p:blipFill rotWithShape="1">
          <a:blip r:embed="rId3">
            <a:extLst>
              <a:ext uri="{28A0092B-C50C-407E-A947-70E740481C1C}">
                <a14:useLocalDpi xmlns:a14="http://schemas.microsoft.com/office/drawing/2010/main" val="0"/>
              </a:ext>
            </a:extLst>
          </a:blip>
          <a:srcRect l="84630" t="22" r="7688" b="75006"/>
          <a:stretch/>
        </p:blipFill>
        <p:spPr>
          <a:xfrm>
            <a:off x="7165021" y="1797417"/>
            <a:ext cx="1548000" cy="2167603"/>
          </a:xfrm>
          <a:prstGeom prst="rect">
            <a:avLst/>
          </a:prstGeom>
          <a:effectLst>
            <a:outerShdw blurRad="50800" dist="38100" dir="2700000" algn="tl" rotWithShape="0">
              <a:prstClr val="black">
                <a:alpha val="40000"/>
              </a:prstClr>
            </a:outerShdw>
          </a:effectLst>
        </p:spPr>
      </p:pic>
      <p:pic>
        <p:nvPicPr>
          <p:cNvPr id="64" name="Picture 63">
            <a:extLst>
              <a:ext uri="{FF2B5EF4-FFF2-40B4-BE49-F238E27FC236}">
                <a16:creationId xmlns:a16="http://schemas.microsoft.com/office/drawing/2014/main" id="{AEC57E74-03B7-40B0-AAF6-EBC50866EF83}"/>
              </a:ext>
            </a:extLst>
          </p:cNvPr>
          <p:cNvPicPr>
            <a:picLocks noChangeAspect="1"/>
          </p:cNvPicPr>
          <p:nvPr/>
        </p:nvPicPr>
        <p:blipFill rotWithShape="1">
          <a:blip r:embed="rId3">
            <a:extLst>
              <a:ext uri="{28A0092B-C50C-407E-A947-70E740481C1C}">
                <a14:useLocalDpi xmlns:a14="http://schemas.microsoft.com/office/drawing/2010/main" val="0"/>
              </a:ext>
            </a:extLst>
          </a:blip>
          <a:srcRect l="92312" t="22" r="6" b="75006"/>
          <a:stretch/>
        </p:blipFill>
        <p:spPr>
          <a:xfrm>
            <a:off x="5389087" y="1776803"/>
            <a:ext cx="1548000" cy="2167603"/>
          </a:xfrm>
          <a:prstGeom prst="rect">
            <a:avLst/>
          </a:prstGeom>
          <a:effectLst>
            <a:outerShdw blurRad="50800" dist="38100" dir="2700000" algn="tl" rotWithShape="0">
              <a:prstClr val="black">
                <a:alpha val="40000"/>
              </a:prstClr>
            </a:outerShdw>
          </a:effectLst>
        </p:spPr>
      </p:pic>
      <p:sp>
        <p:nvSpPr>
          <p:cNvPr id="65" name="TextBox 64">
            <a:extLst>
              <a:ext uri="{FF2B5EF4-FFF2-40B4-BE49-F238E27FC236}">
                <a16:creationId xmlns:a16="http://schemas.microsoft.com/office/drawing/2014/main" id="{77EB2CCF-0050-4389-84AB-6839E4343B28}"/>
              </a:ext>
            </a:extLst>
          </p:cNvPr>
          <p:cNvSpPr txBox="1"/>
          <p:nvPr/>
        </p:nvSpPr>
        <p:spPr>
          <a:xfrm>
            <a:off x="6552686" y="958630"/>
            <a:ext cx="2388269" cy="523220"/>
          </a:xfrm>
          <a:prstGeom prst="rect">
            <a:avLst/>
          </a:prstGeom>
          <a:noFill/>
        </p:spPr>
        <p:txBody>
          <a:bodyPr wrap="square">
            <a:spAutoFit/>
          </a:bodyPr>
          <a:lstStyle/>
          <a:p>
            <a:pPr algn="ctr"/>
            <a:r>
              <a:rPr lang="en-GB" sz="2800" b="1" dirty="0">
                <a:solidFill>
                  <a:srgbClr val="002060"/>
                </a:solidFill>
              </a:rPr>
              <a:t>Picture cards </a:t>
            </a:r>
            <a:endParaRPr lang="en-IN" sz="2800" b="1" dirty="0">
              <a:solidFill>
                <a:srgbClr val="002060"/>
              </a:solidFill>
            </a:endParaRPr>
          </a:p>
        </p:txBody>
      </p:sp>
      <p:sp>
        <p:nvSpPr>
          <p:cNvPr id="6" name="Left Brace 5">
            <a:extLst>
              <a:ext uri="{FF2B5EF4-FFF2-40B4-BE49-F238E27FC236}">
                <a16:creationId xmlns:a16="http://schemas.microsoft.com/office/drawing/2014/main" id="{26206D74-2908-484E-8B3A-614B483C77CE}"/>
              </a:ext>
            </a:extLst>
          </p:cNvPr>
          <p:cNvSpPr/>
          <p:nvPr/>
        </p:nvSpPr>
        <p:spPr>
          <a:xfrm rot="16200000" flipH="1">
            <a:off x="7799959" y="-997386"/>
            <a:ext cx="278124" cy="5375482"/>
          </a:xfrm>
          <a:prstGeom prst="leftBrace">
            <a:avLst>
              <a:gd name="adj1" fmla="val 25753"/>
              <a:gd name="adj2" fmla="val 50000"/>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67" name="TextBox 66">
            <a:extLst>
              <a:ext uri="{FF2B5EF4-FFF2-40B4-BE49-F238E27FC236}">
                <a16:creationId xmlns:a16="http://schemas.microsoft.com/office/drawing/2014/main" id="{D2C71DA3-80E2-4148-B38E-C42A19B0E1D1}"/>
              </a:ext>
            </a:extLst>
          </p:cNvPr>
          <p:cNvSpPr txBox="1"/>
          <p:nvPr/>
        </p:nvSpPr>
        <p:spPr>
          <a:xfrm>
            <a:off x="8713021" y="958630"/>
            <a:ext cx="878104" cy="523220"/>
          </a:xfrm>
          <a:prstGeom prst="rect">
            <a:avLst/>
          </a:prstGeom>
          <a:noFill/>
        </p:spPr>
        <p:txBody>
          <a:bodyPr wrap="square">
            <a:spAutoFit/>
          </a:bodyPr>
          <a:lstStyle>
            <a:defPPr>
              <a:defRPr lang="en-US"/>
            </a:defPPr>
            <a:lvl1pPr algn="ctr">
              <a:defRPr sz="2800" b="1">
                <a:solidFill>
                  <a:srgbClr val="002060"/>
                </a:solidFill>
              </a:defRPr>
            </a:lvl1pPr>
          </a:lstStyle>
          <a:p>
            <a:r>
              <a:rPr lang="en-GB" dirty="0">
                <a:solidFill>
                  <a:srgbClr val="0070C0"/>
                </a:solidFill>
                <a:sym typeface="Symbol" panose="05050102010706020507" pitchFamily="18" charset="2"/>
              </a:rPr>
              <a:t>(12)</a:t>
            </a:r>
            <a:endParaRPr lang="en-IN" dirty="0">
              <a:solidFill>
                <a:srgbClr val="0070C0"/>
              </a:solidFill>
            </a:endParaRPr>
          </a:p>
        </p:txBody>
      </p:sp>
      <p:sp>
        <p:nvSpPr>
          <p:cNvPr id="23" name="TextBox 22">
            <a:extLst>
              <a:ext uri="{FF2B5EF4-FFF2-40B4-BE49-F238E27FC236}">
                <a16:creationId xmlns:a16="http://schemas.microsoft.com/office/drawing/2014/main" id="{AD214C3E-5B24-4B89-A2E4-3BA76ACE4B0E}"/>
              </a:ext>
            </a:extLst>
          </p:cNvPr>
          <p:cNvSpPr txBox="1"/>
          <p:nvPr/>
        </p:nvSpPr>
        <p:spPr>
          <a:xfrm>
            <a:off x="5735401" y="4007749"/>
            <a:ext cx="855372" cy="522000"/>
          </a:xfrm>
          <a:prstGeom prst="rect">
            <a:avLst/>
          </a:prstGeom>
          <a:noFill/>
          <a:ln>
            <a:noFill/>
          </a:ln>
          <a:effectLst/>
        </p:spPr>
        <p:txBody>
          <a:bodyPr spcFirstLastPara="0" vert="horz" wrap="square" lIns="91440" tIns="91440" rIns="91440" bIns="91440" numCol="1" spcCol="1270" anchor="ctr" anchorCtr="0">
            <a:noAutofit/>
          </a:bodyPr>
          <a:lstStyle>
            <a:lvl1pPr>
              <a:defRPr sz="2400">
                <a:latin typeface="Cambria Math" panose="02040503050406030204" pitchFamily="18" charset="0"/>
                <a:ea typeface="Cambria Math" panose="02040503050406030204" pitchFamily="18" charset="0"/>
              </a:defRPr>
            </a:lvl1pPr>
          </a:lstStyle>
          <a:p>
            <a:pPr algn="ctr"/>
            <a:r>
              <a:rPr lang="en-GB" sz="2800" b="1" dirty="0">
                <a:solidFill>
                  <a:srgbClr val="002060"/>
                </a:solidFill>
                <a:latin typeface="+mj-lt"/>
              </a:rPr>
              <a:t>King </a:t>
            </a:r>
            <a:endParaRPr lang="en-IN" sz="2800" b="1" dirty="0">
              <a:solidFill>
                <a:srgbClr val="002060"/>
              </a:solidFill>
              <a:latin typeface="+mj-lt"/>
            </a:endParaRPr>
          </a:p>
        </p:txBody>
      </p:sp>
      <p:sp>
        <p:nvSpPr>
          <p:cNvPr id="24" name="TextBox 23">
            <a:extLst>
              <a:ext uri="{FF2B5EF4-FFF2-40B4-BE49-F238E27FC236}">
                <a16:creationId xmlns:a16="http://schemas.microsoft.com/office/drawing/2014/main" id="{9045D977-C5D8-4292-8D94-98AB378D7A93}"/>
              </a:ext>
            </a:extLst>
          </p:cNvPr>
          <p:cNvSpPr txBox="1"/>
          <p:nvPr/>
        </p:nvSpPr>
        <p:spPr>
          <a:xfrm>
            <a:off x="7369771" y="4007749"/>
            <a:ext cx="1138500" cy="522000"/>
          </a:xfrm>
          <a:prstGeom prst="rect">
            <a:avLst/>
          </a:prstGeom>
          <a:noFill/>
          <a:ln>
            <a:noFill/>
          </a:ln>
          <a:effectLst/>
        </p:spPr>
        <p:txBody>
          <a:bodyPr spcFirstLastPara="0" vert="horz" wrap="square" lIns="91440" tIns="91440" rIns="91440" bIns="91440" numCol="1" spcCol="1270" anchor="ctr" anchorCtr="0">
            <a:noAutofit/>
          </a:bodyPr>
          <a:lstStyle>
            <a:lvl1pPr>
              <a:defRPr sz="2400">
                <a:latin typeface="Cambria Math" panose="02040503050406030204" pitchFamily="18" charset="0"/>
                <a:ea typeface="Cambria Math" panose="02040503050406030204" pitchFamily="18" charset="0"/>
              </a:defRPr>
            </a:lvl1pPr>
          </a:lstStyle>
          <a:p>
            <a:pPr algn="ctr"/>
            <a:r>
              <a:rPr lang="en-IN" sz="2800" b="1" dirty="0">
                <a:solidFill>
                  <a:srgbClr val="002060"/>
                </a:solidFill>
                <a:latin typeface="+mj-lt"/>
              </a:rPr>
              <a:t>Queen</a:t>
            </a:r>
          </a:p>
        </p:txBody>
      </p:sp>
      <p:sp>
        <p:nvSpPr>
          <p:cNvPr id="25" name="TextBox 24">
            <a:extLst>
              <a:ext uri="{FF2B5EF4-FFF2-40B4-BE49-F238E27FC236}">
                <a16:creationId xmlns:a16="http://schemas.microsoft.com/office/drawing/2014/main" id="{B3AE4988-A0FA-4B6F-96BC-4FE5467E3A2F}"/>
              </a:ext>
            </a:extLst>
          </p:cNvPr>
          <p:cNvSpPr txBox="1"/>
          <p:nvPr/>
        </p:nvSpPr>
        <p:spPr>
          <a:xfrm>
            <a:off x="9145705" y="4007749"/>
            <a:ext cx="1138500" cy="522000"/>
          </a:xfrm>
          <a:prstGeom prst="rect">
            <a:avLst/>
          </a:prstGeom>
          <a:noFill/>
          <a:ln>
            <a:noFill/>
          </a:ln>
          <a:effectLst/>
        </p:spPr>
        <p:txBody>
          <a:bodyPr spcFirstLastPara="0" vert="horz" wrap="square" lIns="91440" tIns="91440" rIns="91440" bIns="91440" numCol="1" spcCol="1270" anchor="ctr" anchorCtr="0">
            <a:noAutofit/>
          </a:bodyPr>
          <a:lstStyle>
            <a:lvl1pPr>
              <a:defRPr sz="2400">
                <a:latin typeface="Cambria Math" panose="02040503050406030204" pitchFamily="18" charset="0"/>
                <a:ea typeface="Cambria Math" panose="02040503050406030204" pitchFamily="18" charset="0"/>
              </a:defRPr>
            </a:lvl1pPr>
          </a:lstStyle>
          <a:p>
            <a:pPr algn="ctr"/>
            <a:r>
              <a:rPr lang="en-IN" sz="2800" b="1" dirty="0">
                <a:solidFill>
                  <a:srgbClr val="002060"/>
                </a:solidFill>
                <a:latin typeface="+mj-lt"/>
              </a:rPr>
              <a:t>Jack</a:t>
            </a:r>
          </a:p>
        </p:txBody>
      </p:sp>
    </p:spTree>
    <p:extLst>
      <p:ext uri="{BB962C8B-B14F-4D97-AF65-F5344CB8AC3E}">
        <p14:creationId xmlns:p14="http://schemas.microsoft.com/office/powerpoint/2010/main" val="3832064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6" presetClass="entr" presetSubtype="37"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barn(outVertical)">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5" grpId="0" animBg="1"/>
      <p:bldP spid="65" grpId="0"/>
      <p:bldP spid="6" grpId="0" animBg="1"/>
      <p:bldP spid="67" grpId="0"/>
      <p:bldP spid="23" grpId="0"/>
      <p:bldP spid="24" grpId="0"/>
      <p:bldP spid="25" grpId="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Experiments </a:t>
            </a:r>
            <a:endParaRPr lang="en-US" dirty="0"/>
          </a:p>
        </p:txBody>
      </p:sp>
      <p:sp>
        <p:nvSpPr>
          <p:cNvPr id="5" name="Content Placeholder 4">
            <a:extLst>
              <a:ext uri="{FF2B5EF4-FFF2-40B4-BE49-F238E27FC236}">
                <a16:creationId xmlns:a16="http://schemas.microsoft.com/office/drawing/2014/main" id="{9F85B7F9-F0C4-E4E6-AA76-1EAB0004702D}"/>
              </a:ext>
            </a:extLst>
          </p:cNvPr>
          <p:cNvSpPr>
            <a:spLocks noGrp="1"/>
          </p:cNvSpPr>
          <p:nvPr>
            <p:ph idx="1"/>
          </p:nvPr>
        </p:nvSpPr>
        <p:spPr/>
        <p:txBody>
          <a:bodyPr/>
          <a:lstStyle/>
          <a:p>
            <a:pPr lvl="0"/>
            <a:r>
              <a:rPr lang="en-US" b="1" dirty="0"/>
              <a:t>Experiment </a:t>
            </a:r>
            <a:r>
              <a:rPr lang="en-US" b="1" dirty="0">
                <a:solidFill>
                  <a:srgbClr val="FF0000"/>
                </a:solidFill>
              </a:rPr>
              <a:t>with</a:t>
            </a:r>
            <a:r>
              <a:rPr lang="en-US" b="1" dirty="0"/>
              <a:t> Replacement</a:t>
            </a:r>
          </a:p>
          <a:p>
            <a:pPr lvl="1"/>
            <a:r>
              <a:rPr lang="en-US" dirty="0"/>
              <a:t>You select something from sample, </a:t>
            </a:r>
            <a:r>
              <a:rPr lang="en-US" b="1" dirty="0">
                <a:solidFill>
                  <a:srgbClr val="FF0000"/>
                </a:solidFill>
              </a:rPr>
              <a:t>put it back</a:t>
            </a:r>
            <a:r>
              <a:rPr lang="en-US" dirty="0"/>
              <a:t> and then select again.</a:t>
            </a:r>
            <a:endParaRPr lang="en-IN" dirty="0"/>
          </a:p>
          <a:p>
            <a:pPr lvl="1"/>
            <a:r>
              <a:rPr lang="en-US" dirty="0"/>
              <a:t>Each selection is independent and the size of the sample remains constant throughout the experiment.</a:t>
            </a:r>
          </a:p>
          <a:p>
            <a:pPr lvl="1"/>
            <a:endParaRPr lang="en-IN" dirty="0"/>
          </a:p>
          <a:p>
            <a:r>
              <a:rPr lang="en-GB" b="1" dirty="0"/>
              <a:t>Experiment </a:t>
            </a:r>
            <a:r>
              <a:rPr lang="en-GB" b="1" dirty="0">
                <a:solidFill>
                  <a:srgbClr val="FF0000"/>
                </a:solidFill>
              </a:rPr>
              <a:t>without</a:t>
            </a:r>
            <a:r>
              <a:rPr lang="en-GB" b="1" dirty="0"/>
              <a:t> Replacement</a:t>
            </a:r>
          </a:p>
          <a:p>
            <a:pPr lvl="1"/>
            <a:r>
              <a:rPr lang="en-GB" dirty="0"/>
              <a:t>You select something from sample, </a:t>
            </a:r>
            <a:r>
              <a:rPr lang="en-GB" b="1" dirty="0">
                <a:solidFill>
                  <a:srgbClr val="FF0000"/>
                </a:solidFill>
              </a:rPr>
              <a:t>don't put it </a:t>
            </a:r>
            <a:r>
              <a:rPr lang="en-GB" dirty="0"/>
              <a:t>back and then select again.</a:t>
            </a:r>
          </a:p>
          <a:p>
            <a:pPr lvl="1"/>
            <a:r>
              <a:rPr lang="en-GB" dirty="0"/>
              <a:t>Each selection affects the subsequent selections, they are dependent on previous ones and size of a sample space is reduced after each selection.</a:t>
            </a:r>
          </a:p>
          <a:p>
            <a:endParaRPr lang="en-US" dirty="0"/>
          </a:p>
        </p:txBody>
      </p:sp>
    </p:spTree>
    <p:extLst>
      <p:ext uri="{BB962C8B-B14F-4D97-AF65-F5344CB8AC3E}">
        <p14:creationId xmlns:p14="http://schemas.microsoft.com/office/powerpoint/2010/main" val="837737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dirty="0"/>
                  <a:t>Any </a:t>
                </a:r>
                <a:r>
                  <a:rPr lang="en-US" b="1" dirty="0">
                    <a:solidFill>
                      <a:srgbClr val="FF0000"/>
                    </a:solidFill>
                  </a:rPr>
                  <a:t>subset</a:t>
                </a:r>
                <a:r>
                  <a:rPr lang="en-US" dirty="0"/>
                  <a:t> of a sample space is known as an event.</a:t>
                </a:r>
              </a:p>
              <a:p>
                <a:pPr lvl="0"/>
                <a:r>
                  <a:rPr lang="en-US" b="1" dirty="0">
                    <a:solidFill>
                      <a:schemeClr val="accent6">
                        <a:lumMod val="50000"/>
                      </a:schemeClr>
                    </a:solidFill>
                  </a:rPr>
                  <a:t>For example:</a:t>
                </a:r>
                <a:endParaRPr lang="en-GB" dirty="0"/>
              </a:p>
              <a:p>
                <a:pPr lvl="1"/>
                <a:r>
                  <a:rPr lang="en-GB" dirty="0"/>
                  <a:t>In experiment of Rolling a six-sided die and observing the number (or dots) that appear on top.</a:t>
                </a:r>
              </a:p>
              <a:p>
                <a:pPr marL="630238" lvl="1" indent="0">
                  <a:buNone/>
                </a:pPr>
                <a:r>
                  <a:rPr lang="en-GB" dirty="0"/>
                  <a:t>A sample space of an experiment is </a:t>
                </a:r>
              </a:p>
              <a:p>
                <a:pPr lvl="1"/>
                <a:r>
                  <a:rPr lang="en-GB" dirty="0"/>
                  <a:t>Event </a:t>
                </a:r>
                <a14:m>
                  <m:oMath xmlns:m="http://schemas.openxmlformats.org/officeDocument/2006/math">
                    <m:r>
                      <m:rPr>
                        <m:sty m:val="p"/>
                      </m:rPr>
                      <a:rPr lang="en-GB" i="0" dirty="0" smtClean="0">
                        <a:latin typeface="Cambria Math" panose="02040503050406030204" pitchFamily="18" charset="0"/>
                      </a:rPr>
                      <m:t>A</m:t>
                    </m:r>
                  </m:oMath>
                </a14:m>
                <a:r>
                  <a:rPr lang="en-GB" dirty="0"/>
                  <a:t> : even number appears on top.</a:t>
                </a:r>
              </a:p>
              <a:p>
                <a:pPr lvl="1"/>
                <a:r>
                  <a:rPr lang="en-GB" dirty="0"/>
                  <a:t>Event </a:t>
                </a:r>
                <a14:m>
                  <m:oMath xmlns:m="http://schemas.openxmlformats.org/officeDocument/2006/math">
                    <m:r>
                      <m:rPr>
                        <m:sty m:val="p"/>
                      </m:rPr>
                      <a:rPr lang="en-GB" i="0" dirty="0" smtClean="0">
                        <a:latin typeface="Cambria Math" panose="02040503050406030204" pitchFamily="18" charset="0"/>
                      </a:rPr>
                      <m:t>B</m:t>
                    </m:r>
                  </m:oMath>
                </a14:m>
                <a:r>
                  <a:rPr lang="en-GB" dirty="0"/>
                  <a:t> : non-prime number appears on top.</a:t>
                </a:r>
              </a:p>
              <a:p>
                <a:pPr lvl="1"/>
                <a:r>
                  <a:rPr lang="en-GB" dirty="0"/>
                  <a:t>Event </a:t>
                </a:r>
                <a14:m>
                  <m:oMath xmlns:m="http://schemas.openxmlformats.org/officeDocument/2006/math">
                    <m:r>
                      <m:rPr>
                        <m:sty m:val="p"/>
                      </m:rPr>
                      <a:rPr lang="en-GB" i="0" dirty="0" smtClean="0">
                        <a:latin typeface="Cambria Math" panose="02040503050406030204" pitchFamily="18" charset="0"/>
                      </a:rPr>
                      <m:t>C</m:t>
                    </m:r>
                  </m:oMath>
                </a14:m>
                <a:r>
                  <a:rPr lang="en-GB" dirty="0"/>
                  <a:t> : number </a:t>
                </a:r>
                <a14:m>
                  <m:oMath xmlns:m="http://schemas.openxmlformats.org/officeDocument/2006/math">
                    <m:r>
                      <a:rPr lang="en-GB" i="1" dirty="0" smtClean="0">
                        <a:latin typeface="Cambria Math" panose="02040503050406030204" pitchFamily="18" charset="0"/>
                      </a:rPr>
                      <m:t>7</m:t>
                    </m:r>
                  </m:oMath>
                </a14:m>
                <a:r>
                  <a:rPr lang="en-GB" dirty="0"/>
                  <a:t> appears on top.</a:t>
                </a:r>
              </a:p>
              <a:p>
                <a:pPr lvl="1"/>
                <a:r>
                  <a:rPr lang="en-GB" dirty="0"/>
                  <a:t>Event </a:t>
                </a:r>
                <a14:m>
                  <m:oMath xmlns:m="http://schemas.openxmlformats.org/officeDocument/2006/math">
                    <m:r>
                      <m:rPr>
                        <m:sty m:val="p"/>
                      </m:rPr>
                      <a:rPr lang="en-GB" i="0" dirty="0" smtClean="0">
                        <a:latin typeface="Cambria Math" panose="02040503050406030204" pitchFamily="18" charset="0"/>
                      </a:rPr>
                      <m:t>D</m:t>
                    </m:r>
                  </m:oMath>
                </a14:m>
                <a:r>
                  <a:rPr lang="en-GB" dirty="0"/>
                  <a:t> : number less than </a:t>
                </a:r>
                <a14:m>
                  <m:oMath xmlns:m="http://schemas.openxmlformats.org/officeDocument/2006/math">
                    <m:r>
                      <a:rPr lang="en-GB" i="1" dirty="0" smtClean="0">
                        <a:latin typeface="Cambria Math" panose="02040503050406030204" pitchFamily="18" charset="0"/>
                      </a:rPr>
                      <m:t>7</m:t>
                    </m:r>
                  </m:oMath>
                </a14:m>
                <a:r>
                  <a:rPr lang="en-GB" dirty="0"/>
                  <a:t> appears on top.</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r="-1074" b="-56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6D204EB-F9B5-4015-B377-E6748B0B557D}"/>
                  </a:ext>
                </a:extLst>
              </p:cNvPr>
              <p:cNvSpPr txBox="1"/>
              <p:nvPr/>
            </p:nvSpPr>
            <p:spPr>
              <a:xfrm>
                <a:off x="7457355" y="3424046"/>
                <a:ext cx="451572" cy="523220"/>
              </a:xfrm>
              <a:prstGeom prst="rect">
                <a:avLst/>
              </a:prstGeom>
              <a:noFill/>
            </p:spPr>
            <p:txBody>
              <a:bodyPr wrap="square">
                <a:spAutoFit/>
              </a:bodyPr>
              <a:lstStyle/>
              <a:p>
                <a:pPr marL="0" lvl="1"/>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S</m:t>
                      </m:r>
                    </m:oMath>
                  </m:oMathPara>
                </a14:m>
                <a:endParaRPr lang="en-GB" sz="2800" dirty="0">
                  <a:solidFill>
                    <a:srgbClr val="002060"/>
                  </a:solidFill>
                </a:endParaRPr>
              </a:p>
            </p:txBody>
          </p:sp>
        </mc:Choice>
        <mc:Fallback xmlns="">
          <p:sp>
            <p:nvSpPr>
              <p:cNvPr id="5" name="TextBox 4">
                <a:extLst>
                  <a:ext uri="{FF2B5EF4-FFF2-40B4-BE49-F238E27FC236}">
                    <a16:creationId xmlns:a16="http://schemas.microsoft.com/office/drawing/2014/main" id="{16D204EB-F9B5-4015-B377-E6748B0B557D}"/>
                  </a:ext>
                </a:extLst>
              </p:cNvPr>
              <p:cNvSpPr txBox="1">
                <a:spLocks noRot="1" noChangeAspect="1" noMove="1" noResize="1" noEditPoints="1" noAdjustHandles="1" noChangeArrowheads="1" noChangeShapeType="1" noTextEdit="1"/>
              </p:cNvSpPr>
              <p:nvPr/>
            </p:nvSpPr>
            <p:spPr>
              <a:xfrm>
                <a:off x="7457355" y="3424046"/>
                <a:ext cx="451572"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7E8746D-7086-49E1-8FAC-3D4913251C89}"/>
                  </a:ext>
                </a:extLst>
              </p:cNvPr>
              <p:cNvSpPr txBox="1"/>
              <p:nvPr/>
            </p:nvSpPr>
            <p:spPr>
              <a:xfrm>
                <a:off x="7457355" y="4080987"/>
                <a:ext cx="441683" cy="523220"/>
              </a:xfrm>
              <a:prstGeom prst="rect">
                <a:avLst/>
              </a:prstGeom>
              <a:noFill/>
            </p:spPr>
            <p:txBody>
              <a:bodyPr wrap="square">
                <a:spAutoFit/>
              </a:bodyPr>
              <a:lstStyle/>
              <a:p>
                <a:pPr marL="0" lvl="1"/>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A</m:t>
                      </m:r>
                    </m:oMath>
                  </m:oMathPara>
                </a14:m>
                <a:endParaRPr lang="en-GB" sz="2800" dirty="0">
                  <a:solidFill>
                    <a:srgbClr val="002060"/>
                  </a:solidFill>
                </a:endParaRPr>
              </a:p>
            </p:txBody>
          </p:sp>
        </mc:Choice>
        <mc:Fallback xmlns="">
          <p:sp>
            <p:nvSpPr>
              <p:cNvPr id="7" name="TextBox 6">
                <a:extLst>
                  <a:ext uri="{FF2B5EF4-FFF2-40B4-BE49-F238E27FC236}">
                    <a16:creationId xmlns:a16="http://schemas.microsoft.com/office/drawing/2014/main" id="{C7E8746D-7086-49E1-8FAC-3D4913251C89}"/>
                  </a:ext>
                </a:extLst>
              </p:cNvPr>
              <p:cNvSpPr txBox="1">
                <a:spLocks noRot="1" noChangeAspect="1" noMove="1" noResize="1" noEditPoints="1" noAdjustHandles="1" noChangeArrowheads="1" noChangeShapeType="1" noTextEdit="1"/>
              </p:cNvSpPr>
              <p:nvPr/>
            </p:nvSpPr>
            <p:spPr>
              <a:xfrm>
                <a:off x="7457355" y="4080987"/>
                <a:ext cx="441683"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96955EE-D7CB-49A7-A470-14039A461953}"/>
                  </a:ext>
                </a:extLst>
              </p:cNvPr>
              <p:cNvSpPr txBox="1"/>
              <p:nvPr/>
            </p:nvSpPr>
            <p:spPr>
              <a:xfrm>
                <a:off x="7457355" y="4737928"/>
                <a:ext cx="441684" cy="523220"/>
              </a:xfrm>
              <a:prstGeom prst="rect">
                <a:avLst/>
              </a:prstGeom>
              <a:noFill/>
            </p:spPr>
            <p:txBody>
              <a:bodyPr wrap="square">
                <a:spAutoFit/>
              </a:bodyPr>
              <a:lstStyle/>
              <a:p>
                <a:pPr marL="0" lvl="1"/>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B</m:t>
                      </m:r>
                    </m:oMath>
                  </m:oMathPara>
                </a14:m>
                <a:endParaRPr lang="en-GB" sz="2800" dirty="0">
                  <a:solidFill>
                    <a:srgbClr val="002060"/>
                  </a:solidFill>
                </a:endParaRPr>
              </a:p>
            </p:txBody>
          </p:sp>
        </mc:Choice>
        <mc:Fallback xmlns="">
          <p:sp>
            <p:nvSpPr>
              <p:cNvPr id="9" name="TextBox 8">
                <a:extLst>
                  <a:ext uri="{FF2B5EF4-FFF2-40B4-BE49-F238E27FC236}">
                    <a16:creationId xmlns:a16="http://schemas.microsoft.com/office/drawing/2014/main" id="{096955EE-D7CB-49A7-A470-14039A461953}"/>
                  </a:ext>
                </a:extLst>
              </p:cNvPr>
              <p:cNvSpPr txBox="1">
                <a:spLocks noRot="1" noChangeAspect="1" noMove="1" noResize="1" noEditPoints="1" noAdjustHandles="1" noChangeArrowheads="1" noChangeShapeType="1" noTextEdit="1"/>
              </p:cNvSpPr>
              <p:nvPr/>
            </p:nvSpPr>
            <p:spPr>
              <a:xfrm>
                <a:off x="7457355" y="4737928"/>
                <a:ext cx="441684"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1D33F60-D6EB-4306-9BBB-6F9C1D66552E}"/>
                  </a:ext>
                </a:extLst>
              </p:cNvPr>
              <p:cNvSpPr txBox="1"/>
              <p:nvPr/>
            </p:nvSpPr>
            <p:spPr>
              <a:xfrm>
                <a:off x="7457355" y="5394869"/>
                <a:ext cx="441683" cy="523220"/>
              </a:xfrm>
              <a:prstGeom prst="rect">
                <a:avLst/>
              </a:prstGeom>
              <a:noFill/>
            </p:spPr>
            <p:txBody>
              <a:bodyPr wrap="square">
                <a:spAutoFit/>
              </a:bodyPr>
              <a:lstStyle/>
              <a:p>
                <a:pPr marL="0" lvl="1"/>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C</m:t>
                      </m:r>
                    </m:oMath>
                  </m:oMathPara>
                </a14:m>
                <a:endParaRPr lang="en-GB" sz="2800" dirty="0">
                  <a:solidFill>
                    <a:srgbClr val="002060"/>
                  </a:solidFill>
                </a:endParaRPr>
              </a:p>
            </p:txBody>
          </p:sp>
        </mc:Choice>
        <mc:Fallback xmlns="">
          <p:sp>
            <p:nvSpPr>
              <p:cNvPr id="11" name="TextBox 10">
                <a:extLst>
                  <a:ext uri="{FF2B5EF4-FFF2-40B4-BE49-F238E27FC236}">
                    <a16:creationId xmlns:a16="http://schemas.microsoft.com/office/drawing/2014/main" id="{71D33F60-D6EB-4306-9BBB-6F9C1D66552E}"/>
                  </a:ext>
                </a:extLst>
              </p:cNvPr>
              <p:cNvSpPr txBox="1">
                <a:spLocks noRot="1" noChangeAspect="1" noMove="1" noResize="1" noEditPoints="1" noAdjustHandles="1" noChangeArrowheads="1" noChangeShapeType="1" noTextEdit="1"/>
              </p:cNvSpPr>
              <p:nvPr/>
            </p:nvSpPr>
            <p:spPr>
              <a:xfrm>
                <a:off x="7457355" y="5394869"/>
                <a:ext cx="441683"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031C965-3DFA-412D-BB3A-778F3DCB81B1}"/>
                  </a:ext>
                </a:extLst>
              </p:cNvPr>
              <p:cNvSpPr txBox="1"/>
              <p:nvPr/>
            </p:nvSpPr>
            <p:spPr>
              <a:xfrm>
                <a:off x="7457355" y="6051812"/>
                <a:ext cx="441683" cy="523220"/>
              </a:xfrm>
              <a:prstGeom prst="rect">
                <a:avLst/>
              </a:prstGeom>
              <a:noFill/>
            </p:spPr>
            <p:txBody>
              <a:bodyPr wrap="square">
                <a:spAutoFit/>
              </a:bodyPr>
              <a:lstStyle/>
              <a:p>
                <a:pPr marL="0" lvl="1"/>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D</m:t>
                      </m:r>
                    </m:oMath>
                  </m:oMathPara>
                </a14:m>
                <a:endParaRPr lang="en-GB" sz="2800" dirty="0">
                  <a:solidFill>
                    <a:srgbClr val="002060"/>
                  </a:solidFill>
                </a:endParaRPr>
              </a:p>
            </p:txBody>
          </p:sp>
        </mc:Choice>
        <mc:Fallback xmlns="">
          <p:sp>
            <p:nvSpPr>
              <p:cNvPr id="13" name="TextBox 12">
                <a:extLst>
                  <a:ext uri="{FF2B5EF4-FFF2-40B4-BE49-F238E27FC236}">
                    <a16:creationId xmlns:a16="http://schemas.microsoft.com/office/drawing/2014/main" id="{D031C965-3DFA-412D-BB3A-778F3DCB81B1}"/>
                  </a:ext>
                </a:extLst>
              </p:cNvPr>
              <p:cNvSpPr txBox="1">
                <a:spLocks noRot="1" noChangeAspect="1" noMove="1" noResize="1" noEditPoints="1" noAdjustHandles="1" noChangeArrowheads="1" noChangeShapeType="1" noTextEdit="1"/>
              </p:cNvSpPr>
              <p:nvPr/>
            </p:nvSpPr>
            <p:spPr>
              <a:xfrm>
                <a:off x="7457355" y="6051812"/>
                <a:ext cx="441683"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006EC6A-ED14-4B85-A99E-6D4C388CEE66}"/>
                  </a:ext>
                </a:extLst>
              </p:cNvPr>
              <p:cNvSpPr txBox="1"/>
              <p:nvPr/>
            </p:nvSpPr>
            <p:spPr>
              <a:xfrm>
                <a:off x="7797121" y="4080987"/>
                <a:ext cx="2446170" cy="523220"/>
              </a:xfrm>
              <a:prstGeom prst="rect">
                <a:avLst/>
              </a:prstGeom>
              <a:noFill/>
            </p:spPr>
            <p:txBody>
              <a:bodyPr wrap="square">
                <a:spAutoFit/>
              </a:bodyPr>
              <a:lstStyle/>
              <a:p>
                <a:pPr marL="0" lvl="1"/>
                <a14:m>
                  <m:oMathPara xmlns:m="http://schemas.openxmlformats.org/officeDocument/2006/math">
                    <m:oMathParaPr>
                      <m:jc m:val="left"/>
                    </m:oMathParaPr>
                    <m:oMath xmlns:m="http://schemas.openxmlformats.org/officeDocument/2006/math">
                      <m:r>
                        <a:rPr lang="en-GB" sz="2800" dirty="0">
                          <a:solidFill>
                            <a:srgbClr val="002060"/>
                          </a:solidFill>
                          <a:latin typeface="Cambria Math" panose="02040503050406030204" pitchFamily="18" charset="0"/>
                        </a:rPr>
                        <m:t>=</m:t>
                      </m:r>
                      <m:d>
                        <m:dPr>
                          <m:begChr m:val="{"/>
                          <m:endChr m:val="}"/>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 2, 4, 6 </m:t>
                          </m:r>
                        </m:e>
                      </m:d>
                    </m:oMath>
                  </m:oMathPara>
                </a14:m>
                <a:endParaRPr lang="en-GB" sz="2800" dirty="0">
                  <a:solidFill>
                    <a:srgbClr val="002060"/>
                  </a:solidFill>
                </a:endParaRPr>
              </a:p>
            </p:txBody>
          </p:sp>
        </mc:Choice>
        <mc:Fallback xmlns="">
          <p:sp>
            <p:nvSpPr>
              <p:cNvPr id="14" name="TextBox 13">
                <a:extLst>
                  <a:ext uri="{FF2B5EF4-FFF2-40B4-BE49-F238E27FC236}">
                    <a16:creationId xmlns:a16="http://schemas.microsoft.com/office/drawing/2014/main" id="{0006EC6A-ED14-4B85-A99E-6D4C388CEE66}"/>
                  </a:ext>
                </a:extLst>
              </p:cNvPr>
              <p:cNvSpPr txBox="1">
                <a:spLocks noRot="1" noChangeAspect="1" noMove="1" noResize="1" noEditPoints="1" noAdjustHandles="1" noChangeArrowheads="1" noChangeShapeType="1" noTextEdit="1"/>
              </p:cNvSpPr>
              <p:nvPr/>
            </p:nvSpPr>
            <p:spPr>
              <a:xfrm>
                <a:off x="7797121" y="4080987"/>
                <a:ext cx="2446170"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08B2960-B7BB-4C2E-BA29-5D749516F39F}"/>
                  </a:ext>
                </a:extLst>
              </p:cNvPr>
              <p:cNvSpPr txBox="1"/>
              <p:nvPr/>
            </p:nvSpPr>
            <p:spPr>
              <a:xfrm>
                <a:off x="7797119" y="4737928"/>
                <a:ext cx="2259903" cy="523220"/>
              </a:xfrm>
              <a:prstGeom prst="rect">
                <a:avLst/>
              </a:prstGeom>
              <a:noFill/>
            </p:spPr>
            <p:txBody>
              <a:bodyPr wrap="square">
                <a:spAutoFit/>
              </a:bodyPr>
              <a:lstStyle/>
              <a:p>
                <a:pPr marL="0" lvl="1"/>
                <a14:m>
                  <m:oMathPara xmlns:m="http://schemas.openxmlformats.org/officeDocument/2006/math">
                    <m:oMathParaPr>
                      <m:jc m:val="left"/>
                    </m:oMathParaPr>
                    <m:oMath xmlns:m="http://schemas.openxmlformats.org/officeDocument/2006/math">
                      <m:r>
                        <a:rPr lang="en-GB" sz="2800" dirty="0" smtClean="0">
                          <a:solidFill>
                            <a:srgbClr val="002060"/>
                          </a:solidFill>
                          <a:latin typeface="Cambria Math" panose="02040503050406030204" pitchFamily="18" charset="0"/>
                        </a:rPr>
                        <m:t>=</m:t>
                      </m:r>
                      <m:d>
                        <m:dPr>
                          <m:begChr m:val="{"/>
                          <m:endChr m:val="}"/>
                          <m:ctrlPr>
                            <a:rPr lang="en-GB" sz="2800" i="1" dirty="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 1</m:t>
                          </m:r>
                          <m:r>
                            <a:rPr lang="en-GB" sz="2800"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4</m:t>
                          </m:r>
                          <m:r>
                            <a:rPr lang="en-GB" sz="2800"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6</m:t>
                          </m:r>
                          <m:r>
                            <a:rPr lang="en-GB" sz="2800" dirty="0">
                              <a:solidFill>
                                <a:srgbClr val="002060"/>
                              </a:solidFill>
                              <a:latin typeface="Cambria Math" panose="02040503050406030204" pitchFamily="18" charset="0"/>
                            </a:rPr>
                            <m:t> </m:t>
                          </m:r>
                        </m:e>
                      </m:d>
                    </m:oMath>
                  </m:oMathPara>
                </a14:m>
                <a:endParaRPr lang="en-GB" sz="2800" dirty="0">
                  <a:solidFill>
                    <a:srgbClr val="002060"/>
                  </a:solidFill>
                </a:endParaRPr>
              </a:p>
            </p:txBody>
          </p:sp>
        </mc:Choice>
        <mc:Fallback xmlns="">
          <p:sp>
            <p:nvSpPr>
              <p:cNvPr id="15" name="TextBox 14">
                <a:extLst>
                  <a:ext uri="{FF2B5EF4-FFF2-40B4-BE49-F238E27FC236}">
                    <a16:creationId xmlns:a16="http://schemas.microsoft.com/office/drawing/2014/main" id="{E08B2960-B7BB-4C2E-BA29-5D749516F39F}"/>
                  </a:ext>
                </a:extLst>
              </p:cNvPr>
              <p:cNvSpPr txBox="1">
                <a:spLocks noRot="1" noChangeAspect="1" noMove="1" noResize="1" noEditPoints="1" noAdjustHandles="1" noChangeArrowheads="1" noChangeShapeType="1" noTextEdit="1"/>
              </p:cNvSpPr>
              <p:nvPr/>
            </p:nvSpPr>
            <p:spPr>
              <a:xfrm>
                <a:off x="7797119" y="4737928"/>
                <a:ext cx="2259903"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6353910-0F52-4AC3-882B-AB995360B3EE}"/>
                  </a:ext>
                </a:extLst>
              </p:cNvPr>
              <p:cNvSpPr txBox="1"/>
              <p:nvPr/>
            </p:nvSpPr>
            <p:spPr>
              <a:xfrm>
                <a:off x="7797119" y="5394869"/>
                <a:ext cx="782468" cy="523220"/>
              </a:xfrm>
              <a:prstGeom prst="rect">
                <a:avLst/>
              </a:prstGeom>
              <a:noFill/>
            </p:spPr>
            <p:txBody>
              <a:bodyPr wrap="square">
                <a:spAutoFit/>
              </a:bodyPr>
              <a:lstStyle/>
              <a:p>
                <a:pPr marL="0" lvl="1"/>
                <a14:m>
                  <m:oMathPara xmlns:m="http://schemas.openxmlformats.org/officeDocument/2006/math">
                    <m:oMathParaPr>
                      <m:jc m:val="left"/>
                    </m:oMathParaPr>
                    <m:oMath xmlns:m="http://schemas.openxmlformats.org/officeDocument/2006/math">
                      <m:r>
                        <a:rPr lang="en-GB" sz="2800" dirty="0">
                          <a:solidFill>
                            <a:srgbClr val="002060"/>
                          </a:solidFill>
                          <a:latin typeface="Cambria Math" panose="02040503050406030204" pitchFamily="18" charset="0"/>
                        </a:rPr>
                        <m:t>=</m:t>
                      </m:r>
                      <m:r>
                        <m:rPr>
                          <m:sty m:val="p"/>
                        </m:rPr>
                        <a:rPr lang="en-GB" sz="2800" dirty="0">
                          <a:solidFill>
                            <a:srgbClr val="002060"/>
                          </a:solidFill>
                          <a:latin typeface="Cambria Math" panose="02040503050406030204" pitchFamily="18" charset="0"/>
                        </a:rPr>
                        <m:t>ϕ</m:t>
                      </m:r>
                    </m:oMath>
                  </m:oMathPara>
                </a14:m>
                <a:endParaRPr lang="en-GB" sz="2800" dirty="0">
                  <a:solidFill>
                    <a:srgbClr val="002060"/>
                  </a:solidFill>
                </a:endParaRPr>
              </a:p>
            </p:txBody>
          </p:sp>
        </mc:Choice>
        <mc:Fallback xmlns="">
          <p:sp>
            <p:nvSpPr>
              <p:cNvPr id="16" name="TextBox 15">
                <a:extLst>
                  <a:ext uri="{FF2B5EF4-FFF2-40B4-BE49-F238E27FC236}">
                    <a16:creationId xmlns:a16="http://schemas.microsoft.com/office/drawing/2014/main" id="{96353910-0F52-4AC3-882B-AB995360B3EE}"/>
                  </a:ext>
                </a:extLst>
              </p:cNvPr>
              <p:cNvSpPr txBox="1">
                <a:spLocks noRot="1" noChangeAspect="1" noMove="1" noResize="1" noEditPoints="1" noAdjustHandles="1" noChangeArrowheads="1" noChangeShapeType="1" noTextEdit="1"/>
              </p:cNvSpPr>
              <p:nvPr/>
            </p:nvSpPr>
            <p:spPr>
              <a:xfrm>
                <a:off x="7797119" y="5394869"/>
                <a:ext cx="782468"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FE61FDB-CBE2-477A-ABB5-6AC83B7B5106}"/>
                  </a:ext>
                </a:extLst>
              </p:cNvPr>
              <p:cNvSpPr txBox="1"/>
              <p:nvPr/>
            </p:nvSpPr>
            <p:spPr>
              <a:xfrm>
                <a:off x="7797119" y="6051812"/>
                <a:ext cx="3223760" cy="523220"/>
              </a:xfrm>
              <a:prstGeom prst="rect">
                <a:avLst/>
              </a:prstGeom>
              <a:noFill/>
            </p:spPr>
            <p:txBody>
              <a:bodyPr wrap="square">
                <a:spAutoFit/>
              </a:bodyPr>
              <a:lstStyle/>
              <a:p>
                <a:pPr marL="0" lvl="1"/>
                <a14:m>
                  <m:oMathPara xmlns:m="http://schemas.openxmlformats.org/officeDocument/2006/math">
                    <m:oMathParaPr>
                      <m:jc m:val="left"/>
                    </m:oMathParaPr>
                    <m:oMath xmlns:m="http://schemas.openxmlformats.org/officeDocument/2006/math">
                      <m:r>
                        <a:rPr lang="en-GB" sz="2800" dirty="0">
                          <a:solidFill>
                            <a:srgbClr val="002060"/>
                          </a:solidFill>
                          <a:latin typeface="Cambria Math" panose="02040503050406030204" pitchFamily="18" charset="0"/>
                        </a:rPr>
                        <m:t>=</m:t>
                      </m:r>
                      <m:d>
                        <m:dPr>
                          <m:begChr m:val="{"/>
                          <m:endChr m:val="}"/>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 1</m:t>
                          </m:r>
                          <m:r>
                            <a:rPr lang="en-GB" sz="2800" i="1" dirty="0">
                              <a:solidFill>
                                <a:srgbClr val="002060"/>
                              </a:solidFill>
                              <a:latin typeface="Cambria Math" panose="02040503050406030204" pitchFamily="18" charset="0"/>
                            </a:rPr>
                            <m:t>, </m:t>
                          </m:r>
                          <m:r>
                            <a:rPr lang="en-GB" sz="2800" dirty="0">
                              <a:solidFill>
                                <a:srgbClr val="002060"/>
                              </a:solidFill>
                              <a:latin typeface="Cambria Math" panose="02040503050406030204" pitchFamily="18" charset="0"/>
                            </a:rPr>
                            <m:t>2</m:t>
                          </m:r>
                          <m:r>
                            <a:rPr lang="en-GB" sz="2800" i="1" dirty="0">
                              <a:solidFill>
                                <a:srgbClr val="002060"/>
                              </a:solidFill>
                              <a:latin typeface="Cambria Math" panose="02040503050406030204" pitchFamily="18" charset="0"/>
                            </a:rPr>
                            <m:t>, </m:t>
                          </m:r>
                          <m:r>
                            <a:rPr lang="en-GB" sz="2800" dirty="0">
                              <a:solidFill>
                                <a:srgbClr val="002060"/>
                              </a:solidFill>
                              <a:latin typeface="Cambria Math" panose="02040503050406030204" pitchFamily="18" charset="0"/>
                            </a:rPr>
                            <m:t>3</m:t>
                          </m:r>
                          <m:r>
                            <a:rPr lang="en-GB" sz="2800" i="1" dirty="0">
                              <a:solidFill>
                                <a:srgbClr val="002060"/>
                              </a:solidFill>
                              <a:latin typeface="Cambria Math" panose="02040503050406030204" pitchFamily="18" charset="0"/>
                            </a:rPr>
                            <m:t>, </m:t>
                          </m:r>
                          <m:r>
                            <a:rPr lang="en-GB" sz="2800" dirty="0">
                              <a:solidFill>
                                <a:srgbClr val="002060"/>
                              </a:solidFill>
                              <a:latin typeface="Cambria Math" panose="02040503050406030204" pitchFamily="18" charset="0"/>
                            </a:rPr>
                            <m:t>4</m:t>
                          </m:r>
                          <m:r>
                            <a:rPr lang="en-GB" sz="2800" i="1" dirty="0">
                              <a:solidFill>
                                <a:srgbClr val="002060"/>
                              </a:solidFill>
                              <a:latin typeface="Cambria Math" panose="02040503050406030204" pitchFamily="18" charset="0"/>
                            </a:rPr>
                            <m:t>, </m:t>
                          </m:r>
                          <m:r>
                            <a:rPr lang="en-GB" sz="2800" dirty="0">
                              <a:solidFill>
                                <a:srgbClr val="002060"/>
                              </a:solidFill>
                              <a:latin typeface="Cambria Math" panose="02040503050406030204" pitchFamily="18" charset="0"/>
                            </a:rPr>
                            <m:t>5</m:t>
                          </m:r>
                          <m:r>
                            <a:rPr lang="en-GB" sz="2800" i="1" dirty="0">
                              <a:solidFill>
                                <a:srgbClr val="002060"/>
                              </a:solidFill>
                              <a:latin typeface="Cambria Math" panose="02040503050406030204" pitchFamily="18" charset="0"/>
                            </a:rPr>
                            <m:t>, </m:t>
                          </m:r>
                          <m:r>
                            <a:rPr lang="en-GB" sz="2800" dirty="0">
                              <a:solidFill>
                                <a:srgbClr val="002060"/>
                              </a:solidFill>
                              <a:latin typeface="Cambria Math" panose="02040503050406030204" pitchFamily="18" charset="0"/>
                            </a:rPr>
                            <m:t>6 </m:t>
                          </m:r>
                        </m:e>
                      </m:d>
                    </m:oMath>
                  </m:oMathPara>
                </a14:m>
                <a:endParaRPr lang="en-GB" sz="2800" dirty="0">
                  <a:solidFill>
                    <a:srgbClr val="002060"/>
                  </a:solidFill>
                </a:endParaRPr>
              </a:p>
            </p:txBody>
          </p:sp>
        </mc:Choice>
        <mc:Fallback xmlns="">
          <p:sp>
            <p:nvSpPr>
              <p:cNvPr id="17" name="TextBox 16">
                <a:extLst>
                  <a:ext uri="{FF2B5EF4-FFF2-40B4-BE49-F238E27FC236}">
                    <a16:creationId xmlns:a16="http://schemas.microsoft.com/office/drawing/2014/main" id="{2FE61FDB-CBE2-477A-ABB5-6AC83B7B5106}"/>
                  </a:ext>
                </a:extLst>
              </p:cNvPr>
              <p:cNvSpPr txBox="1">
                <a:spLocks noRot="1" noChangeAspect="1" noMove="1" noResize="1" noEditPoints="1" noAdjustHandles="1" noChangeArrowheads="1" noChangeShapeType="1" noTextEdit="1"/>
              </p:cNvSpPr>
              <p:nvPr/>
            </p:nvSpPr>
            <p:spPr>
              <a:xfrm>
                <a:off x="7797119" y="6051812"/>
                <a:ext cx="3223760"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4AFCEA9-72E0-4FFE-AF82-96E76CD19388}"/>
                  </a:ext>
                </a:extLst>
              </p:cNvPr>
              <p:cNvSpPr txBox="1"/>
              <p:nvPr/>
            </p:nvSpPr>
            <p:spPr>
              <a:xfrm>
                <a:off x="10969409" y="6051812"/>
                <a:ext cx="782468" cy="523220"/>
              </a:xfrm>
              <a:prstGeom prst="rect">
                <a:avLst/>
              </a:prstGeom>
              <a:noFill/>
            </p:spPr>
            <p:txBody>
              <a:bodyPr wrap="square">
                <a:spAutoFit/>
              </a:bodyPr>
              <a:lstStyle/>
              <a:p>
                <a:pPr marL="0" lvl="1"/>
                <a14:m>
                  <m:oMathPara xmlns:m="http://schemas.openxmlformats.org/officeDocument/2006/math">
                    <m:oMathParaPr>
                      <m:jc m:val="left"/>
                    </m:oMathParaPr>
                    <m:oMath xmlns:m="http://schemas.openxmlformats.org/officeDocument/2006/math">
                      <m:r>
                        <a:rPr lang="en-GB" sz="2800" dirty="0">
                          <a:solidFill>
                            <a:srgbClr val="002060"/>
                          </a:solidFill>
                          <a:latin typeface="Cambria Math" panose="02040503050406030204" pitchFamily="18" charset="0"/>
                        </a:rPr>
                        <m:t>=</m:t>
                      </m:r>
                      <m:r>
                        <m:rPr>
                          <m:sty m:val="p"/>
                        </m:rPr>
                        <a:rPr lang="en-GB" sz="2800" dirty="0">
                          <a:solidFill>
                            <a:srgbClr val="002060"/>
                          </a:solidFill>
                          <a:latin typeface="Cambria Math" panose="02040503050406030204" pitchFamily="18" charset="0"/>
                        </a:rPr>
                        <m:t>S</m:t>
                      </m:r>
                    </m:oMath>
                  </m:oMathPara>
                </a14:m>
                <a:endParaRPr lang="en-GB" sz="2800" dirty="0">
                  <a:solidFill>
                    <a:srgbClr val="002060"/>
                  </a:solidFill>
                </a:endParaRPr>
              </a:p>
            </p:txBody>
          </p:sp>
        </mc:Choice>
        <mc:Fallback xmlns="">
          <p:sp>
            <p:nvSpPr>
              <p:cNvPr id="18" name="TextBox 17">
                <a:extLst>
                  <a:ext uri="{FF2B5EF4-FFF2-40B4-BE49-F238E27FC236}">
                    <a16:creationId xmlns:a16="http://schemas.microsoft.com/office/drawing/2014/main" id="{14AFCEA9-72E0-4FFE-AF82-96E76CD19388}"/>
                  </a:ext>
                </a:extLst>
              </p:cNvPr>
              <p:cNvSpPr txBox="1">
                <a:spLocks noRot="1" noChangeAspect="1" noMove="1" noResize="1" noEditPoints="1" noAdjustHandles="1" noChangeArrowheads="1" noChangeShapeType="1" noTextEdit="1"/>
              </p:cNvSpPr>
              <p:nvPr/>
            </p:nvSpPr>
            <p:spPr>
              <a:xfrm>
                <a:off x="10969409" y="6051812"/>
                <a:ext cx="782468"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A35E8FE-7346-46D7-993F-B26B722E821E}"/>
                  </a:ext>
                </a:extLst>
              </p:cNvPr>
              <p:cNvSpPr txBox="1"/>
              <p:nvPr/>
            </p:nvSpPr>
            <p:spPr>
              <a:xfrm>
                <a:off x="7797119" y="3424046"/>
                <a:ext cx="3539821" cy="523220"/>
              </a:xfrm>
              <a:prstGeom prst="rect">
                <a:avLst/>
              </a:prstGeom>
              <a:noFill/>
            </p:spPr>
            <p:txBody>
              <a:bodyPr wrap="square">
                <a:spAutoFit/>
              </a:bodyPr>
              <a:lstStyle/>
              <a:p>
                <a:pPr marL="0" lvl="1"/>
                <a14:m>
                  <m:oMathPara xmlns:m="http://schemas.openxmlformats.org/officeDocument/2006/math">
                    <m:oMathParaPr>
                      <m:jc m:val="left"/>
                    </m:oMathParaPr>
                    <m:oMath xmlns:m="http://schemas.openxmlformats.org/officeDocument/2006/math">
                      <m:r>
                        <a:rPr lang="en-GB" sz="2800" dirty="0">
                          <a:solidFill>
                            <a:srgbClr val="002060"/>
                          </a:solidFill>
                          <a:latin typeface="Cambria Math" panose="02040503050406030204" pitchFamily="18" charset="0"/>
                        </a:rPr>
                        <m:t>=</m:t>
                      </m:r>
                      <m:d>
                        <m:dPr>
                          <m:begChr m:val="{"/>
                          <m:endChr m:val="}"/>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 1</m:t>
                          </m:r>
                          <m:r>
                            <a:rPr lang="en-IN" sz="2800" dirty="0">
                              <a:solidFill>
                                <a:srgbClr val="002060"/>
                              </a:solidFill>
                              <a:latin typeface="Cambria Math" panose="02040503050406030204" pitchFamily="18" charset="0"/>
                            </a:rPr>
                            <m:t>, </m:t>
                          </m:r>
                          <m:r>
                            <a:rPr lang="en-GB" sz="2800" dirty="0">
                              <a:solidFill>
                                <a:srgbClr val="002060"/>
                              </a:solidFill>
                              <a:latin typeface="Cambria Math" panose="02040503050406030204" pitchFamily="18" charset="0"/>
                            </a:rPr>
                            <m:t>2</m:t>
                          </m:r>
                          <m:r>
                            <a:rPr lang="en-IN" sz="2800" dirty="0">
                              <a:solidFill>
                                <a:srgbClr val="002060"/>
                              </a:solidFill>
                              <a:latin typeface="Cambria Math" panose="02040503050406030204" pitchFamily="18" charset="0"/>
                            </a:rPr>
                            <m:t>, </m:t>
                          </m:r>
                          <m:r>
                            <a:rPr lang="en-GB" sz="2800" dirty="0">
                              <a:solidFill>
                                <a:srgbClr val="002060"/>
                              </a:solidFill>
                              <a:latin typeface="Cambria Math" panose="02040503050406030204" pitchFamily="18" charset="0"/>
                            </a:rPr>
                            <m:t>3</m:t>
                          </m:r>
                          <m:r>
                            <a:rPr lang="en-IN" sz="2800" dirty="0">
                              <a:solidFill>
                                <a:srgbClr val="002060"/>
                              </a:solidFill>
                              <a:latin typeface="Cambria Math" panose="02040503050406030204" pitchFamily="18" charset="0"/>
                            </a:rPr>
                            <m:t>, </m:t>
                          </m:r>
                          <m:r>
                            <a:rPr lang="en-GB" sz="2800" dirty="0">
                              <a:solidFill>
                                <a:srgbClr val="002060"/>
                              </a:solidFill>
                              <a:latin typeface="Cambria Math" panose="02040503050406030204" pitchFamily="18" charset="0"/>
                            </a:rPr>
                            <m:t>4</m:t>
                          </m:r>
                          <m:r>
                            <a:rPr lang="en-IN" sz="2800" dirty="0">
                              <a:solidFill>
                                <a:srgbClr val="002060"/>
                              </a:solidFill>
                              <a:latin typeface="Cambria Math" panose="02040503050406030204" pitchFamily="18" charset="0"/>
                            </a:rPr>
                            <m:t>, </m:t>
                          </m:r>
                          <m:r>
                            <a:rPr lang="en-GB" sz="2800" dirty="0">
                              <a:solidFill>
                                <a:srgbClr val="002060"/>
                              </a:solidFill>
                              <a:latin typeface="Cambria Math" panose="02040503050406030204" pitchFamily="18" charset="0"/>
                            </a:rPr>
                            <m:t>5</m:t>
                          </m:r>
                          <m:r>
                            <a:rPr lang="en-IN" sz="2800" dirty="0">
                              <a:solidFill>
                                <a:srgbClr val="002060"/>
                              </a:solidFill>
                              <a:latin typeface="Cambria Math" panose="02040503050406030204" pitchFamily="18" charset="0"/>
                            </a:rPr>
                            <m:t>, </m:t>
                          </m:r>
                          <m:r>
                            <a:rPr lang="en-GB" sz="2800" dirty="0">
                              <a:solidFill>
                                <a:srgbClr val="002060"/>
                              </a:solidFill>
                              <a:latin typeface="Cambria Math" panose="02040503050406030204" pitchFamily="18" charset="0"/>
                            </a:rPr>
                            <m:t>6 </m:t>
                          </m:r>
                        </m:e>
                      </m:d>
                      <m:r>
                        <a:rPr lang="en-GB" sz="2800" dirty="0">
                          <a:solidFill>
                            <a:srgbClr val="002060"/>
                          </a:solidFill>
                          <a:latin typeface="Cambria Math" panose="02040503050406030204" pitchFamily="18" charset="0"/>
                        </a:rPr>
                        <m:t>.</m:t>
                      </m:r>
                    </m:oMath>
                  </m:oMathPara>
                </a14:m>
                <a:endParaRPr lang="en-GB" sz="2800" dirty="0">
                  <a:solidFill>
                    <a:srgbClr val="002060"/>
                  </a:solidFill>
                </a:endParaRPr>
              </a:p>
            </p:txBody>
          </p:sp>
        </mc:Choice>
        <mc:Fallback xmlns="">
          <p:sp>
            <p:nvSpPr>
              <p:cNvPr id="19" name="TextBox 18">
                <a:extLst>
                  <a:ext uri="{FF2B5EF4-FFF2-40B4-BE49-F238E27FC236}">
                    <a16:creationId xmlns:a16="http://schemas.microsoft.com/office/drawing/2014/main" id="{6A35E8FE-7346-46D7-993F-B26B722E821E}"/>
                  </a:ext>
                </a:extLst>
              </p:cNvPr>
              <p:cNvSpPr txBox="1">
                <a:spLocks noRot="1" noChangeAspect="1" noMove="1" noResize="1" noEditPoints="1" noAdjustHandles="1" noChangeArrowheads="1" noChangeShapeType="1" noTextEdit="1"/>
              </p:cNvSpPr>
              <p:nvPr/>
            </p:nvSpPr>
            <p:spPr>
              <a:xfrm>
                <a:off x="7797119" y="3424046"/>
                <a:ext cx="3539821" cy="523220"/>
              </a:xfrm>
              <a:prstGeom prst="rect">
                <a:avLst/>
              </a:prstGeom>
              <a:blipFill>
                <a:blip r:embed="rId1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843695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p:bldP spid="7" grpId="0"/>
      <p:bldP spid="9" grpId="0"/>
      <p:bldP spid="11" grpId="0"/>
      <p:bldP spid="13" grpId="0"/>
      <p:bldP spid="14" grpId="0"/>
      <p:bldP spid="15" grpId="0"/>
      <p:bldP spid="16" grpId="0"/>
      <p:bldP spid="17" grpId="0"/>
      <p:bldP spid="18" grpId="0"/>
      <p:bldP spid="19" grpId="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b="1" dirty="0"/>
                  <a:t>Impossible Event</a:t>
                </a:r>
              </a:p>
              <a:p>
                <a:pPr lvl="1"/>
                <a:r>
                  <a:rPr lang="en-US" dirty="0"/>
                  <a:t>The event </a:t>
                </a:r>
                <a14:m>
                  <m:oMath xmlns:m="http://schemas.openxmlformats.org/officeDocument/2006/math">
                    <m:r>
                      <m:rPr>
                        <m:sty m:val="p"/>
                      </m:rPr>
                      <a:rPr lang="en-US" i="0" dirty="0" smtClean="0">
                        <a:latin typeface="Cambria Math" panose="02040503050406030204" pitchFamily="18" charset="0"/>
                      </a:rPr>
                      <m:t>E</m:t>
                    </m:r>
                  </m:oMath>
                </a14:m>
                <a:r>
                  <a:rPr lang="en-US" dirty="0"/>
                  <a:t> is known as impossible event if </a:t>
                </a:r>
                <a14:m>
                  <m:oMath xmlns:m="http://schemas.openxmlformats.org/officeDocument/2006/math">
                    <m:r>
                      <a:rPr lang="en-US" b="1" i="1" smtClean="0">
                        <a:solidFill>
                          <a:srgbClr val="FF0000"/>
                        </a:solidFill>
                        <a:latin typeface="Cambria Math" panose="02040503050406030204" pitchFamily="18" charset="0"/>
                      </a:rPr>
                      <m:t>𝐄</m:t>
                    </m:r>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𝛟</m:t>
                    </m:r>
                  </m:oMath>
                </a14:m>
                <a:r>
                  <a:rPr lang="en-US" dirty="0"/>
                  <a:t>.</a:t>
                </a:r>
                <a:endParaRPr lang="en-IN" dirty="0"/>
              </a:p>
              <a:p>
                <a:pPr lvl="1"/>
                <a:r>
                  <a:rPr lang="en-US" dirty="0"/>
                  <a:t>In </a:t>
                </a:r>
                <a:r>
                  <a:rPr lang="en-IN" dirty="0"/>
                  <a:t>previous</a:t>
                </a:r>
                <a:r>
                  <a:rPr lang="en-US" dirty="0"/>
                  <a:t> example, event </a:t>
                </a:r>
                <a14:m>
                  <m:oMath xmlns:m="http://schemas.openxmlformats.org/officeDocument/2006/math">
                    <m:r>
                      <m:rPr>
                        <m:sty m:val="p"/>
                      </m:rPr>
                      <a:rPr lang="en-US">
                        <a:latin typeface="Cambria Math" panose="02040503050406030204" pitchFamily="18" charset="0"/>
                      </a:rPr>
                      <m:t>C</m:t>
                    </m:r>
                    <m:r>
                      <a:rPr lang="en-US">
                        <a:latin typeface="Cambria Math" panose="02040503050406030204" pitchFamily="18" charset="0"/>
                      </a:rPr>
                      <m:t>=</m:t>
                    </m:r>
                    <m:r>
                      <m:rPr>
                        <m:sty m:val="p"/>
                      </m:rPr>
                      <a:rPr lang="en-US">
                        <a:latin typeface="Cambria Math" panose="02040503050406030204" pitchFamily="18" charset="0"/>
                      </a:rPr>
                      <m:t>ϕ</m:t>
                    </m:r>
                  </m:oMath>
                </a14:m>
                <a:r>
                  <a:rPr lang="en-US" dirty="0"/>
                  <a:t> therefore it is impossible event.</a:t>
                </a:r>
              </a:p>
              <a:p>
                <a:endParaRPr lang="en-US" b="1" dirty="0"/>
              </a:p>
              <a:p>
                <a:r>
                  <a:rPr lang="en-US" b="1" dirty="0"/>
                  <a:t>Sure Event</a:t>
                </a:r>
              </a:p>
              <a:p>
                <a:pPr lvl="1"/>
                <a:r>
                  <a:rPr lang="en-US" dirty="0"/>
                  <a:t>The event </a:t>
                </a:r>
                <a14:m>
                  <m:oMath xmlns:m="http://schemas.openxmlformats.org/officeDocument/2006/math">
                    <m:r>
                      <m:rPr>
                        <m:sty m:val="p"/>
                      </m:rPr>
                      <a:rPr lang="en-US" dirty="0">
                        <a:latin typeface="Cambria Math" panose="02040503050406030204" pitchFamily="18" charset="0"/>
                      </a:rPr>
                      <m:t>E</m:t>
                    </m:r>
                  </m:oMath>
                </a14:m>
                <a:r>
                  <a:rPr lang="en-US" dirty="0"/>
                  <a:t> is known as sure event if </a:t>
                </a:r>
                <a14:m>
                  <m:oMath xmlns:m="http://schemas.openxmlformats.org/officeDocument/2006/math">
                    <m:r>
                      <a:rPr lang="en-US" b="1" i="1" smtClean="0">
                        <a:solidFill>
                          <a:srgbClr val="FF0000"/>
                        </a:solidFill>
                        <a:latin typeface="Cambria Math" panose="02040503050406030204" pitchFamily="18" charset="0"/>
                      </a:rPr>
                      <m:t>𝐄</m:t>
                    </m:r>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𝐒</m:t>
                    </m:r>
                  </m:oMath>
                </a14:m>
                <a:r>
                  <a:rPr lang="en-US" dirty="0"/>
                  <a:t>.</a:t>
                </a:r>
                <a:endParaRPr lang="en-IN" dirty="0"/>
              </a:p>
              <a:p>
                <a:pPr lvl="1"/>
                <a:r>
                  <a:rPr lang="en-US" dirty="0"/>
                  <a:t>In </a:t>
                </a:r>
                <a:r>
                  <a:rPr lang="en-IN" dirty="0"/>
                  <a:t>previous</a:t>
                </a:r>
                <a:r>
                  <a:rPr lang="en-US" dirty="0"/>
                  <a:t> example, event </a:t>
                </a:r>
                <a14:m>
                  <m:oMath xmlns:m="http://schemas.openxmlformats.org/officeDocument/2006/math">
                    <m:r>
                      <m:rPr>
                        <m:sty m:val="p"/>
                      </m:rPr>
                      <a:rPr lang="en-US">
                        <a:latin typeface="Cambria Math" panose="02040503050406030204" pitchFamily="18" charset="0"/>
                      </a:rPr>
                      <m:t>D</m:t>
                    </m:r>
                    <m:r>
                      <a:rPr lang="en-US">
                        <a:latin typeface="Cambria Math" panose="02040503050406030204" pitchFamily="18" charset="0"/>
                      </a:rPr>
                      <m:t>=</m:t>
                    </m:r>
                    <m:r>
                      <m:rPr>
                        <m:sty m:val="p"/>
                      </m:rPr>
                      <a:rPr lang="en-US">
                        <a:latin typeface="Cambria Math" panose="02040503050406030204" pitchFamily="18" charset="0"/>
                      </a:rPr>
                      <m:t>S</m:t>
                    </m:r>
                  </m:oMath>
                </a14:m>
                <a:r>
                  <a:rPr lang="en-US" dirty="0"/>
                  <a:t> therefore it is sure event.</a:t>
                </a:r>
                <a:endParaRPr lang="en-IN" b="1"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p:sp>
        <p:nvSpPr>
          <p:cNvPr id="2" name="Title 1"/>
          <p:cNvSpPr>
            <a:spLocks noGrp="1"/>
          </p:cNvSpPr>
          <p:nvPr>
            <p:ph type="title"/>
          </p:nvPr>
        </p:nvSpPr>
        <p:spPr/>
        <p:txBody>
          <a:bodyPr/>
          <a:lstStyle/>
          <a:p>
            <a:r>
              <a:rPr lang="en-US" dirty="0"/>
              <a:t>Types of Events</a:t>
            </a:r>
          </a:p>
        </p:txBody>
      </p:sp>
    </p:spTree>
    <p:extLst>
      <p:ext uri="{BB962C8B-B14F-4D97-AF65-F5344CB8AC3E}">
        <p14:creationId xmlns:p14="http://schemas.microsoft.com/office/powerpoint/2010/main" val="687689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b="1" dirty="0"/>
                  <a:t>Simple </a:t>
                </a:r>
                <a:r>
                  <a:rPr lang="en-US" b="1" dirty="0">
                    <a:solidFill>
                      <a:srgbClr val="FF0000"/>
                    </a:solidFill>
                  </a:rPr>
                  <a:t>or</a:t>
                </a:r>
                <a:r>
                  <a:rPr lang="en-US" b="1" dirty="0"/>
                  <a:t> Elementary Event</a:t>
                </a:r>
              </a:p>
              <a:p>
                <a:pPr lvl="1"/>
                <a:r>
                  <a:rPr lang="en-US" dirty="0"/>
                  <a:t>If an event </a:t>
                </a:r>
                <a14:m>
                  <m:oMath xmlns:m="http://schemas.openxmlformats.org/officeDocument/2006/math">
                    <m:r>
                      <m:rPr>
                        <m:sty m:val="p"/>
                      </m:rPr>
                      <a:rPr lang="en-US" i="0" dirty="0" smtClean="0">
                        <a:latin typeface="Cambria Math" panose="02040503050406030204" pitchFamily="18" charset="0"/>
                      </a:rPr>
                      <m:t>E</m:t>
                    </m:r>
                  </m:oMath>
                </a14:m>
                <a:r>
                  <a:rPr lang="en-US" dirty="0"/>
                  <a:t> has </a:t>
                </a:r>
                <a:r>
                  <a:rPr lang="en-US" b="1" dirty="0">
                    <a:solidFill>
                      <a:srgbClr val="FF0000"/>
                    </a:solidFill>
                  </a:rPr>
                  <a:t>only one</a:t>
                </a:r>
                <a:r>
                  <a:rPr lang="en-US" dirty="0"/>
                  <a:t> sample point of a sample space, then it is known as a simple (or elementary) event.</a:t>
                </a:r>
              </a:p>
              <a:p>
                <a:pPr lvl="1"/>
                <a:r>
                  <a:rPr lang="en-US" b="1" dirty="0">
                    <a:solidFill>
                      <a:schemeClr val="accent6">
                        <a:lumMod val="50000"/>
                      </a:schemeClr>
                    </a:solidFill>
                  </a:rPr>
                  <a:t>For example:</a:t>
                </a:r>
                <a:endParaRPr lang="en-US" dirty="0"/>
              </a:p>
              <a:p>
                <a:pPr lvl="2"/>
                <a:r>
                  <a:rPr lang="en-GB" dirty="0"/>
                  <a:t>For experiment of tossing two coins, a sample space is</a:t>
                </a:r>
              </a:p>
              <a:p>
                <a:pPr marL="895350" lvl="2" indent="0" algn="l">
                  <a:buNone/>
                </a:pPr>
                <a14:m>
                  <m:oMathPara xmlns:m="http://schemas.openxmlformats.org/officeDocument/2006/math">
                    <m:oMathParaPr>
                      <m:jc m:val="left"/>
                    </m:oMathParaPr>
                    <m:oMath xmlns:m="http://schemas.openxmlformats.org/officeDocument/2006/math">
                      <m:r>
                        <m:rPr>
                          <m:sty m:val="p"/>
                        </m:rPr>
                        <a:rPr lang="en-GB" i="0" dirty="0" smtClean="0">
                          <a:latin typeface="Cambria Math" panose="02040503050406030204" pitchFamily="18" charset="0"/>
                        </a:rPr>
                        <m:t>S</m:t>
                      </m:r>
                      <m:r>
                        <a:rPr lang="en-GB" i="0" dirty="0" smtClean="0">
                          <a:latin typeface="Cambria Math" panose="02040503050406030204" pitchFamily="18" charset="0"/>
                        </a:rPr>
                        <m:t>=</m:t>
                      </m:r>
                      <m:d>
                        <m:dPr>
                          <m:begChr m:val="{"/>
                          <m:endChr m:val="}"/>
                          <m:ctrlPr>
                            <a:rPr lang="en-GB" i="1" dirty="0" smtClean="0">
                              <a:latin typeface="Cambria Math" panose="02040503050406030204" pitchFamily="18" charset="0"/>
                            </a:rPr>
                          </m:ctrlPr>
                        </m:dPr>
                        <m:e>
                          <m:r>
                            <a:rPr lang="en-GB" i="0" dirty="0" smtClean="0">
                              <a:latin typeface="Cambria Math" panose="02040503050406030204" pitchFamily="18" charset="0"/>
                            </a:rPr>
                            <m:t> </m:t>
                          </m:r>
                          <m:r>
                            <m:rPr>
                              <m:sty m:val="p"/>
                            </m:rPr>
                            <a:rPr lang="en-GB" i="0" dirty="0" smtClean="0">
                              <a:latin typeface="Cambria Math" panose="02040503050406030204" pitchFamily="18" charset="0"/>
                            </a:rPr>
                            <m:t>HH</m:t>
                          </m:r>
                          <m:r>
                            <a:rPr lang="en-IN" b="0" i="0" dirty="0" smtClean="0">
                              <a:latin typeface="Cambria Math" panose="02040503050406030204" pitchFamily="18" charset="0"/>
                            </a:rPr>
                            <m:t>, </m:t>
                          </m:r>
                          <m:r>
                            <m:rPr>
                              <m:sty m:val="p"/>
                            </m:rPr>
                            <a:rPr lang="en-GB" i="0" dirty="0" smtClean="0">
                              <a:latin typeface="Cambria Math" panose="02040503050406030204" pitchFamily="18" charset="0"/>
                            </a:rPr>
                            <m:t>HT</m:t>
                          </m:r>
                          <m:r>
                            <a:rPr lang="en-IN" i="0" dirty="0">
                              <a:latin typeface="Cambria Math" panose="02040503050406030204" pitchFamily="18" charset="0"/>
                            </a:rPr>
                            <m:t>, </m:t>
                          </m:r>
                          <m:r>
                            <m:rPr>
                              <m:sty m:val="p"/>
                            </m:rPr>
                            <a:rPr lang="en-GB" i="0" dirty="0" smtClean="0">
                              <a:latin typeface="Cambria Math" panose="02040503050406030204" pitchFamily="18" charset="0"/>
                            </a:rPr>
                            <m:t>TH</m:t>
                          </m:r>
                          <m:r>
                            <a:rPr lang="en-IN" i="0" dirty="0">
                              <a:latin typeface="Cambria Math" panose="02040503050406030204" pitchFamily="18" charset="0"/>
                            </a:rPr>
                            <m:t>, </m:t>
                          </m:r>
                          <m:r>
                            <m:rPr>
                              <m:sty m:val="p"/>
                            </m:rPr>
                            <a:rPr lang="en-GB" i="0" dirty="0" smtClean="0">
                              <a:latin typeface="Cambria Math" panose="02040503050406030204" pitchFamily="18" charset="0"/>
                            </a:rPr>
                            <m:t>TT</m:t>
                          </m:r>
                          <m:r>
                            <a:rPr lang="en-GB" i="0" dirty="0" smtClean="0">
                              <a:latin typeface="Cambria Math" panose="02040503050406030204" pitchFamily="18" charset="0"/>
                            </a:rPr>
                            <m:t> </m:t>
                          </m:r>
                        </m:e>
                      </m:d>
                    </m:oMath>
                  </m:oMathPara>
                </a14:m>
                <a:endParaRPr lang="en-GB" dirty="0"/>
              </a:p>
              <a:p>
                <a:pPr marL="895350" lvl="2" indent="0" algn="l">
                  <a:buNone/>
                </a:pPr>
                <a14:m>
                  <m:oMath xmlns:m="http://schemas.openxmlformats.org/officeDocument/2006/math">
                    <m:sSub>
                      <m:sSubPr>
                        <m:ctrlPr>
                          <a:rPr lang="en-IN" i="1">
                            <a:latin typeface="Cambria Math" panose="02040503050406030204" pitchFamily="18" charset="0"/>
                          </a:rPr>
                        </m:ctrlPr>
                      </m:sSubPr>
                      <m:e>
                        <m:r>
                          <m:rPr>
                            <m:sty m:val="p"/>
                          </m:rPr>
                          <a:rPr lang="en-US" i="0">
                            <a:latin typeface="Cambria Math" panose="02040503050406030204" pitchFamily="18" charset="0"/>
                          </a:rPr>
                          <m:t>E</m:t>
                        </m:r>
                      </m:e>
                      <m:sub>
                        <m:r>
                          <a:rPr lang="en-US" i="0">
                            <a:latin typeface="Cambria Math" panose="02040503050406030204" pitchFamily="18" charset="0"/>
                          </a:rPr>
                          <m:t>1</m:t>
                        </m:r>
                      </m:sub>
                    </m:sSub>
                    <m:r>
                      <a:rPr lang="en-US" i="0">
                        <a:latin typeface="Cambria Math" panose="02040503050406030204" pitchFamily="18" charset="0"/>
                      </a:rPr>
                      <m:t>=</m:t>
                    </m:r>
                    <m:d>
                      <m:dPr>
                        <m:begChr m:val="{"/>
                        <m:endChr m:val="}"/>
                        <m:ctrlPr>
                          <a:rPr lang="en-IN" i="1">
                            <a:latin typeface="Cambria Math" panose="02040503050406030204" pitchFamily="18" charset="0"/>
                          </a:rPr>
                        </m:ctrlPr>
                      </m:dPr>
                      <m:e>
                        <m:r>
                          <a:rPr lang="en-US" i="0">
                            <a:latin typeface="Cambria Math" panose="02040503050406030204" pitchFamily="18" charset="0"/>
                          </a:rPr>
                          <m:t> </m:t>
                        </m:r>
                        <m:r>
                          <m:rPr>
                            <m:sty m:val="p"/>
                          </m:rPr>
                          <a:rPr lang="en-US" i="0">
                            <a:latin typeface="Cambria Math" panose="02040503050406030204" pitchFamily="18" charset="0"/>
                          </a:rPr>
                          <m:t>HH</m:t>
                        </m:r>
                        <m:r>
                          <a:rPr lang="en-US" i="0">
                            <a:latin typeface="Cambria Math" panose="02040503050406030204" pitchFamily="18" charset="0"/>
                          </a:rPr>
                          <m:t> </m:t>
                        </m:r>
                      </m:e>
                    </m:d>
                    <m:r>
                      <a:rPr lang="en-IN" i="1" dirty="0">
                        <a:latin typeface="Cambria Math" panose="02040503050406030204" pitchFamily="18" charset="0"/>
                      </a:rPr>
                      <m:t>, </m:t>
                    </m:r>
                    <m:sSub>
                      <m:sSubPr>
                        <m:ctrlPr>
                          <a:rPr lang="en-IN" i="1">
                            <a:latin typeface="Cambria Math" panose="02040503050406030204" pitchFamily="18" charset="0"/>
                          </a:rPr>
                        </m:ctrlPr>
                      </m:sSubPr>
                      <m:e>
                        <m:r>
                          <m:rPr>
                            <m:sty m:val="p"/>
                          </m:rPr>
                          <a:rPr lang="en-US" i="0">
                            <a:latin typeface="Cambria Math" panose="02040503050406030204" pitchFamily="18" charset="0"/>
                          </a:rPr>
                          <m:t>E</m:t>
                        </m:r>
                      </m:e>
                      <m:sub>
                        <m:r>
                          <a:rPr lang="en-US" i="0">
                            <a:latin typeface="Cambria Math" panose="02040503050406030204" pitchFamily="18" charset="0"/>
                          </a:rPr>
                          <m:t>2</m:t>
                        </m:r>
                      </m:sub>
                    </m:sSub>
                    <m:r>
                      <a:rPr lang="en-US" i="0">
                        <a:latin typeface="Cambria Math" panose="02040503050406030204" pitchFamily="18" charset="0"/>
                      </a:rPr>
                      <m:t>=</m:t>
                    </m:r>
                    <m:d>
                      <m:dPr>
                        <m:begChr m:val="{"/>
                        <m:endChr m:val="}"/>
                        <m:ctrlPr>
                          <a:rPr lang="en-IN" i="1">
                            <a:latin typeface="Cambria Math" panose="02040503050406030204" pitchFamily="18" charset="0"/>
                          </a:rPr>
                        </m:ctrlPr>
                      </m:dPr>
                      <m:e>
                        <m:r>
                          <a:rPr lang="en-US" i="0">
                            <a:latin typeface="Cambria Math" panose="02040503050406030204" pitchFamily="18" charset="0"/>
                          </a:rPr>
                          <m:t> </m:t>
                        </m:r>
                        <m:r>
                          <m:rPr>
                            <m:sty m:val="p"/>
                          </m:rPr>
                          <a:rPr lang="en-US" i="0">
                            <a:latin typeface="Cambria Math" panose="02040503050406030204" pitchFamily="18" charset="0"/>
                          </a:rPr>
                          <m:t>HT</m:t>
                        </m:r>
                        <m:r>
                          <a:rPr lang="en-US" i="0">
                            <a:latin typeface="Cambria Math" panose="02040503050406030204" pitchFamily="18" charset="0"/>
                          </a:rPr>
                          <m:t> </m:t>
                        </m:r>
                      </m:e>
                    </m:d>
                    <m:r>
                      <a:rPr lang="en-IN" i="1" dirty="0">
                        <a:latin typeface="Cambria Math" panose="02040503050406030204" pitchFamily="18" charset="0"/>
                      </a:rPr>
                      <m:t>, </m:t>
                    </m:r>
                    <m:sSub>
                      <m:sSubPr>
                        <m:ctrlPr>
                          <a:rPr lang="en-IN" i="1">
                            <a:latin typeface="Cambria Math" panose="02040503050406030204" pitchFamily="18" charset="0"/>
                          </a:rPr>
                        </m:ctrlPr>
                      </m:sSubPr>
                      <m:e>
                        <m:r>
                          <m:rPr>
                            <m:sty m:val="p"/>
                          </m:rPr>
                          <a:rPr lang="en-US" i="0">
                            <a:latin typeface="Cambria Math" panose="02040503050406030204" pitchFamily="18" charset="0"/>
                          </a:rPr>
                          <m:t>E</m:t>
                        </m:r>
                      </m:e>
                      <m:sub>
                        <m:r>
                          <a:rPr lang="en-US" i="0">
                            <a:latin typeface="Cambria Math" panose="02040503050406030204" pitchFamily="18" charset="0"/>
                          </a:rPr>
                          <m:t>3</m:t>
                        </m:r>
                      </m:sub>
                    </m:sSub>
                    <m:r>
                      <a:rPr lang="en-US" i="0">
                        <a:latin typeface="Cambria Math" panose="02040503050406030204" pitchFamily="18" charset="0"/>
                      </a:rPr>
                      <m:t>=</m:t>
                    </m:r>
                    <m:d>
                      <m:dPr>
                        <m:begChr m:val="{"/>
                        <m:endChr m:val="}"/>
                        <m:ctrlPr>
                          <a:rPr lang="en-IN" i="1">
                            <a:latin typeface="Cambria Math" panose="02040503050406030204" pitchFamily="18" charset="0"/>
                          </a:rPr>
                        </m:ctrlPr>
                      </m:dPr>
                      <m:e>
                        <m:r>
                          <a:rPr lang="en-US" i="0">
                            <a:latin typeface="Cambria Math" panose="02040503050406030204" pitchFamily="18" charset="0"/>
                          </a:rPr>
                          <m:t> </m:t>
                        </m:r>
                        <m:r>
                          <m:rPr>
                            <m:sty m:val="p"/>
                          </m:rPr>
                          <a:rPr lang="en-IN" b="0" i="0" smtClean="0">
                            <a:latin typeface="Cambria Math" panose="02040503050406030204" pitchFamily="18" charset="0"/>
                          </a:rPr>
                          <m:t>T</m:t>
                        </m:r>
                        <m:r>
                          <m:rPr>
                            <m:sty m:val="p"/>
                          </m:rPr>
                          <a:rPr lang="en-US" i="0">
                            <a:latin typeface="Cambria Math" panose="02040503050406030204" pitchFamily="18" charset="0"/>
                          </a:rPr>
                          <m:t>H</m:t>
                        </m:r>
                        <m:r>
                          <a:rPr lang="en-US" i="0">
                            <a:latin typeface="Cambria Math" panose="02040503050406030204" pitchFamily="18" charset="0"/>
                          </a:rPr>
                          <m:t> </m:t>
                        </m:r>
                      </m:e>
                    </m:d>
                  </m:oMath>
                </a14:m>
                <a:r>
                  <a:rPr lang="en-US" i="0" dirty="0">
                    <a:latin typeface="+mj-lt"/>
                  </a:rPr>
                  <a:t> &amp; </a:t>
                </a:r>
                <a14:m>
                  <m:oMath xmlns:m="http://schemas.openxmlformats.org/officeDocument/2006/math">
                    <m:sSub>
                      <m:sSubPr>
                        <m:ctrlPr>
                          <a:rPr lang="en-IN" i="1">
                            <a:latin typeface="Cambria Math" panose="02040503050406030204" pitchFamily="18" charset="0"/>
                          </a:rPr>
                        </m:ctrlPr>
                      </m:sSubPr>
                      <m:e>
                        <m:r>
                          <m:rPr>
                            <m:sty m:val="p"/>
                          </m:rPr>
                          <a:rPr lang="en-US" i="0">
                            <a:latin typeface="Cambria Math" panose="02040503050406030204" pitchFamily="18" charset="0"/>
                          </a:rPr>
                          <m:t>E</m:t>
                        </m:r>
                      </m:e>
                      <m:sub>
                        <m:r>
                          <a:rPr lang="en-US" i="0">
                            <a:latin typeface="Cambria Math" panose="02040503050406030204" pitchFamily="18" charset="0"/>
                          </a:rPr>
                          <m:t>4</m:t>
                        </m:r>
                      </m:sub>
                    </m:sSub>
                    <m:r>
                      <a:rPr lang="en-US" i="0">
                        <a:latin typeface="Cambria Math" panose="02040503050406030204" pitchFamily="18" charset="0"/>
                      </a:rPr>
                      <m:t>=</m:t>
                    </m:r>
                    <m:d>
                      <m:dPr>
                        <m:begChr m:val="{"/>
                        <m:endChr m:val="}"/>
                        <m:ctrlPr>
                          <a:rPr lang="en-IN" i="1">
                            <a:latin typeface="Cambria Math" panose="02040503050406030204" pitchFamily="18" charset="0"/>
                          </a:rPr>
                        </m:ctrlPr>
                      </m:dPr>
                      <m:e>
                        <m:r>
                          <a:rPr lang="en-US" i="0">
                            <a:latin typeface="Cambria Math" panose="02040503050406030204" pitchFamily="18" charset="0"/>
                          </a:rPr>
                          <m:t> </m:t>
                        </m:r>
                        <m:r>
                          <m:rPr>
                            <m:sty m:val="p"/>
                          </m:rPr>
                          <a:rPr lang="en-IN" b="0" i="0" smtClean="0">
                            <a:latin typeface="Cambria Math" panose="02040503050406030204" pitchFamily="18" charset="0"/>
                          </a:rPr>
                          <m:t>TT</m:t>
                        </m:r>
                        <m:r>
                          <a:rPr lang="en-US" i="0">
                            <a:latin typeface="Cambria Math" panose="02040503050406030204" pitchFamily="18" charset="0"/>
                          </a:rPr>
                          <m:t> </m:t>
                        </m:r>
                      </m:e>
                    </m:d>
                  </m:oMath>
                </a14:m>
                <a:r>
                  <a:rPr lang="en-US" dirty="0"/>
                  <a:t> are simple events.</a:t>
                </a:r>
                <a:endParaRPr lang="en-US" b="1"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
        <p:nvSpPr>
          <p:cNvPr id="2" name="Title 1"/>
          <p:cNvSpPr>
            <a:spLocks noGrp="1"/>
          </p:cNvSpPr>
          <p:nvPr>
            <p:ph type="title"/>
          </p:nvPr>
        </p:nvSpPr>
        <p:spPr/>
        <p:txBody>
          <a:bodyPr/>
          <a:lstStyle/>
          <a:p>
            <a:r>
              <a:rPr lang="en-US" dirty="0"/>
              <a:t>Types of Events</a:t>
            </a:r>
          </a:p>
        </p:txBody>
      </p:sp>
    </p:spTree>
    <p:extLst>
      <p:ext uri="{BB962C8B-B14F-4D97-AF65-F5344CB8AC3E}">
        <p14:creationId xmlns:p14="http://schemas.microsoft.com/office/powerpoint/2010/main" val="2806597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Types of Events</a:t>
            </a:r>
            <a:endParaRPr lang="en-US" dirty="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b="1" dirty="0"/>
                  <a:t>Compound Event</a:t>
                </a:r>
              </a:p>
              <a:p>
                <a:pPr lvl="1"/>
                <a:r>
                  <a:rPr lang="en-US" dirty="0"/>
                  <a:t>If an event </a:t>
                </a:r>
                <a14:m>
                  <m:oMath xmlns:m="http://schemas.openxmlformats.org/officeDocument/2006/math">
                    <m:r>
                      <m:rPr>
                        <m:sty m:val="p"/>
                      </m:rPr>
                      <a:rPr lang="en-US" dirty="0">
                        <a:latin typeface="Cambria Math" panose="02040503050406030204" pitchFamily="18" charset="0"/>
                      </a:rPr>
                      <m:t>E</m:t>
                    </m:r>
                  </m:oMath>
                </a14:m>
                <a:r>
                  <a:rPr lang="en-US" dirty="0"/>
                  <a:t> has </a:t>
                </a:r>
                <a:r>
                  <a:rPr lang="en-US" b="1" dirty="0">
                    <a:solidFill>
                      <a:srgbClr val="FF0000"/>
                    </a:solidFill>
                  </a:rPr>
                  <a:t>more than one</a:t>
                </a:r>
                <a:r>
                  <a:rPr lang="en-US" dirty="0"/>
                  <a:t> sample point of a sample space, then it is known as a compound event.</a:t>
                </a:r>
              </a:p>
              <a:p>
                <a:pPr lvl="1"/>
                <a:r>
                  <a:rPr lang="en-US" b="1" dirty="0">
                    <a:solidFill>
                      <a:schemeClr val="accent6">
                        <a:lumMod val="50000"/>
                      </a:schemeClr>
                    </a:solidFill>
                  </a:rPr>
                  <a:t>For example:</a:t>
                </a:r>
                <a:endParaRPr lang="en-US" dirty="0"/>
              </a:p>
              <a:p>
                <a:pPr lvl="2"/>
                <a:r>
                  <a:rPr lang="en-GB" dirty="0"/>
                  <a:t>For experiment of tossing a coin thrice, a sample space is</a:t>
                </a:r>
              </a:p>
              <a:p>
                <a:pPr marL="895350" lvl="2" indent="0">
                  <a:buNone/>
                </a:pPr>
                <a14:m>
                  <m:oMathPara xmlns:m="http://schemas.openxmlformats.org/officeDocument/2006/math">
                    <m:oMathParaPr>
                      <m:jc m:val="left"/>
                    </m:oMathParaPr>
                    <m:oMath xmlns:m="http://schemas.openxmlformats.org/officeDocument/2006/math">
                      <m:r>
                        <m:rPr>
                          <m:sty m:val="p"/>
                        </m:rPr>
                        <a:rPr lang="en-GB" i="0" dirty="0" smtClean="0">
                          <a:latin typeface="Cambria Math" panose="02040503050406030204" pitchFamily="18" charset="0"/>
                        </a:rPr>
                        <m:t>S</m:t>
                      </m:r>
                      <m:r>
                        <a:rPr lang="en-GB" i="0" dirty="0" smtClean="0">
                          <a:latin typeface="Cambria Math" panose="02040503050406030204" pitchFamily="18" charset="0"/>
                        </a:rPr>
                        <m:t>=</m:t>
                      </m:r>
                      <m:d>
                        <m:dPr>
                          <m:begChr m:val="{"/>
                          <m:endChr m:val="}"/>
                          <m:ctrlPr>
                            <a:rPr lang="en-GB" i="1" dirty="0" smtClean="0">
                              <a:latin typeface="Cambria Math" panose="02040503050406030204" pitchFamily="18" charset="0"/>
                            </a:rPr>
                          </m:ctrlPr>
                        </m:dPr>
                        <m:e>
                          <m:r>
                            <a:rPr lang="en-GB" i="0" dirty="0" smtClean="0">
                              <a:latin typeface="Cambria Math" panose="02040503050406030204" pitchFamily="18" charset="0"/>
                            </a:rPr>
                            <m:t> </m:t>
                          </m:r>
                          <m:r>
                            <m:rPr>
                              <m:sty m:val="p"/>
                            </m:rPr>
                            <a:rPr lang="en-GB" i="0" dirty="0" smtClean="0">
                              <a:latin typeface="Cambria Math" panose="02040503050406030204" pitchFamily="18" charset="0"/>
                            </a:rPr>
                            <m:t>HHH</m:t>
                          </m:r>
                          <m:r>
                            <a:rPr lang="en-GB" i="0" dirty="0" smtClean="0">
                              <a:latin typeface="Cambria Math" panose="02040503050406030204" pitchFamily="18" charset="0"/>
                            </a:rPr>
                            <m:t>,</m:t>
                          </m:r>
                          <m:r>
                            <a:rPr lang="en-IN" b="0" i="1" dirty="0" smtClean="0">
                              <a:latin typeface="Cambria Math" panose="02040503050406030204" pitchFamily="18" charset="0"/>
                            </a:rPr>
                            <m:t> </m:t>
                          </m:r>
                          <m:r>
                            <m:rPr>
                              <m:sty m:val="p"/>
                            </m:rPr>
                            <a:rPr lang="en-GB" i="0" dirty="0" smtClean="0">
                              <a:latin typeface="Cambria Math" panose="02040503050406030204" pitchFamily="18" charset="0"/>
                            </a:rPr>
                            <m:t>HHT</m:t>
                          </m:r>
                          <m:r>
                            <a:rPr lang="en-GB" dirty="0">
                              <a:latin typeface="Cambria Math" panose="02040503050406030204" pitchFamily="18" charset="0"/>
                            </a:rPr>
                            <m:t>,</m:t>
                          </m:r>
                          <m:r>
                            <a:rPr lang="en-IN" i="1" dirty="0">
                              <a:latin typeface="Cambria Math" panose="02040503050406030204" pitchFamily="18" charset="0"/>
                            </a:rPr>
                            <m:t> </m:t>
                          </m:r>
                          <m:r>
                            <m:rPr>
                              <m:sty m:val="p"/>
                            </m:rPr>
                            <a:rPr lang="en-GB" i="0" dirty="0" smtClean="0">
                              <a:latin typeface="Cambria Math" panose="02040503050406030204" pitchFamily="18" charset="0"/>
                            </a:rPr>
                            <m:t>HTH</m:t>
                          </m:r>
                          <m:r>
                            <a:rPr lang="en-GB" dirty="0">
                              <a:latin typeface="Cambria Math" panose="02040503050406030204" pitchFamily="18" charset="0"/>
                            </a:rPr>
                            <m:t>,</m:t>
                          </m:r>
                          <m:r>
                            <a:rPr lang="en-IN" i="1" dirty="0">
                              <a:latin typeface="Cambria Math" panose="02040503050406030204" pitchFamily="18" charset="0"/>
                            </a:rPr>
                            <m:t> </m:t>
                          </m:r>
                          <m:r>
                            <m:rPr>
                              <m:sty m:val="p"/>
                            </m:rPr>
                            <a:rPr lang="en-GB" i="0" dirty="0" smtClean="0">
                              <a:latin typeface="Cambria Math" panose="02040503050406030204" pitchFamily="18" charset="0"/>
                            </a:rPr>
                            <m:t>HTT</m:t>
                          </m:r>
                          <m:r>
                            <a:rPr lang="en-GB" dirty="0">
                              <a:latin typeface="Cambria Math" panose="02040503050406030204" pitchFamily="18" charset="0"/>
                            </a:rPr>
                            <m:t>,</m:t>
                          </m:r>
                          <m:r>
                            <a:rPr lang="en-IN" i="1" dirty="0">
                              <a:latin typeface="Cambria Math" panose="02040503050406030204" pitchFamily="18" charset="0"/>
                            </a:rPr>
                            <m:t> </m:t>
                          </m:r>
                          <m:r>
                            <m:rPr>
                              <m:sty m:val="p"/>
                            </m:rPr>
                            <a:rPr lang="en-GB" i="0" dirty="0" smtClean="0">
                              <a:latin typeface="Cambria Math" panose="02040503050406030204" pitchFamily="18" charset="0"/>
                            </a:rPr>
                            <m:t>THH</m:t>
                          </m:r>
                          <m:r>
                            <a:rPr lang="en-GB" dirty="0">
                              <a:latin typeface="Cambria Math" panose="02040503050406030204" pitchFamily="18" charset="0"/>
                            </a:rPr>
                            <m:t>,</m:t>
                          </m:r>
                          <m:r>
                            <a:rPr lang="en-IN" i="1" dirty="0">
                              <a:latin typeface="Cambria Math" panose="02040503050406030204" pitchFamily="18" charset="0"/>
                            </a:rPr>
                            <m:t> </m:t>
                          </m:r>
                          <m:r>
                            <m:rPr>
                              <m:sty m:val="p"/>
                            </m:rPr>
                            <a:rPr lang="en-GB" i="0" dirty="0" smtClean="0">
                              <a:latin typeface="Cambria Math" panose="02040503050406030204" pitchFamily="18" charset="0"/>
                            </a:rPr>
                            <m:t>THT</m:t>
                          </m:r>
                          <m:r>
                            <a:rPr lang="en-GB" dirty="0">
                              <a:latin typeface="Cambria Math" panose="02040503050406030204" pitchFamily="18" charset="0"/>
                            </a:rPr>
                            <m:t>,</m:t>
                          </m:r>
                          <m:r>
                            <a:rPr lang="en-IN" i="1" dirty="0">
                              <a:latin typeface="Cambria Math" panose="02040503050406030204" pitchFamily="18" charset="0"/>
                            </a:rPr>
                            <m:t> </m:t>
                          </m:r>
                          <m:r>
                            <m:rPr>
                              <m:sty m:val="p"/>
                            </m:rPr>
                            <a:rPr lang="en-GB" i="0" dirty="0" smtClean="0">
                              <a:latin typeface="Cambria Math" panose="02040503050406030204" pitchFamily="18" charset="0"/>
                            </a:rPr>
                            <m:t>TTH</m:t>
                          </m:r>
                          <m:r>
                            <a:rPr lang="en-GB" dirty="0">
                              <a:latin typeface="Cambria Math" panose="02040503050406030204" pitchFamily="18" charset="0"/>
                            </a:rPr>
                            <m:t>,</m:t>
                          </m:r>
                          <m:r>
                            <a:rPr lang="en-IN" i="1" dirty="0">
                              <a:latin typeface="Cambria Math" panose="02040503050406030204" pitchFamily="18" charset="0"/>
                            </a:rPr>
                            <m:t> </m:t>
                          </m:r>
                          <m:r>
                            <m:rPr>
                              <m:sty m:val="p"/>
                            </m:rPr>
                            <a:rPr lang="en-GB" i="0" dirty="0" smtClean="0">
                              <a:latin typeface="Cambria Math" panose="02040503050406030204" pitchFamily="18" charset="0"/>
                            </a:rPr>
                            <m:t>TTT</m:t>
                          </m:r>
                          <m:r>
                            <a:rPr lang="en-GB" i="0" dirty="0" smtClean="0">
                              <a:latin typeface="Cambria Math" panose="02040503050406030204" pitchFamily="18" charset="0"/>
                            </a:rPr>
                            <m:t> </m:t>
                          </m:r>
                        </m:e>
                      </m:d>
                    </m:oMath>
                  </m:oMathPara>
                </a14:m>
                <a:endParaRPr lang="en-GB" dirty="0"/>
              </a:p>
              <a:p>
                <a:pPr marL="895350" lvl="2" indent="0">
                  <a:buNone/>
                </a:pPr>
                <a:r>
                  <a:rPr lang="en-GB" dirty="0"/>
                  <a:t>Event </a:t>
                </a:r>
                <a14:m>
                  <m:oMath xmlns:m="http://schemas.openxmlformats.org/officeDocument/2006/math">
                    <m:r>
                      <m:rPr>
                        <m:sty m:val="p"/>
                      </m:rPr>
                      <a:rPr lang="en-GB" i="0" dirty="0" smtClean="0">
                        <a:latin typeface="Cambria Math" panose="02040503050406030204" pitchFamily="18" charset="0"/>
                      </a:rPr>
                      <m:t>A</m:t>
                    </m:r>
                  </m:oMath>
                </a14:m>
                <a:r>
                  <a:rPr lang="en-GB" dirty="0"/>
                  <a:t> : Exactly one head appeared</a:t>
                </a:r>
              </a:p>
              <a:p>
                <a:pPr marL="895350" lvl="2" indent="0">
                  <a:buNone/>
                </a:pPr>
                <a:r>
                  <a:rPr lang="en-GB" dirty="0"/>
                  <a:t>Event </a:t>
                </a:r>
                <a14:m>
                  <m:oMath xmlns:m="http://schemas.openxmlformats.org/officeDocument/2006/math">
                    <m:r>
                      <m:rPr>
                        <m:sty m:val="p"/>
                      </m:rPr>
                      <a:rPr lang="en-GB" i="0" dirty="0" smtClean="0">
                        <a:latin typeface="Cambria Math" panose="02040503050406030204" pitchFamily="18" charset="0"/>
                      </a:rPr>
                      <m:t>B</m:t>
                    </m:r>
                  </m:oMath>
                </a14:m>
                <a:r>
                  <a:rPr lang="en-GB" dirty="0"/>
                  <a:t> : At least two tails appeared</a:t>
                </a:r>
              </a:p>
              <a:p>
                <a:pPr marL="895350" lvl="2" indent="0">
                  <a:buNone/>
                </a:pPr>
                <a:r>
                  <a:rPr lang="en-GB" dirty="0"/>
                  <a:t>Here, events </a:t>
                </a:r>
                <a14:m>
                  <m:oMath xmlns:m="http://schemas.openxmlformats.org/officeDocument/2006/math">
                    <m:r>
                      <m:rPr>
                        <m:sty m:val="p"/>
                      </m:rPr>
                      <a:rPr lang="en-GB" i="0" dirty="0" smtClean="0">
                        <a:latin typeface="Cambria Math" panose="02040503050406030204" pitchFamily="18" charset="0"/>
                      </a:rPr>
                      <m:t>A</m:t>
                    </m:r>
                  </m:oMath>
                </a14:m>
                <a:r>
                  <a:rPr lang="en-GB" dirty="0"/>
                  <a:t> and </a:t>
                </a:r>
                <a14:m>
                  <m:oMath xmlns:m="http://schemas.openxmlformats.org/officeDocument/2006/math">
                    <m:r>
                      <m:rPr>
                        <m:sty m:val="p"/>
                      </m:rPr>
                      <a:rPr lang="en-GB" i="0" dirty="0" smtClean="0">
                        <a:latin typeface="Cambria Math" panose="02040503050406030204" pitchFamily="18" charset="0"/>
                      </a:rPr>
                      <m:t>B</m:t>
                    </m:r>
                  </m:oMath>
                </a14:m>
                <a:r>
                  <a:rPr lang="en-GB" dirty="0"/>
                  <a:t> are </a:t>
                </a:r>
                <a:r>
                  <a:rPr lang="en-IN" dirty="0"/>
                  <a:t>compound events.</a:t>
                </a:r>
                <a:endParaRPr lang="en-GB"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r="-1074" b="-34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7F7D10-D8B0-410E-807A-BCC5FEEF19E3}"/>
                  </a:ext>
                </a:extLst>
              </p:cNvPr>
              <p:cNvSpPr txBox="1"/>
              <p:nvPr/>
            </p:nvSpPr>
            <p:spPr>
              <a:xfrm>
                <a:off x="6617606" y="4610385"/>
                <a:ext cx="46445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A</m:t>
                      </m:r>
                    </m:oMath>
                  </m:oMathPara>
                </a14:m>
                <a:endParaRPr lang="en-IN" sz="2800" dirty="0">
                  <a:solidFill>
                    <a:srgbClr val="002060"/>
                  </a:solidFill>
                </a:endParaRPr>
              </a:p>
            </p:txBody>
          </p:sp>
        </mc:Choice>
        <mc:Fallback xmlns="">
          <p:sp>
            <p:nvSpPr>
              <p:cNvPr id="5" name="TextBox 4">
                <a:extLst>
                  <a:ext uri="{FF2B5EF4-FFF2-40B4-BE49-F238E27FC236}">
                    <a16:creationId xmlns:a16="http://schemas.microsoft.com/office/drawing/2014/main" id="{087F7D10-D8B0-410E-807A-BCC5FEEF19E3}"/>
                  </a:ext>
                </a:extLst>
              </p:cNvPr>
              <p:cNvSpPr txBox="1">
                <a:spLocks noRot="1" noChangeAspect="1" noMove="1" noResize="1" noEditPoints="1" noAdjustHandles="1" noChangeArrowheads="1" noChangeShapeType="1" noTextEdit="1"/>
              </p:cNvSpPr>
              <p:nvPr/>
            </p:nvSpPr>
            <p:spPr>
              <a:xfrm>
                <a:off x="6617606" y="4610385"/>
                <a:ext cx="464450"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5B26B78-0D4E-4D15-8809-19F3BF22C780}"/>
                  </a:ext>
                </a:extLst>
              </p:cNvPr>
              <p:cNvSpPr txBox="1"/>
              <p:nvPr/>
            </p:nvSpPr>
            <p:spPr>
              <a:xfrm>
                <a:off x="6617607" y="5285848"/>
                <a:ext cx="464450" cy="523220"/>
              </a:xfrm>
              <a:prstGeom prst="rect">
                <a:avLst/>
              </a:prstGeom>
              <a:noFill/>
            </p:spPr>
            <p:txBody>
              <a:bodyPr wrap="square">
                <a:spAutoFit/>
              </a:bodyPr>
              <a:lstStyle/>
              <a:p>
                <a:pPr marL="0" lvl="2"/>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B</m:t>
                      </m:r>
                    </m:oMath>
                  </m:oMathPara>
                </a14:m>
                <a:endParaRPr lang="en-IN" sz="2800" dirty="0">
                  <a:solidFill>
                    <a:srgbClr val="002060"/>
                  </a:solidFill>
                </a:endParaRPr>
              </a:p>
            </p:txBody>
          </p:sp>
        </mc:Choice>
        <mc:Fallback xmlns="">
          <p:sp>
            <p:nvSpPr>
              <p:cNvPr id="7" name="TextBox 6">
                <a:extLst>
                  <a:ext uri="{FF2B5EF4-FFF2-40B4-BE49-F238E27FC236}">
                    <a16:creationId xmlns:a16="http://schemas.microsoft.com/office/drawing/2014/main" id="{95B26B78-0D4E-4D15-8809-19F3BF22C780}"/>
                  </a:ext>
                </a:extLst>
              </p:cNvPr>
              <p:cNvSpPr txBox="1">
                <a:spLocks noRot="1" noChangeAspect="1" noMove="1" noResize="1" noEditPoints="1" noAdjustHandles="1" noChangeArrowheads="1" noChangeShapeType="1" noTextEdit="1"/>
              </p:cNvSpPr>
              <p:nvPr/>
            </p:nvSpPr>
            <p:spPr>
              <a:xfrm>
                <a:off x="6617607" y="5285848"/>
                <a:ext cx="464450"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59AB475-0778-4AB4-AB17-630F7D7F56CD}"/>
                  </a:ext>
                </a:extLst>
              </p:cNvPr>
              <p:cNvSpPr txBox="1"/>
              <p:nvPr/>
            </p:nvSpPr>
            <p:spPr>
              <a:xfrm>
                <a:off x="7008445" y="5285848"/>
                <a:ext cx="4269155" cy="523220"/>
              </a:xfrm>
              <a:prstGeom prst="rect">
                <a:avLst/>
              </a:prstGeom>
              <a:noFill/>
            </p:spPr>
            <p:txBody>
              <a:bodyPr wrap="square">
                <a:spAutoFit/>
              </a:bodyPr>
              <a:lstStyle/>
              <a:p>
                <a:pPr marL="0" lvl="2"/>
                <a14:m>
                  <m:oMathPara xmlns:m="http://schemas.openxmlformats.org/officeDocument/2006/math">
                    <m:oMathParaPr>
                      <m:jc m:val="left"/>
                    </m:oMathParaPr>
                    <m:oMath xmlns:m="http://schemas.openxmlformats.org/officeDocument/2006/math">
                      <m:r>
                        <a:rPr lang="en-GB" sz="2800" dirty="0">
                          <a:solidFill>
                            <a:srgbClr val="002060"/>
                          </a:solidFill>
                          <a:latin typeface="Cambria Math" panose="02040503050406030204" pitchFamily="18" charset="0"/>
                        </a:rPr>
                        <m:t>=</m:t>
                      </m:r>
                      <m:d>
                        <m:dPr>
                          <m:begChr m:val="{"/>
                          <m:endChr m:val="}"/>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 </m:t>
                          </m:r>
                          <m:r>
                            <m:rPr>
                              <m:sty m:val="p"/>
                            </m:rPr>
                            <a:rPr lang="en-GB" sz="2800" dirty="0">
                              <a:solidFill>
                                <a:srgbClr val="002060"/>
                              </a:solidFill>
                              <a:latin typeface="Cambria Math" panose="02040503050406030204" pitchFamily="18" charset="0"/>
                            </a:rPr>
                            <m:t>HTT</m:t>
                          </m:r>
                          <m:r>
                            <a:rPr lang="en-GB" sz="2800" dirty="0">
                              <a:solidFill>
                                <a:srgbClr val="002060"/>
                              </a:solidFill>
                              <a:latin typeface="Cambria Math" panose="02040503050406030204" pitchFamily="18" charset="0"/>
                            </a:rPr>
                            <m:t>, </m:t>
                          </m:r>
                          <m:r>
                            <m:rPr>
                              <m:sty m:val="p"/>
                            </m:rPr>
                            <a:rPr lang="en-GB" sz="2800" dirty="0">
                              <a:solidFill>
                                <a:srgbClr val="002060"/>
                              </a:solidFill>
                              <a:latin typeface="Cambria Math" panose="02040503050406030204" pitchFamily="18" charset="0"/>
                            </a:rPr>
                            <m:t>THT</m:t>
                          </m:r>
                          <m:r>
                            <a:rPr lang="en-GB" sz="2800" dirty="0">
                              <a:solidFill>
                                <a:srgbClr val="002060"/>
                              </a:solidFill>
                              <a:latin typeface="Cambria Math" panose="02040503050406030204" pitchFamily="18" charset="0"/>
                            </a:rPr>
                            <m:t>, </m:t>
                          </m:r>
                          <m:r>
                            <m:rPr>
                              <m:sty m:val="p"/>
                            </m:rPr>
                            <a:rPr lang="en-GB" sz="2800" dirty="0">
                              <a:solidFill>
                                <a:srgbClr val="002060"/>
                              </a:solidFill>
                              <a:latin typeface="Cambria Math" panose="02040503050406030204" pitchFamily="18" charset="0"/>
                            </a:rPr>
                            <m:t>TTH</m:t>
                          </m:r>
                          <m:r>
                            <a:rPr lang="en-GB" sz="2800" dirty="0">
                              <a:solidFill>
                                <a:srgbClr val="002060"/>
                              </a:solidFill>
                              <a:latin typeface="Cambria Math" panose="02040503050406030204" pitchFamily="18" charset="0"/>
                            </a:rPr>
                            <m:t>, </m:t>
                          </m:r>
                          <m:r>
                            <m:rPr>
                              <m:sty m:val="p"/>
                            </m:rPr>
                            <a:rPr lang="en-GB" sz="2800" dirty="0">
                              <a:solidFill>
                                <a:srgbClr val="002060"/>
                              </a:solidFill>
                              <a:latin typeface="Cambria Math" panose="02040503050406030204" pitchFamily="18" charset="0"/>
                            </a:rPr>
                            <m:t>TTT</m:t>
                          </m:r>
                          <m:r>
                            <a:rPr lang="en-GB" sz="2800" dirty="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10" name="TextBox 9">
                <a:extLst>
                  <a:ext uri="{FF2B5EF4-FFF2-40B4-BE49-F238E27FC236}">
                    <a16:creationId xmlns:a16="http://schemas.microsoft.com/office/drawing/2014/main" id="{A59AB475-0778-4AB4-AB17-630F7D7F56CD}"/>
                  </a:ext>
                </a:extLst>
              </p:cNvPr>
              <p:cNvSpPr txBox="1">
                <a:spLocks noRot="1" noChangeAspect="1" noMove="1" noResize="1" noEditPoints="1" noAdjustHandles="1" noChangeArrowheads="1" noChangeShapeType="1" noTextEdit="1"/>
              </p:cNvSpPr>
              <p:nvPr/>
            </p:nvSpPr>
            <p:spPr>
              <a:xfrm>
                <a:off x="7008445" y="5285848"/>
                <a:ext cx="4269155"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A157EF5-91A7-416D-B53A-7ADAD9ABBB7F}"/>
                  </a:ext>
                </a:extLst>
              </p:cNvPr>
              <p:cNvSpPr txBox="1"/>
              <p:nvPr/>
            </p:nvSpPr>
            <p:spPr>
              <a:xfrm>
                <a:off x="7008445" y="4610385"/>
                <a:ext cx="355197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dirty="0">
                          <a:solidFill>
                            <a:srgbClr val="002060"/>
                          </a:solidFill>
                          <a:latin typeface="Cambria Math" panose="02040503050406030204" pitchFamily="18" charset="0"/>
                        </a:rPr>
                        <m:t>=</m:t>
                      </m:r>
                      <m:d>
                        <m:dPr>
                          <m:begChr m:val="{"/>
                          <m:endChr m:val="}"/>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 </m:t>
                          </m:r>
                          <m:r>
                            <m:rPr>
                              <m:sty m:val="p"/>
                            </m:rPr>
                            <a:rPr lang="en-GB" sz="2800" dirty="0">
                              <a:solidFill>
                                <a:srgbClr val="002060"/>
                              </a:solidFill>
                              <a:latin typeface="Cambria Math" panose="02040503050406030204" pitchFamily="18" charset="0"/>
                            </a:rPr>
                            <m:t>HTT</m:t>
                          </m:r>
                          <m:r>
                            <a:rPr lang="en-GB" sz="2800" dirty="0">
                              <a:solidFill>
                                <a:srgbClr val="002060"/>
                              </a:solidFill>
                              <a:latin typeface="Cambria Math" panose="02040503050406030204" pitchFamily="18" charset="0"/>
                            </a:rPr>
                            <m:t>, </m:t>
                          </m:r>
                          <m:r>
                            <m:rPr>
                              <m:sty m:val="p"/>
                            </m:rPr>
                            <a:rPr lang="en-GB" sz="2800" dirty="0">
                              <a:solidFill>
                                <a:srgbClr val="002060"/>
                              </a:solidFill>
                              <a:latin typeface="Cambria Math" panose="02040503050406030204" pitchFamily="18" charset="0"/>
                            </a:rPr>
                            <m:t>THT</m:t>
                          </m:r>
                          <m:r>
                            <a:rPr lang="en-GB" sz="2800" dirty="0">
                              <a:solidFill>
                                <a:srgbClr val="002060"/>
                              </a:solidFill>
                              <a:latin typeface="Cambria Math" panose="02040503050406030204" pitchFamily="18" charset="0"/>
                            </a:rPr>
                            <m:t>, </m:t>
                          </m:r>
                          <m:r>
                            <m:rPr>
                              <m:sty m:val="p"/>
                            </m:rPr>
                            <a:rPr lang="en-GB" sz="2800" dirty="0">
                              <a:solidFill>
                                <a:srgbClr val="002060"/>
                              </a:solidFill>
                              <a:latin typeface="Cambria Math" panose="02040503050406030204" pitchFamily="18" charset="0"/>
                            </a:rPr>
                            <m:t>TTH</m:t>
                          </m:r>
                          <m:r>
                            <a:rPr lang="en-GB" sz="2800" dirty="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11" name="TextBox 10">
                <a:extLst>
                  <a:ext uri="{FF2B5EF4-FFF2-40B4-BE49-F238E27FC236}">
                    <a16:creationId xmlns:a16="http://schemas.microsoft.com/office/drawing/2014/main" id="{BA157EF5-91A7-416D-B53A-7ADAD9ABBB7F}"/>
                  </a:ext>
                </a:extLst>
              </p:cNvPr>
              <p:cNvSpPr txBox="1">
                <a:spLocks noRot="1" noChangeAspect="1" noMove="1" noResize="1" noEditPoints="1" noAdjustHandles="1" noChangeArrowheads="1" noChangeShapeType="1" noTextEdit="1"/>
              </p:cNvSpPr>
              <p:nvPr/>
            </p:nvSpPr>
            <p:spPr>
              <a:xfrm>
                <a:off x="7008445" y="4610385"/>
                <a:ext cx="3551979" cy="523220"/>
              </a:xfrm>
              <a:prstGeom prst="rect">
                <a:avLst/>
              </a:prstGeom>
              <a:blipFill>
                <a:blip r:embed="rId6"/>
                <a:stretch>
                  <a:fillRect/>
                </a:stretch>
              </a:blipFill>
            </p:spPr>
            <p:txBody>
              <a:bodyPr/>
              <a:lstStyle/>
              <a:p>
                <a:r>
                  <a:rPr lang="en-IN">
                    <a:noFill/>
                  </a:rPr>
                  <a:t> </a:t>
                </a:r>
              </a:p>
            </p:txBody>
          </p:sp>
        </mc:Fallback>
      </mc:AlternateContent>
      <p:cxnSp>
        <p:nvCxnSpPr>
          <p:cNvPr id="6" name="Straight Connector 5">
            <a:extLst>
              <a:ext uri="{FF2B5EF4-FFF2-40B4-BE49-F238E27FC236}">
                <a16:creationId xmlns:a16="http://schemas.microsoft.com/office/drawing/2014/main" id="{6C3790FB-2A64-4C01-8489-FECC0009BA74}"/>
              </a:ext>
            </a:extLst>
          </p:cNvPr>
          <p:cNvCxnSpPr/>
          <p:nvPr/>
        </p:nvCxnSpPr>
        <p:spPr>
          <a:xfrm>
            <a:off x="4784725" y="4419600"/>
            <a:ext cx="647700" cy="0"/>
          </a:xfrm>
          <a:prstGeom prst="line">
            <a:avLst/>
          </a:prstGeom>
          <a:ln w="38100" cap="rnd">
            <a:solidFill>
              <a:srgbClr val="B71B1C"/>
            </a:soli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DB925D3-7D87-44BC-8C00-22B1BD87D771}"/>
              </a:ext>
            </a:extLst>
          </p:cNvPr>
          <p:cNvCxnSpPr/>
          <p:nvPr/>
        </p:nvCxnSpPr>
        <p:spPr>
          <a:xfrm>
            <a:off x="6573156" y="4419600"/>
            <a:ext cx="647700" cy="0"/>
          </a:xfrm>
          <a:prstGeom prst="line">
            <a:avLst/>
          </a:prstGeom>
          <a:ln w="38100" cap="rnd">
            <a:solidFill>
              <a:srgbClr val="B71B1C"/>
            </a:soli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071D781-4588-44F6-83E4-E48469AF6A3A}"/>
              </a:ext>
            </a:extLst>
          </p:cNvPr>
          <p:cNvCxnSpPr/>
          <p:nvPr/>
        </p:nvCxnSpPr>
        <p:spPr>
          <a:xfrm>
            <a:off x="7474856" y="4419600"/>
            <a:ext cx="647700" cy="0"/>
          </a:xfrm>
          <a:prstGeom prst="line">
            <a:avLst/>
          </a:prstGeom>
          <a:ln w="38100" cap="rnd">
            <a:solidFill>
              <a:srgbClr val="B71B1C"/>
            </a:solidFill>
            <a:roun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968CC97-6D8D-4CE6-8127-B1801B27ADAF}"/>
              </a:ext>
            </a:extLst>
          </p:cNvPr>
          <p:cNvCxnSpPr/>
          <p:nvPr/>
        </p:nvCxnSpPr>
        <p:spPr>
          <a:xfrm>
            <a:off x="8341631" y="4419600"/>
            <a:ext cx="647700" cy="0"/>
          </a:xfrm>
          <a:prstGeom prst="line">
            <a:avLst/>
          </a:prstGeom>
          <a:ln w="38100" cap="rnd">
            <a:solidFill>
              <a:srgbClr val="B71B1C"/>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6810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left)">
                                      <p:cBhvr>
                                        <p:cTn id="35" dur="5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left)">
                                      <p:cBhvr>
                                        <p:cTn id="45" dur="5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1"/>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nodeType="clickEffect">
                                  <p:stCondLst>
                                    <p:cond delay="0"/>
                                  </p:stCondLst>
                                  <p:childTnLst>
                                    <p:set>
                                      <p:cBhvr>
                                        <p:cTn id="53" dur="1" fill="hold">
                                          <p:stCondLst>
                                            <p:cond delay="0"/>
                                          </p:stCondLst>
                                        </p:cTn>
                                        <p:tgtEl>
                                          <p:spTgt spid="6"/>
                                        </p:tgtEl>
                                        <p:attrNameLst>
                                          <p:attrName>style.visibility</p:attrName>
                                        </p:attrNameLst>
                                      </p:cBhvr>
                                      <p:to>
                                        <p:strVal val="hidden"/>
                                      </p:to>
                                    </p:set>
                                  </p:childTnLst>
                                </p:cTn>
                              </p:par>
                            </p:childTnLst>
                          </p:cTn>
                        </p:par>
                        <p:par>
                          <p:cTn id="54" fill="hold">
                            <p:stCondLst>
                              <p:cond delay="0"/>
                            </p:stCondLst>
                            <p:childTnLst>
                              <p:par>
                                <p:cTn id="55" presetID="1" presetClass="exit" presetSubtype="0" fill="hold" nodeType="afterEffect">
                                  <p:stCondLst>
                                    <p:cond delay="0"/>
                                  </p:stCondLst>
                                  <p:childTnLst>
                                    <p:set>
                                      <p:cBhvr>
                                        <p:cTn id="56" dur="1" fill="hold">
                                          <p:stCondLst>
                                            <p:cond delay="0"/>
                                          </p:stCondLst>
                                        </p:cTn>
                                        <p:tgtEl>
                                          <p:spTgt spid="13"/>
                                        </p:tgtEl>
                                        <p:attrNameLst>
                                          <p:attrName>style.visibility</p:attrName>
                                        </p:attrNameLst>
                                      </p:cBhvr>
                                      <p:to>
                                        <p:strVal val="hidden"/>
                                      </p:to>
                                    </p:set>
                                  </p:childTnLst>
                                </p:cTn>
                              </p:par>
                            </p:childTnLst>
                          </p:cTn>
                        </p:par>
                        <p:par>
                          <p:cTn id="57" fill="hold">
                            <p:stCondLst>
                              <p:cond delay="0"/>
                            </p:stCondLst>
                            <p:childTnLst>
                              <p:par>
                                <p:cTn id="58" presetID="1" presetClass="exit" presetSubtype="0" fill="hold" nodeType="afterEffect">
                                  <p:stCondLst>
                                    <p:cond delay="0"/>
                                  </p:stCondLst>
                                  <p:childTnLst>
                                    <p:set>
                                      <p:cBhvr>
                                        <p:cTn id="59" dur="1" fill="hold">
                                          <p:stCondLst>
                                            <p:cond delay="0"/>
                                          </p:stCondLst>
                                        </p:cTn>
                                        <p:tgtEl>
                                          <p:spTgt spid="14"/>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7"/>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6"/>
                                        </p:tgtEl>
                                        <p:attrNameLst>
                                          <p:attrName>style.visibility</p:attrName>
                                        </p:attrNameLst>
                                      </p:cBhvr>
                                      <p:to>
                                        <p:strVal val="visible"/>
                                      </p:to>
                                    </p:set>
                                    <p:animEffect transition="in" filter="wipe(left)">
                                      <p:cBhvr>
                                        <p:cTn id="72" dur="500"/>
                                        <p:tgtEl>
                                          <p:spTgt spid="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3"/>
                                        </p:tgtEl>
                                        <p:attrNameLst>
                                          <p:attrName>style.visibility</p:attrName>
                                        </p:attrNameLst>
                                      </p:cBhvr>
                                      <p:to>
                                        <p:strVal val="visible"/>
                                      </p:to>
                                    </p:set>
                                    <p:animEffect transition="in" filter="wipe(left)">
                                      <p:cBhvr>
                                        <p:cTn id="77" dur="500"/>
                                        <p:tgtEl>
                                          <p:spTgt spid="13"/>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4"/>
                                        </p:tgtEl>
                                        <p:attrNameLst>
                                          <p:attrName>style.visibility</p:attrName>
                                        </p:attrNameLst>
                                      </p:cBhvr>
                                      <p:to>
                                        <p:strVal val="visible"/>
                                      </p:to>
                                    </p:set>
                                    <p:animEffect transition="in" filter="wipe(left)">
                                      <p:cBhvr>
                                        <p:cTn id="82" dur="500"/>
                                        <p:tgtEl>
                                          <p:spTgt spid="14"/>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15"/>
                                        </p:tgtEl>
                                        <p:attrNameLst>
                                          <p:attrName>style.visibility</p:attrName>
                                        </p:attrNameLst>
                                      </p:cBhvr>
                                      <p:to>
                                        <p:strVal val="visible"/>
                                      </p:to>
                                    </p:set>
                                    <p:animEffect transition="in" filter="wipe(left)">
                                      <p:cBhvr>
                                        <p:cTn id="87" dur="500"/>
                                        <p:tgtEl>
                                          <p:spTgt spid="15"/>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10"/>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xit" presetSubtype="0" fill="hold" nodeType="clickEffect">
                                  <p:stCondLst>
                                    <p:cond delay="0"/>
                                  </p:stCondLst>
                                  <p:childTnLst>
                                    <p:set>
                                      <p:cBhvr>
                                        <p:cTn id="95" dur="1" fill="hold">
                                          <p:stCondLst>
                                            <p:cond delay="0"/>
                                          </p:stCondLst>
                                        </p:cTn>
                                        <p:tgtEl>
                                          <p:spTgt spid="13"/>
                                        </p:tgtEl>
                                        <p:attrNameLst>
                                          <p:attrName>style.visibility</p:attrName>
                                        </p:attrNameLst>
                                      </p:cBhvr>
                                      <p:to>
                                        <p:strVal val="hidden"/>
                                      </p:to>
                                    </p:set>
                                  </p:childTnLst>
                                </p:cTn>
                              </p:par>
                            </p:childTnLst>
                          </p:cTn>
                        </p:par>
                        <p:par>
                          <p:cTn id="96" fill="hold">
                            <p:stCondLst>
                              <p:cond delay="0"/>
                            </p:stCondLst>
                            <p:childTnLst>
                              <p:par>
                                <p:cTn id="97" presetID="1" presetClass="exit" presetSubtype="0" fill="hold" nodeType="afterEffect">
                                  <p:stCondLst>
                                    <p:cond delay="0"/>
                                  </p:stCondLst>
                                  <p:childTnLst>
                                    <p:set>
                                      <p:cBhvr>
                                        <p:cTn id="98" dur="1" fill="hold">
                                          <p:stCondLst>
                                            <p:cond delay="0"/>
                                          </p:stCondLst>
                                        </p:cTn>
                                        <p:tgtEl>
                                          <p:spTgt spid="14"/>
                                        </p:tgtEl>
                                        <p:attrNameLst>
                                          <p:attrName>style.visibility</p:attrName>
                                        </p:attrNameLst>
                                      </p:cBhvr>
                                      <p:to>
                                        <p:strVal val="hidden"/>
                                      </p:to>
                                    </p:set>
                                  </p:childTnLst>
                                </p:cTn>
                              </p:par>
                            </p:childTnLst>
                          </p:cTn>
                        </p:par>
                        <p:par>
                          <p:cTn id="99" fill="hold">
                            <p:stCondLst>
                              <p:cond delay="0"/>
                            </p:stCondLst>
                            <p:childTnLst>
                              <p:par>
                                <p:cTn id="100" presetID="1" presetClass="exit" presetSubtype="0" fill="hold" nodeType="afterEffect">
                                  <p:stCondLst>
                                    <p:cond delay="0"/>
                                  </p:stCondLst>
                                  <p:childTnLst>
                                    <p:set>
                                      <p:cBhvr>
                                        <p:cTn id="101" dur="1" fill="hold">
                                          <p:stCondLst>
                                            <p:cond delay="0"/>
                                          </p:stCondLst>
                                        </p:cTn>
                                        <p:tgtEl>
                                          <p:spTgt spid="15"/>
                                        </p:tgtEl>
                                        <p:attrNameLst>
                                          <p:attrName>style.visibility</p:attrName>
                                        </p:attrNameLst>
                                      </p:cBhvr>
                                      <p:to>
                                        <p:strVal val="hidden"/>
                                      </p:to>
                                    </p:set>
                                  </p:childTnLst>
                                </p:cTn>
                              </p:par>
                            </p:childTnLst>
                          </p:cTn>
                        </p:par>
                        <p:par>
                          <p:cTn id="102" fill="hold">
                            <p:stCondLst>
                              <p:cond delay="0"/>
                            </p:stCondLst>
                            <p:childTnLst>
                              <p:par>
                                <p:cTn id="103" presetID="1" presetClass="exit" presetSubtype="0" fill="hold" nodeType="afterEffect">
                                  <p:stCondLst>
                                    <p:cond delay="0"/>
                                  </p:stCondLst>
                                  <p:childTnLst>
                                    <p:set>
                                      <p:cBhvr>
                                        <p:cTn id="104" dur="1" fill="hold">
                                          <p:stCondLst>
                                            <p:cond delay="0"/>
                                          </p:stCondLst>
                                        </p:cTn>
                                        <p:tgtEl>
                                          <p:spTgt spid="6"/>
                                        </p:tgtEl>
                                        <p:attrNameLst>
                                          <p:attrName>style.visibility</p:attrName>
                                        </p:attrNameLst>
                                      </p:cBhvr>
                                      <p:to>
                                        <p:strVal val="hidden"/>
                                      </p:to>
                                    </p:set>
                                  </p:childTnLst>
                                </p:cTn>
                              </p:par>
                              <p:par>
                                <p:cTn id="105" presetID="1" presetClass="entr" presetSubtype="0" fill="hold" grpId="0" nodeType="withEffect">
                                  <p:stCondLst>
                                    <p:cond delay="0"/>
                                  </p:stCondLst>
                                  <p:childTnLst>
                                    <p:set>
                                      <p:cBhvr>
                                        <p:cTn id="10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p:bldP spid="7" grpId="0"/>
      <p:bldP spid="10" grpId="0"/>
      <p:bldP spid="11" grpId="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Types of Events</a:t>
            </a:r>
            <a:endParaRPr lang="en-US" dirty="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b="1" dirty="0"/>
                  <a:t>Complementary Event</a:t>
                </a:r>
              </a:p>
              <a:p>
                <a:pPr lvl="1"/>
                <a:r>
                  <a:rPr lang="en-US" dirty="0"/>
                  <a:t>For every event </a:t>
                </a:r>
                <a14:m>
                  <m:oMath xmlns:m="http://schemas.openxmlformats.org/officeDocument/2006/math">
                    <m:r>
                      <m:rPr>
                        <m:sty m:val="p"/>
                      </m:rPr>
                      <a:rPr lang="en-US" i="0" dirty="0" smtClean="0">
                        <a:latin typeface="Cambria Math" panose="02040503050406030204" pitchFamily="18" charset="0"/>
                      </a:rPr>
                      <m:t>E</m:t>
                    </m:r>
                  </m:oMath>
                </a14:m>
                <a:r>
                  <a:rPr lang="en-US" dirty="0"/>
                  <a:t>, there corresponds another event </a:t>
                </a:r>
                <a14:m>
                  <m:oMath xmlns:m="http://schemas.openxmlformats.org/officeDocument/2006/math">
                    <m:sSup>
                      <m:sSupPr>
                        <m:ctrlPr>
                          <a:rPr lang="en-IN" b="1" i="1" smtClean="0">
                            <a:solidFill>
                              <a:srgbClr val="FF0000"/>
                            </a:solidFill>
                            <a:latin typeface="Cambria Math" panose="02040503050406030204" pitchFamily="18" charset="0"/>
                          </a:rPr>
                        </m:ctrlPr>
                      </m:sSupPr>
                      <m:e>
                        <m:r>
                          <a:rPr lang="en-IN" b="1" i="0" smtClean="0">
                            <a:solidFill>
                              <a:srgbClr val="FF0000"/>
                            </a:solidFill>
                            <a:latin typeface="Cambria Math" panose="02040503050406030204" pitchFamily="18" charset="0"/>
                          </a:rPr>
                          <m:t>𝐄</m:t>
                        </m:r>
                      </m:e>
                      <m:sup>
                        <m:r>
                          <a:rPr lang="en-IN" b="1" i="0" smtClean="0">
                            <a:solidFill>
                              <a:srgbClr val="FF0000"/>
                            </a:solidFill>
                            <a:latin typeface="Cambria Math" panose="02040503050406030204" pitchFamily="18" charset="0"/>
                          </a:rPr>
                          <m:t>′</m:t>
                        </m:r>
                      </m:sup>
                    </m:sSup>
                    <m:r>
                      <a:rPr lang="en-IN" b="1" i="0" smtClean="0">
                        <a:solidFill>
                          <a:srgbClr val="FF0000"/>
                        </a:solidFill>
                        <a:latin typeface="Cambria Math" panose="02040503050406030204" pitchFamily="18" charset="0"/>
                      </a:rPr>
                      <m:t> </m:t>
                    </m:r>
                    <m:d>
                      <m:dPr>
                        <m:ctrlPr>
                          <a:rPr lang="en-IN" i="1">
                            <a:latin typeface="Cambria Math" panose="02040503050406030204" pitchFamily="18" charset="0"/>
                          </a:rPr>
                        </m:ctrlPr>
                      </m:dPr>
                      <m:e>
                        <m:r>
                          <m:rPr>
                            <m:sty m:val="p"/>
                          </m:rPr>
                          <a:rPr lang="en-US" i="0">
                            <a:latin typeface="Cambria Math" panose="02040503050406030204" pitchFamily="18" charset="0"/>
                          </a:rPr>
                          <m:t>or</m:t>
                        </m:r>
                        <m:r>
                          <a:rPr lang="en-US" i="0">
                            <a:latin typeface="Cambria Math" panose="02040503050406030204" pitchFamily="18" charset="0"/>
                          </a:rPr>
                          <m:t> </m:t>
                        </m:r>
                        <m:bar>
                          <m:barPr>
                            <m:pos m:val="top"/>
                            <m:ctrlPr>
                              <a:rPr lang="en-IN" b="1" i="1" smtClean="0">
                                <a:solidFill>
                                  <a:srgbClr val="FF0000"/>
                                </a:solidFill>
                                <a:latin typeface="Cambria Math" panose="02040503050406030204" pitchFamily="18" charset="0"/>
                              </a:rPr>
                            </m:ctrlPr>
                          </m:barPr>
                          <m:e>
                            <m:r>
                              <a:rPr lang="en-US" b="1" i="0">
                                <a:solidFill>
                                  <a:srgbClr val="FF0000"/>
                                </a:solidFill>
                                <a:latin typeface="Cambria Math" panose="02040503050406030204" pitchFamily="18" charset="0"/>
                              </a:rPr>
                              <m:t>𝐄</m:t>
                            </m:r>
                          </m:e>
                        </m:bar>
                        <m:r>
                          <a:rPr lang="en-US" i="0">
                            <a:solidFill>
                              <a:srgbClr val="FF0000"/>
                            </a:solidFill>
                            <a:latin typeface="Cambria Math" panose="02040503050406030204" pitchFamily="18" charset="0"/>
                          </a:rPr>
                          <m:t> </m:t>
                        </m:r>
                      </m:e>
                    </m:d>
                  </m:oMath>
                </a14:m>
                <a:r>
                  <a:rPr lang="en-US" dirty="0"/>
                  <a:t> known as the complementary event to </a:t>
                </a:r>
                <a14:m>
                  <m:oMath xmlns:m="http://schemas.openxmlformats.org/officeDocument/2006/math">
                    <m:r>
                      <m:rPr>
                        <m:sty m:val="p"/>
                      </m:rPr>
                      <a:rPr lang="en-US" i="0" dirty="0" smtClean="0">
                        <a:latin typeface="Cambria Math" panose="02040503050406030204" pitchFamily="18" charset="0"/>
                      </a:rPr>
                      <m:t>E</m:t>
                    </m:r>
                  </m:oMath>
                </a14:m>
                <a:r>
                  <a:rPr lang="en-US" dirty="0"/>
                  <a:t>.</a:t>
                </a:r>
                <a:endParaRPr lang="en-IN" dirty="0"/>
              </a:p>
              <a:p>
                <a:pPr lvl="1"/>
                <a:r>
                  <a:rPr lang="en-US" dirty="0"/>
                  <a:t>Which is defined as </a:t>
                </a:r>
                <a14:m>
                  <m:oMath xmlns:m="http://schemas.openxmlformats.org/officeDocument/2006/math">
                    <m:sSup>
                      <m:sSupPr>
                        <m:ctrlPr>
                          <a:rPr lang="en-IN" b="1" i="1" smtClean="0">
                            <a:solidFill>
                              <a:srgbClr val="FF0000"/>
                            </a:solidFill>
                            <a:latin typeface="Cambria Math" panose="02040503050406030204" pitchFamily="18" charset="0"/>
                          </a:rPr>
                        </m:ctrlPr>
                      </m:sSupPr>
                      <m:e>
                        <m:r>
                          <a:rPr lang="en-US" b="1" i="0">
                            <a:solidFill>
                              <a:srgbClr val="FF0000"/>
                            </a:solidFill>
                            <a:latin typeface="Cambria Math" panose="02040503050406030204" pitchFamily="18" charset="0"/>
                          </a:rPr>
                          <m:t>𝐄</m:t>
                        </m:r>
                      </m:e>
                      <m:sup>
                        <m:r>
                          <a:rPr lang="en-IN" b="1" i="0" smtClean="0">
                            <a:solidFill>
                              <a:srgbClr val="FF0000"/>
                            </a:solidFill>
                            <a:latin typeface="Cambria Math" panose="02040503050406030204" pitchFamily="18" charset="0"/>
                          </a:rPr>
                          <m:t>′</m:t>
                        </m:r>
                      </m:sup>
                    </m:sSup>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𝐒</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𝐄</m:t>
                    </m:r>
                  </m:oMath>
                </a14:m>
                <a:r>
                  <a:rPr lang="en-US" dirty="0"/>
                  <a:t>.</a:t>
                </a:r>
                <a:endParaRPr lang="en-IN" dirty="0"/>
              </a:p>
              <a:p>
                <a:pPr lvl="1"/>
                <a:r>
                  <a:rPr lang="en-US" dirty="0"/>
                  <a:t>It is also known as the event “</a:t>
                </a:r>
                <a:r>
                  <a:rPr lang="en-US" b="1" dirty="0">
                    <a:solidFill>
                      <a:srgbClr val="FF0000"/>
                    </a:solidFill>
                  </a:rPr>
                  <a:t>not </a:t>
                </a:r>
                <a14:m>
                  <m:oMath xmlns:m="http://schemas.openxmlformats.org/officeDocument/2006/math">
                    <m:r>
                      <a:rPr lang="en-US" b="1" i="0" dirty="0" smtClean="0">
                        <a:solidFill>
                          <a:srgbClr val="FF0000"/>
                        </a:solidFill>
                        <a:latin typeface="Cambria Math" panose="02040503050406030204" pitchFamily="18" charset="0"/>
                      </a:rPr>
                      <m:t>𝐄</m:t>
                    </m:r>
                  </m:oMath>
                </a14:m>
                <a:r>
                  <a:rPr lang="en-US" dirty="0"/>
                  <a:t>”.</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3"/>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2196970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Types of Events</a:t>
            </a:r>
            <a:endParaRPr lang="en-US" dirty="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b="1" dirty="0"/>
                  <a:t>Complementary Event</a:t>
                </a:r>
              </a:p>
              <a:p>
                <a:pPr lvl="1"/>
                <a:r>
                  <a:rPr lang="en-US" b="1" dirty="0">
                    <a:solidFill>
                      <a:schemeClr val="accent6">
                        <a:lumMod val="50000"/>
                      </a:schemeClr>
                    </a:solidFill>
                  </a:rPr>
                  <a:t>For example:</a:t>
                </a:r>
                <a:endParaRPr lang="en-US" dirty="0"/>
              </a:p>
              <a:p>
                <a:pPr lvl="2"/>
                <a:r>
                  <a:rPr lang="en-GB" dirty="0"/>
                  <a:t>For experiment of tossing a coin thrice, a sample space is</a:t>
                </a:r>
              </a:p>
              <a:p>
                <a:pPr marL="1162050" lvl="2" indent="0">
                  <a:buNone/>
                </a:pPr>
                <a14:m>
                  <m:oMathPara xmlns:m="http://schemas.openxmlformats.org/officeDocument/2006/math">
                    <m:oMathParaPr>
                      <m:jc m:val="centerGroup"/>
                    </m:oMathParaPr>
                    <m:oMath xmlns:m="http://schemas.openxmlformats.org/officeDocument/2006/math">
                      <m:r>
                        <m:rPr>
                          <m:sty m:val="p"/>
                        </m:rPr>
                        <a:rPr lang="en-GB" dirty="0" smtClean="0">
                          <a:latin typeface="Cambria Math" panose="02040503050406030204" pitchFamily="18" charset="0"/>
                        </a:rPr>
                        <m:t>S</m:t>
                      </m:r>
                      <m:r>
                        <a:rPr lang="en-GB" dirty="0" smtClean="0">
                          <a:latin typeface="Cambria Math" panose="02040503050406030204" pitchFamily="18" charset="0"/>
                        </a:rPr>
                        <m:t>=</m:t>
                      </m:r>
                      <m:d>
                        <m:dPr>
                          <m:begChr m:val="{"/>
                          <m:endChr m:val="}"/>
                          <m:ctrlPr>
                            <a:rPr lang="en-GB" i="1" dirty="0" smtClean="0">
                              <a:latin typeface="Cambria Math" panose="02040503050406030204" pitchFamily="18" charset="0"/>
                            </a:rPr>
                          </m:ctrlPr>
                        </m:dPr>
                        <m:e>
                          <m:r>
                            <a:rPr lang="en-GB" dirty="0" smtClean="0">
                              <a:latin typeface="Cambria Math" panose="02040503050406030204" pitchFamily="18" charset="0"/>
                            </a:rPr>
                            <m:t> </m:t>
                          </m:r>
                          <m:r>
                            <m:rPr>
                              <m:sty m:val="p"/>
                            </m:rPr>
                            <a:rPr lang="en-GB" dirty="0" smtClean="0">
                              <a:latin typeface="Cambria Math" panose="02040503050406030204" pitchFamily="18" charset="0"/>
                            </a:rPr>
                            <m:t>HHH</m:t>
                          </m:r>
                          <m:r>
                            <a:rPr lang="en-GB" dirty="0" smtClean="0">
                              <a:latin typeface="Cambria Math" panose="02040503050406030204" pitchFamily="18" charset="0"/>
                            </a:rPr>
                            <m:t>,</m:t>
                          </m:r>
                          <m:r>
                            <a:rPr lang="en-IN" i="1" dirty="0">
                              <a:latin typeface="Cambria Math" panose="02040503050406030204" pitchFamily="18" charset="0"/>
                            </a:rPr>
                            <m:t> </m:t>
                          </m:r>
                          <m:r>
                            <m:rPr>
                              <m:sty m:val="p"/>
                            </m:rPr>
                            <a:rPr lang="en-GB" dirty="0" smtClean="0">
                              <a:latin typeface="Cambria Math" panose="02040503050406030204" pitchFamily="18" charset="0"/>
                            </a:rPr>
                            <m:t>HHT</m:t>
                          </m:r>
                          <m:r>
                            <a:rPr lang="en-GB" dirty="0" smtClean="0">
                              <a:latin typeface="Cambria Math" panose="02040503050406030204" pitchFamily="18" charset="0"/>
                            </a:rPr>
                            <m:t>,</m:t>
                          </m:r>
                          <m:r>
                            <a:rPr lang="en-IN" i="1" dirty="0">
                              <a:latin typeface="Cambria Math" panose="02040503050406030204" pitchFamily="18" charset="0"/>
                            </a:rPr>
                            <m:t> </m:t>
                          </m:r>
                          <m:r>
                            <m:rPr>
                              <m:sty m:val="p"/>
                            </m:rPr>
                            <a:rPr lang="en-GB" dirty="0" smtClean="0">
                              <a:latin typeface="Cambria Math" panose="02040503050406030204" pitchFamily="18" charset="0"/>
                            </a:rPr>
                            <m:t>HTH</m:t>
                          </m:r>
                          <m:r>
                            <a:rPr lang="en-GB" dirty="0" smtClean="0">
                              <a:latin typeface="Cambria Math" panose="02040503050406030204" pitchFamily="18" charset="0"/>
                            </a:rPr>
                            <m:t>,</m:t>
                          </m:r>
                          <m:r>
                            <a:rPr lang="en-IN" i="1" dirty="0">
                              <a:latin typeface="Cambria Math" panose="02040503050406030204" pitchFamily="18" charset="0"/>
                            </a:rPr>
                            <m:t> </m:t>
                          </m:r>
                          <m:r>
                            <m:rPr>
                              <m:sty m:val="p"/>
                            </m:rPr>
                            <a:rPr lang="en-GB" dirty="0" smtClean="0">
                              <a:latin typeface="Cambria Math" panose="02040503050406030204" pitchFamily="18" charset="0"/>
                            </a:rPr>
                            <m:t>HTT</m:t>
                          </m:r>
                          <m:r>
                            <a:rPr lang="en-GB" dirty="0" smtClean="0">
                              <a:latin typeface="Cambria Math" panose="02040503050406030204" pitchFamily="18" charset="0"/>
                            </a:rPr>
                            <m:t>,</m:t>
                          </m:r>
                          <m:r>
                            <a:rPr lang="en-IN" i="1" dirty="0">
                              <a:latin typeface="Cambria Math" panose="02040503050406030204" pitchFamily="18" charset="0"/>
                            </a:rPr>
                            <m:t> </m:t>
                          </m:r>
                          <m:r>
                            <m:rPr>
                              <m:sty m:val="p"/>
                            </m:rPr>
                            <a:rPr lang="en-GB" dirty="0" smtClean="0">
                              <a:latin typeface="Cambria Math" panose="02040503050406030204" pitchFamily="18" charset="0"/>
                            </a:rPr>
                            <m:t>THH</m:t>
                          </m:r>
                          <m:r>
                            <a:rPr lang="en-GB" dirty="0" smtClean="0">
                              <a:latin typeface="Cambria Math" panose="02040503050406030204" pitchFamily="18" charset="0"/>
                            </a:rPr>
                            <m:t>,</m:t>
                          </m:r>
                          <m:r>
                            <a:rPr lang="en-IN" i="1" dirty="0">
                              <a:latin typeface="Cambria Math" panose="02040503050406030204" pitchFamily="18" charset="0"/>
                            </a:rPr>
                            <m:t> </m:t>
                          </m:r>
                          <m:r>
                            <m:rPr>
                              <m:sty m:val="p"/>
                            </m:rPr>
                            <a:rPr lang="en-GB" dirty="0" smtClean="0">
                              <a:latin typeface="Cambria Math" panose="02040503050406030204" pitchFamily="18" charset="0"/>
                            </a:rPr>
                            <m:t>THT</m:t>
                          </m:r>
                          <m:r>
                            <a:rPr lang="en-GB" dirty="0" smtClean="0">
                              <a:latin typeface="Cambria Math" panose="02040503050406030204" pitchFamily="18" charset="0"/>
                            </a:rPr>
                            <m:t>,</m:t>
                          </m:r>
                          <m:r>
                            <a:rPr lang="en-IN" i="1" dirty="0">
                              <a:latin typeface="Cambria Math" panose="02040503050406030204" pitchFamily="18" charset="0"/>
                            </a:rPr>
                            <m:t> </m:t>
                          </m:r>
                          <m:r>
                            <m:rPr>
                              <m:sty m:val="p"/>
                            </m:rPr>
                            <a:rPr lang="en-GB" dirty="0" smtClean="0">
                              <a:latin typeface="Cambria Math" panose="02040503050406030204" pitchFamily="18" charset="0"/>
                            </a:rPr>
                            <m:t>TTH</m:t>
                          </m:r>
                          <m:r>
                            <a:rPr lang="en-GB" dirty="0" smtClean="0">
                              <a:latin typeface="Cambria Math" panose="02040503050406030204" pitchFamily="18" charset="0"/>
                            </a:rPr>
                            <m:t>,</m:t>
                          </m:r>
                          <m:r>
                            <a:rPr lang="en-IN" i="1" dirty="0">
                              <a:latin typeface="Cambria Math" panose="02040503050406030204" pitchFamily="18" charset="0"/>
                            </a:rPr>
                            <m:t> </m:t>
                          </m:r>
                          <m:r>
                            <m:rPr>
                              <m:sty m:val="p"/>
                            </m:rPr>
                            <a:rPr lang="en-GB" dirty="0" smtClean="0">
                              <a:latin typeface="Cambria Math" panose="02040503050406030204" pitchFamily="18" charset="0"/>
                            </a:rPr>
                            <m:t>TTT</m:t>
                          </m:r>
                          <m:r>
                            <a:rPr lang="en-GB" dirty="0" smtClean="0">
                              <a:latin typeface="Cambria Math" panose="02040503050406030204" pitchFamily="18" charset="0"/>
                            </a:rPr>
                            <m:t> </m:t>
                          </m:r>
                        </m:e>
                      </m:d>
                    </m:oMath>
                  </m:oMathPara>
                </a14:m>
                <a:endParaRPr lang="en-GB" dirty="0"/>
              </a:p>
              <a:p>
                <a:pPr marL="1162050" lvl="2" indent="0">
                  <a:buNone/>
                </a:pPr>
                <a:r>
                  <a:rPr lang="en-GB" dirty="0"/>
                  <a:t>Event </a:t>
                </a:r>
                <a14:m>
                  <m:oMath xmlns:m="http://schemas.openxmlformats.org/officeDocument/2006/math">
                    <m:r>
                      <m:rPr>
                        <m:sty m:val="p"/>
                      </m:rPr>
                      <a:rPr lang="en-GB" i="0" dirty="0" smtClean="0">
                        <a:latin typeface="Cambria Math" panose="02040503050406030204" pitchFamily="18" charset="0"/>
                      </a:rPr>
                      <m:t>A</m:t>
                    </m:r>
                  </m:oMath>
                </a14:m>
                <a:r>
                  <a:rPr lang="en-GB" dirty="0"/>
                  <a:t> : Exactly one head appeared</a:t>
                </a:r>
              </a:p>
              <a:p>
                <a:pPr marL="1162050" lvl="2" indent="0">
                  <a:buNone/>
                </a:pPr>
                <a:endParaRPr lang="en-US" dirty="0"/>
              </a:p>
              <a:p>
                <a:pPr marL="1162050" lvl="2" indent="0">
                  <a:buNone/>
                </a:pPr>
                <a:r>
                  <a:rPr lang="en-US" dirty="0"/>
                  <a:t>The complementary event corresponds to event </a:t>
                </a:r>
                <a14:m>
                  <m:oMath xmlns:m="http://schemas.openxmlformats.org/officeDocument/2006/math">
                    <m:r>
                      <m:rPr>
                        <m:sty m:val="p"/>
                      </m:rPr>
                      <a:rPr lang="en-US" i="0" dirty="0" smtClean="0">
                        <a:latin typeface="Cambria Math" panose="02040503050406030204" pitchFamily="18" charset="0"/>
                      </a:rPr>
                      <m:t>A</m:t>
                    </m:r>
                  </m:oMath>
                </a14:m>
                <a:r>
                  <a:rPr lang="en-US" dirty="0"/>
                  <a:t> is as follow:</a:t>
                </a:r>
                <a:endParaRPr lang="en-US" b="1"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7F7D10-D8B0-410E-807A-BCC5FEEF19E3}"/>
                  </a:ext>
                </a:extLst>
              </p:cNvPr>
              <p:cNvSpPr txBox="1"/>
              <p:nvPr/>
            </p:nvSpPr>
            <p:spPr>
              <a:xfrm>
                <a:off x="1340756" y="4181183"/>
                <a:ext cx="46445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A</m:t>
                      </m:r>
                    </m:oMath>
                  </m:oMathPara>
                </a14:m>
                <a:endParaRPr lang="en-IN" sz="2800" dirty="0">
                  <a:solidFill>
                    <a:srgbClr val="002060"/>
                  </a:solidFill>
                </a:endParaRPr>
              </a:p>
            </p:txBody>
          </p:sp>
        </mc:Choice>
        <mc:Fallback xmlns="">
          <p:sp>
            <p:nvSpPr>
              <p:cNvPr id="5" name="TextBox 4">
                <a:extLst>
                  <a:ext uri="{FF2B5EF4-FFF2-40B4-BE49-F238E27FC236}">
                    <a16:creationId xmlns:a16="http://schemas.microsoft.com/office/drawing/2014/main" id="{087F7D10-D8B0-410E-807A-BCC5FEEF19E3}"/>
                  </a:ext>
                </a:extLst>
              </p:cNvPr>
              <p:cNvSpPr txBox="1">
                <a:spLocks noRot="1" noChangeAspect="1" noMove="1" noResize="1" noEditPoints="1" noAdjustHandles="1" noChangeArrowheads="1" noChangeShapeType="1" noTextEdit="1"/>
              </p:cNvSpPr>
              <p:nvPr/>
            </p:nvSpPr>
            <p:spPr>
              <a:xfrm>
                <a:off x="1340756" y="4181183"/>
                <a:ext cx="464450"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5B26B78-0D4E-4D15-8809-19F3BF22C780}"/>
                  </a:ext>
                </a:extLst>
              </p:cNvPr>
              <p:cNvSpPr txBox="1"/>
              <p:nvPr/>
            </p:nvSpPr>
            <p:spPr>
              <a:xfrm>
                <a:off x="1340757" y="5523396"/>
                <a:ext cx="464450" cy="523220"/>
              </a:xfrm>
              <a:prstGeom prst="rect">
                <a:avLst/>
              </a:prstGeom>
              <a:noFill/>
            </p:spPr>
            <p:txBody>
              <a:bodyPr wrap="square">
                <a:spAutoFit/>
              </a:bodyPr>
              <a:lstStyle/>
              <a:p>
                <a:pPr marL="0" lvl="2"/>
                <a14:m>
                  <m:oMathPara xmlns:m="http://schemas.openxmlformats.org/officeDocument/2006/math">
                    <m:oMathParaPr>
                      <m:jc m:val="left"/>
                    </m:oMathParaPr>
                    <m:oMath xmlns:m="http://schemas.openxmlformats.org/officeDocument/2006/math">
                      <m:sSup>
                        <m:sSupPr>
                          <m:ctrlPr>
                            <a:rPr lang="en-IN" sz="2800" b="0" i="1" dirty="0" smtClean="0">
                              <a:solidFill>
                                <a:srgbClr val="002060"/>
                              </a:solidFill>
                              <a:latin typeface="Cambria Math" panose="02040503050406030204" pitchFamily="18" charset="0"/>
                            </a:rPr>
                          </m:ctrlPr>
                        </m:sSupPr>
                        <m:e>
                          <m:r>
                            <m:rPr>
                              <m:sty m:val="p"/>
                            </m:rPr>
                            <a:rPr lang="en-IN" sz="2800" b="0" i="0" dirty="0" smtClean="0">
                              <a:solidFill>
                                <a:srgbClr val="002060"/>
                              </a:solidFill>
                              <a:latin typeface="Cambria Math" panose="02040503050406030204" pitchFamily="18" charset="0"/>
                            </a:rPr>
                            <m:t>A</m:t>
                          </m:r>
                        </m:e>
                        <m:sup>
                          <m:r>
                            <a:rPr lang="en-IN" sz="2800" b="0" i="0" dirty="0" smtClean="0">
                              <a:solidFill>
                                <a:srgbClr val="002060"/>
                              </a:solidFill>
                              <a:latin typeface="Cambria Math" panose="02040503050406030204" pitchFamily="18" charset="0"/>
                            </a:rPr>
                            <m:t>′</m:t>
                          </m:r>
                        </m:sup>
                      </m:sSup>
                    </m:oMath>
                  </m:oMathPara>
                </a14:m>
                <a:endParaRPr lang="en-IN" sz="2800" dirty="0">
                  <a:solidFill>
                    <a:srgbClr val="002060"/>
                  </a:solidFill>
                </a:endParaRPr>
              </a:p>
            </p:txBody>
          </p:sp>
        </mc:Choice>
        <mc:Fallback xmlns="">
          <p:sp>
            <p:nvSpPr>
              <p:cNvPr id="7" name="TextBox 6">
                <a:extLst>
                  <a:ext uri="{FF2B5EF4-FFF2-40B4-BE49-F238E27FC236}">
                    <a16:creationId xmlns:a16="http://schemas.microsoft.com/office/drawing/2014/main" id="{95B26B78-0D4E-4D15-8809-19F3BF22C780}"/>
                  </a:ext>
                </a:extLst>
              </p:cNvPr>
              <p:cNvSpPr txBox="1">
                <a:spLocks noRot="1" noChangeAspect="1" noMove="1" noResize="1" noEditPoints="1" noAdjustHandles="1" noChangeArrowheads="1" noChangeShapeType="1" noTextEdit="1"/>
              </p:cNvSpPr>
              <p:nvPr/>
            </p:nvSpPr>
            <p:spPr>
              <a:xfrm>
                <a:off x="1340757" y="5523396"/>
                <a:ext cx="464450"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59AB475-0778-4AB4-AB17-630F7D7F56CD}"/>
                  </a:ext>
                </a:extLst>
              </p:cNvPr>
              <p:cNvSpPr txBox="1"/>
              <p:nvPr/>
            </p:nvSpPr>
            <p:spPr>
              <a:xfrm>
                <a:off x="1731595" y="5523396"/>
                <a:ext cx="6345605" cy="523220"/>
              </a:xfrm>
              <a:prstGeom prst="rect">
                <a:avLst/>
              </a:prstGeom>
              <a:noFill/>
            </p:spPr>
            <p:txBody>
              <a:bodyPr wrap="square">
                <a:spAutoFit/>
              </a:bodyPr>
              <a:lstStyle/>
              <a:p>
                <a:pPr marL="0" lvl="2"/>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d>
                        <m:dPr>
                          <m:begChr m:val="{"/>
                          <m:endChr m:val="}"/>
                          <m:ctrlPr>
                            <a:rPr lang="en-IN"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HHH</m:t>
                          </m:r>
                          <m:r>
                            <a:rPr lang="en-GB" sz="2800" dirty="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HHT</m:t>
                          </m:r>
                          <m:r>
                            <a:rPr lang="en-GB" sz="2800" dirty="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HTH</m:t>
                          </m:r>
                          <m:r>
                            <a:rPr lang="en-GB" sz="2800" dirty="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THH</m:t>
                          </m:r>
                          <m:r>
                            <a:rPr lang="en-GB" sz="2800" dirty="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TTT</m:t>
                          </m:r>
                          <m:r>
                            <a:rPr lang="en-US" sz="280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10" name="TextBox 9">
                <a:extLst>
                  <a:ext uri="{FF2B5EF4-FFF2-40B4-BE49-F238E27FC236}">
                    <a16:creationId xmlns:a16="http://schemas.microsoft.com/office/drawing/2014/main" id="{A59AB475-0778-4AB4-AB17-630F7D7F56CD}"/>
                  </a:ext>
                </a:extLst>
              </p:cNvPr>
              <p:cNvSpPr txBox="1">
                <a:spLocks noRot="1" noChangeAspect="1" noMove="1" noResize="1" noEditPoints="1" noAdjustHandles="1" noChangeArrowheads="1" noChangeShapeType="1" noTextEdit="1"/>
              </p:cNvSpPr>
              <p:nvPr/>
            </p:nvSpPr>
            <p:spPr>
              <a:xfrm>
                <a:off x="1731595" y="5523396"/>
                <a:ext cx="6345605"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A157EF5-91A7-416D-B53A-7ADAD9ABBB7F}"/>
                  </a:ext>
                </a:extLst>
              </p:cNvPr>
              <p:cNvSpPr txBox="1"/>
              <p:nvPr/>
            </p:nvSpPr>
            <p:spPr>
              <a:xfrm>
                <a:off x="1731595" y="4181183"/>
                <a:ext cx="355197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dirty="0">
                          <a:solidFill>
                            <a:srgbClr val="002060"/>
                          </a:solidFill>
                          <a:latin typeface="Cambria Math" panose="02040503050406030204" pitchFamily="18" charset="0"/>
                        </a:rPr>
                        <m:t>=</m:t>
                      </m:r>
                      <m:d>
                        <m:dPr>
                          <m:begChr m:val="{"/>
                          <m:endChr m:val="}"/>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 </m:t>
                          </m:r>
                          <m:r>
                            <m:rPr>
                              <m:sty m:val="p"/>
                            </m:rPr>
                            <a:rPr lang="en-GB" sz="2800" dirty="0">
                              <a:solidFill>
                                <a:srgbClr val="002060"/>
                              </a:solidFill>
                              <a:latin typeface="Cambria Math" panose="02040503050406030204" pitchFamily="18" charset="0"/>
                            </a:rPr>
                            <m:t>HTT</m:t>
                          </m:r>
                          <m:r>
                            <a:rPr lang="en-GB" sz="2800" dirty="0">
                              <a:solidFill>
                                <a:srgbClr val="002060"/>
                              </a:solidFill>
                              <a:latin typeface="Cambria Math" panose="02040503050406030204" pitchFamily="18" charset="0"/>
                            </a:rPr>
                            <m:t>, </m:t>
                          </m:r>
                          <m:r>
                            <m:rPr>
                              <m:sty m:val="p"/>
                            </m:rPr>
                            <a:rPr lang="en-GB" sz="2800" dirty="0">
                              <a:solidFill>
                                <a:srgbClr val="002060"/>
                              </a:solidFill>
                              <a:latin typeface="Cambria Math" panose="02040503050406030204" pitchFamily="18" charset="0"/>
                            </a:rPr>
                            <m:t>THT</m:t>
                          </m:r>
                          <m:r>
                            <a:rPr lang="en-GB" sz="2800" dirty="0">
                              <a:solidFill>
                                <a:srgbClr val="002060"/>
                              </a:solidFill>
                              <a:latin typeface="Cambria Math" panose="02040503050406030204" pitchFamily="18" charset="0"/>
                            </a:rPr>
                            <m:t>, </m:t>
                          </m:r>
                          <m:r>
                            <m:rPr>
                              <m:sty m:val="p"/>
                            </m:rPr>
                            <a:rPr lang="en-GB" sz="2800" dirty="0">
                              <a:solidFill>
                                <a:srgbClr val="002060"/>
                              </a:solidFill>
                              <a:latin typeface="Cambria Math" panose="02040503050406030204" pitchFamily="18" charset="0"/>
                            </a:rPr>
                            <m:t>TTH</m:t>
                          </m:r>
                          <m:r>
                            <a:rPr lang="en-GB" sz="2800" dirty="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11" name="TextBox 10">
                <a:extLst>
                  <a:ext uri="{FF2B5EF4-FFF2-40B4-BE49-F238E27FC236}">
                    <a16:creationId xmlns:a16="http://schemas.microsoft.com/office/drawing/2014/main" id="{BA157EF5-91A7-416D-B53A-7ADAD9ABBB7F}"/>
                  </a:ext>
                </a:extLst>
              </p:cNvPr>
              <p:cNvSpPr txBox="1">
                <a:spLocks noRot="1" noChangeAspect="1" noMove="1" noResize="1" noEditPoints="1" noAdjustHandles="1" noChangeArrowheads="1" noChangeShapeType="1" noTextEdit="1"/>
              </p:cNvSpPr>
              <p:nvPr/>
            </p:nvSpPr>
            <p:spPr>
              <a:xfrm>
                <a:off x="1731595" y="4181183"/>
                <a:ext cx="3551979" cy="523220"/>
              </a:xfrm>
              <a:prstGeom prst="rect">
                <a:avLst/>
              </a:prstGeom>
              <a:blipFill>
                <a:blip r:embed="rId6"/>
                <a:stretch>
                  <a:fillRect/>
                </a:stretch>
              </a:blipFill>
            </p:spPr>
            <p:txBody>
              <a:bodyPr/>
              <a:lstStyle/>
              <a:p>
                <a:r>
                  <a:rPr lang="en-IN">
                    <a:noFill/>
                  </a:rPr>
                  <a:t> </a:t>
                </a:r>
              </a:p>
            </p:txBody>
          </p:sp>
        </mc:Fallback>
      </mc:AlternateContent>
      <p:cxnSp>
        <p:nvCxnSpPr>
          <p:cNvPr id="8" name="Straight Connector 7">
            <a:extLst>
              <a:ext uri="{FF2B5EF4-FFF2-40B4-BE49-F238E27FC236}">
                <a16:creationId xmlns:a16="http://schemas.microsoft.com/office/drawing/2014/main" id="{0259E6FD-072B-44B0-9F2E-860021B86368}"/>
              </a:ext>
            </a:extLst>
          </p:cNvPr>
          <p:cNvCxnSpPr/>
          <p:nvPr/>
        </p:nvCxnSpPr>
        <p:spPr>
          <a:xfrm>
            <a:off x="5141012" y="3233902"/>
            <a:ext cx="647700" cy="0"/>
          </a:xfrm>
          <a:prstGeom prst="line">
            <a:avLst/>
          </a:prstGeom>
          <a:ln w="38100" cap="rnd">
            <a:solidFill>
              <a:srgbClr val="B71B1C"/>
            </a:soli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7D2A7AB-371E-403E-9F44-26B9ED1F7EA1}"/>
              </a:ext>
            </a:extLst>
          </p:cNvPr>
          <p:cNvCxnSpPr/>
          <p:nvPr/>
        </p:nvCxnSpPr>
        <p:spPr>
          <a:xfrm>
            <a:off x="6939332" y="3233902"/>
            <a:ext cx="647700" cy="0"/>
          </a:xfrm>
          <a:prstGeom prst="line">
            <a:avLst/>
          </a:prstGeom>
          <a:ln w="38100" cap="rnd">
            <a:solidFill>
              <a:srgbClr val="B71B1C"/>
            </a:solidFill>
            <a:roun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8B16660-8413-4177-B097-A0DD89BF32C1}"/>
              </a:ext>
            </a:extLst>
          </p:cNvPr>
          <p:cNvCxnSpPr/>
          <p:nvPr/>
        </p:nvCxnSpPr>
        <p:spPr>
          <a:xfrm>
            <a:off x="7846112" y="3233902"/>
            <a:ext cx="647700" cy="0"/>
          </a:xfrm>
          <a:prstGeom prst="line">
            <a:avLst/>
          </a:prstGeom>
          <a:ln w="38100" cap="rnd">
            <a:solidFill>
              <a:srgbClr val="B71B1C"/>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2913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7"/>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0"/>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xit" presetSubtype="0" fill="hold" nodeType="clickEffect">
                                  <p:stCondLst>
                                    <p:cond delay="0"/>
                                  </p:stCondLst>
                                  <p:childTnLst>
                                    <p:set>
                                      <p:cBhvr>
                                        <p:cTn id="57" dur="1" fill="hold">
                                          <p:stCondLst>
                                            <p:cond delay="0"/>
                                          </p:stCondLst>
                                        </p:cTn>
                                        <p:tgtEl>
                                          <p:spTgt spid="8"/>
                                        </p:tgtEl>
                                        <p:attrNameLst>
                                          <p:attrName>style.visibility</p:attrName>
                                        </p:attrNameLst>
                                      </p:cBhvr>
                                      <p:to>
                                        <p:strVal val="hidden"/>
                                      </p:to>
                                    </p:set>
                                  </p:childTnLst>
                                </p:cTn>
                              </p:par>
                            </p:childTnLst>
                          </p:cTn>
                        </p:par>
                        <p:par>
                          <p:cTn id="58" fill="hold">
                            <p:stCondLst>
                              <p:cond delay="0"/>
                            </p:stCondLst>
                            <p:childTnLst>
                              <p:par>
                                <p:cTn id="59" presetID="1" presetClass="exit" presetSubtype="0" fill="hold" nodeType="afterEffect">
                                  <p:stCondLst>
                                    <p:cond delay="0"/>
                                  </p:stCondLst>
                                  <p:childTnLst>
                                    <p:set>
                                      <p:cBhvr>
                                        <p:cTn id="60" dur="1" fill="hold">
                                          <p:stCondLst>
                                            <p:cond delay="0"/>
                                          </p:stCondLst>
                                        </p:cTn>
                                        <p:tgtEl>
                                          <p:spTgt spid="9"/>
                                        </p:tgtEl>
                                        <p:attrNameLst>
                                          <p:attrName>style.visibility</p:attrName>
                                        </p:attrNameLst>
                                      </p:cBhvr>
                                      <p:to>
                                        <p:strVal val="hidden"/>
                                      </p:to>
                                    </p:set>
                                  </p:childTnLst>
                                </p:cTn>
                              </p:par>
                            </p:childTnLst>
                          </p:cTn>
                        </p:par>
                        <p:par>
                          <p:cTn id="61" fill="hold">
                            <p:stCondLst>
                              <p:cond delay="0"/>
                            </p:stCondLst>
                            <p:childTnLst>
                              <p:par>
                                <p:cTn id="62" presetID="1" presetClass="exit" presetSubtype="0" fill="hold" nodeType="afterEffect">
                                  <p:stCondLst>
                                    <p:cond delay="0"/>
                                  </p:stCondLst>
                                  <p:childTnLst>
                                    <p:set>
                                      <p:cBhvr>
                                        <p:cTn id="63"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0" grpId="0"/>
      <p:bldP spid="11" grpId="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Types of Events</a:t>
            </a:r>
            <a:endParaRPr lang="en-US" dirty="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b="1" dirty="0"/>
                  <a:t>Mutually Exclusive Event</a:t>
                </a:r>
              </a:p>
              <a:p>
                <a:pPr lvl="1"/>
                <a:r>
                  <a:rPr lang="en-US" dirty="0"/>
                  <a:t>Events </a:t>
                </a:r>
                <a14:m>
                  <m:oMath xmlns:m="http://schemas.openxmlformats.org/officeDocument/2006/math">
                    <m:r>
                      <m:rPr>
                        <m:sty m:val="p"/>
                      </m:rPr>
                      <a:rPr lang="en-US" i="0" dirty="0" smtClean="0">
                        <a:latin typeface="Cambria Math" panose="02040503050406030204" pitchFamily="18" charset="0"/>
                      </a:rPr>
                      <m:t>A</m:t>
                    </m:r>
                  </m:oMath>
                </a14:m>
                <a:r>
                  <a:rPr lang="en-US" dirty="0"/>
                  <a:t> and </a:t>
                </a:r>
                <a14:m>
                  <m:oMath xmlns:m="http://schemas.openxmlformats.org/officeDocument/2006/math">
                    <m:r>
                      <m:rPr>
                        <m:sty m:val="p"/>
                      </m:rPr>
                      <a:rPr lang="en-US" i="0" dirty="0" smtClean="0">
                        <a:latin typeface="Cambria Math" panose="02040503050406030204" pitchFamily="18" charset="0"/>
                      </a:rPr>
                      <m:t>B</m:t>
                    </m:r>
                  </m:oMath>
                </a14:m>
                <a:r>
                  <a:rPr lang="en-US" dirty="0"/>
                  <a:t> are known as mutually exclusive even if </a:t>
                </a:r>
                <a14:m>
                  <m:oMath xmlns:m="http://schemas.openxmlformats.org/officeDocument/2006/math">
                    <m:r>
                      <a:rPr lang="en-US" b="1" i="0" smtClean="0">
                        <a:solidFill>
                          <a:srgbClr val="FF0000"/>
                        </a:solidFill>
                        <a:latin typeface="Cambria Math" panose="02040503050406030204" pitchFamily="18" charset="0"/>
                      </a:rPr>
                      <m:t>𝐀</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𝐁</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𝛟</m:t>
                    </m:r>
                  </m:oMath>
                </a14:m>
                <a:r>
                  <a:rPr lang="en-US" dirty="0"/>
                  <a:t>.</a:t>
                </a:r>
              </a:p>
              <a:p>
                <a:pPr lvl="1"/>
                <a:r>
                  <a:rPr lang="en-US" b="1" dirty="0">
                    <a:solidFill>
                      <a:schemeClr val="accent6">
                        <a:lumMod val="50000"/>
                      </a:schemeClr>
                    </a:solidFill>
                  </a:rPr>
                  <a:t>For example:</a:t>
                </a:r>
                <a:endParaRPr lang="en-IN" dirty="0"/>
              </a:p>
              <a:p>
                <a:pPr lvl="2"/>
                <a:r>
                  <a:rPr lang="en-US" dirty="0"/>
                  <a:t>For experiment of throwing a die, a sample space is</a:t>
                </a:r>
                <a:r>
                  <a:rPr lang="en-IN" dirty="0"/>
                  <a:t> </a:t>
                </a:r>
                <a:endParaRPr lang="en-IN" dirty="0">
                  <a:latin typeface="Cambria Math" panose="02040503050406030204" pitchFamily="18" charset="0"/>
                </a:endParaRPr>
              </a:p>
              <a:p>
                <a:pPr marL="914400" lvl="2" indent="0">
                  <a:buNone/>
                </a:pPr>
                <a14:m>
                  <m:oMathPara xmlns:m="http://schemas.openxmlformats.org/officeDocument/2006/math">
                    <m:oMathParaPr>
                      <m:jc m:val="left"/>
                    </m:oMathParaPr>
                    <m:oMath xmlns:m="http://schemas.openxmlformats.org/officeDocument/2006/math">
                      <m:r>
                        <m:rPr>
                          <m:sty m:val="p"/>
                        </m:rPr>
                        <a:rPr lang="en-US" i="0">
                          <a:latin typeface="Cambria Math" panose="02040503050406030204" pitchFamily="18" charset="0"/>
                        </a:rPr>
                        <m:t>S</m:t>
                      </m:r>
                      <m:r>
                        <a:rPr lang="en-US" i="0">
                          <a:latin typeface="Cambria Math" panose="02040503050406030204" pitchFamily="18" charset="0"/>
                        </a:rPr>
                        <m:t>=</m:t>
                      </m:r>
                      <m:d>
                        <m:dPr>
                          <m:begChr m:val="{"/>
                          <m:endChr m:val="}"/>
                          <m:ctrlPr>
                            <a:rPr lang="en-IN" i="1">
                              <a:latin typeface="Cambria Math" panose="02040503050406030204" pitchFamily="18" charset="0"/>
                            </a:rPr>
                          </m:ctrlPr>
                        </m:dPr>
                        <m:e>
                          <m:r>
                            <a:rPr lang="en-US" i="0">
                              <a:latin typeface="Cambria Math" panose="02040503050406030204" pitchFamily="18" charset="0"/>
                            </a:rPr>
                            <m:t> 1</m:t>
                          </m:r>
                          <m:r>
                            <a:rPr lang="en-IN" b="0" i="0" smtClean="0">
                              <a:latin typeface="Cambria Math" panose="02040503050406030204" pitchFamily="18" charset="0"/>
                            </a:rPr>
                            <m:t>, </m:t>
                          </m:r>
                          <m:r>
                            <a:rPr lang="en-US" i="0">
                              <a:latin typeface="Cambria Math" panose="02040503050406030204" pitchFamily="18" charset="0"/>
                            </a:rPr>
                            <m:t>2</m:t>
                          </m:r>
                          <m:r>
                            <a:rPr lang="en-IN" i="0">
                              <a:latin typeface="Cambria Math" panose="02040503050406030204" pitchFamily="18" charset="0"/>
                            </a:rPr>
                            <m:t>, </m:t>
                          </m:r>
                          <m:r>
                            <a:rPr lang="en-US" i="0">
                              <a:latin typeface="Cambria Math" panose="02040503050406030204" pitchFamily="18" charset="0"/>
                            </a:rPr>
                            <m:t>3</m:t>
                          </m:r>
                          <m:r>
                            <a:rPr lang="en-IN" i="0">
                              <a:latin typeface="Cambria Math" panose="02040503050406030204" pitchFamily="18" charset="0"/>
                            </a:rPr>
                            <m:t>, </m:t>
                          </m:r>
                          <m:r>
                            <a:rPr lang="en-US" i="0">
                              <a:latin typeface="Cambria Math" panose="02040503050406030204" pitchFamily="18" charset="0"/>
                            </a:rPr>
                            <m:t>4</m:t>
                          </m:r>
                          <m:r>
                            <a:rPr lang="en-IN" i="0">
                              <a:latin typeface="Cambria Math" panose="02040503050406030204" pitchFamily="18" charset="0"/>
                            </a:rPr>
                            <m:t>, </m:t>
                          </m:r>
                          <m:r>
                            <a:rPr lang="en-US" i="0">
                              <a:latin typeface="Cambria Math" panose="02040503050406030204" pitchFamily="18" charset="0"/>
                            </a:rPr>
                            <m:t>5</m:t>
                          </m:r>
                          <m:r>
                            <a:rPr lang="en-IN" i="0">
                              <a:latin typeface="Cambria Math" panose="02040503050406030204" pitchFamily="18" charset="0"/>
                            </a:rPr>
                            <m:t>, </m:t>
                          </m:r>
                          <m:r>
                            <a:rPr lang="en-US" i="0">
                              <a:latin typeface="Cambria Math" panose="02040503050406030204" pitchFamily="18" charset="0"/>
                            </a:rPr>
                            <m:t>6 </m:t>
                          </m:r>
                        </m:e>
                      </m:d>
                    </m:oMath>
                  </m:oMathPara>
                </a14:m>
                <a:endParaRPr lang="en-IN" dirty="0"/>
              </a:p>
              <a:p>
                <a:pPr marL="914400" indent="0">
                  <a:buNone/>
                </a:pPr>
                <a14:m>
                  <m:oMath xmlns:m="http://schemas.openxmlformats.org/officeDocument/2006/math">
                    <m:r>
                      <m:rPr>
                        <m:sty m:val="p"/>
                      </m:rPr>
                      <a:rPr lang="en-US" i="0">
                        <a:latin typeface="Cambria Math" panose="02040503050406030204" pitchFamily="18" charset="0"/>
                      </a:rPr>
                      <m:t>A</m:t>
                    </m:r>
                    <m:r>
                      <a:rPr lang="en-US" i="0">
                        <a:latin typeface="Cambria Math" panose="02040503050406030204" pitchFamily="18" charset="0"/>
                      </a:rPr>
                      <m:t>=</m:t>
                    </m:r>
                    <m:d>
                      <m:dPr>
                        <m:begChr m:val="{"/>
                        <m:endChr m:val="}"/>
                        <m:ctrlPr>
                          <a:rPr lang="en-IN" i="1">
                            <a:latin typeface="Cambria Math" panose="02040503050406030204" pitchFamily="18" charset="0"/>
                          </a:rPr>
                        </m:ctrlPr>
                      </m:dPr>
                      <m:e>
                        <m:r>
                          <a:rPr lang="en-US" i="0">
                            <a:latin typeface="Cambria Math" panose="02040503050406030204" pitchFamily="18" charset="0"/>
                          </a:rPr>
                          <m:t> 2</m:t>
                        </m:r>
                        <m:r>
                          <a:rPr lang="en-IN" i="0">
                            <a:latin typeface="Cambria Math" panose="02040503050406030204" pitchFamily="18" charset="0"/>
                          </a:rPr>
                          <m:t>, </m:t>
                        </m:r>
                        <m:r>
                          <a:rPr lang="en-US" i="0">
                            <a:latin typeface="Cambria Math" panose="02040503050406030204" pitchFamily="18" charset="0"/>
                          </a:rPr>
                          <m:t>4</m:t>
                        </m:r>
                        <m:r>
                          <a:rPr lang="en-IN" i="0">
                            <a:latin typeface="Cambria Math" panose="02040503050406030204" pitchFamily="18" charset="0"/>
                          </a:rPr>
                          <m:t>, </m:t>
                        </m:r>
                        <m:r>
                          <a:rPr lang="en-US" i="0">
                            <a:latin typeface="Cambria Math" panose="02040503050406030204" pitchFamily="18" charset="0"/>
                          </a:rPr>
                          <m:t>6 </m:t>
                        </m:r>
                      </m:e>
                    </m:d>
                    <m:r>
                      <a:rPr lang="en-IN" i="0">
                        <a:latin typeface="Cambria Math" panose="02040503050406030204" pitchFamily="18" charset="0"/>
                      </a:rPr>
                      <m:t>,  </m:t>
                    </m:r>
                    <m:r>
                      <m:rPr>
                        <m:sty m:val="p"/>
                      </m:rPr>
                      <a:rPr lang="en-US" i="0">
                        <a:latin typeface="Cambria Math" panose="02040503050406030204" pitchFamily="18" charset="0"/>
                      </a:rPr>
                      <m:t>B</m:t>
                    </m:r>
                    <m:r>
                      <a:rPr lang="en-US" i="0">
                        <a:latin typeface="Cambria Math" panose="02040503050406030204" pitchFamily="18" charset="0"/>
                      </a:rPr>
                      <m:t>=</m:t>
                    </m:r>
                    <m:d>
                      <m:dPr>
                        <m:begChr m:val="{"/>
                        <m:endChr m:val="}"/>
                        <m:ctrlPr>
                          <a:rPr lang="en-IN" i="1">
                            <a:latin typeface="Cambria Math" panose="02040503050406030204" pitchFamily="18" charset="0"/>
                          </a:rPr>
                        </m:ctrlPr>
                      </m:dPr>
                      <m:e>
                        <m:r>
                          <a:rPr lang="en-US" i="0">
                            <a:latin typeface="Cambria Math" panose="02040503050406030204" pitchFamily="18" charset="0"/>
                          </a:rPr>
                          <m:t> 1</m:t>
                        </m:r>
                        <m:r>
                          <a:rPr lang="en-IN" i="0">
                            <a:latin typeface="Cambria Math" panose="02040503050406030204" pitchFamily="18" charset="0"/>
                          </a:rPr>
                          <m:t>, </m:t>
                        </m:r>
                        <m:r>
                          <a:rPr lang="en-US" i="0">
                            <a:latin typeface="Cambria Math" panose="02040503050406030204" pitchFamily="18" charset="0"/>
                          </a:rPr>
                          <m:t>3</m:t>
                        </m:r>
                        <m:r>
                          <a:rPr lang="en-IN" i="0">
                            <a:latin typeface="Cambria Math" panose="02040503050406030204" pitchFamily="18" charset="0"/>
                          </a:rPr>
                          <m:t>, </m:t>
                        </m:r>
                        <m:r>
                          <a:rPr lang="en-US" i="0">
                            <a:latin typeface="Cambria Math" panose="02040503050406030204" pitchFamily="18" charset="0"/>
                          </a:rPr>
                          <m:t>5 </m:t>
                        </m:r>
                      </m:e>
                    </m:d>
                    <m:r>
                      <a:rPr lang="en-IN" i="0">
                        <a:latin typeface="Cambria Math" panose="02040503050406030204" pitchFamily="18" charset="0"/>
                      </a:rPr>
                      <m:t>,  </m:t>
                    </m:r>
                    <m:r>
                      <m:rPr>
                        <m:sty m:val="p"/>
                      </m:rPr>
                      <a:rPr lang="en-US" i="0">
                        <a:latin typeface="Cambria Math" panose="02040503050406030204" pitchFamily="18" charset="0"/>
                      </a:rPr>
                      <m:t>C</m:t>
                    </m:r>
                    <m:r>
                      <a:rPr lang="en-US" i="0">
                        <a:latin typeface="Cambria Math" panose="02040503050406030204" pitchFamily="18" charset="0"/>
                      </a:rPr>
                      <m:t>=</m:t>
                    </m:r>
                    <m:d>
                      <m:dPr>
                        <m:begChr m:val="{"/>
                        <m:endChr m:val="}"/>
                        <m:ctrlPr>
                          <a:rPr lang="en-IN" i="1">
                            <a:latin typeface="Cambria Math" panose="02040503050406030204" pitchFamily="18" charset="0"/>
                          </a:rPr>
                        </m:ctrlPr>
                      </m:dPr>
                      <m:e>
                        <m:r>
                          <a:rPr lang="en-US" i="0" smtClean="0">
                            <a:latin typeface="Cambria Math" panose="02040503050406030204" pitchFamily="18" charset="0"/>
                          </a:rPr>
                          <m:t> </m:t>
                        </m:r>
                        <m:r>
                          <a:rPr lang="en-US" i="0">
                            <a:latin typeface="Cambria Math" panose="02040503050406030204" pitchFamily="18" charset="0"/>
                          </a:rPr>
                          <m:t>2</m:t>
                        </m:r>
                        <m:r>
                          <a:rPr lang="en-IN" i="0">
                            <a:latin typeface="Cambria Math" panose="02040503050406030204" pitchFamily="18" charset="0"/>
                          </a:rPr>
                          <m:t>, </m:t>
                        </m:r>
                        <m:r>
                          <a:rPr lang="en-US" i="0">
                            <a:latin typeface="Cambria Math" panose="02040503050406030204" pitchFamily="18" charset="0"/>
                          </a:rPr>
                          <m:t>3</m:t>
                        </m:r>
                        <m:r>
                          <a:rPr lang="en-IN" i="0">
                            <a:latin typeface="Cambria Math" panose="02040503050406030204" pitchFamily="18" charset="0"/>
                          </a:rPr>
                          <m:t>, </m:t>
                        </m:r>
                        <m:r>
                          <a:rPr lang="en-US" i="0">
                            <a:latin typeface="Cambria Math" panose="02040503050406030204" pitchFamily="18" charset="0"/>
                          </a:rPr>
                          <m:t>5 </m:t>
                        </m:r>
                      </m:e>
                    </m:d>
                  </m:oMath>
                </a14:m>
                <a:r>
                  <a:rPr lang="en-IN" dirty="0"/>
                  <a:t> be events.</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A157EF5-91A7-416D-B53A-7ADAD9ABBB7F}"/>
                  </a:ext>
                </a:extLst>
              </p:cNvPr>
              <p:cNvSpPr txBox="1"/>
              <p:nvPr/>
            </p:nvSpPr>
            <p:spPr>
              <a:xfrm>
                <a:off x="1058906" y="5444745"/>
                <a:ext cx="3852000" cy="954107"/>
              </a:xfrm>
              <a:prstGeom prst="rect">
                <a:avLst/>
              </a:prstGeom>
              <a:noFill/>
            </p:spPr>
            <p:txBody>
              <a:bodyPr wrap="square">
                <a:spAutoFit/>
              </a:bodyPr>
              <a:lstStyle/>
              <a:p>
                <a:pPr marL="0" lvl="2" algn="just"/>
                <a:r>
                  <a:rPr lang="en-US" sz="2800" i="0" dirty="0">
                    <a:solidFill>
                      <a:srgbClr val="002060"/>
                    </a:solidFill>
                    <a:latin typeface="+mj-lt"/>
                  </a:rPr>
                  <a:t>Events </a:t>
                </a:r>
                <a14:m>
                  <m:oMath xmlns:m="http://schemas.openxmlformats.org/officeDocument/2006/math">
                    <m:r>
                      <m:rPr>
                        <m:sty m:val="p"/>
                      </m:rPr>
                      <a:rPr lang="en-US" sz="2800" i="0" dirty="0" smtClean="0">
                        <a:solidFill>
                          <a:srgbClr val="002060"/>
                        </a:solidFill>
                        <a:latin typeface="Cambria Math" panose="02040503050406030204" pitchFamily="18" charset="0"/>
                      </a:rPr>
                      <m:t>A</m:t>
                    </m:r>
                  </m:oMath>
                </a14:m>
                <a:r>
                  <a:rPr lang="en-US" sz="2800" i="0" dirty="0">
                    <a:solidFill>
                      <a:srgbClr val="002060"/>
                    </a:solidFill>
                    <a:latin typeface="+mj-lt"/>
                  </a:rPr>
                  <a:t> and </a:t>
                </a:r>
                <a14:m>
                  <m:oMath xmlns:m="http://schemas.openxmlformats.org/officeDocument/2006/math">
                    <m:r>
                      <m:rPr>
                        <m:sty m:val="p"/>
                      </m:rPr>
                      <a:rPr lang="en-US" sz="2800" i="0" dirty="0" smtClean="0">
                        <a:solidFill>
                          <a:srgbClr val="002060"/>
                        </a:solidFill>
                        <a:latin typeface="Cambria Math" panose="02040503050406030204" pitchFamily="18" charset="0"/>
                      </a:rPr>
                      <m:t>B</m:t>
                    </m:r>
                  </m:oMath>
                </a14:m>
                <a:r>
                  <a:rPr lang="en-US" sz="2800" i="0" dirty="0">
                    <a:solidFill>
                      <a:srgbClr val="002060"/>
                    </a:solidFill>
                    <a:latin typeface="+mj-lt"/>
                  </a:rPr>
                  <a:t> are mutually exclusive events.</a:t>
                </a:r>
                <a:endParaRPr lang="en-IN" sz="2800" dirty="0">
                  <a:solidFill>
                    <a:srgbClr val="002060"/>
                  </a:solidFill>
                </a:endParaRPr>
              </a:p>
            </p:txBody>
          </p:sp>
        </mc:Choice>
        <mc:Fallback xmlns="">
          <p:sp>
            <p:nvSpPr>
              <p:cNvPr id="11" name="TextBox 10">
                <a:extLst>
                  <a:ext uri="{FF2B5EF4-FFF2-40B4-BE49-F238E27FC236}">
                    <a16:creationId xmlns:a16="http://schemas.microsoft.com/office/drawing/2014/main" id="{BA157EF5-91A7-416D-B53A-7ADAD9ABBB7F}"/>
                  </a:ext>
                </a:extLst>
              </p:cNvPr>
              <p:cNvSpPr txBox="1">
                <a:spLocks noRot="1" noChangeAspect="1" noMove="1" noResize="1" noEditPoints="1" noAdjustHandles="1" noChangeArrowheads="1" noChangeShapeType="1" noTextEdit="1"/>
              </p:cNvSpPr>
              <p:nvPr/>
            </p:nvSpPr>
            <p:spPr>
              <a:xfrm>
                <a:off x="1058906" y="5444745"/>
                <a:ext cx="3852000" cy="954107"/>
              </a:xfrm>
              <a:prstGeom prst="rect">
                <a:avLst/>
              </a:prstGeom>
              <a:blipFill>
                <a:blip r:embed="rId3"/>
                <a:stretch>
                  <a:fillRect l="-3323" t="-5732" r="-3165" b="-171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4A938FF-7545-4183-9417-6783CB079F00}"/>
                  </a:ext>
                </a:extLst>
              </p:cNvPr>
              <p:cNvSpPr txBox="1"/>
              <p:nvPr/>
            </p:nvSpPr>
            <p:spPr>
              <a:xfrm>
                <a:off x="6096000" y="5444745"/>
                <a:ext cx="3852000" cy="954107"/>
              </a:xfrm>
              <a:prstGeom prst="rect">
                <a:avLst/>
              </a:prstGeom>
              <a:noFill/>
            </p:spPr>
            <p:txBody>
              <a:bodyPr wrap="square">
                <a:spAutoFit/>
              </a:bodyPr>
              <a:lstStyle/>
              <a:p>
                <a:pPr marL="0" lvl="2" algn="just"/>
                <a:r>
                  <a:rPr lang="en-US" sz="2800" i="0" dirty="0">
                    <a:solidFill>
                      <a:srgbClr val="002060"/>
                    </a:solidFill>
                    <a:latin typeface="+mj-lt"/>
                  </a:rPr>
                  <a:t>Events </a:t>
                </a:r>
                <a14:m>
                  <m:oMath xmlns:m="http://schemas.openxmlformats.org/officeDocument/2006/math">
                    <m:r>
                      <m:rPr>
                        <m:sty m:val="p"/>
                      </m:rPr>
                      <a:rPr lang="en-IN" sz="2800" b="0" i="0" dirty="0" smtClean="0">
                        <a:solidFill>
                          <a:srgbClr val="002060"/>
                        </a:solidFill>
                        <a:latin typeface="Cambria Math" panose="02040503050406030204" pitchFamily="18" charset="0"/>
                      </a:rPr>
                      <m:t>B</m:t>
                    </m:r>
                  </m:oMath>
                </a14:m>
                <a:r>
                  <a:rPr lang="en-US" sz="2800" i="0" dirty="0">
                    <a:solidFill>
                      <a:srgbClr val="002060"/>
                    </a:solidFill>
                    <a:latin typeface="+mj-lt"/>
                  </a:rPr>
                  <a:t> and </a:t>
                </a:r>
                <a14:m>
                  <m:oMath xmlns:m="http://schemas.openxmlformats.org/officeDocument/2006/math">
                    <m:r>
                      <m:rPr>
                        <m:sty m:val="p"/>
                      </m:rPr>
                      <a:rPr lang="en-IN" sz="2800" b="0" i="0" dirty="0" smtClean="0">
                        <a:solidFill>
                          <a:srgbClr val="002060"/>
                        </a:solidFill>
                        <a:latin typeface="Cambria Math" panose="02040503050406030204" pitchFamily="18" charset="0"/>
                      </a:rPr>
                      <m:t>C</m:t>
                    </m:r>
                  </m:oMath>
                </a14:m>
                <a:r>
                  <a:rPr lang="en-US" sz="2800" i="0" dirty="0">
                    <a:solidFill>
                      <a:srgbClr val="002060"/>
                    </a:solidFill>
                    <a:latin typeface="+mj-lt"/>
                  </a:rPr>
                  <a:t> are not mutually exclusive events.</a:t>
                </a:r>
                <a:endParaRPr lang="en-IN" sz="2800" dirty="0">
                  <a:solidFill>
                    <a:srgbClr val="002060"/>
                  </a:solidFill>
                </a:endParaRPr>
              </a:p>
            </p:txBody>
          </p:sp>
        </mc:Choice>
        <mc:Fallback xmlns="">
          <p:sp>
            <p:nvSpPr>
              <p:cNvPr id="8" name="TextBox 7">
                <a:extLst>
                  <a:ext uri="{FF2B5EF4-FFF2-40B4-BE49-F238E27FC236}">
                    <a16:creationId xmlns:a16="http://schemas.microsoft.com/office/drawing/2014/main" id="{C4A938FF-7545-4183-9417-6783CB079F00}"/>
                  </a:ext>
                </a:extLst>
              </p:cNvPr>
              <p:cNvSpPr txBox="1">
                <a:spLocks noRot="1" noChangeAspect="1" noMove="1" noResize="1" noEditPoints="1" noAdjustHandles="1" noChangeArrowheads="1" noChangeShapeType="1" noTextEdit="1"/>
              </p:cNvSpPr>
              <p:nvPr/>
            </p:nvSpPr>
            <p:spPr>
              <a:xfrm>
                <a:off x="6096000" y="5444745"/>
                <a:ext cx="3852000" cy="954107"/>
              </a:xfrm>
              <a:prstGeom prst="rect">
                <a:avLst/>
              </a:prstGeom>
              <a:blipFill>
                <a:blip r:embed="rId4"/>
                <a:stretch>
                  <a:fillRect l="-3165" t="-5732" r="-3165" b="-171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BBE4E77-D40C-4EE8-9236-616EA9B24AB8}"/>
                  </a:ext>
                </a:extLst>
              </p:cNvPr>
              <p:cNvSpPr txBox="1"/>
              <p:nvPr/>
            </p:nvSpPr>
            <p:spPr>
              <a:xfrm>
                <a:off x="1047862" y="4771547"/>
                <a:ext cx="1042196" cy="523220"/>
              </a:xfrm>
              <a:prstGeom prst="rect">
                <a:avLst/>
              </a:prstGeom>
              <a:noFill/>
            </p:spPr>
            <p:txBody>
              <a:bodyPr wrap="square">
                <a:spAutoFit/>
              </a:bodyPr>
              <a:lstStyle/>
              <a:p>
                <a:pPr marL="0" lvl="2"/>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A</m:t>
                      </m:r>
                      <m:r>
                        <a:rPr lang="en-US" sz="2800" smtClean="0">
                          <a:solidFill>
                            <a:srgbClr val="002060"/>
                          </a:solidFill>
                          <a:latin typeface="Cambria Math" panose="02040503050406030204" pitchFamily="18" charset="0"/>
                        </a:rPr>
                        <m:t>∩</m:t>
                      </m:r>
                      <m:r>
                        <m:rPr>
                          <m:sty m:val="p"/>
                        </m:rPr>
                        <a:rPr lang="en-US" sz="2800" smtClean="0">
                          <a:solidFill>
                            <a:srgbClr val="002060"/>
                          </a:solidFill>
                          <a:latin typeface="Cambria Math" panose="02040503050406030204" pitchFamily="18" charset="0"/>
                        </a:rPr>
                        <m:t>B</m:t>
                      </m:r>
                    </m:oMath>
                  </m:oMathPara>
                </a14:m>
                <a:endParaRPr lang="en-IN" sz="2800" dirty="0">
                  <a:solidFill>
                    <a:srgbClr val="002060"/>
                  </a:solidFill>
                </a:endParaRPr>
              </a:p>
            </p:txBody>
          </p:sp>
        </mc:Choice>
        <mc:Fallback xmlns="">
          <p:sp>
            <p:nvSpPr>
              <p:cNvPr id="6" name="TextBox 5">
                <a:extLst>
                  <a:ext uri="{FF2B5EF4-FFF2-40B4-BE49-F238E27FC236}">
                    <a16:creationId xmlns:a16="http://schemas.microsoft.com/office/drawing/2014/main" id="{DBBE4E77-D40C-4EE8-9236-616EA9B24AB8}"/>
                  </a:ext>
                </a:extLst>
              </p:cNvPr>
              <p:cNvSpPr txBox="1">
                <a:spLocks noRot="1" noChangeAspect="1" noMove="1" noResize="1" noEditPoints="1" noAdjustHandles="1" noChangeArrowheads="1" noChangeShapeType="1" noTextEdit="1"/>
              </p:cNvSpPr>
              <p:nvPr/>
            </p:nvSpPr>
            <p:spPr>
              <a:xfrm>
                <a:off x="1047862" y="4771547"/>
                <a:ext cx="1042196"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88544A9-D5D2-48FA-8284-AB0A37791E00}"/>
                  </a:ext>
                </a:extLst>
              </p:cNvPr>
              <p:cNvSpPr txBox="1"/>
              <p:nvPr/>
            </p:nvSpPr>
            <p:spPr>
              <a:xfrm>
                <a:off x="6096000" y="4771547"/>
                <a:ext cx="1042197" cy="523220"/>
              </a:xfrm>
              <a:prstGeom prst="rect">
                <a:avLst/>
              </a:prstGeom>
              <a:noFill/>
            </p:spPr>
            <p:txBody>
              <a:bodyPr wrap="square">
                <a:spAutoFit/>
              </a:bodyPr>
              <a:lstStyle/>
              <a:p>
                <a:pPr marL="0" lvl="2"/>
                <a14:m>
                  <m:oMathPara xmlns:m="http://schemas.openxmlformats.org/officeDocument/2006/math">
                    <m:oMathParaPr>
                      <m:jc m:val="left"/>
                    </m:oMathParaPr>
                    <m:oMath xmlns:m="http://schemas.openxmlformats.org/officeDocument/2006/math">
                      <m:r>
                        <m:rPr>
                          <m:sty m:val="p"/>
                        </m:rPr>
                        <a:rPr lang="en-US" sz="2800">
                          <a:solidFill>
                            <a:srgbClr val="002060"/>
                          </a:solidFill>
                          <a:latin typeface="Cambria Math" panose="02040503050406030204" pitchFamily="18" charset="0"/>
                        </a:rPr>
                        <m:t>B</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C</m:t>
                      </m:r>
                    </m:oMath>
                  </m:oMathPara>
                </a14:m>
                <a:endParaRPr lang="en-IN" sz="2800" dirty="0">
                  <a:solidFill>
                    <a:srgbClr val="002060"/>
                  </a:solidFill>
                </a:endParaRPr>
              </a:p>
            </p:txBody>
          </p:sp>
        </mc:Choice>
        <mc:Fallback xmlns="">
          <p:sp>
            <p:nvSpPr>
              <p:cNvPr id="7" name="TextBox 6">
                <a:extLst>
                  <a:ext uri="{FF2B5EF4-FFF2-40B4-BE49-F238E27FC236}">
                    <a16:creationId xmlns:a16="http://schemas.microsoft.com/office/drawing/2014/main" id="{688544A9-D5D2-48FA-8284-AB0A37791E00}"/>
                  </a:ext>
                </a:extLst>
              </p:cNvPr>
              <p:cNvSpPr txBox="1">
                <a:spLocks noRot="1" noChangeAspect="1" noMove="1" noResize="1" noEditPoints="1" noAdjustHandles="1" noChangeArrowheads="1" noChangeShapeType="1" noTextEdit="1"/>
              </p:cNvSpPr>
              <p:nvPr/>
            </p:nvSpPr>
            <p:spPr>
              <a:xfrm>
                <a:off x="6096000" y="4771547"/>
                <a:ext cx="1042197"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F300CE8-6CA2-48D0-906A-5F9055946459}"/>
                  </a:ext>
                </a:extLst>
              </p:cNvPr>
              <p:cNvSpPr txBox="1"/>
              <p:nvPr/>
            </p:nvSpPr>
            <p:spPr>
              <a:xfrm>
                <a:off x="2023021" y="4771547"/>
                <a:ext cx="1042196" cy="523220"/>
              </a:xfrm>
              <a:prstGeom prst="rect">
                <a:avLst/>
              </a:prstGeom>
              <a:noFill/>
            </p:spPr>
            <p:txBody>
              <a:bodyPr wrap="square">
                <a:spAutoFit/>
              </a:bodyPr>
              <a:lstStyle/>
              <a:p>
                <a:pPr marL="0" lvl="2"/>
                <a14:m>
                  <m:oMathPara xmlns:m="http://schemas.openxmlformats.org/officeDocument/2006/math">
                    <m:oMathParaPr>
                      <m:jc m:val="left"/>
                    </m:oMathParaPr>
                    <m:oMath xmlns:m="http://schemas.openxmlformats.org/officeDocument/2006/math">
                      <m:r>
                        <a:rPr lang="en-US" sz="2800" b="1" smtClean="0">
                          <a:solidFill>
                            <a:srgbClr val="FF0000"/>
                          </a:solidFill>
                          <a:latin typeface="Cambria Math" panose="02040503050406030204" pitchFamily="18" charset="0"/>
                        </a:rPr>
                        <m:t>=</m:t>
                      </m:r>
                      <m:r>
                        <a:rPr lang="en-US" sz="2800" b="1" i="1">
                          <a:solidFill>
                            <a:srgbClr val="FF0000"/>
                          </a:solidFill>
                          <a:latin typeface="Cambria Math" panose="02040503050406030204" pitchFamily="18" charset="0"/>
                        </a:rPr>
                        <m:t>𝛟</m:t>
                      </m:r>
                    </m:oMath>
                  </m:oMathPara>
                </a14:m>
                <a:endParaRPr lang="en-IN" sz="2800" b="1" dirty="0">
                  <a:solidFill>
                    <a:srgbClr val="FF0000"/>
                  </a:solidFill>
                </a:endParaRPr>
              </a:p>
            </p:txBody>
          </p:sp>
        </mc:Choice>
        <mc:Fallback xmlns="">
          <p:sp>
            <p:nvSpPr>
              <p:cNvPr id="9" name="TextBox 8">
                <a:extLst>
                  <a:ext uri="{FF2B5EF4-FFF2-40B4-BE49-F238E27FC236}">
                    <a16:creationId xmlns:a16="http://schemas.microsoft.com/office/drawing/2014/main" id="{AF300CE8-6CA2-48D0-906A-5F9055946459}"/>
                  </a:ext>
                </a:extLst>
              </p:cNvPr>
              <p:cNvSpPr txBox="1">
                <a:spLocks noRot="1" noChangeAspect="1" noMove="1" noResize="1" noEditPoints="1" noAdjustHandles="1" noChangeArrowheads="1" noChangeShapeType="1" noTextEdit="1"/>
              </p:cNvSpPr>
              <p:nvPr/>
            </p:nvSpPr>
            <p:spPr>
              <a:xfrm>
                <a:off x="2023021" y="4771547"/>
                <a:ext cx="1042196"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02F0CDC-AB99-4895-9A89-B523B810EB0B}"/>
                  </a:ext>
                </a:extLst>
              </p:cNvPr>
              <p:cNvSpPr txBox="1"/>
              <p:nvPr/>
            </p:nvSpPr>
            <p:spPr>
              <a:xfrm>
                <a:off x="7022082" y="4771547"/>
                <a:ext cx="1625599" cy="523220"/>
              </a:xfrm>
              <a:prstGeom prst="rect">
                <a:avLst/>
              </a:prstGeom>
              <a:noFill/>
            </p:spPr>
            <p:txBody>
              <a:bodyPr wrap="square">
                <a:spAutoFit/>
              </a:bodyPr>
              <a:lstStyle/>
              <a:p>
                <a:pPr marL="0" lvl="2"/>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d>
                        <m:dPr>
                          <m:begChr m:val="{"/>
                          <m:endChr m:val="}"/>
                          <m:ctrlPr>
                            <a:rPr lang="en-IN"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3</m:t>
                          </m:r>
                          <m:r>
                            <a:rPr lang="en-IN" sz="280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5 </m:t>
                          </m:r>
                        </m:e>
                      </m:d>
                    </m:oMath>
                  </m:oMathPara>
                </a14:m>
                <a:endParaRPr lang="en-IN" sz="2800" dirty="0">
                  <a:solidFill>
                    <a:srgbClr val="002060"/>
                  </a:solidFill>
                </a:endParaRPr>
              </a:p>
            </p:txBody>
          </p:sp>
        </mc:Choice>
        <mc:Fallback xmlns="">
          <p:sp>
            <p:nvSpPr>
              <p:cNvPr id="10" name="TextBox 9">
                <a:extLst>
                  <a:ext uri="{FF2B5EF4-FFF2-40B4-BE49-F238E27FC236}">
                    <a16:creationId xmlns:a16="http://schemas.microsoft.com/office/drawing/2014/main" id="{602F0CDC-AB99-4895-9A89-B523B810EB0B}"/>
                  </a:ext>
                </a:extLst>
              </p:cNvPr>
              <p:cNvSpPr txBox="1">
                <a:spLocks noRot="1" noChangeAspect="1" noMove="1" noResize="1" noEditPoints="1" noAdjustHandles="1" noChangeArrowheads="1" noChangeShapeType="1" noTextEdit="1"/>
              </p:cNvSpPr>
              <p:nvPr/>
            </p:nvSpPr>
            <p:spPr>
              <a:xfrm>
                <a:off x="7022082" y="4771547"/>
                <a:ext cx="1625599"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B8BB0B2-8513-465F-A0EE-E83A22D20B2D}"/>
                  </a:ext>
                </a:extLst>
              </p:cNvPr>
              <p:cNvSpPr txBox="1"/>
              <p:nvPr/>
            </p:nvSpPr>
            <p:spPr>
              <a:xfrm>
                <a:off x="8531567" y="4771547"/>
                <a:ext cx="1042196" cy="523220"/>
              </a:xfrm>
              <a:prstGeom prst="rect">
                <a:avLst/>
              </a:prstGeom>
              <a:noFill/>
            </p:spPr>
            <p:txBody>
              <a:bodyPr wrap="square">
                <a:spAutoFit/>
              </a:bodyPr>
              <a:lstStyle/>
              <a:p>
                <a:pPr marL="0" lvl="2"/>
                <a14:m>
                  <m:oMathPara xmlns:m="http://schemas.openxmlformats.org/officeDocument/2006/math">
                    <m:oMathParaPr>
                      <m:jc m:val="left"/>
                    </m:oMathParaPr>
                    <m:oMath xmlns:m="http://schemas.openxmlformats.org/officeDocument/2006/math">
                      <m:r>
                        <a:rPr lang="en-IN" sz="2800" b="1" i="1" smtClean="0">
                          <a:solidFill>
                            <a:srgbClr val="FF0000"/>
                          </a:solidFill>
                          <a:latin typeface="Cambria Math" panose="02040503050406030204" pitchFamily="18" charset="0"/>
                        </a:rPr>
                        <m:t>≠</m:t>
                      </m:r>
                      <m:r>
                        <a:rPr lang="en-US" sz="2800" b="1" i="1">
                          <a:solidFill>
                            <a:srgbClr val="FF0000"/>
                          </a:solidFill>
                          <a:latin typeface="Cambria Math" panose="02040503050406030204" pitchFamily="18" charset="0"/>
                        </a:rPr>
                        <m:t>𝛟</m:t>
                      </m:r>
                    </m:oMath>
                  </m:oMathPara>
                </a14:m>
                <a:endParaRPr lang="en-IN" sz="2800" b="1" dirty="0">
                  <a:solidFill>
                    <a:srgbClr val="FF0000"/>
                  </a:solidFill>
                </a:endParaRPr>
              </a:p>
            </p:txBody>
          </p:sp>
        </mc:Choice>
        <mc:Fallback xmlns="">
          <p:sp>
            <p:nvSpPr>
              <p:cNvPr id="12" name="TextBox 11">
                <a:extLst>
                  <a:ext uri="{FF2B5EF4-FFF2-40B4-BE49-F238E27FC236}">
                    <a16:creationId xmlns:a16="http://schemas.microsoft.com/office/drawing/2014/main" id="{5B8BB0B2-8513-465F-A0EE-E83A22D20B2D}"/>
                  </a:ext>
                </a:extLst>
              </p:cNvPr>
              <p:cNvSpPr txBox="1">
                <a:spLocks noRot="1" noChangeAspect="1" noMove="1" noResize="1" noEditPoints="1" noAdjustHandles="1" noChangeArrowheads="1" noChangeShapeType="1" noTextEdit="1"/>
              </p:cNvSpPr>
              <p:nvPr/>
            </p:nvSpPr>
            <p:spPr>
              <a:xfrm>
                <a:off x="8531567" y="4771547"/>
                <a:ext cx="1042196" cy="523220"/>
              </a:xfrm>
              <a:prstGeom prst="rect">
                <a:avLst/>
              </a:prstGeom>
              <a:blipFill>
                <a:blip r:embed="rId9"/>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780479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11" grpId="0"/>
      <p:bldP spid="8" grpId="0"/>
      <p:bldP spid="6" grpId="0"/>
      <p:bldP spid="7" grpId="0"/>
      <p:bldP spid="9" grpId="0"/>
      <p:bldP spid="10" grpId="0"/>
      <p:bldP spid="12" grpId="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Events</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b="1" dirty="0"/>
                  <a:t>Exhaustive Events</a:t>
                </a:r>
              </a:p>
              <a:p>
                <a:pPr lvl="1">
                  <a:spcAft>
                    <a:spcPts val="300"/>
                  </a:spcAft>
                </a:pPr>
                <a:r>
                  <a:rPr lang="en-US" dirty="0"/>
                  <a:t>Events </a:t>
                </a:r>
                <a14:m>
                  <m:oMath xmlns:m="http://schemas.openxmlformats.org/officeDocument/2006/math">
                    <m:sSub>
                      <m:sSubPr>
                        <m:ctrlPr>
                          <a:rPr lang="en-IN" i="1">
                            <a:latin typeface="Cambria Math" panose="02040503050406030204" pitchFamily="18" charset="0"/>
                          </a:rPr>
                        </m:ctrlPr>
                      </m:sSubPr>
                      <m:e>
                        <m:r>
                          <m:rPr>
                            <m:sty m:val="p"/>
                          </m:rPr>
                          <a:rPr lang="en-US">
                            <a:latin typeface="Cambria Math" panose="02040503050406030204" pitchFamily="18" charset="0"/>
                          </a:rPr>
                          <m:t>E</m:t>
                        </m:r>
                      </m:e>
                      <m:sub>
                        <m:r>
                          <a:rPr lang="en-US">
                            <a:latin typeface="Cambria Math" panose="02040503050406030204" pitchFamily="18" charset="0"/>
                          </a:rPr>
                          <m:t>1</m:t>
                        </m:r>
                      </m:sub>
                    </m:sSub>
                    <m:r>
                      <a:rPr lang="en-IN" b="0" i="0" smtClean="0">
                        <a:latin typeface="Cambria Math" panose="02040503050406030204" pitchFamily="18" charset="0"/>
                      </a:rPr>
                      <m:t>,</m:t>
                    </m:r>
                    <m:r>
                      <a:rPr lang="en-IN" b="0" i="1" smtClean="0">
                        <a:latin typeface="Cambria Math" panose="02040503050406030204" pitchFamily="18" charset="0"/>
                      </a:rPr>
                      <m:t> </m:t>
                    </m:r>
                    <m:sSub>
                      <m:sSubPr>
                        <m:ctrlPr>
                          <a:rPr lang="en-IN" i="1">
                            <a:latin typeface="Cambria Math" panose="02040503050406030204" pitchFamily="18" charset="0"/>
                          </a:rPr>
                        </m:ctrlPr>
                      </m:sSubPr>
                      <m:e>
                        <m:r>
                          <m:rPr>
                            <m:sty m:val="p"/>
                          </m:rPr>
                          <a:rPr lang="en-IN">
                            <a:latin typeface="Cambria Math" panose="02040503050406030204" pitchFamily="18" charset="0"/>
                          </a:rPr>
                          <m:t>E</m:t>
                        </m:r>
                      </m:e>
                      <m:sub>
                        <m:r>
                          <a:rPr lang="en-IN">
                            <a:latin typeface="Cambria Math" panose="02040503050406030204" pitchFamily="18" charset="0"/>
                          </a:rPr>
                          <m:t>2</m:t>
                        </m:r>
                      </m:sub>
                    </m:sSub>
                    <m:r>
                      <a:rPr lang="en-IN">
                        <a:latin typeface="Cambria Math" panose="02040503050406030204" pitchFamily="18" charset="0"/>
                      </a:rPr>
                      <m:t>,</m:t>
                    </m:r>
                    <m:r>
                      <a:rPr lang="en-IN" i="1">
                        <a:latin typeface="Cambria Math" panose="02040503050406030204" pitchFamily="18" charset="0"/>
                      </a:rPr>
                      <m:t> </m:t>
                    </m:r>
                    <m:r>
                      <a:rPr lang="en-IN">
                        <a:latin typeface="Cambria Math" panose="02040503050406030204" pitchFamily="18" charset="0"/>
                      </a:rPr>
                      <m:t>…,</m:t>
                    </m:r>
                    <m:r>
                      <a:rPr lang="en-IN" i="1">
                        <a:latin typeface="Cambria Math" panose="02040503050406030204" pitchFamily="18" charset="0"/>
                      </a:rPr>
                      <m:t> </m:t>
                    </m:r>
                    <m:sSub>
                      <m:sSubPr>
                        <m:ctrlPr>
                          <a:rPr lang="en-IN" i="1">
                            <a:latin typeface="Cambria Math" panose="02040503050406030204" pitchFamily="18" charset="0"/>
                          </a:rPr>
                        </m:ctrlPr>
                      </m:sSubPr>
                      <m:e>
                        <m:r>
                          <m:rPr>
                            <m:sty m:val="p"/>
                          </m:rPr>
                          <a:rPr lang="en-IN">
                            <a:latin typeface="Cambria Math" panose="02040503050406030204" pitchFamily="18" charset="0"/>
                          </a:rPr>
                          <m:t>E</m:t>
                        </m:r>
                      </m:e>
                      <m:sub>
                        <m:r>
                          <m:rPr>
                            <m:sty m:val="p"/>
                          </m:rPr>
                          <a:rPr lang="en-IN">
                            <a:latin typeface="Cambria Math" panose="02040503050406030204" pitchFamily="18" charset="0"/>
                          </a:rPr>
                          <m:t>n</m:t>
                        </m:r>
                      </m:sub>
                    </m:sSub>
                  </m:oMath>
                </a14:m>
                <a:r>
                  <a:rPr lang="en-IN" dirty="0"/>
                  <a:t> of a sample space </a:t>
                </a:r>
                <a14:m>
                  <m:oMath xmlns:m="http://schemas.openxmlformats.org/officeDocument/2006/math">
                    <m:r>
                      <m:rPr>
                        <m:sty m:val="p"/>
                      </m:rPr>
                      <a:rPr lang="en-IN" i="0" dirty="0" smtClean="0">
                        <a:latin typeface="Cambria Math" panose="02040503050406030204" pitchFamily="18" charset="0"/>
                      </a:rPr>
                      <m:t>S</m:t>
                    </m:r>
                  </m:oMath>
                </a14:m>
                <a:r>
                  <a:rPr lang="en-IN" dirty="0"/>
                  <a:t> are known as exhaustive events, if</a:t>
                </a:r>
                <a:endParaRPr lang="en-US" dirty="0"/>
              </a:p>
              <a:p>
                <a:pPr marL="622300" lvl="0" indent="0">
                  <a:buNone/>
                </a:pPr>
                <a14:m>
                  <m:oMathPara xmlns:m="http://schemas.openxmlformats.org/officeDocument/2006/math">
                    <m:oMathParaPr>
                      <m:jc m:val="left"/>
                    </m:oMathParaPr>
                    <m:oMath xmlns:m="http://schemas.openxmlformats.org/officeDocument/2006/math">
                      <m:nary>
                        <m:naryPr>
                          <m:chr m:val="⋃"/>
                          <m:ctrlPr>
                            <a:rPr lang="en-IN" b="1" i="1" smtClean="0">
                              <a:solidFill>
                                <a:srgbClr val="FF0000"/>
                              </a:solidFill>
                              <a:effectLst/>
                              <a:latin typeface="Cambria Math" panose="02040503050406030204" pitchFamily="18" charset="0"/>
                            </a:rPr>
                          </m:ctrlPr>
                        </m:naryPr>
                        <m:sub>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𝐢</m:t>
                          </m:r>
                          <m:r>
                            <a:rPr lang="en-IN" b="1">
                              <a:solidFill>
                                <a:srgbClr val="FF0000"/>
                              </a:solidFill>
                              <a:effectLst/>
                              <a:latin typeface="Cambria Math" panose="02040503050406030204" pitchFamily="18" charset="0"/>
                              <a:ea typeface="Calibri" panose="020F0502020204030204" pitchFamily="34" charset="0"/>
                              <a:cs typeface="Shruti" panose="020B0502040204020203" pitchFamily="34" charset="0"/>
                            </a:rPr>
                            <m:t>=</m:t>
                          </m:r>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𝟏</m:t>
                          </m:r>
                        </m:sub>
                        <m:sup>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𝐧</m:t>
                          </m:r>
                        </m:sup>
                        <m:e>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 </m:t>
                          </m:r>
                          <m:sSub>
                            <m:sSubPr>
                              <m:ctrlPr>
                                <a:rPr lang="en-IN" b="1" i="1">
                                  <a:solidFill>
                                    <a:srgbClr val="FF0000"/>
                                  </a:solidFill>
                                  <a:effectLst/>
                                  <a:latin typeface="Cambria Math" panose="02040503050406030204" pitchFamily="18" charset="0"/>
                                </a:rPr>
                              </m:ctrlPr>
                            </m:sSubPr>
                            <m:e>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𝐄</m:t>
                              </m:r>
                            </m:e>
                            <m:sub>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𝐢</m:t>
                              </m:r>
                            </m:sub>
                          </m:sSub>
                        </m:e>
                      </m:nary>
                      <m:r>
                        <a:rPr lang="en-IN" b="1">
                          <a:solidFill>
                            <a:srgbClr val="FF0000"/>
                          </a:solidFill>
                          <a:effectLst/>
                          <a:latin typeface="Cambria Math" panose="02040503050406030204" pitchFamily="18" charset="0"/>
                          <a:ea typeface="Calibri" panose="020F0502020204030204" pitchFamily="34" charset="0"/>
                          <a:cs typeface="Shruti" panose="020B0502040204020203" pitchFamily="34" charset="0"/>
                        </a:rPr>
                        <m:t>=</m:t>
                      </m:r>
                      <m:sSub>
                        <m:sSubPr>
                          <m:ctrlPr>
                            <a:rPr lang="en-IN" b="1" i="1">
                              <a:solidFill>
                                <a:srgbClr val="FF0000"/>
                              </a:solidFill>
                              <a:effectLst/>
                              <a:latin typeface="Cambria Math" panose="02040503050406030204" pitchFamily="18" charset="0"/>
                            </a:rPr>
                          </m:ctrlPr>
                        </m:sSubPr>
                        <m:e>
                          <m:r>
                            <a:rPr lang="en-US"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𝐄</m:t>
                          </m:r>
                        </m:e>
                        <m:sub>
                          <m:r>
                            <a:rPr lang="en-US"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𝟏</m:t>
                          </m:r>
                        </m:sub>
                      </m:sSub>
                      <m:r>
                        <a:rPr lang="en-US" b="1">
                          <a:solidFill>
                            <a:srgbClr val="FF0000"/>
                          </a:solidFill>
                          <a:effectLst/>
                          <a:latin typeface="Cambria Math" panose="02040503050406030204" pitchFamily="18" charset="0"/>
                          <a:ea typeface="Calibri" panose="020F0502020204030204" pitchFamily="34" charset="0"/>
                          <a:cs typeface="Shruti" panose="020B0502040204020203" pitchFamily="34" charset="0"/>
                        </a:rPr>
                        <m:t>∪</m:t>
                      </m:r>
                      <m:sSub>
                        <m:sSubPr>
                          <m:ctrlPr>
                            <a:rPr lang="en-IN" b="1" i="1">
                              <a:solidFill>
                                <a:srgbClr val="FF0000"/>
                              </a:solidFill>
                              <a:effectLst/>
                              <a:latin typeface="Cambria Math" panose="02040503050406030204" pitchFamily="18" charset="0"/>
                            </a:rPr>
                          </m:ctrlPr>
                        </m:sSubPr>
                        <m:e>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𝐄</m:t>
                          </m:r>
                        </m:e>
                        <m:sub>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𝟐</m:t>
                          </m:r>
                        </m:sub>
                      </m:sSub>
                      <m:r>
                        <a:rPr lang="en-US" b="1">
                          <a:solidFill>
                            <a:srgbClr val="FF0000"/>
                          </a:solidFill>
                          <a:effectLst/>
                          <a:latin typeface="Cambria Math" panose="02040503050406030204" pitchFamily="18" charset="0"/>
                          <a:ea typeface="Calibri" panose="020F0502020204030204" pitchFamily="34" charset="0"/>
                          <a:cs typeface="Shruti" panose="020B0502040204020203" pitchFamily="34" charset="0"/>
                        </a:rPr>
                        <m:t>∪</m:t>
                      </m:r>
                      <m:r>
                        <a:rPr lang="en-IN" b="1">
                          <a:solidFill>
                            <a:srgbClr val="FF0000"/>
                          </a:solidFill>
                          <a:effectLst/>
                          <a:latin typeface="Cambria Math" panose="02040503050406030204" pitchFamily="18" charset="0"/>
                          <a:ea typeface="Calibri" panose="020F0502020204030204" pitchFamily="34" charset="0"/>
                          <a:cs typeface="Shruti" panose="020B0502040204020203" pitchFamily="34" charset="0"/>
                        </a:rPr>
                        <m:t>…</m:t>
                      </m:r>
                      <m:r>
                        <a:rPr lang="en-US" b="1">
                          <a:solidFill>
                            <a:srgbClr val="FF0000"/>
                          </a:solidFill>
                          <a:effectLst/>
                          <a:latin typeface="Cambria Math" panose="02040503050406030204" pitchFamily="18" charset="0"/>
                          <a:ea typeface="Calibri" panose="020F0502020204030204" pitchFamily="34" charset="0"/>
                          <a:cs typeface="Shruti" panose="020B0502040204020203" pitchFamily="34" charset="0"/>
                        </a:rPr>
                        <m:t>∪</m:t>
                      </m:r>
                      <m:sSub>
                        <m:sSubPr>
                          <m:ctrlPr>
                            <a:rPr lang="en-IN" b="1" i="1">
                              <a:solidFill>
                                <a:srgbClr val="FF0000"/>
                              </a:solidFill>
                              <a:effectLst/>
                              <a:latin typeface="Cambria Math" panose="02040503050406030204" pitchFamily="18" charset="0"/>
                            </a:rPr>
                          </m:ctrlPr>
                        </m:sSubPr>
                        <m:e>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𝐄</m:t>
                          </m:r>
                        </m:e>
                        <m:sub>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𝐧</m:t>
                          </m:r>
                        </m:sub>
                      </m:sSub>
                      <m:r>
                        <a:rPr lang="en-IN" b="1">
                          <a:solidFill>
                            <a:srgbClr val="FF0000"/>
                          </a:solidFill>
                          <a:effectLst/>
                          <a:latin typeface="Cambria Math" panose="02040503050406030204" pitchFamily="18" charset="0"/>
                          <a:ea typeface="Calibri" panose="020F0502020204030204" pitchFamily="34" charset="0"/>
                          <a:cs typeface="Shruti" panose="020B0502040204020203" pitchFamily="34" charset="0"/>
                        </a:rPr>
                        <m:t>=</m:t>
                      </m:r>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𝐒</m:t>
                      </m:r>
                    </m:oMath>
                  </m:oMathPara>
                </a14:m>
                <a:endParaRPr lang="en-IN"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3"/>
                <a:stretch>
                  <a:fillRect l="-971"/>
                </a:stretch>
              </a:blipFill>
            </p:spPr>
            <p:txBody>
              <a:bodyPr/>
              <a:lstStyle/>
              <a:p>
                <a:r>
                  <a:rPr lang="en-IN">
                    <a:noFill/>
                  </a:rPr>
                  <a:t> </a:t>
                </a:r>
              </a:p>
            </p:txBody>
          </p:sp>
        </mc:Fallback>
      </mc:AlternateContent>
    </p:spTree>
    <p:extLst>
      <p:ext uri="{BB962C8B-B14F-4D97-AF65-F5344CB8AC3E}">
        <p14:creationId xmlns:p14="http://schemas.microsoft.com/office/powerpoint/2010/main" val="3408165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Events</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b="1" dirty="0"/>
                  <a:t>Exhaustive Events</a:t>
                </a:r>
              </a:p>
              <a:p>
                <a:pPr lvl="1"/>
                <a:r>
                  <a:rPr lang="en-US" b="1" dirty="0">
                    <a:solidFill>
                      <a:schemeClr val="accent6">
                        <a:lumMod val="50000"/>
                      </a:schemeClr>
                    </a:solidFill>
                  </a:rPr>
                  <a:t>For example:</a:t>
                </a:r>
                <a:endParaRPr lang="en-IN" dirty="0"/>
              </a:p>
              <a:p>
                <a:pPr lvl="2"/>
                <a:r>
                  <a:rPr lang="en-GB" dirty="0"/>
                  <a:t>In experiment of rolling a die, </a:t>
                </a:r>
                <a14:m>
                  <m:oMath xmlns:m="http://schemas.openxmlformats.org/officeDocument/2006/math">
                    <m:r>
                      <m:rPr>
                        <m:sty m:val="p"/>
                      </m:rPr>
                      <a:rPr lang="en-GB" i="0" dirty="0" smtClean="0">
                        <a:latin typeface="Cambria Math" panose="02040503050406030204" pitchFamily="18" charset="0"/>
                      </a:rPr>
                      <m:t>S</m:t>
                    </m:r>
                    <m:r>
                      <a:rPr lang="en-GB" i="0" dirty="0" smtClean="0">
                        <a:latin typeface="Cambria Math" panose="02040503050406030204" pitchFamily="18" charset="0"/>
                      </a:rPr>
                      <m:t>=</m:t>
                    </m:r>
                    <m:d>
                      <m:dPr>
                        <m:begChr m:val="{"/>
                        <m:endChr m:val="}"/>
                        <m:ctrlPr>
                          <a:rPr lang="en-GB" i="1" dirty="0" smtClean="0">
                            <a:latin typeface="Cambria Math" panose="02040503050406030204" pitchFamily="18" charset="0"/>
                          </a:rPr>
                        </m:ctrlPr>
                      </m:dPr>
                      <m:e>
                        <m:r>
                          <a:rPr lang="en-GB" i="0" dirty="0" smtClean="0">
                            <a:latin typeface="Cambria Math" panose="02040503050406030204" pitchFamily="18" charset="0"/>
                          </a:rPr>
                          <m:t> 1</m:t>
                        </m:r>
                        <m:r>
                          <a:rPr lang="en-IN" b="0" i="0" dirty="0" smtClean="0">
                            <a:latin typeface="Cambria Math" panose="02040503050406030204" pitchFamily="18" charset="0"/>
                          </a:rPr>
                          <m:t>,</m:t>
                        </m:r>
                        <m:r>
                          <a:rPr lang="en-IN" b="0" i="1" dirty="0" smtClean="0">
                            <a:latin typeface="Cambria Math" panose="02040503050406030204" pitchFamily="18" charset="0"/>
                          </a:rPr>
                          <m:t> </m:t>
                        </m:r>
                        <m:r>
                          <a:rPr lang="en-GB" i="0" dirty="0" smtClean="0">
                            <a:latin typeface="Cambria Math" panose="02040503050406030204" pitchFamily="18" charset="0"/>
                          </a:rPr>
                          <m:t>2</m:t>
                        </m:r>
                        <m:r>
                          <a:rPr lang="en-IN" dirty="0">
                            <a:latin typeface="Cambria Math" panose="02040503050406030204" pitchFamily="18" charset="0"/>
                          </a:rPr>
                          <m:t>,</m:t>
                        </m:r>
                        <m:r>
                          <a:rPr lang="en-IN" i="1" dirty="0">
                            <a:latin typeface="Cambria Math" panose="02040503050406030204" pitchFamily="18" charset="0"/>
                          </a:rPr>
                          <m:t> </m:t>
                        </m:r>
                        <m:r>
                          <a:rPr lang="en-GB" i="0" dirty="0" smtClean="0">
                            <a:latin typeface="Cambria Math" panose="02040503050406030204" pitchFamily="18" charset="0"/>
                          </a:rPr>
                          <m:t>3</m:t>
                        </m:r>
                        <m:r>
                          <a:rPr lang="en-IN" dirty="0">
                            <a:latin typeface="Cambria Math" panose="02040503050406030204" pitchFamily="18" charset="0"/>
                          </a:rPr>
                          <m:t>,</m:t>
                        </m:r>
                        <m:r>
                          <a:rPr lang="en-IN" i="1" dirty="0">
                            <a:latin typeface="Cambria Math" panose="02040503050406030204" pitchFamily="18" charset="0"/>
                          </a:rPr>
                          <m:t> </m:t>
                        </m:r>
                        <m:r>
                          <a:rPr lang="en-GB" i="0" dirty="0" smtClean="0">
                            <a:latin typeface="Cambria Math" panose="02040503050406030204" pitchFamily="18" charset="0"/>
                          </a:rPr>
                          <m:t>4</m:t>
                        </m:r>
                        <m:r>
                          <a:rPr lang="en-IN" dirty="0">
                            <a:latin typeface="Cambria Math" panose="02040503050406030204" pitchFamily="18" charset="0"/>
                          </a:rPr>
                          <m:t>,</m:t>
                        </m:r>
                        <m:r>
                          <a:rPr lang="en-IN" i="1" dirty="0">
                            <a:latin typeface="Cambria Math" panose="02040503050406030204" pitchFamily="18" charset="0"/>
                          </a:rPr>
                          <m:t> </m:t>
                        </m:r>
                        <m:r>
                          <a:rPr lang="en-GB" i="0" dirty="0" smtClean="0">
                            <a:latin typeface="Cambria Math" panose="02040503050406030204" pitchFamily="18" charset="0"/>
                          </a:rPr>
                          <m:t>5</m:t>
                        </m:r>
                        <m:r>
                          <a:rPr lang="en-IN" dirty="0">
                            <a:latin typeface="Cambria Math" panose="02040503050406030204" pitchFamily="18" charset="0"/>
                          </a:rPr>
                          <m:t>,</m:t>
                        </m:r>
                        <m:r>
                          <a:rPr lang="en-IN" i="1" dirty="0">
                            <a:latin typeface="Cambria Math" panose="02040503050406030204" pitchFamily="18" charset="0"/>
                          </a:rPr>
                          <m:t> </m:t>
                        </m:r>
                        <m:r>
                          <a:rPr lang="en-GB" i="0" dirty="0" smtClean="0">
                            <a:latin typeface="Cambria Math" panose="02040503050406030204" pitchFamily="18" charset="0"/>
                          </a:rPr>
                          <m:t>6 </m:t>
                        </m:r>
                      </m:e>
                    </m:d>
                  </m:oMath>
                </a14:m>
                <a:r>
                  <a:rPr lang="en-GB" dirty="0"/>
                  <a:t>.</a:t>
                </a:r>
              </a:p>
              <a:p>
                <a:pPr marL="895350" lvl="2" indent="0">
                  <a:buNone/>
                </a:pPr>
                <a:r>
                  <a:rPr lang="en-GB" dirty="0"/>
                  <a:t>Let Event </a:t>
                </a:r>
                <a14:m>
                  <m:oMath xmlns:m="http://schemas.openxmlformats.org/officeDocument/2006/math">
                    <m:r>
                      <m:rPr>
                        <m:sty m:val="p"/>
                      </m:rPr>
                      <a:rPr lang="en-GB" i="0" dirty="0" smtClean="0">
                        <a:latin typeface="Cambria Math" panose="02040503050406030204" pitchFamily="18" charset="0"/>
                      </a:rPr>
                      <m:t>A</m:t>
                    </m:r>
                  </m:oMath>
                </a14:m>
                <a:r>
                  <a:rPr lang="en-GB" dirty="0"/>
                  <a:t> : A number less than </a:t>
                </a:r>
                <a14:m>
                  <m:oMath xmlns:m="http://schemas.openxmlformats.org/officeDocument/2006/math">
                    <m:r>
                      <a:rPr lang="en-GB" i="1" dirty="0" smtClean="0">
                        <a:latin typeface="Cambria Math" panose="02040503050406030204" pitchFamily="18" charset="0"/>
                      </a:rPr>
                      <m:t>4</m:t>
                    </m:r>
                  </m:oMath>
                </a14:m>
                <a:r>
                  <a:rPr lang="en-GB" dirty="0"/>
                  <a:t> appears </a:t>
                </a:r>
                <a14:m>
                  <m:oMath xmlns:m="http://schemas.openxmlformats.org/officeDocument/2006/math">
                    <m:r>
                      <a:rPr lang="en-IN" i="1" dirty="0">
                        <a:latin typeface="Cambria Math" panose="02040503050406030204" pitchFamily="18" charset="0"/>
                      </a:rPr>
                      <m:t>⇒</m:t>
                    </m:r>
                    <m:r>
                      <m:rPr>
                        <m:sty m:val="p"/>
                      </m:rPr>
                      <a:rPr lang="en-GB" i="0" dirty="0" smtClean="0">
                        <a:latin typeface="Cambria Math" panose="02040503050406030204" pitchFamily="18" charset="0"/>
                      </a:rPr>
                      <m:t>A</m:t>
                    </m:r>
                    <m:r>
                      <a:rPr lang="en-GB" i="0" dirty="0" smtClean="0">
                        <a:latin typeface="Cambria Math" panose="02040503050406030204" pitchFamily="18" charset="0"/>
                      </a:rPr>
                      <m:t>=</m:t>
                    </m:r>
                    <m:d>
                      <m:dPr>
                        <m:begChr m:val="{"/>
                        <m:endChr m:val="}"/>
                        <m:ctrlPr>
                          <a:rPr lang="en-GB" i="1" dirty="0" smtClean="0">
                            <a:latin typeface="Cambria Math" panose="02040503050406030204" pitchFamily="18" charset="0"/>
                          </a:rPr>
                        </m:ctrlPr>
                      </m:dPr>
                      <m:e>
                        <m:r>
                          <a:rPr lang="en-GB" i="0" dirty="0" smtClean="0">
                            <a:latin typeface="Cambria Math" panose="02040503050406030204" pitchFamily="18" charset="0"/>
                          </a:rPr>
                          <m:t> </m:t>
                        </m:r>
                        <m:r>
                          <a:rPr lang="en-GB" i="0" dirty="0">
                            <a:latin typeface="Cambria Math" panose="02040503050406030204" pitchFamily="18" charset="0"/>
                          </a:rPr>
                          <m:t>1</m:t>
                        </m:r>
                        <m:r>
                          <a:rPr lang="en-IN" dirty="0">
                            <a:latin typeface="Cambria Math" panose="02040503050406030204" pitchFamily="18" charset="0"/>
                          </a:rPr>
                          <m:t>,</m:t>
                        </m:r>
                        <m:r>
                          <a:rPr lang="en-IN" i="1" dirty="0">
                            <a:latin typeface="Cambria Math" panose="02040503050406030204" pitchFamily="18" charset="0"/>
                          </a:rPr>
                          <m:t> </m:t>
                        </m:r>
                        <m:r>
                          <a:rPr lang="en-GB" i="0" dirty="0">
                            <a:latin typeface="Cambria Math" panose="02040503050406030204" pitchFamily="18" charset="0"/>
                          </a:rPr>
                          <m:t>2</m:t>
                        </m:r>
                        <m:r>
                          <a:rPr lang="en-IN" dirty="0">
                            <a:latin typeface="Cambria Math" panose="02040503050406030204" pitchFamily="18" charset="0"/>
                          </a:rPr>
                          <m:t>,</m:t>
                        </m:r>
                        <m:r>
                          <a:rPr lang="en-IN" i="1" dirty="0">
                            <a:latin typeface="Cambria Math" panose="02040503050406030204" pitchFamily="18" charset="0"/>
                          </a:rPr>
                          <m:t> </m:t>
                        </m:r>
                        <m:r>
                          <a:rPr lang="en-GB" i="0" dirty="0">
                            <a:latin typeface="Cambria Math" panose="02040503050406030204" pitchFamily="18" charset="0"/>
                          </a:rPr>
                          <m:t>3 </m:t>
                        </m:r>
                      </m:e>
                    </m:d>
                  </m:oMath>
                </a14:m>
                <a:endParaRPr lang="en-GB" dirty="0"/>
              </a:p>
              <a:p>
                <a:pPr marL="1428750" lvl="2" indent="0">
                  <a:buNone/>
                </a:pPr>
                <a:r>
                  <a:rPr lang="en-GB" dirty="0"/>
                  <a:t>Event </a:t>
                </a:r>
                <a14:m>
                  <m:oMath xmlns:m="http://schemas.openxmlformats.org/officeDocument/2006/math">
                    <m:r>
                      <m:rPr>
                        <m:sty m:val="p"/>
                      </m:rPr>
                      <a:rPr lang="en-GB" i="0" dirty="0" smtClean="0">
                        <a:latin typeface="Cambria Math" panose="02040503050406030204" pitchFamily="18" charset="0"/>
                      </a:rPr>
                      <m:t>B</m:t>
                    </m:r>
                  </m:oMath>
                </a14:m>
                <a:r>
                  <a:rPr lang="en-GB" dirty="0"/>
                  <a:t> : A number greater than </a:t>
                </a:r>
                <a14:m>
                  <m:oMath xmlns:m="http://schemas.openxmlformats.org/officeDocument/2006/math">
                    <m:r>
                      <a:rPr lang="en-GB" i="1" dirty="0" smtClean="0">
                        <a:latin typeface="Cambria Math" panose="02040503050406030204" pitchFamily="18" charset="0"/>
                      </a:rPr>
                      <m:t>2</m:t>
                    </m:r>
                  </m:oMath>
                </a14:m>
                <a:r>
                  <a:rPr lang="en-GB" dirty="0"/>
                  <a:t> but less than </a:t>
                </a:r>
                <a14:m>
                  <m:oMath xmlns:m="http://schemas.openxmlformats.org/officeDocument/2006/math">
                    <m:r>
                      <a:rPr lang="en-GB" i="1" dirty="0" smtClean="0">
                        <a:latin typeface="Cambria Math" panose="02040503050406030204" pitchFamily="18" charset="0"/>
                      </a:rPr>
                      <m:t>5</m:t>
                    </m:r>
                  </m:oMath>
                </a14:m>
                <a:r>
                  <a:rPr lang="en-GB" dirty="0"/>
                  <a:t> appears </a:t>
                </a:r>
                <a14:m>
                  <m:oMath xmlns:m="http://schemas.openxmlformats.org/officeDocument/2006/math">
                    <m:r>
                      <a:rPr lang="en-IN" i="1" dirty="0">
                        <a:latin typeface="Cambria Math" panose="02040503050406030204" pitchFamily="18" charset="0"/>
                      </a:rPr>
                      <m:t>⇒</m:t>
                    </m:r>
                    <m:r>
                      <m:rPr>
                        <m:sty m:val="p"/>
                      </m:rPr>
                      <a:rPr lang="en-GB" i="0" dirty="0" smtClean="0">
                        <a:latin typeface="Cambria Math" panose="02040503050406030204" pitchFamily="18" charset="0"/>
                      </a:rPr>
                      <m:t>B</m:t>
                    </m:r>
                    <m:r>
                      <a:rPr lang="en-GB" i="0" dirty="0" smtClean="0">
                        <a:latin typeface="Cambria Math" panose="02040503050406030204" pitchFamily="18" charset="0"/>
                      </a:rPr>
                      <m:t>=</m:t>
                    </m:r>
                    <m:d>
                      <m:dPr>
                        <m:begChr m:val="{"/>
                        <m:endChr m:val="}"/>
                        <m:ctrlPr>
                          <a:rPr lang="en-GB" i="1" dirty="0" smtClean="0">
                            <a:latin typeface="Cambria Math" panose="02040503050406030204" pitchFamily="18" charset="0"/>
                          </a:rPr>
                        </m:ctrlPr>
                      </m:dPr>
                      <m:e>
                        <m:r>
                          <a:rPr lang="en-GB" i="0" dirty="0" smtClean="0">
                            <a:latin typeface="Cambria Math" panose="02040503050406030204" pitchFamily="18" charset="0"/>
                          </a:rPr>
                          <m:t> 3</m:t>
                        </m:r>
                        <m:r>
                          <a:rPr lang="en-IN" dirty="0">
                            <a:latin typeface="Cambria Math" panose="02040503050406030204" pitchFamily="18" charset="0"/>
                          </a:rPr>
                          <m:t>,</m:t>
                        </m:r>
                        <m:r>
                          <a:rPr lang="en-IN" i="1" dirty="0">
                            <a:latin typeface="Cambria Math" panose="02040503050406030204" pitchFamily="18" charset="0"/>
                          </a:rPr>
                          <m:t> </m:t>
                        </m:r>
                        <m:r>
                          <a:rPr lang="en-GB" i="0" dirty="0" smtClean="0">
                            <a:latin typeface="Cambria Math" panose="02040503050406030204" pitchFamily="18" charset="0"/>
                          </a:rPr>
                          <m:t>4 </m:t>
                        </m:r>
                      </m:e>
                    </m:d>
                  </m:oMath>
                </a14:m>
                <a:endParaRPr lang="en-GB" dirty="0"/>
              </a:p>
              <a:p>
                <a:pPr marL="1428750" lvl="2" indent="0">
                  <a:buNone/>
                </a:pPr>
                <a:r>
                  <a:rPr lang="en-GB" dirty="0"/>
                  <a:t>Event </a:t>
                </a:r>
                <a14:m>
                  <m:oMath xmlns:m="http://schemas.openxmlformats.org/officeDocument/2006/math">
                    <m:r>
                      <m:rPr>
                        <m:sty m:val="p"/>
                      </m:rPr>
                      <a:rPr lang="en-GB" i="0" dirty="0" smtClean="0">
                        <a:latin typeface="Cambria Math" panose="02040503050406030204" pitchFamily="18" charset="0"/>
                      </a:rPr>
                      <m:t>C</m:t>
                    </m:r>
                  </m:oMath>
                </a14:m>
                <a:r>
                  <a:rPr lang="en-GB" dirty="0"/>
                  <a:t> : A number greater than </a:t>
                </a:r>
                <a14:m>
                  <m:oMath xmlns:m="http://schemas.openxmlformats.org/officeDocument/2006/math">
                    <m:r>
                      <a:rPr lang="en-GB" i="1" dirty="0" smtClean="0">
                        <a:latin typeface="Cambria Math" panose="02040503050406030204" pitchFamily="18" charset="0"/>
                      </a:rPr>
                      <m:t>4</m:t>
                    </m:r>
                  </m:oMath>
                </a14:m>
                <a:r>
                  <a:rPr lang="en-GB" dirty="0"/>
                  <a:t> appears </a:t>
                </a:r>
                <a14:m>
                  <m:oMath xmlns:m="http://schemas.openxmlformats.org/officeDocument/2006/math">
                    <m:r>
                      <a:rPr lang="en-IN" i="1" dirty="0">
                        <a:latin typeface="Cambria Math" panose="02040503050406030204" pitchFamily="18" charset="0"/>
                      </a:rPr>
                      <m:t>⇒</m:t>
                    </m:r>
                    <m:r>
                      <m:rPr>
                        <m:sty m:val="p"/>
                      </m:rPr>
                      <a:rPr lang="en-GB" i="0" dirty="0" smtClean="0">
                        <a:latin typeface="Cambria Math" panose="02040503050406030204" pitchFamily="18" charset="0"/>
                      </a:rPr>
                      <m:t>C</m:t>
                    </m:r>
                    <m:r>
                      <a:rPr lang="en-GB" i="0" dirty="0">
                        <a:latin typeface="Cambria Math" panose="02040503050406030204" pitchFamily="18" charset="0"/>
                      </a:rPr>
                      <m:t>=</m:t>
                    </m:r>
                    <m:d>
                      <m:dPr>
                        <m:begChr m:val="{"/>
                        <m:endChr m:val="}"/>
                        <m:ctrlPr>
                          <a:rPr lang="en-GB" i="1" dirty="0">
                            <a:latin typeface="Cambria Math" panose="02040503050406030204" pitchFamily="18" charset="0"/>
                          </a:rPr>
                        </m:ctrlPr>
                      </m:dPr>
                      <m:e>
                        <m:r>
                          <a:rPr lang="en-GB" i="0" dirty="0">
                            <a:latin typeface="Cambria Math" panose="02040503050406030204" pitchFamily="18" charset="0"/>
                          </a:rPr>
                          <m:t> 5</m:t>
                        </m:r>
                        <m:r>
                          <a:rPr lang="en-IN" dirty="0">
                            <a:latin typeface="Cambria Math" panose="02040503050406030204" pitchFamily="18" charset="0"/>
                          </a:rPr>
                          <m:t>,</m:t>
                        </m:r>
                        <m:r>
                          <a:rPr lang="en-IN" i="1" dirty="0">
                            <a:latin typeface="Cambria Math" panose="02040503050406030204" pitchFamily="18" charset="0"/>
                          </a:rPr>
                          <m:t> </m:t>
                        </m:r>
                        <m:r>
                          <a:rPr lang="en-GB" i="0" dirty="0">
                            <a:latin typeface="Cambria Math" panose="02040503050406030204" pitchFamily="18" charset="0"/>
                          </a:rPr>
                          <m:t>6 </m:t>
                        </m:r>
                      </m:e>
                    </m:d>
                  </m:oMath>
                </a14:m>
                <a:endParaRPr lang="en-GB" dirty="0"/>
              </a:p>
              <a:p>
                <a:pPr marL="895350" lvl="2" indent="0" algn="l">
                  <a:buNone/>
                </a:pPr>
                <a:r>
                  <a:rPr lang="en-GB" dirty="0"/>
                  <a:t>Now, </a:t>
                </a:r>
                <a:endParaRPr lang="en-IN" i="0" dirty="0">
                  <a:latin typeface="Cambria Math" panose="02040503050406030204" pitchFamily="18" charset="0"/>
                </a:endParaRPr>
              </a:p>
              <a:p>
                <a:pPr marL="895350" lvl="2" indent="0" algn="l">
                  <a:buNone/>
                </a:pPr>
                <a14:m>
                  <m:oMathPara xmlns:m="http://schemas.openxmlformats.org/officeDocument/2006/math">
                    <m:oMathParaPr>
                      <m:jc m:val="left"/>
                    </m:oMathParaPr>
                    <m:oMath xmlns:m="http://schemas.openxmlformats.org/officeDocument/2006/math">
                      <m:r>
                        <m:rPr>
                          <m:sty m:val="p"/>
                        </m:rPr>
                        <a:rPr lang="en-GB" i="0" dirty="0" smtClean="0">
                          <a:latin typeface="Cambria Math" panose="02040503050406030204" pitchFamily="18" charset="0"/>
                        </a:rPr>
                        <m:t>A</m:t>
                      </m:r>
                      <m:r>
                        <a:rPr lang="en-GB" i="0" dirty="0" smtClean="0">
                          <a:latin typeface="Cambria Math" panose="02040503050406030204" pitchFamily="18" charset="0"/>
                        </a:rPr>
                        <m:t>∪</m:t>
                      </m:r>
                      <m:r>
                        <m:rPr>
                          <m:sty m:val="p"/>
                        </m:rPr>
                        <a:rPr lang="en-GB" i="0" dirty="0" smtClean="0">
                          <a:latin typeface="Cambria Math" panose="02040503050406030204" pitchFamily="18" charset="0"/>
                        </a:rPr>
                        <m:t>B</m:t>
                      </m:r>
                      <m:r>
                        <a:rPr lang="en-GB" i="0" dirty="0" smtClean="0">
                          <a:latin typeface="Cambria Math" panose="02040503050406030204" pitchFamily="18" charset="0"/>
                        </a:rPr>
                        <m:t>∪</m:t>
                      </m:r>
                      <m:r>
                        <m:rPr>
                          <m:sty m:val="p"/>
                        </m:rPr>
                        <a:rPr lang="en-GB" i="0" dirty="0" smtClean="0">
                          <a:latin typeface="Cambria Math" panose="02040503050406030204" pitchFamily="18" charset="0"/>
                        </a:rPr>
                        <m:t>C</m:t>
                      </m:r>
                      <m:r>
                        <a:rPr lang="en-GB" i="0" dirty="0" smtClean="0">
                          <a:latin typeface="Cambria Math" panose="02040503050406030204" pitchFamily="18" charset="0"/>
                        </a:rPr>
                        <m:t>=</m:t>
                      </m:r>
                      <m:d>
                        <m:dPr>
                          <m:begChr m:val="{"/>
                          <m:endChr m:val="}"/>
                          <m:ctrlPr>
                            <a:rPr lang="en-GB" i="1" dirty="0" smtClean="0">
                              <a:latin typeface="Cambria Math" panose="02040503050406030204" pitchFamily="18" charset="0"/>
                            </a:rPr>
                          </m:ctrlPr>
                        </m:dPr>
                        <m:e>
                          <m:r>
                            <a:rPr lang="en-GB" i="0" dirty="0" smtClean="0">
                              <a:latin typeface="Cambria Math" panose="02040503050406030204" pitchFamily="18" charset="0"/>
                            </a:rPr>
                            <m:t> 1, 2</m:t>
                          </m:r>
                          <m:r>
                            <a:rPr lang="en-GB" i="0" dirty="0">
                              <a:latin typeface="Cambria Math" panose="02040503050406030204" pitchFamily="18" charset="0"/>
                            </a:rPr>
                            <m:t>, </m:t>
                          </m:r>
                          <m:r>
                            <a:rPr lang="en-GB" i="0" dirty="0" smtClean="0">
                              <a:latin typeface="Cambria Math" panose="02040503050406030204" pitchFamily="18" charset="0"/>
                            </a:rPr>
                            <m:t>3 </m:t>
                          </m:r>
                        </m:e>
                      </m:d>
                      <m:r>
                        <a:rPr lang="en-GB" i="0" dirty="0" smtClean="0">
                          <a:latin typeface="Cambria Math" panose="02040503050406030204" pitchFamily="18" charset="0"/>
                        </a:rPr>
                        <m:t>∪</m:t>
                      </m:r>
                      <m:d>
                        <m:dPr>
                          <m:begChr m:val="{"/>
                          <m:endChr m:val="}"/>
                          <m:ctrlPr>
                            <a:rPr lang="en-GB" i="1" dirty="0" smtClean="0">
                              <a:latin typeface="Cambria Math" panose="02040503050406030204" pitchFamily="18" charset="0"/>
                            </a:rPr>
                          </m:ctrlPr>
                        </m:dPr>
                        <m:e>
                          <m:r>
                            <a:rPr lang="en-GB" i="0" dirty="0" smtClean="0">
                              <a:latin typeface="Cambria Math" panose="02040503050406030204" pitchFamily="18" charset="0"/>
                            </a:rPr>
                            <m:t> 3</m:t>
                          </m:r>
                          <m:r>
                            <a:rPr lang="en-GB" i="0" dirty="0">
                              <a:latin typeface="Cambria Math" panose="02040503050406030204" pitchFamily="18" charset="0"/>
                            </a:rPr>
                            <m:t>, </m:t>
                          </m:r>
                          <m:r>
                            <a:rPr lang="en-GB" i="0" dirty="0" smtClean="0">
                              <a:latin typeface="Cambria Math" panose="02040503050406030204" pitchFamily="18" charset="0"/>
                            </a:rPr>
                            <m:t>4 </m:t>
                          </m:r>
                        </m:e>
                      </m:d>
                      <m:r>
                        <a:rPr lang="en-GB" i="0" dirty="0" smtClean="0">
                          <a:latin typeface="Cambria Math" panose="02040503050406030204" pitchFamily="18" charset="0"/>
                        </a:rPr>
                        <m:t>∪</m:t>
                      </m:r>
                      <m:d>
                        <m:dPr>
                          <m:begChr m:val="{"/>
                          <m:endChr m:val="}"/>
                          <m:ctrlPr>
                            <a:rPr lang="en-GB" i="1" dirty="0" smtClean="0">
                              <a:latin typeface="Cambria Math" panose="02040503050406030204" pitchFamily="18" charset="0"/>
                            </a:rPr>
                          </m:ctrlPr>
                        </m:dPr>
                        <m:e>
                          <m:r>
                            <a:rPr lang="en-GB" i="0" dirty="0" smtClean="0">
                              <a:latin typeface="Cambria Math" panose="02040503050406030204" pitchFamily="18" charset="0"/>
                            </a:rPr>
                            <m:t> 5</m:t>
                          </m:r>
                          <m:r>
                            <a:rPr lang="en-GB" i="0" dirty="0">
                              <a:latin typeface="Cambria Math" panose="02040503050406030204" pitchFamily="18" charset="0"/>
                            </a:rPr>
                            <m:t>, </m:t>
                          </m:r>
                          <m:r>
                            <a:rPr lang="en-GB" i="0" dirty="0" smtClean="0">
                              <a:latin typeface="Cambria Math" panose="02040503050406030204" pitchFamily="18" charset="0"/>
                            </a:rPr>
                            <m:t>6 </m:t>
                          </m:r>
                        </m:e>
                      </m:d>
                    </m:oMath>
                  </m:oMathPara>
                </a14:m>
                <a:endParaRPr lang="en-IN" i="0" dirty="0">
                  <a:latin typeface="Cambria Math" panose="02040503050406030204" pitchFamily="18" charset="0"/>
                </a:endParaRPr>
              </a:p>
              <a:p>
                <a:pPr marL="2324100" lvl="2" indent="0" algn="l">
                  <a:buNone/>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  </m:t>
                      </m:r>
                      <m:r>
                        <a:rPr lang="en-GB" i="0" dirty="0" smtClean="0">
                          <a:latin typeface="Cambria Math" panose="02040503050406030204" pitchFamily="18" charset="0"/>
                        </a:rPr>
                        <m:t>=</m:t>
                      </m:r>
                      <m:d>
                        <m:dPr>
                          <m:begChr m:val="{"/>
                          <m:endChr m:val="}"/>
                          <m:ctrlPr>
                            <a:rPr lang="en-GB" i="1" dirty="0" smtClean="0">
                              <a:latin typeface="Cambria Math" panose="02040503050406030204" pitchFamily="18" charset="0"/>
                            </a:rPr>
                          </m:ctrlPr>
                        </m:dPr>
                        <m:e>
                          <m:r>
                            <a:rPr lang="en-GB" i="0" dirty="0" smtClean="0">
                              <a:latin typeface="Cambria Math" panose="02040503050406030204" pitchFamily="18" charset="0"/>
                            </a:rPr>
                            <m:t> 1</m:t>
                          </m:r>
                          <m:r>
                            <a:rPr lang="en-GB" i="0" dirty="0">
                              <a:latin typeface="Cambria Math" panose="02040503050406030204" pitchFamily="18" charset="0"/>
                            </a:rPr>
                            <m:t>, </m:t>
                          </m:r>
                          <m:r>
                            <a:rPr lang="en-GB" i="0" dirty="0" smtClean="0">
                              <a:latin typeface="Cambria Math" panose="02040503050406030204" pitchFamily="18" charset="0"/>
                            </a:rPr>
                            <m:t>2</m:t>
                          </m:r>
                          <m:r>
                            <a:rPr lang="en-GB" i="0" dirty="0">
                              <a:latin typeface="Cambria Math" panose="02040503050406030204" pitchFamily="18" charset="0"/>
                            </a:rPr>
                            <m:t>, </m:t>
                          </m:r>
                          <m:r>
                            <a:rPr lang="en-GB" i="0" dirty="0" smtClean="0">
                              <a:latin typeface="Cambria Math" panose="02040503050406030204" pitchFamily="18" charset="0"/>
                            </a:rPr>
                            <m:t>3</m:t>
                          </m:r>
                          <m:r>
                            <a:rPr lang="en-GB" i="0" dirty="0">
                              <a:latin typeface="Cambria Math" panose="02040503050406030204" pitchFamily="18" charset="0"/>
                            </a:rPr>
                            <m:t>, </m:t>
                          </m:r>
                          <m:r>
                            <a:rPr lang="en-GB" i="0" dirty="0" smtClean="0">
                              <a:latin typeface="Cambria Math" panose="02040503050406030204" pitchFamily="18" charset="0"/>
                            </a:rPr>
                            <m:t>4</m:t>
                          </m:r>
                          <m:r>
                            <a:rPr lang="en-GB" i="0" dirty="0">
                              <a:latin typeface="Cambria Math" panose="02040503050406030204" pitchFamily="18" charset="0"/>
                            </a:rPr>
                            <m:t>, </m:t>
                          </m:r>
                          <m:r>
                            <a:rPr lang="en-GB" i="0" dirty="0" smtClean="0">
                              <a:latin typeface="Cambria Math" panose="02040503050406030204" pitchFamily="18" charset="0"/>
                            </a:rPr>
                            <m:t>5</m:t>
                          </m:r>
                          <m:r>
                            <a:rPr lang="en-GB" i="0" dirty="0">
                              <a:latin typeface="Cambria Math" panose="02040503050406030204" pitchFamily="18" charset="0"/>
                            </a:rPr>
                            <m:t>, </m:t>
                          </m:r>
                          <m:r>
                            <a:rPr lang="en-GB" i="0" dirty="0" smtClean="0">
                              <a:latin typeface="Cambria Math" panose="02040503050406030204" pitchFamily="18" charset="0"/>
                            </a:rPr>
                            <m:t>6 </m:t>
                          </m:r>
                        </m:e>
                      </m:d>
                      <m:r>
                        <a:rPr lang="en-GB" b="1" i="0" dirty="0" smtClean="0">
                          <a:solidFill>
                            <a:srgbClr val="FF0000"/>
                          </a:solidFill>
                          <a:latin typeface="Cambria Math" panose="02040503050406030204" pitchFamily="18" charset="0"/>
                        </a:rPr>
                        <m:t>=</m:t>
                      </m:r>
                      <m:r>
                        <a:rPr lang="en-GB" b="1" i="0" dirty="0" smtClean="0">
                          <a:solidFill>
                            <a:srgbClr val="FF0000"/>
                          </a:solidFill>
                          <a:latin typeface="Cambria Math" panose="02040503050406030204" pitchFamily="18" charset="0"/>
                        </a:rPr>
                        <m:t>𝐒</m:t>
                      </m:r>
                    </m:oMath>
                  </m:oMathPara>
                </a14:m>
                <a:endParaRPr lang="en-GB" b="1"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AD92E8D-8A0B-454D-82FF-F6BC264696C2}"/>
                  </a:ext>
                </a:extLst>
              </p:cNvPr>
              <p:cNvSpPr txBox="1"/>
              <p:nvPr/>
            </p:nvSpPr>
            <p:spPr>
              <a:xfrm>
                <a:off x="8072438" y="5330560"/>
                <a:ext cx="3700462" cy="1123449"/>
              </a:xfrm>
              <a:prstGeom prst="rect">
                <a:avLst/>
              </a:prstGeom>
              <a:noFill/>
            </p:spPr>
            <p:txBody>
              <a:bodyPr wrap="square">
                <a:spAutoFit/>
              </a:bodyPr>
              <a:lstStyle/>
              <a:p>
                <a:pPr marL="0" lvl="2" algn="ctr">
                  <a:lnSpc>
                    <a:spcPct val="125000"/>
                  </a:lnSpc>
                  <a:spcBef>
                    <a:spcPts val="1000"/>
                  </a:spcBef>
                  <a:buNone/>
                </a:pPr>
                <a:r>
                  <a:rPr lang="en-GB" sz="2800" dirty="0">
                    <a:solidFill>
                      <a:srgbClr val="002060"/>
                    </a:solidFill>
                  </a:rPr>
                  <a:t>Hence, events </a:t>
                </a:r>
                <a14:m>
                  <m:oMath xmlns:m="http://schemas.openxmlformats.org/officeDocument/2006/math">
                    <m:r>
                      <m:rPr>
                        <m:sty m:val="p"/>
                      </m:rPr>
                      <a:rPr lang="en-GB" sz="2800" i="0" dirty="0" smtClean="0">
                        <a:solidFill>
                          <a:srgbClr val="002060"/>
                        </a:solidFill>
                        <a:latin typeface="Cambria Math" panose="02040503050406030204" pitchFamily="18" charset="0"/>
                      </a:rPr>
                      <m:t>A</m:t>
                    </m:r>
                  </m:oMath>
                </a14:m>
                <a:r>
                  <a:rPr lang="en-GB" sz="2800" dirty="0">
                    <a:solidFill>
                      <a:srgbClr val="002060"/>
                    </a:solidFill>
                  </a:rPr>
                  <a:t>, </a:t>
                </a:r>
                <a14:m>
                  <m:oMath xmlns:m="http://schemas.openxmlformats.org/officeDocument/2006/math">
                    <m:r>
                      <m:rPr>
                        <m:sty m:val="p"/>
                      </m:rPr>
                      <a:rPr lang="en-GB" sz="2800" i="0" dirty="0" smtClean="0">
                        <a:solidFill>
                          <a:srgbClr val="002060"/>
                        </a:solidFill>
                        <a:latin typeface="Cambria Math" panose="02040503050406030204" pitchFamily="18" charset="0"/>
                      </a:rPr>
                      <m:t>B</m:t>
                    </m:r>
                    <m:r>
                      <a:rPr lang="en-GB" sz="2800" i="0" dirty="0" smtClean="0">
                        <a:solidFill>
                          <a:srgbClr val="002060"/>
                        </a:solidFill>
                        <a:latin typeface="Cambria Math" panose="02040503050406030204" pitchFamily="18" charset="0"/>
                      </a:rPr>
                      <m:t> </m:t>
                    </m:r>
                  </m:oMath>
                </a14:m>
                <a:r>
                  <a:rPr lang="en-GB" sz="2800" dirty="0">
                    <a:solidFill>
                      <a:srgbClr val="002060"/>
                    </a:solidFill>
                  </a:rPr>
                  <a:t>and </a:t>
                </a:r>
                <a14:m>
                  <m:oMath xmlns:m="http://schemas.openxmlformats.org/officeDocument/2006/math">
                    <m:r>
                      <m:rPr>
                        <m:sty m:val="p"/>
                      </m:rPr>
                      <a:rPr lang="en-GB" sz="2800" i="0" dirty="0" smtClean="0">
                        <a:solidFill>
                          <a:srgbClr val="002060"/>
                        </a:solidFill>
                        <a:latin typeface="Cambria Math" panose="02040503050406030204" pitchFamily="18" charset="0"/>
                      </a:rPr>
                      <m:t>C</m:t>
                    </m:r>
                  </m:oMath>
                </a14:m>
                <a:r>
                  <a:rPr lang="en-GB" sz="2800" dirty="0">
                    <a:solidFill>
                      <a:srgbClr val="002060"/>
                    </a:solidFill>
                  </a:rPr>
                  <a:t> are exhaustive events.</a:t>
                </a:r>
                <a:endParaRPr lang="en-IN" sz="2800" dirty="0">
                  <a:solidFill>
                    <a:srgbClr val="002060"/>
                  </a:solidFill>
                </a:endParaRPr>
              </a:p>
            </p:txBody>
          </p:sp>
        </mc:Choice>
        <mc:Fallback xmlns="">
          <p:sp>
            <p:nvSpPr>
              <p:cNvPr id="5" name="TextBox 4">
                <a:extLst>
                  <a:ext uri="{FF2B5EF4-FFF2-40B4-BE49-F238E27FC236}">
                    <a16:creationId xmlns:a16="http://schemas.microsoft.com/office/drawing/2014/main" id="{1AD92E8D-8A0B-454D-82FF-F6BC264696C2}"/>
                  </a:ext>
                </a:extLst>
              </p:cNvPr>
              <p:cNvSpPr txBox="1">
                <a:spLocks noRot="1" noChangeAspect="1" noMove="1" noResize="1" noEditPoints="1" noAdjustHandles="1" noChangeArrowheads="1" noChangeShapeType="1" noTextEdit="1"/>
              </p:cNvSpPr>
              <p:nvPr/>
            </p:nvSpPr>
            <p:spPr>
              <a:xfrm>
                <a:off x="8072438" y="5330560"/>
                <a:ext cx="3700462" cy="1123449"/>
              </a:xfrm>
              <a:prstGeom prst="rect">
                <a:avLst/>
              </a:prstGeom>
              <a:blipFill>
                <a:blip r:embed="rId3"/>
                <a:stretch>
                  <a:fillRect l="-2636" b="-14054"/>
                </a:stretch>
              </a:blipFill>
            </p:spPr>
            <p:txBody>
              <a:bodyPr/>
              <a:lstStyle/>
              <a:p>
                <a:r>
                  <a:rPr lang="en-IN">
                    <a:noFill/>
                  </a:rPr>
                  <a:t> </a:t>
                </a:r>
              </a:p>
            </p:txBody>
          </p:sp>
        </mc:Fallback>
      </mc:AlternateContent>
    </p:spTree>
    <p:extLst>
      <p:ext uri="{BB962C8B-B14F-4D97-AF65-F5344CB8AC3E}">
        <p14:creationId xmlns:p14="http://schemas.microsoft.com/office/powerpoint/2010/main" val="632543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Events</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r>
                  <a:rPr lang="en-GB" dirty="0"/>
                  <a:t>Furthermore, if </a:t>
                </a:r>
              </a:p>
              <a:p>
                <a:pPr marL="266700" indent="0">
                  <a:buNone/>
                </a:pPr>
                <a14:m>
                  <m:oMath xmlns:m="http://schemas.openxmlformats.org/officeDocument/2006/math">
                    <m:sSub>
                      <m:sSubPr>
                        <m:ctrlPr>
                          <a:rPr lang="en-IN" b="1" i="1" smtClean="0">
                            <a:solidFill>
                              <a:srgbClr val="FF0000"/>
                            </a:solidFill>
                            <a:effectLst/>
                            <a:latin typeface="Cambria Math" panose="02040503050406030204" pitchFamily="18" charset="0"/>
                          </a:rPr>
                        </m:ctrlPr>
                      </m:sSubPr>
                      <m:e>
                        <m:r>
                          <a:rPr lang="en-US"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𝐄</m:t>
                        </m:r>
                      </m:e>
                      <m:sub>
                        <m:r>
                          <a:rPr lang="en-US"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𝐢</m:t>
                        </m:r>
                      </m:sub>
                    </m:sSub>
                    <m:r>
                      <a:rPr lang="en-US" b="1">
                        <a:solidFill>
                          <a:srgbClr val="FF0000"/>
                        </a:solidFill>
                        <a:effectLst/>
                        <a:latin typeface="Cambria Math" panose="02040503050406030204" pitchFamily="18" charset="0"/>
                        <a:ea typeface="Calibri" panose="020F0502020204030204" pitchFamily="34" charset="0"/>
                        <a:cs typeface="Shruti" panose="020B0502040204020203" pitchFamily="34" charset="0"/>
                      </a:rPr>
                      <m:t>∩</m:t>
                    </m:r>
                    <m:sSub>
                      <m:sSubPr>
                        <m:ctrlPr>
                          <a:rPr lang="en-IN" b="1" i="1">
                            <a:solidFill>
                              <a:srgbClr val="FF0000"/>
                            </a:solidFill>
                            <a:effectLst/>
                            <a:latin typeface="Cambria Math" panose="02040503050406030204" pitchFamily="18" charset="0"/>
                          </a:rPr>
                        </m:ctrlPr>
                      </m:sSubPr>
                      <m:e>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𝐄</m:t>
                        </m:r>
                      </m:e>
                      <m:sub>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𝐣</m:t>
                        </m:r>
                      </m:sub>
                    </m:sSub>
                    <m:r>
                      <a:rPr lang="en-IN" b="1">
                        <a:solidFill>
                          <a:srgbClr val="FF0000"/>
                        </a:solidFill>
                        <a:effectLst/>
                        <a:latin typeface="Cambria Math" panose="02040503050406030204" pitchFamily="18" charset="0"/>
                        <a:ea typeface="Calibri" panose="020F0502020204030204" pitchFamily="34" charset="0"/>
                        <a:cs typeface="Shruti" panose="020B0502040204020203" pitchFamily="34" charset="0"/>
                      </a:rPr>
                      <m:t>=</m:t>
                    </m:r>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𝛟</m:t>
                    </m:r>
                  </m:oMath>
                </a14:m>
                <a:r>
                  <a:rPr lang="en-US" i="0" dirty="0">
                    <a:effectLst/>
                    <a:latin typeface="+mj-lt"/>
                    <a:ea typeface="Calibri" panose="020F0502020204030204" pitchFamily="34" charset="0"/>
                    <a:cs typeface="Shruti" panose="020B0502040204020203" pitchFamily="34" charset="0"/>
                  </a:rPr>
                  <a:t> for </a:t>
                </a:r>
                <a14:m>
                  <m:oMath xmlns:m="http://schemas.openxmlformats.org/officeDocument/2006/math">
                    <m:r>
                      <m:rPr>
                        <m:sty m:val="p"/>
                      </m:rPr>
                      <a:rPr lang="en-US">
                        <a:effectLst/>
                        <a:latin typeface="Cambria Math" panose="02040503050406030204" pitchFamily="18" charset="0"/>
                        <a:ea typeface="Calibri" panose="020F0502020204030204" pitchFamily="34" charset="0"/>
                        <a:cs typeface="Shruti" panose="020B0502040204020203" pitchFamily="34" charset="0"/>
                      </a:rPr>
                      <m:t>i</m:t>
                    </m:r>
                    <m:r>
                      <a:rPr lang="en-US">
                        <a:effectLst/>
                        <a:latin typeface="Cambria Math" panose="02040503050406030204" pitchFamily="18" charset="0"/>
                        <a:ea typeface="Calibri" panose="020F0502020204030204" pitchFamily="34" charset="0"/>
                        <a:cs typeface="Shruti" panose="020B0502040204020203" pitchFamily="34" charset="0"/>
                      </a:rPr>
                      <m:t>≠</m:t>
                    </m:r>
                    <m:r>
                      <m:rPr>
                        <m:sty m:val="p"/>
                      </m:rPr>
                      <a:rPr lang="en-US">
                        <a:effectLst/>
                        <a:latin typeface="Cambria Math" panose="02040503050406030204" pitchFamily="18" charset="0"/>
                        <a:ea typeface="Calibri" panose="020F0502020204030204" pitchFamily="34" charset="0"/>
                        <a:cs typeface="Shruti" panose="020B0502040204020203" pitchFamily="34" charset="0"/>
                      </a:rPr>
                      <m:t>j</m:t>
                    </m:r>
                  </m:oMath>
                </a14:m>
                <a:r>
                  <a:rPr lang="en-US" i="0" dirty="0">
                    <a:effectLst/>
                    <a:latin typeface="+mj-lt"/>
                    <a:ea typeface="Calibri" panose="020F0502020204030204" pitchFamily="34" charset="0"/>
                    <a:cs typeface="Shruti" panose="020B0502040204020203" pitchFamily="34" charset="0"/>
                  </a:rPr>
                  <a:t> and</a:t>
                </a:r>
                <a:endParaRPr lang="en-IN" b="1" i="1" dirty="0">
                  <a:solidFill>
                    <a:srgbClr val="FF0000"/>
                  </a:solidFill>
                  <a:effectLst/>
                </a:endParaRPr>
              </a:p>
              <a:p>
                <a:pPr marL="266700" indent="0">
                  <a:spcAft>
                    <a:spcPts val="1200"/>
                  </a:spcAft>
                  <a:buNone/>
                </a:pPr>
                <a14:m>
                  <m:oMathPara xmlns:m="http://schemas.openxmlformats.org/officeDocument/2006/math">
                    <m:oMathParaPr>
                      <m:jc m:val="left"/>
                    </m:oMathParaPr>
                    <m:oMath xmlns:m="http://schemas.openxmlformats.org/officeDocument/2006/math">
                      <m:nary>
                        <m:naryPr>
                          <m:chr m:val="⋃"/>
                          <m:ctrlPr>
                            <a:rPr lang="en-IN" b="1" i="1">
                              <a:solidFill>
                                <a:srgbClr val="FF0000"/>
                              </a:solidFill>
                              <a:effectLst/>
                              <a:latin typeface="Cambria Math" panose="02040503050406030204" pitchFamily="18" charset="0"/>
                            </a:rPr>
                          </m:ctrlPr>
                        </m:naryPr>
                        <m:sub>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𝐢</m:t>
                          </m:r>
                          <m:r>
                            <a:rPr lang="en-IN" b="1">
                              <a:solidFill>
                                <a:srgbClr val="FF0000"/>
                              </a:solidFill>
                              <a:effectLst/>
                              <a:latin typeface="Cambria Math" panose="02040503050406030204" pitchFamily="18" charset="0"/>
                              <a:ea typeface="Calibri" panose="020F0502020204030204" pitchFamily="34" charset="0"/>
                              <a:cs typeface="Shruti" panose="020B0502040204020203" pitchFamily="34" charset="0"/>
                            </a:rPr>
                            <m:t>=</m:t>
                          </m:r>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𝟏</m:t>
                          </m:r>
                        </m:sub>
                        <m:sup>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𝐧</m:t>
                          </m:r>
                        </m:sup>
                        <m:e>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 </m:t>
                          </m:r>
                          <m:sSub>
                            <m:sSubPr>
                              <m:ctrlPr>
                                <a:rPr lang="en-IN" b="1" i="1">
                                  <a:solidFill>
                                    <a:srgbClr val="FF0000"/>
                                  </a:solidFill>
                                  <a:effectLst/>
                                  <a:latin typeface="Cambria Math" panose="02040503050406030204" pitchFamily="18" charset="0"/>
                                </a:rPr>
                              </m:ctrlPr>
                            </m:sSubPr>
                            <m:e>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𝐄</m:t>
                              </m:r>
                            </m:e>
                            <m:sub>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𝐢</m:t>
                              </m:r>
                            </m:sub>
                          </m:sSub>
                        </m:e>
                      </m:nary>
                      <m:r>
                        <a:rPr lang="en-IN" b="1">
                          <a:solidFill>
                            <a:srgbClr val="FF0000"/>
                          </a:solidFill>
                          <a:effectLst/>
                          <a:latin typeface="Cambria Math" panose="02040503050406030204" pitchFamily="18" charset="0"/>
                          <a:ea typeface="Calibri" panose="020F0502020204030204" pitchFamily="34" charset="0"/>
                          <a:cs typeface="Shruti" panose="020B0502040204020203" pitchFamily="34" charset="0"/>
                        </a:rPr>
                        <m:t>=</m:t>
                      </m:r>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𝐒</m:t>
                      </m:r>
                      <m:r>
                        <a:rPr lang="en-IN" b="1" i="1" smtClean="0">
                          <a:solidFill>
                            <a:srgbClr val="FF0000"/>
                          </a:solidFill>
                          <a:effectLst/>
                          <a:latin typeface="Cambria Math" panose="02040503050406030204" pitchFamily="18" charset="0"/>
                          <a:ea typeface="Calibri" panose="020F0502020204030204" pitchFamily="34" charset="0"/>
                          <a:cs typeface="Shruti" panose="020B0502040204020203" pitchFamily="34" charset="0"/>
                        </a:rPr>
                        <m:t>,</m:t>
                      </m:r>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 </m:t>
                      </m:r>
                    </m:oMath>
                  </m:oMathPara>
                </a14:m>
                <a:endParaRPr lang="en-GB" dirty="0"/>
              </a:p>
              <a:p>
                <a:pPr marL="266700" indent="0">
                  <a:buNone/>
                </a:pPr>
                <a:r>
                  <a:rPr lang="en-US" dirty="0">
                    <a:effectLst/>
                    <a:ea typeface="Calibri" panose="020F0502020204030204" pitchFamily="34" charset="0"/>
                    <a:cs typeface="Shruti" panose="020B0502040204020203" pitchFamily="34" charset="0"/>
                  </a:rPr>
                  <a:t>then events </a:t>
                </a:r>
                <a14:m>
                  <m:oMath xmlns:m="http://schemas.openxmlformats.org/officeDocument/2006/math">
                    <m:sSub>
                      <m:sSubPr>
                        <m:ctrlPr>
                          <a:rPr lang="en-IN" i="1">
                            <a:effectLst/>
                            <a:latin typeface="Cambria Math" panose="02040503050406030204" pitchFamily="18" charset="0"/>
                          </a:rPr>
                        </m:ctrlPr>
                      </m:sSubPr>
                      <m:e>
                        <m:r>
                          <m:rPr>
                            <m:sty m:val="p"/>
                          </m:rPr>
                          <a:rPr lang="en-US">
                            <a:effectLst/>
                            <a:latin typeface="Cambria Math" panose="02040503050406030204" pitchFamily="18" charset="0"/>
                            <a:ea typeface="Calibri" panose="020F0502020204030204" pitchFamily="34" charset="0"/>
                            <a:cs typeface="Shruti" panose="020B0502040204020203" pitchFamily="34" charset="0"/>
                          </a:rPr>
                          <m:t>E</m:t>
                        </m:r>
                      </m:e>
                      <m:sub>
                        <m:r>
                          <a:rPr lang="en-US">
                            <a:effectLst/>
                            <a:latin typeface="Cambria Math" panose="02040503050406030204" pitchFamily="18" charset="0"/>
                            <a:ea typeface="Calibri" panose="020F0502020204030204" pitchFamily="34" charset="0"/>
                            <a:cs typeface="Shruti" panose="020B0502040204020203" pitchFamily="34" charset="0"/>
                          </a:rPr>
                          <m:t>1</m:t>
                        </m:r>
                      </m:sub>
                    </m:sSub>
                    <m:r>
                      <a:rPr lang="en-IN" b="0" i="0" smtClean="0">
                        <a:effectLst/>
                        <a:latin typeface="Cambria Math" panose="02040503050406030204" pitchFamily="18" charset="0"/>
                        <a:ea typeface="Calibri" panose="020F0502020204030204" pitchFamily="34" charset="0"/>
                        <a:cs typeface="Shruti" panose="020B0502040204020203" pitchFamily="34" charset="0"/>
                      </a:rPr>
                      <m:t>,</m:t>
                    </m:r>
                    <m:r>
                      <a:rPr lang="en-IN" b="0" i="1" smtClean="0">
                        <a:effectLst/>
                        <a:latin typeface="Cambria Math" panose="02040503050406030204" pitchFamily="18" charset="0"/>
                        <a:ea typeface="Calibri" panose="020F0502020204030204" pitchFamily="34" charset="0"/>
                        <a:cs typeface="Shruti" panose="020B0502040204020203" pitchFamily="34" charset="0"/>
                      </a:rPr>
                      <m:t> </m:t>
                    </m:r>
                    <m:sSub>
                      <m:sSubPr>
                        <m:ctrlPr>
                          <a:rPr lang="en-IN" i="1">
                            <a:effectLst/>
                            <a:latin typeface="Cambria Math" panose="02040503050406030204" pitchFamily="18" charset="0"/>
                          </a:rPr>
                        </m:ctrlPr>
                      </m:sSubPr>
                      <m:e>
                        <m:r>
                          <m:rPr>
                            <m:sty m:val="p"/>
                          </m:rPr>
                          <a:rPr lang="en-IN">
                            <a:effectLst/>
                            <a:latin typeface="Cambria Math" panose="02040503050406030204" pitchFamily="18" charset="0"/>
                            <a:ea typeface="Calibri" panose="020F0502020204030204" pitchFamily="34" charset="0"/>
                            <a:cs typeface="Shruti" panose="020B0502040204020203" pitchFamily="34" charset="0"/>
                          </a:rPr>
                          <m:t>E</m:t>
                        </m:r>
                      </m:e>
                      <m:sub>
                        <m:r>
                          <a:rPr lang="en-IN">
                            <a:effectLst/>
                            <a:latin typeface="Cambria Math" panose="02040503050406030204" pitchFamily="18" charset="0"/>
                            <a:ea typeface="Calibri" panose="020F0502020204030204" pitchFamily="34" charset="0"/>
                            <a:cs typeface="Shruti" panose="020B0502040204020203" pitchFamily="34" charset="0"/>
                          </a:rPr>
                          <m:t>2</m:t>
                        </m:r>
                      </m:sub>
                    </m:sSub>
                    <m:r>
                      <a:rPr lang="en-IN">
                        <a:latin typeface="Cambria Math" panose="02040503050406030204" pitchFamily="18" charset="0"/>
                        <a:ea typeface="Calibri" panose="020F0502020204030204" pitchFamily="34" charset="0"/>
                        <a:cs typeface="Shruti" panose="020B0502040204020203" pitchFamily="34" charset="0"/>
                      </a:rPr>
                      <m:t>,</m:t>
                    </m:r>
                    <m:r>
                      <a:rPr lang="en-IN" i="1">
                        <a:latin typeface="Cambria Math" panose="02040503050406030204" pitchFamily="18" charset="0"/>
                        <a:ea typeface="Calibri" panose="020F0502020204030204" pitchFamily="34" charset="0"/>
                        <a:cs typeface="Shruti" panose="020B0502040204020203" pitchFamily="34" charset="0"/>
                      </a:rPr>
                      <m:t> </m:t>
                    </m:r>
                    <m:r>
                      <a:rPr lang="en-IN">
                        <a:effectLst/>
                        <a:latin typeface="Cambria Math" panose="02040503050406030204" pitchFamily="18" charset="0"/>
                        <a:ea typeface="Calibri" panose="020F0502020204030204" pitchFamily="34" charset="0"/>
                        <a:cs typeface="Shruti" panose="020B0502040204020203" pitchFamily="34" charset="0"/>
                      </a:rPr>
                      <m:t>…</m:t>
                    </m:r>
                    <m:r>
                      <a:rPr lang="en-IN">
                        <a:latin typeface="Cambria Math" panose="02040503050406030204" pitchFamily="18" charset="0"/>
                        <a:ea typeface="Calibri" panose="020F0502020204030204" pitchFamily="34" charset="0"/>
                        <a:cs typeface="Shruti" panose="020B0502040204020203" pitchFamily="34" charset="0"/>
                      </a:rPr>
                      <m:t>,</m:t>
                    </m:r>
                    <m:r>
                      <a:rPr lang="en-IN" i="1">
                        <a:latin typeface="Cambria Math" panose="02040503050406030204" pitchFamily="18" charset="0"/>
                        <a:ea typeface="Calibri" panose="020F0502020204030204" pitchFamily="34" charset="0"/>
                        <a:cs typeface="Shruti" panose="020B0502040204020203" pitchFamily="34" charset="0"/>
                      </a:rPr>
                      <m:t> </m:t>
                    </m:r>
                    <m:sSub>
                      <m:sSubPr>
                        <m:ctrlPr>
                          <a:rPr lang="en-IN" i="1">
                            <a:effectLst/>
                            <a:latin typeface="Cambria Math" panose="02040503050406030204" pitchFamily="18" charset="0"/>
                          </a:rPr>
                        </m:ctrlPr>
                      </m:sSubPr>
                      <m:e>
                        <m:r>
                          <m:rPr>
                            <m:sty m:val="p"/>
                          </m:rPr>
                          <a:rPr lang="en-IN">
                            <a:effectLst/>
                            <a:latin typeface="Cambria Math" panose="02040503050406030204" pitchFamily="18" charset="0"/>
                            <a:ea typeface="Calibri" panose="020F0502020204030204" pitchFamily="34" charset="0"/>
                            <a:cs typeface="Shruti" panose="020B0502040204020203" pitchFamily="34" charset="0"/>
                          </a:rPr>
                          <m:t>E</m:t>
                        </m:r>
                      </m:e>
                      <m:sub>
                        <m:r>
                          <m:rPr>
                            <m:sty m:val="p"/>
                          </m:rPr>
                          <a:rPr lang="en-IN">
                            <a:effectLst/>
                            <a:latin typeface="Cambria Math" panose="02040503050406030204" pitchFamily="18" charset="0"/>
                            <a:ea typeface="Calibri" panose="020F0502020204030204" pitchFamily="34" charset="0"/>
                            <a:cs typeface="Shruti" panose="020B0502040204020203" pitchFamily="34" charset="0"/>
                          </a:rPr>
                          <m:t>n</m:t>
                        </m:r>
                      </m:sub>
                    </m:sSub>
                  </m:oMath>
                </a14:m>
                <a:r>
                  <a:rPr lang="en-IN" dirty="0">
                    <a:effectLst/>
                    <a:ea typeface="Calibri" panose="020F0502020204030204" pitchFamily="34" charset="0"/>
                    <a:cs typeface="Shruti" panose="020B0502040204020203" pitchFamily="34" charset="0"/>
                  </a:rPr>
                  <a:t> are known as </a:t>
                </a:r>
                <a:r>
                  <a:rPr lang="en-IN" b="1" dirty="0">
                    <a:solidFill>
                      <a:srgbClr val="FF0000"/>
                    </a:solidFill>
                    <a:effectLst/>
                    <a:ea typeface="Calibri" panose="020F0502020204030204" pitchFamily="34" charset="0"/>
                    <a:cs typeface="Shruti" panose="020B0502040204020203" pitchFamily="34" charset="0"/>
                  </a:rPr>
                  <a:t>mutually exclusive and exhaustive</a:t>
                </a:r>
                <a:r>
                  <a:rPr lang="en-IN" dirty="0">
                    <a:effectLst/>
                    <a:ea typeface="Calibri" panose="020F0502020204030204" pitchFamily="34" charset="0"/>
                    <a:cs typeface="Shruti" panose="020B0502040204020203" pitchFamily="34" charset="0"/>
                  </a:rPr>
                  <a:t> events.</a:t>
                </a:r>
                <a:endParaRPr lang="en-IN"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1780177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 2.1</a:t>
            </a:r>
          </a:p>
        </p:txBody>
      </p:sp>
      <p:sp>
        <p:nvSpPr>
          <p:cNvPr id="3" name="Text Placeholder 2"/>
          <p:cNvSpPr>
            <a:spLocks noGrp="1"/>
          </p:cNvSpPr>
          <p:nvPr>
            <p:ph type="body" idx="1"/>
          </p:nvPr>
        </p:nvSpPr>
        <p:spPr>
          <a:xfrm>
            <a:off x="831850" y="4561050"/>
            <a:ext cx="10515600" cy="1500187"/>
          </a:xfrm>
        </p:spPr>
        <p:txBody>
          <a:bodyPr>
            <a:normAutofit/>
          </a:bodyPr>
          <a:lstStyle/>
          <a:p>
            <a:pPr>
              <a:lnSpc>
                <a:spcPct val="100000"/>
              </a:lnSpc>
            </a:pPr>
            <a:r>
              <a:rPr lang="en-US" sz="2800" dirty="0"/>
              <a:t>Basic Terminologies</a:t>
            </a:r>
          </a:p>
        </p:txBody>
      </p:sp>
    </p:spTree>
    <p:extLst>
      <p:ext uri="{BB962C8B-B14F-4D97-AF65-F5344CB8AC3E}">
        <p14:creationId xmlns:p14="http://schemas.microsoft.com/office/powerpoint/2010/main" val="5491830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7" y="869082"/>
            <a:ext cx="11929643" cy="1054967"/>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GB" dirty="0"/>
              <a:t>A coin is tossed twice, and their up faces are recorded. What is the sample               space for this experiment?</a:t>
            </a:r>
            <a:endParaRPr lang="en-IN" dirty="0"/>
          </a:p>
        </p:txBody>
      </p:sp>
      <p:sp>
        <p:nvSpPr>
          <p:cNvPr id="2" name="Title 1"/>
          <p:cNvSpPr>
            <a:spLocks noGrp="1"/>
          </p:cNvSpPr>
          <p:nvPr>
            <p:ph type="title"/>
          </p:nvPr>
        </p:nvSpPr>
        <p:spPr/>
        <p:txBody>
          <a:bodyPr/>
          <a:lstStyle/>
          <a:p>
            <a:r>
              <a:rPr lang="en-GB" dirty="0"/>
              <a:t>Method 2.1 ⇝ Example 1</a:t>
            </a:r>
            <a:endParaRPr lang="en-US" dirty="0"/>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263DAC30-F985-D34E-24BD-96AF816AEE6B}"/>
                  </a:ext>
                </a:extLst>
              </p:cNvPr>
              <p:cNvSpPr txBox="1">
                <a:spLocks/>
              </p:cNvSpPr>
              <p:nvPr/>
            </p:nvSpPr>
            <p:spPr>
              <a:xfrm>
                <a:off x="1696211" y="2081930"/>
                <a:ext cx="392386"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S</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 name="Content Placeholder 2">
                <a:extLst>
                  <a:ext uri="{FF2B5EF4-FFF2-40B4-BE49-F238E27FC236}">
                    <a16:creationId xmlns:a16="http://schemas.microsoft.com/office/drawing/2014/main" id="{263DAC30-F985-D34E-24BD-96AF816AEE6B}"/>
                  </a:ext>
                </a:extLst>
              </p:cNvPr>
              <p:cNvSpPr txBox="1">
                <a:spLocks noRot="1" noChangeAspect="1" noMove="1" noResize="1" noEditPoints="1" noAdjustHandles="1" noChangeArrowheads="1" noChangeShapeType="1" noTextEdit="1"/>
              </p:cNvSpPr>
              <p:nvPr/>
            </p:nvSpPr>
            <p:spPr>
              <a:xfrm>
                <a:off x="1696211" y="2081930"/>
                <a:ext cx="392386"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45515931-156D-0A82-06C6-286B91A9949E}"/>
                  </a:ext>
                </a:extLst>
              </p:cNvPr>
              <p:cNvSpPr txBox="1">
                <a:spLocks/>
              </p:cNvSpPr>
              <p:nvPr/>
            </p:nvSpPr>
            <p:spPr>
              <a:xfrm>
                <a:off x="2044147" y="2081930"/>
                <a:ext cx="3705778"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 xmlns:m="http://schemas.openxmlformats.org/officeDocument/2006/math">
                    <m: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d>
                      <m:dPr>
                        <m:begChr m:val="{"/>
                        <m:endChr m:val="}"/>
                        <m:ctrlPr>
                          <a:rPr lang="en-IN" i="1">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ctrlPr>
                      </m:dPr>
                      <m:e>
                        <m:r>
                          <a:rPr lang="en-IN" i="0" smtClean="0">
                            <a:solidFill>
                              <a:schemeClr val="bg1"/>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 </m:t>
                        </m:r>
                        <m:r>
                          <m:rPr>
                            <m:sty m:val="p"/>
                          </m:rPr>
                          <a:rPr lang="en-IN" b="0" i="0" smtClean="0">
                            <a:solidFill>
                              <a:schemeClr val="bg1"/>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HH</m:t>
                        </m:r>
                        <m:r>
                          <a:rPr lang="en-IN" b="0" i="0" smtClean="0">
                            <a:solidFill>
                              <a:schemeClr val="bg1"/>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, </m:t>
                        </m:r>
                        <m:r>
                          <m:rPr>
                            <m:sty m:val="p"/>
                          </m:rPr>
                          <a:rPr lang="en-IN" b="0" i="0" smtClean="0">
                            <a:solidFill>
                              <a:schemeClr val="bg1"/>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HT</m:t>
                        </m:r>
                        <m:r>
                          <a:rPr lang="en-IN" i="0">
                            <a:solidFill>
                              <a:schemeClr val="bg1"/>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, </m:t>
                        </m:r>
                        <m:r>
                          <m:rPr>
                            <m:sty m:val="p"/>
                          </m:rPr>
                          <a:rPr lang="en-IN" b="0" i="0" smtClean="0">
                            <a:solidFill>
                              <a:schemeClr val="bg1"/>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TH</m:t>
                        </m:r>
                        <m:r>
                          <a:rPr lang="en-IN" i="0">
                            <a:solidFill>
                              <a:schemeClr val="bg1"/>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, </m:t>
                        </m:r>
                        <m:r>
                          <m:rPr>
                            <m:sty m:val="p"/>
                          </m:rPr>
                          <a:rPr lang="en-IN" b="0" i="0" smtClean="0">
                            <a:solidFill>
                              <a:schemeClr val="bg1"/>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TT</m:t>
                        </m:r>
                        <m:r>
                          <a:rPr lang="en-IN" b="0" i="0" smtClean="0">
                            <a:solidFill>
                              <a:schemeClr val="bg1"/>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 </m:t>
                        </m:r>
                      </m:e>
                    </m:d>
                  </m:oMath>
                </a14:m>
                <a:r>
                  <a:rPr lang="en-US" dirty="0">
                    <a:solidFill>
                      <a:srgbClr val="002060"/>
                    </a:solidFill>
                    <a:uFill>
                      <a:solidFill>
                        <a:srgbClr val="0070C0"/>
                      </a:solidFill>
                    </a:uFill>
                    <a:latin typeface="+mj-lt"/>
                    <a:ea typeface="Calibri" panose="020F0502020204030204" pitchFamily="34" charset="0"/>
                    <a:cs typeface="Shruti" panose="020B0502040204020203" pitchFamily="34" charset="0"/>
                  </a:rPr>
                  <a:t> </a:t>
                </a:r>
              </a:p>
            </p:txBody>
          </p:sp>
        </mc:Choice>
        <mc:Fallback xmlns="">
          <p:sp>
            <p:nvSpPr>
              <p:cNvPr id="9" name="Content Placeholder 2">
                <a:extLst>
                  <a:ext uri="{FF2B5EF4-FFF2-40B4-BE49-F238E27FC236}">
                    <a16:creationId xmlns:a16="http://schemas.microsoft.com/office/drawing/2014/main" id="{45515931-156D-0A82-06C6-286B91A9949E}"/>
                  </a:ext>
                </a:extLst>
              </p:cNvPr>
              <p:cNvSpPr txBox="1">
                <a:spLocks noRot="1" noChangeAspect="1" noMove="1" noResize="1" noEditPoints="1" noAdjustHandles="1" noChangeArrowheads="1" noChangeShapeType="1" noTextEdit="1"/>
              </p:cNvSpPr>
              <p:nvPr/>
            </p:nvSpPr>
            <p:spPr>
              <a:xfrm>
                <a:off x="2044147" y="2081930"/>
                <a:ext cx="3705778" cy="523220"/>
              </a:xfrm>
              <a:prstGeom prst="rect">
                <a:avLst/>
              </a:prstGeom>
              <a:blipFill>
                <a:blip r:embed="rId3"/>
                <a:stretch>
                  <a:fillRect/>
                </a:stretch>
              </a:blipFill>
            </p:spPr>
            <p:txBody>
              <a:bodyPr/>
              <a:lstStyle/>
              <a:p>
                <a:r>
                  <a:rPr lang="en-IN">
                    <a:noFill/>
                  </a:rPr>
                  <a:t> </a:t>
                </a:r>
              </a:p>
            </p:txBody>
          </p:sp>
        </mc:Fallback>
      </mc:AlternateContent>
      <p:sp>
        <p:nvSpPr>
          <p:cNvPr id="50" name="Rectangle 49">
            <a:extLst>
              <a:ext uri="{FF2B5EF4-FFF2-40B4-BE49-F238E27FC236}">
                <a16:creationId xmlns:a16="http://schemas.microsoft.com/office/drawing/2014/main" id="{B2D3FB0B-D709-43AC-B65F-29361B504B61}"/>
              </a:ext>
            </a:extLst>
          </p:cNvPr>
          <p:cNvSpPr/>
          <p:nvPr/>
        </p:nvSpPr>
        <p:spPr>
          <a:xfrm>
            <a:off x="131181" y="2081930"/>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p:graphicFrame>
        <p:nvGraphicFramePr>
          <p:cNvPr id="4" name="Table 10">
            <a:extLst>
              <a:ext uri="{FF2B5EF4-FFF2-40B4-BE49-F238E27FC236}">
                <a16:creationId xmlns:a16="http://schemas.microsoft.com/office/drawing/2014/main" id="{E144CFD2-8BC9-434F-99D2-2DD89FA03ECF}"/>
              </a:ext>
            </a:extLst>
          </p:cNvPr>
          <p:cNvGraphicFramePr>
            <a:graphicFrameLocks noGrp="1"/>
          </p:cNvGraphicFramePr>
          <p:nvPr>
            <p:extLst>
              <p:ext uri="{D42A27DB-BD31-4B8C-83A1-F6EECF244321}">
                <p14:modId xmlns:p14="http://schemas.microsoft.com/office/powerpoint/2010/main" val="2105305338"/>
              </p:ext>
            </p:extLst>
          </p:nvPr>
        </p:nvGraphicFramePr>
        <p:xfrm>
          <a:off x="7708951" y="2394500"/>
          <a:ext cx="4351868" cy="3780000"/>
        </p:xfrm>
        <a:graphic>
          <a:graphicData uri="http://schemas.openxmlformats.org/drawingml/2006/table">
            <a:tbl>
              <a:tblPr firstRow="1">
                <a:tableStyleId>{10A1B5D5-9B99-4C35-A422-299274C87663}</a:tableStyleId>
              </a:tblPr>
              <a:tblGrid>
                <a:gridCol w="2175934">
                  <a:extLst>
                    <a:ext uri="{9D8B030D-6E8A-4147-A177-3AD203B41FA5}">
                      <a16:colId xmlns:a16="http://schemas.microsoft.com/office/drawing/2014/main" val="2352154845"/>
                    </a:ext>
                  </a:extLst>
                </a:gridCol>
                <a:gridCol w="2175934">
                  <a:extLst>
                    <a:ext uri="{9D8B030D-6E8A-4147-A177-3AD203B41FA5}">
                      <a16:colId xmlns:a16="http://schemas.microsoft.com/office/drawing/2014/main" val="3387804877"/>
                    </a:ext>
                  </a:extLst>
                </a:gridCol>
              </a:tblGrid>
              <a:tr h="756000">
                <a:tc>
                  <a:txBody>
                    <a:bodyPr/>
                    <a:lstStyle/>
                    <a:p>
                      <a:pPr algn="ctr"/>
                      <a:r>
                        <a:rPr lang="en-IN" sz="2800" dirty="0"/>
                        <a:t>Coin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800" dirty="0"/>
                        <a:t>Coin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8262752"/>
                  </a:ext>
                </a:extLst>
              </a:tr>
              <a:tr h="756000">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5382387"/>
                  </a:ext>
                </a:extLst>
              </a:tr>
              <a:tr h="756000">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9322798"/>
                  </a:ext>
                </a:extLst>
              </a:tr>
              <a:tr h="756000">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0561815"/>
                  </a:ext>
                </a:extLst>
              </a:tr>
              <a:tr h="756000">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2644088"/>
                  </a:ext>
                </a:extLst>
              </a:tr>
            </a:tbl>
          </a:graphicData>
        </a:graphic>
      </p:graphicFrame>
      <p:sp>
        <p:nvSpPr>
          <p:cNvPr id="48" name="TextBox 47">
            <a:extLst>
              <a:ext uri="{FF2B5EF4-FFF2-40B4-BE49-F238E27FC236}">
                <a16:creationId xmlns:a16="http://schemas.microsoft.com/office/drawing/2014/main" id="{68622B1E-44A3-44A2-B1C1-8D969737DA50}"/>
              </a:ext>
            </a:extLst>
          </p:cNvPr>
          <p:cNvSpPr txBox="1"/>
          <p:nvPr/>
        </p:nvSpPr>
        <p:spPr>
          <a:xfrm>
            <a:off x="8454509" y="3256387"/>
            <a:ext cx="849812" cy="523220"/>
          </a:xfrm>
          <a:prstGeom prst="rect">
            <a:avLst/>
          </a:prstGeom>
          <a:noFill/>
        </p:spPr>
        <p:txBody>
          <a:bodyPr wrap="square">
            <a:spAutoFit/>
          </a:bodyPr>
          <a:lstStyle/>
          <a:p>
            <a:pPr algn="ctr"/>
            <a:r>
              <a:rPr lang="en-IN" sz="2800" b="1" dirty="0">
                <a:solidFill>
                  <a:srgbClr val="002060"/>
                </a:solidFill>
              </a:rPr>
              <a:t>H</a:t>
            </a:r>
          </a:p>
        </p:txBody>
      </p:sp>
      <p:sp>
        <p:nvSpPr>
          <p:cNvPr id="51" name="TextBox 50">
            <a:extLst>
              <a:ext uri="{FF2B5EF4-FFF2-40B4-BE49-F238E27FC236}">
                <a16:creationId xmlns:a16="http://schemas.microsoft.com/office/drawing/2014/main" id="{2A28E5C3-F9BD-4D53-9C04-51C590989E41}"/>
              </a:ext>
            </a:extLst>
          </p:cNvPr>
          <p:cNvSpPr txBox="1"/>
          <p:nvPr/>
        </p:nvSpPr>
        <p:spPr>
          <a:xfrm>
            <a:off x="10550009" y="3256387"/>
            <a:ext cx="849812" cy="523220"/>
          </a:xfrm>
          <a:prstGeom prst="rect">
            <a:avLst/>
          </a:prstGeom>
          <a:noFill/>
        </p:spPr>
        <p:txBody>
          <a:bodyPr wrap="square">
            <a:spAutoFit/>
          </a:bodyPr>
          <a:lstStyle/>
          <a:p>
            <a:pPr algn="ctr"/>
            <a:r>
              <a:rPr lang="en-IN" sz="2800" b="1" dirty="0">
                <a:solidFill>
                  <a:srgbClr val="002060"/>
                </a:solidFill>
              </a:rPr>
              <a:t>H</a:t>
            </a:r>
          </a:p>
        </p:txBody>
      </p:sp>
      <p:sp>
        <p:nvSpPr>
          <p:cNvPr id="57" name="TextBox 56">
            <a:extLst>
              <a:ext uri="{FF2B5EF4-FFF2-40B4-BE49-F238E27FC236}">
                <a16:creationId xmlns:a16="http://schemas.microsoft.com/office/drawing/2014/main" id="{49762EAD-DE19-42A4-9AAB-101C7D6414EA}"/>
              </a:ext>
            </a:extLst>
          </p:cNvPr>
          <p:cNvSpPr txBox="1"/>
          <p:nvPr/>
        </p:nvSpPr>
        <p:spPr>
          <a:xfrm>
            <a:off x="8454509" y="4025983"/>
            <a:ext cx="849812" cy="523220"/>
          </a:xfrm>
          <a:prstGeom prst="rect">
            <a:avLst/>
          </a:prstGeom>
          <a:noFill/>
        </p:spPr>
        <p:txBody>
          <a:bodyPr wrap="square">
            <a:spAutoFit/>
          </a:bodyPr>
          <a:lstStyle/>
          <a:p>
            <a:pPr algn="ctr"/>
            <a:r>
              <a:rPr lang="en-IN" sz="2800" b="1" dirty="0">
                <a:solidFill>
                  <a:srgbClr val="002060"/>
                </a:solidFill>
              </a:rPr>
              <a:t>H</a:t>
            </a:r>
          </a:p>
        </p:txBody>
      </p:sp>
      <p:sp>
        <p:nvSpPr>
          <p:cNvPr id="58" name="TextBox 57">
            <a:extLst>
              <a:ext uri="{FF2B5EF4-FFF2-40B4-BE49-F238E27FC236}">
                <a16:creationId xmlns:a16="http://schemas.microsoft.com/office/drawing/2014/main" id="{7C432AF8-A804-4A6F-8375-96983D1A887D}"/>
              </a:ext>
            </a:extLst>
          </p:cNvPr>
          <p:cNvSpPr txBox="1"/>
          <p:nvPr/>
        </p:nvSpPr>
        <p:spPr>
          <a:xfrm>
            <a:off x="10550009" y="4025434"/>
            <a:ext cx="849812" cy="523220"/>
          </a:xfrm>
          <a:prstGeom prst="rect">
            <a:avLst/>
          </a:prstGeom>
          <a:noFill/>
        </p:spPr>
        <p:txBody>
          <a:bodyPr wrap="square">
            <a:spAutoFit/>
          </a:bodyPr>
          <a:lstStyle/>
          <a:p>
            <a:pPr algn="ctr"/>
            <a:r>
              <a:rPr lang="en-IN" sz="2800" b="1" dirty="0">
                <a:solidFill>
                  <a:srgbClr val="002060"/>
                </a:solidFill>
              </a:rPr>
              <a:t>T</a:t>
            </a:r>
          </a:p>
        </p:txBody>
      </p:sp>
      <p:sp>
        <p:nvSpPr>
          <p:cNvPr id="69" name="TextBox 68">
            <a:extLst>
              <a:ext uri="{FF2B5EF4-FFF2-40B4-BE49-F238E27FC236}">
                <a16:creationId xmlns:a16="http://schemas.microsoft.com/office/drawing/2014/main" id="{6AF79638-CF8E-49C8-B5A4-20D0B1641C9A}"/>
              </a:ext>
            </a:extLst>
          </p:cNvPr>
          <p:cNvSpPr txBox="1"/>
          <p:nvPr/>
        </p:nvSpPr>
        <p:spPr>
          <a:xfrm>
            <a:off x="8454509" y="4795579"/>
            <a:ext cx="849812" cy="523220"/>
          </a:xfrm>
          <a:prstGeom prst="rect">
            <a:avLst/>
          </a:prstGeom>
          <a:noFill/>
        </p:spPr>
        <p:txBody>
          <a:bodyPr wrap="square">
            <a:spAutoFit/>
          </a:bodyPr>
          <a:lstStyle/>
          <a:p>
            <a:pPr algn="ctr"/>
            <a:r>
              <a:rPr lang="en-IN" sz="2800" b="1" dirty="0">
                <a:solidFill>
                  <a:srgbClr val="002060"/>
                </a:solidFill>
              </a:rPr>
              <a:t>T</a:t>
            </a:r>
          </a:p>
        </p:txBody>
      </p:sp>
      <p:sp>
        <p:nvSpPr>
          <p:cNvPr id="70" name="TextBox 69">
            <a:extLst>
              <a:ext uri="{FF2B5EF4-FFF2-40B4-BE49-F238E27FC236}">
                <a16:creationId xmlns:a16="http://schemas.microsoft.com/office/drawing/2014/main" id="{0E019B96-04B7-4FD8-A829-4EDE51EE7284}"/>
              </a:ext>
            </a:extLst>
          </p:cNvPr>
          <p:cNvSpPr txBox="1"/>
          <p:nvPr/>
        </p:nvSpPr>
        <p:spPr>
          <a:xfrm>
            <a:off x="10550009" y="4794481"/>
            <a:ext cx="849812" cy="523220"/>
          </a:xfrm>
          <a:prstGeom prst="rect">
            <a:avLst/>
          </a:prstGeom>
          <a:noFill/>
        </p:spPr>
        <p:txBody>
          <a:bodyPr wrap="square">
            <a:spAutoFit/>
          </a:bodyPr>
          <a:lstStyle/>
          <a:p>
            <a:pPr algn="ctr"/>
            <a:r>
              <a:rPr lang="en-IN" sz="2800" b="1" dirty="0">
                <a:solidFill>
                  <a:srgbClr val="002060"/>
                </a:solidFill>
              </a:rPr>
              <a:t>H</a:t>
            </a:r>
          </a:p>
        </p:txBody>
      </p:sp>
      <p:sp>
        <p:nvSpPr>
          <p:cNvPr id="71" name="TextBox 70">
            <a:extLst>
              <a:ext uri="{FF2B5EF4-FFF2-40B4-BE49-F238E27FC236}">
                <a16:creationId xmlns:a16="http://schemas.microsoft.com/office/drawing/2014/main" id="{0BA9B304-C2A1-4F6E-B571-F7A10CAD85C5}"/>
              </a:ext>
            </a:extLst>
          </p:cNvPr>
          <p:cNvSpPr txBox="1"/>
          <p:nvPr/>
        </p:nvSpPr>
        <p:spPr>
          <a:xfrm>
            <a:off x="8454509" y="5565175"/>
            <a:ext cx="849812" cy="523220"/>
          </a:xfrm>
          <a:prstGeom prst="rect">
            <a:avLst/>
          </a:prstGeom>
          <a:noFill/>
        </p:spPr>
        <p:txBody>
          <a:bodyPr wrap="square">
            <a:spAutoFit/>
          </a:bodyPr>
          <a:lstStyle/>
          <a:p>
            <a:pPr algn="ctr"/>
            <a:r>
              <a:rPr lang="en-IN" sz="2800" b="1" dirty="0">
                <a:solidFill>
                  <a:srgbClr val="002060"/>
                </a:solidFill>
              </a:rPr>
              <a:t>T</a:t>
            </a:r>
          </a:p>
        </p:txBody>
      </p:sp>
      <p:sp>
        <p:nvSpPr>
          <p:cNvPr id="72" name="TextBox 71">
            <a:extLst>
              <a:ext uri="{FF2B5EF4-FFF2-40B4-BE49-F238E27FC236}">
                <a16:creationId xmlns:a16="http://schemas.microsoft.com/office/drawing/2014/main" id="{08B803EE-2CF4-4C11-92C0-1941BD42A8BF}"/>
              </a:ext>
            </a:extLst>
          </p:cNvPr>
          <p:cNvSpPr txBox="1"/>
          <p:nvPr/>
        </p:nvSpPr>
        <p:spPr>
          <a:xfrm>
            <a:off x="10550009" y="5563528"/>
            <a:ext cx="849812" cy="523220"/>
          </a:xfrm>
          <a:prstGeom prst="rect">
            <a:avLst/>
          </a:prstGeom>
          <a:noFill/>
        </p:spPr>
        <p:txBody>
          <a:bodyPr wrap="square">
            <a:spAutoFit/>
          </a:bodyPr>
          <a:lstStyle/>
          <a:p>
            <a:pPr algn="ctr"/>
            <a:r>
              <a:rPr lang="en-IN" sz="2800" b="1" dirty="0">
                <a:solidFill>
                  <a:srgbClr val="002060"/>
                </a:solidFill>
              </a:rPr>
              <a:t>T</a:t>
            </a:r>
          </a:p>
        </p:txBody>
      </p:sp>
      <mc:AlternateContent xmlns:mc="http://schemas.openxmlformats.org/markup-compatibility/2006" xmlns:a14="http://schemas.microsoft.com/office/drawing/2010/main">
        <mc:Choice Requires="a14">
          <p:sp>
            <p:nvSpPr>
              <p:cNvPr id="73" name="Content Placeholder 2">
                <a:extLst>
                  <a:ext uri="{FF2B5EF4-FFF2-40B4-BE49-F238E27FC236}">
                    <a16:creationId xmlns:a16="http://schemas.microsoft.com/office/drawing/2014/main" id="{AD9F7419-7B81-4497-BF1A-5DD036BABC0B}"/>
                  </a:ext>
                </a:extLst>
              </p:cNvPr>
              <p:cNvSpPr txBox="1">
                <a:spLocks/>
              </p:cNvSpPr>
              <p:nvPr/>
            </p:nvSpPr>
            <p:spPr>
              <a:xfrm>
                <a:off x="2602398" y="2081930"/>
                <a:ext cx="787192"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HH</m:t>
                      </m:r>
                      <m: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73" name="Content Placeholder 2">
                <a:extLst>
                  <a:ext uri="{FF2B5EF4-FFF2-40B4-BE49-F238E27FC236}">
                    <a16:creationId xmlns:a16="http://schemas.microsoft.com/office/drawing/2014/main" id="{AD9F7419-7B81-4497-BF1A-5DD036BABC0B}"/>
                  </a:ext>
                </a:extLst>
              </p:cNvPr>
              <p:cNvSpPr txBox="1">
                <a:spLocks noRot="1" noChangeAspect="1" noMove="1" noResize="1" noEditPoints="1" noAdjustHandles="1" noChangeArrowheads="1" noChangeShapeType="1" noTextEdit="1"/>
              </p:cNvSpPr>
              <p:nvPr/>
            </p:nvSpPr>
            <p:spPr>
              <a:xfrm>
                <a:off x="2602398" y="2081930"/>
                <a:ext cx="787192"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4" name="Content Placeholder 2">
                <a:extLst>
                  <a:ext uri="{FF2B5EF4-FFF2-40B4-BE49-F238E27FC236}">
                    <a16:creationId xmlns:a16="http://schemas.microsoft.com/office/drawing/2014/main" id="{07460ACE-9541-49E5-850E-A166765B43A3}"/>
                  </a:ext>
                </a:extLst>
              </p:cNvPr>
              <p:cNvSpPr txBox="1">
                <a:spLocks/>
              </p:cNvSpPr>
              <p:nvPr/>
            </p:nvSpPr>
            <p:spPr>
              <a:xfrm>
                <a:off x="3291674" y="2081930"/>
                <a:ext cx="787192"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H</m:t>
                      </m:r>
                      <m:r>
                        <m:rPr>
                          <m:sty m:val="p"/>
                        </m:rP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T</m:t>
                      </m:r>
                      <m: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74" name="Content Placeholder 2">
                <a:extLst>
                  <a:ext uri="{FF2B5EF4-FFF2-40B4-BE49-F238E27FC236}">
                    <a16:creationId xmlns:a16="http://schemas.microsoft.com/office/drawing/2014/main" id="{07460ACE-9541-49E5-850E-A166765B43A3}"/>
                  </a:ext>
                </a:extLst>
              </p:cNvPr>
              <p:cNvSpPr txBox="1">
                <a:spLocks noRot="1" noChangeAspect="1" noMove="1" noResize="1" noEditPoints="1" noAdjustHandles="1" noChangeArrowheads="1" noChangeShapeType="1" noTextEdit="1"/>
              </p:cNvSpPr>
              <p:nvPr/>
            </p:nvSpPr>
            <p:spPr>
              <a:xfrm>
                <a:off x="3291674" y="2081930"/>
                <a:ext cx="787192"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5" name="Content Placeholder 2">
                <a:extLst>
                  <a:ext uri="{FF2B5EF4-FFF2-40B4-BE49-F238E27FC236}">
                    <a16:creationId xmlns:a16="http://schemas.microsoft.com/office/drawing/2014/main" id="{D239C608-4719-4A39-8107-14BB72086BCE}"/>
                  </a:ext>
                </a:extLst>
              </p:cNvPr>
              <p:cNvSpPr txBox="1">
                <a:spLocks/>
              </p:cNvSpPr>
              <p:nvPr/>
            </p:nvSpPr>
            <p:spPr>
              <a:xfrm>
                <a:off x="3980949" y="2082480"/>
                <a:ext cx="787192"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T</m:t>
                      </m:r>
                      <m:r>
                        <m:rPr>
                          <m:sty m:val="p"/>
                        </m:rP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H</m:t>
                      </m:r>
                      <m: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75" name="Content Placeholder 2">
                <a:extLst>
                  <a:ext uri="{FF2B5EF4-FFF2-40B4-BE49-F238E27FC236}">
                    <a16:creationId xmlns:a16="http://schemas.microsoft.com/office/drawing/2014/main" id="{D239C608-4719-4A39-8107-14BB72086BCE}"/>
                  </a:ext>
                </a:extLst>
              </p:cNvPr>
              <p:cNvSpPr txBox="1">
                <a:spLocks noRot="1" noChangeAspect="1" noMove="1" noResize="1" noEditPoints="1" noAdjustHandles="1" noChangeArrowheads="1" noChangeShapeType="1" noTextEdit="1"/>
              </p:cNvSpPr>
              <p:nvPr/>
            </p:nvSpPr>
            <p:spPr>
              <a:xfrm>
                <a:off x="3980949" y="2082480"/>
                <a:ext cx="787192"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6" name="Content Placeholder 2">
                <a:extLst>
                  <a:ext uri="{FF2B5EF4-FFF2-40B4-BE49-F238E27FC236}">
                    <a16:creationId xmlns:a16="http://schemas.microsoft.com/office/drawing/2014/main" id="{B0DEAE9A-CDCA-4AF2-B55F-D6211F828394}"/>
                  </a:ext>
                </a:extLst>
              </p:cNvPr>
              <p:cNvSpPr txBox="1">
                <a:spLocks/>
              </p:cNvSpPr>
              <p:nvPr/>
            </p:nvSpPr>
            <p:spPr>
              <a:xfrm>
                <a:off x="4595348" y="2081930"/>
                <a:ext cx="787192"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T</m:t>
                      </m:r>
                      <m:r>
                        <m:rPr>
                          <m:sty m:val="p"/>
                        </m:rP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76" name="Content Placeholder 2">
                <a:extLst>
                  <a:ext uri="{FF2B5EF4-FFF2-40B4-BE49-F238E27FC236}">
                    <a16:creationId xmlns:a16="http://schemas.microsoft.com/office/drawing/2014/main" id="{B0DEAE9A-CDCA-4AF2-B55F-D6211F828394}"/>
                  </a:ext>
                </a:extLst>
              </p:cNvPr>
              <p:cNvSpPr txBox="1">
                <a:spLocks noRot="1" noChangeAspect="1" noMove="1" noResize="1" noEditPoints="1" noAdjustHandles="1" noChangeArrowheads="1" noChangeShapeType="1" noTextEdit="1"/>
              </p:cNvSpPr>
              <p:nvPr/>
            </p:nvSpPr>
            <p:spPr>
              <a:xfrm>
                <a:off x="4595348" y="2081930"/>
                <a:ext cx="787192" cy="523220"/>
              </a:xfrm>
              <a:prstGeom prst="rect">
                <a:avLst/>
              </a:prstGeom>
              <a:blipFill>
                <a:blip r:embed="rId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346646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1">
                                            <p:txEl>
                                              <p:pRg st="0" end="0"/>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73">
                                            <p:txEl>
                                              <p:pRg st="0" end="0"/>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57">
                                            <p:txEl>
                                              <p:pRg st="0" end="0"/>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58">
                                            <p:txEl>
                                              <p:pRg st="0" end="0"/>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74">
                                            <p:txEl>
                                              <p:pRg st="0" end="0"/>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69">
                                            <p:txEl>
                                              <p:pRg st="0" end="0"/>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70">
                                            <p:txEl>
                                              <p:pRg st="0" end="0"/>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75">
                                            <p:txEl>
                                              <p:pRg st="0" end="0"/>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71">
                                            <p:txEl>
                                              <p:pRg st="0" end="0"/>
                                            </p:txEl>
                                          </p:spTgt>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72">
                                            <p:txEl>
                                              <p:pRg st="0" end="0"/>
                                            </p:txEl>
                                          </p:spTgt>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7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9" grpId="0" build="p"/>
      <p:bldP spid="50" grpId="0" animBg="1"/>
      <p:bldP spid="48" grpId="0" build="p"/>
      <p:bldP spid="51" grpId="0" build="p"/>
      <p:bldP spid="57" grpId="0" build="p"/>
      <p:bldP spid="58" grpId="0" build="p"/>
      <p:bldP spid="69" grpId="0" build="p"/>
      <p:bldP spid="70" grpId="0" build="p"/>
      <p:bldP spid="71" grpId="0" build="p"/>
      <p:bldP spid="72" grpId="0" build="p"/>
      <p:bldP spid="73" grpId="0" build="p"/>
      <p:bldP spid="74" grpId="0" build="p"/>
      <p:bldP spid="75" grpId="0" build="p"/>
      <p:bldP spid="76"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7" y="869082"/>
            <a:ext cx="11929643" cy="1200205"/>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5000"/>
              </a:lnSpc>
              <a:spcBef>
                <a:spcPts val="1000"/>
              </a:spcBef>
            </a:pPr>
            <a:r>
              <a:rPr lang="en-US" dirty="0"/>
              <a:t>Find the sample space associated with the experiment of rolling a pair of dice once. Also, find the number of elements of this sample space.</a:t>
            </a:r>
            <a:endParaRPr lang="en-IN" dirty="0"/>
          </a:p>
        </p:txBody>
      </p:sp>
      <p:sp>
        <p:nvSpPr>
          <p:cNvPr id="2" name="Title 1"/>
          <p:cNvSpPr>
            <a:spLocks noGrp="1"/>
          </p:cNvSpPr>
          <p:nvPr>
            <p:ph type="title"/>
          </p:nvPr>
        </p:nvSpPr>
        <p:spPr/>
        <p:txBody>
          <a:bodyPr/>
          <a:lstStyle/>
          <a:p>
            <a:r>
              <a:rPr lang="en-GB" dirty="0"/>
              <a:t>Method 2.1 ⇝ Example 2</a:t>
            </a:r>
            <a:endParaRPr lang="en-US" dirty="0"/>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263DAC30-F985-D34E-24BD-96AF816AEE6B}"/>
                  </a:ext>
                </a:extLst>
              </p:cNvPr>
              <p:cNvSpPr txBox="1">
                <a:spLocks/>
              </p:cNvSpPr>
              <p:nvPr/>
            </p:nvSpPr>
            <p:spPr>
              <a:xfrm>
                <a:off x="1696674" y="3746544"/>
                <a:ext cx="392386"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S</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 name="Content Placeholder 2">
                <a:extLst>
                  <a:ext uri="{FF2B5EF4-FFF2-40B4-BE49-F238E27FC236}">
                    <a16:creationId xmlns:a16="http://schemas.microsoft.com/office/drawing/2014/main" id="{263DAC30-F985-D34E-24BD-96AF816AEE6B}"/>
                  </a:ext>
                </a:extLst>
              </p:cNvPr>
              <p:cNvSpPr txBox="1">
                <a:spLocks noRot="1" noChangeAspect="1" noMove="1" noResize="1" noEditPoints="1" noAdjustHandles="1" noChangeArrowheads="1" noChangeShapeType="1" noTextEdit="1"/>
              </p:cNvSpPr>
              <p:nvPr/>
            </p:nvSpPr>
            <p:spPr>
              <a:xfrm>
                <a:off x="1696674" y="3746544"/>
                <a:ext cx="392386" cy="523220"/>
              </a:xfrm>
              <a:prstGeom prst="rect">
                <a:avLst/>
              </a:prstGeom>
              <a:blipFill>
                <a:blip r:embed="rId2"/>
                <a:stretch>
                  <a:fillRect/>
                </a:stretch>
              </a:blipFill>
            </p:spPr>
            <p:txBody>
              <a:bodyPr/>
              <a:lstStyle/>
              <a:p>
                <a:r>
                  <a:rPr lang="en-IN">
                    <a:noFill/>
                  </a:rPr>
                  <a:t> </a:t>
                </a:r>
              </a:p>
            </p:txBody>
          </p:sp>
        </mc:Fallback>
      </mc:AlternateContent>
      <p:sp>
        <p:nvSpPr>
          <p:cNvPr id="50" name="Rectangle 49">
            <a:extLst>
              <a:ext uri="{FF2B5EF4-FFF2-40B4-BE49-F238E27FC236}">
                <a16:creationId xmlns:a16="http://schemas.microsoft.com/office/drawing/2014/main" id="{B2D3FB0B-D709-43AC-B65F-29361B504B61}"/>
              </a:ext>
            </a:extLst>
          </p:cNvPr>
          <p:cNvSpPr/>
          <p:nvPr/>
        </p:nvSpPr>
        <p:spPr>
          <a:xfrm>
            <a:off x="131181" y="2220371"/>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73" name="Content Placeholder 2">
                <a:extLst>
                  <a:ext uri="{FF2B5EF4-FFF2-40B4-BE49-F238E27FC236}">
                    <a16:creationId xmlns:a16="http://schemas.microsoft.com/office/drawing/2014/main" id="{AD9F7419-7B81-4497-BF1A-5DD036BABC0B}"/>
                  </a:ext>
                </a:extLst>
              </p:cNvPr>
              <p:cNvSpPr txBox="1">
                <a:spLocks/>
              </p:cNvSpPr>
              <p:nvPr/>
            </p:nvSpPr>
            <p:spPr>
              <a:xfrm>
                <a:off x="2758540" y="2315274"/>
                <a:ext cx="76646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i="1" smtClean="0">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1,</m:t>
                          </m:r>
                          <m:r>
                            <a:rPr lang="en-IN" b="0" i="1" smtClean="0">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1</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1,</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1,</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1,</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1,</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1,</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 </m:t>
                          </m:r>
                        </m:e>
                      </m:d>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73" name="Content Placeholder 2">
                <a:extLst>
                  <a:ext uri="{FF2B5EF4-FFF2-40B4-BE49-F238E27FC236}">
                    <a16:creationId xmlns:a16="http://schemas.microsoft.com/office/drawing/2014/main" id="{AD9F7419-7B81-4497-BF1A-5DD036BABC0B}"/>
                  </a:ext>
                </a:extLst>
              </p:cNvPr>
              <p:cNvSpPr txBox="1">
                <a:spLocks noRot="1" noChangeAspect="1" noMove="1" noResize="1" noEditPoints="1" noAdjustHandles="1" noChangeArrowheads="1" noChangeShapeType="1" noTextEdit="1"/>
              </p:cNvSpPr>
              <p:nvPr/>
            </p:nvSpPr>
            <p:spPr>
              <a:xfrm>
                <a:off x="2758540" y="2315274"/>
                <a:ext cx="7664675" cy="523220"/>
              </a:xfrm>
              <a:prstGeom prst="rect">
                <a:avLst/>
              </a:prstGeom>
              <a:blipFill>
                <a:blip r:embed="rId3"/>
                <a:stretch>
                  <a:fillRect/>
                </a:stretch>
              </a:blipFill>
            </p:spPr>
            <p:txBody>
              <a:bodyPr/>
              <a:lstStyle/>
              <a:p>
                <a:r>
                  <a:rPr lang="en-IN">
                    <a:noFill/>
                  </a:rPr>
                  <a:t> </a:t>
                </a:r>
              </a:p>
            </p:txBody>
          </p:sp>
        </mc:Fallback>
      </mc:AlternateContent>
      <p:sp>
        <p:nvSpPr>
          <p:cNvPr id="68" name="Content Placeholder 2">
            <a:extLst>
              <a:ext uri="{FF2B5EF4-FFF2-40B4-BE49-F238E27FC236}">
                <a16:creationId xmlns:a16="http://schemas.microsoft.com/office/drawing/2014/main" id="{A0C88CCD-ABF6-487A-A003-269BE830EF70}"/>
              </a:ext>
            </a:extLst>
          </p:cNvPr>
          <p:cNvSpPr txBox="1">
            <a:spLocks/>
          </p:cNvSpPr>
          <p:nvPr/>
        </p:nvSpPr>
        <p:spPr>
          <a:xfrm>
            <a:off x="1696209" y="6030329"/>
            <a:ext cx="5568191" cy="53296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r>
              <a:rPr lang="en-US" b="0" i="0" dirty="0">
                <a:solidFill>
                  <a:srgbClr val="002060"/>
                </a:solidFill>
                <a:latin typeface="+mj-lt"/>
              </a:rPr>
              <a:t>Number of elements in sample space</a:t>
            </a:r>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AlternateContent xmlns:mc="http://schemas.openxmlformats.org/markup-compatibility/2006" xmlns:a14="http://schemas.microsoft.com/office/drawing/2010/main">
        <mc:Choice Requires="a14">
          <p:sp>
            <p:nvSpPr>
              <p:cNvPr id="78" name="Content Placeholder 2">
                <a:extLst>
                  <a:ext uri="{FF2B5EF4-FFF2-40B4-BE49-F238E27FC236}">
                    <a16:creationId xmlns:a16="http://schemas.microsoft.com/office/drawing/2014/main" id="{8ACB5E63-862E-4163-AA13-12002EDC9A80}"/>
                  </a:ext>
                </a:extLst>
              </p:cNvPr>
              <p:cNvSpPr txBox="1">
                <a:spLocks/>
              </p:cNvSpPr>
              <p:nvPr/>
            </p:nvSpPr>
            <p:spPr>
              <a:xfrm>
                <a:off x="6872607" y="6030329"/>
                <a:ext cx="3140323" cy="53296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a:rPr lang="en-US">
                          <a:solidFill>
                            <a:srgbClr val="002060"/>
                          </a:solidFill>
                          <a:latin typeface="Cambria Math" panose="02040503050406030204" pitchFamily="18" charset="0"/>
                        </a:rPr>
                        <m:t>=6×6=</m:t>
                      </m:r>
                      <m:sSup>
                        <m:sSupPr>
                          <m:ctrlPr>
                            <a:rPr lang="en-IN" i="1">
                              <a:solidFill>
                                <a:srgbClr val="002060"/>
                              </a:solidFill>
                              <a:latin typeface="Cambria Math" panose="02040503050406030204" pitchFamily="18" charset="0"/>
                            </a:rPr>
                          </m:ctrlPr>
                        </m:sSupPr>
                        <m:e>
                          <m:r>
                            <a:rPr lang="en-US">
                              <a:solidFill>
                                <a:srgbClr val="002060"/>
                              </a:solidFill>
                              <a:latin typeface="Cambria Math" panose="02040503050406030204" pitchFamily="18" charset="0"/>
                            </a:rPr>
                            <m:t>6</m:t>
                          </m:r>
                        </m:e>
                        <m:sup>
                          <m:r>
                            <a:rPr lang="en-US">
                              <a:solidFill>
                                <a:srgbClr val="002060"/>
                              </a:solidFill>
                              <a:latin typeface="Cambria Math" panose="02040503050406030204" pitchFamily="18" charset="0"/>
                            </a:rPr>
                            <m:t>2</m:t>
                          </m:r>
                        </m:sup>
                      </m:sSup>
                      <m:r>
                        <a:rPr lang="en-US">
                          <a:solidFill>
                            <a:srgbClr val="002060"/>
                          </a:solidFill>
                          <a:latin typeface="Cambria Math" panose="02040503050406030204" pitchFamily="18" charset="0"/>
                        </a:rPr>
                        <m:t>=36</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78" name="Content Placeholder 2">
                <a:extLst>
                  <a:ext uri="{FF2B5EF4-FFF2-40B4-BE49-F238E27FC236}">
                    <a16:creationId xmlns:a16="http://schemas.microsoft.com/office/drawing/2014/main" id="{8ACB5E63-862E-4163-AA13-12002EDC9A80}"/>
                  </a:ext>
                </a:extLst>
              </p:cNvPr>
              <p:cNvSpPr txBox="1">
                <a:spLocks noRot="1" noChangeAspect="1" noMove="1" noResize="1" noEditPoints="1" noAdjustHandles="1" noChangeArrowheads="1" noChangeShapeType="1" noTextEdit="1"/>
              </p:cNvSpPr>
              <p:nvPr/>
            </p:nvSpPr>
            <p:spPr>
              <a:xfrm>
                <a:off x="6872607" y="6030329"/>
                <a:ext cx="3140323" cy="532966"/>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Content Placeholder 2">
                <a:extLst>
                  <a:ext uri="{FF2B5EF4-FFF2-40B4-BE49-F238E27FC236}">
                    <a16:creationId xmlns:a16="http://schemas.microsoft.com/office/drawing/2014/main" id="{1F89A554-E2B8-4CED-B289-CA336FD15D49}"/>
                  </a:ext>
                </a:extLst>
              </p:cNvPr>
              <p:cNvSpPr txBox="1">
                <a:spLocks/>
              </p:cNvSpPr>
              <p:nvPr/>
            </p:nvSpPr>
            <p:spPr>
              <a:xfrm>
                <a:off x="2758540" y="2893347"/>
                <a:ext cx="76646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i="1" smtClean="0">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1</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 </m:t>
                          </m:r>
                        </m:e>
                      </m:d>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1" name="Content Placeholder 2">
                <a:extLst>
                  <a:ext uri="{FF2B5EF4-FFF2-40B4-BE49-F238E27FC236}">
                    <a16:creationId xmlns:a16="http://schemas.microsoft.com/office/drawing/2014/main" id="{1F89A554-E2B8-4CED-B289-CA336FD15D49}"/>
                  </a:ext>
                </a:extLst>
              </p:cNvPr>
              <p:cNvSpPr txBox="1">
                <a:spLocks noRot="1" noChangeAspect="1" noMove="1" noResize="1" noEditPoints="1" noAdjustHandles="1" noChangeArrowheads="1" noChangeShapeType="1" noTextEdit="1"/>
              </p:cNvSpPr>
              <p:nvPr/>
            </p:nvSpPr>
            <p:spPr>
              <a:xfrm>
                <a:off x="2758540" y="2893347"/>
                <a:ext cx="7664675"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Content Placeholder 2">
                <a:extLst>
                  <a:ext uri="{FF2B5EF4-FFF2-40B4-BE49-F238E27FC236}">
                    <a16:creationId xmlns:a16="http://schemas.microsoft.com/office/drawing/2014/main" id="{2D4EBDC6-784A-4AE6-9E78-54C1F02AB961}"/>
                  </a:ext>
                </a:extLst>
              </p:cNvPr>
              <p:cNvSpPr txBox="1">
                <a:spLocks/>
              </p:cNvSpPr>
              <p:nvPr/>
            </p:nvSpPr>
            <p:spPr>
              <a:xfrm>
                <a:off x="2758540" y="3471420"/>
                <a:ext cx="76646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i="1" smtClean="0">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1</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 </m:t>
                          </m:r>
                        </m:e>
                      </m:d>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7" name="Content Placeholder 2">
                <a:extLst>
                  <a:ext uri="{FF2B5EF4-FFF2-40B4-BE49-F238E27FC236}">
                    <a16:creationId xmlns:a16="http://schemas.microsoft.com/office/drawing/2014/main" id="{2D4EBDC6-784A-4AE6-9E78-54C1F02AB961}"/>
                  </a:ext>
                </a:extLst>
              </p:cNvPr>
              <p:cNvSpPr txBox="1">
                <a:spLocks noRot="1" noChangeAspect="1" noMove="1" noResize="1" noEditPoints="1" noAdjustHandles="1" noChangeArrowheads="1" noChangeShapeType="1" noTextEdit="1"/>
              </p:cNvSpPr>
              <p:nvPr/>
            </p:nvSpPr>
            <p:spPr>
              <a:xfrm>
                <a:off x="2758540" y="3471420"/>
                <a:ext cx="7664675"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Content Placeholder 2">
                <a:extLst>
                  <a:ext uri="{FF2B5EF4-FFF2-40B4-BE49-F238E27FC236}">
                    <a16:creationId xmlns:a16="http://schemas.microsoft.com/office/drawing/2014/main" id="{CC54FF6A-58C1-4E24-95FC-C541A5AD5D28}"/>
                  </a:ext>
                </a:extLst>
              </p:cNvPr>
              <p:cNvSpPr txBox="1">
                <a:spLocks/>
              </p:cNvSpPr>
              <p:nvPr/>
            </p:nvSpPr>
            <p:spPr>
              <a:xfrm>
                <a:off x="2758540" y="4049493"/>
                <a:ext cx="76646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i="1" smtClean="0">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1</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 </m:t>
                          </m:r>
                        </m:e>
                      </m:d>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8" name="Content Placeholder 2">
                <a:extLst>
                  <a:ext uri="{FF2B5EF4-FFF2-40B4-BE49-F238E27FC236}">
                    <a16:creationId xmlns:a16="http://schemas.microsoft.com/office/drawing/2014/main" id="{CC54FF6A-58C1-4E24-95FC-C541A5AD5D28}"/>
                  </a:ext>
                </a:extLst>
              </p:cNvPr>
              <p:cNvSpPr txBox="1">
                <a:spLocks noRot="1" noChangeAspect="1" noMove="1" noResize="1" noEditPoints="1" noAdjustHandles="1" noChangeArrowheads="1" noChangeShapeType="1" noTextEdit="1"/>
              </p:cNvSpPr>
              <p:nvPr/>
            </p:nvSpPr>
            <p:spPr>
              <a:xfrm>
                <a:off x="2758540" y="4049493"/>
                <a:ext cx="7664675"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Content Placeholder 2">
                <a:extLst>
                  <a:ext uri="{FF2B5EF4-FFF2-40B4-BE49-F238E27FC236}">
                    <a16:creationId xmlns:a16="http://schemas.microsoft.com/office/drawing/2014/main" id="{DBF87C0D-54F3-48FD-8145-95C3433AFC88}"/>
                  </a:ext>
                </a:extLst>
              </p:cNvPr>
              <p:cNvSpPr txBox="1">
                <a:spLocks/>
              </p:cNvSpPr>
              <p:nvPr/>
            </p:nvSpPr>
            <p:spPr>
              <a:xfrm>
                <a:off x="2758540" y="4627566"/>
                <a:ext cx="76646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i="1" smtClean="0">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1</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 </m:t>
                          </m:r>
                        </m:e>
                      </m:d>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62" name="Content Placeholder 2">
                <a:extLst>
                  <a:ext uri="{FF2B5EF4-FFF2-40B4-BE49-F238E27FC236}">
                    <a16:creationId xmlns:a16="http://schemas.microsoft.com/office/drawing/2014/main" id="{DBF87C0D-54F3-48FD-8145-95C3433AFC88}"/>
                  </a:ext>
                </a:extLst>
              </p:cNvPr>
              <p:cNvSpPr txBox="1">
                <a:spLocks noRot="1" noChangeAspect="1" noMove="1" noResize="1" noEditPoints="1" noAdjustHandles="1" noChangeArrowheads="1" noChangeShapeType="1" noTextEdit="1"/>
              </p:cNvSpPr>
              <p:nvPr/>
            </p:nvSpPr>
            <p:spPr>
              <a:xfrm>
                <a:off x="2758540" y="4627566"/>
                <a:ext cx="7664675"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Content Placeholder 2">
                <a:extLst>
                  <a:ext uri="{FF2B5EF4-FFF2-40B4-BE49-F238E27FC236}">
                    <a16:creationId xmlns:a16="http://schemas.microsoft.com/office/drawing/2014/main" id="{435070D4-8589-4C89-B816-785D10AD4FF3}"/>
                  </a:ext>
                </a:extLst>
              </p:cNvPr>
              <p:cNvSpPr txBox="1">
                <a:spLocks/>
              </p:cNvSpPr>
              <p:nvPr/>
            </p:nvSpPr>
            <p:spPr>
              <a:xfrm>
                <a:off x="2758540" y="5205639"/>
                <a:ext cx="76646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i="1" smtClean="0">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1</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 </m:t>
                          </m:r>
                        </m:e>
                      </m:d>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63" name="Content Placeholder 2">
                <a:extLst>
                  <a:ext uri="{FF2B5EF4-FFF2-40B4-BE49-F238E27FC236}">
                    <a16:creationId xmlns:a16="http://schemas.microsoft.com/office/drawing/2014/main" id="{435070D4-8589-4C89-B816-785D10AD4FF3}"/>
                  </a:ext>
                </a:extLst>
              </p:cNvPr>
              <p:cNvSpPr txBox="1">
                <a:spLocks noRot="1" noChangeAspect="1" noMove="1" noResize="1" noEditPoints="1" noAdjustHandles="1" noChangeArrowheads="1" noChangeShapeType="1" noTextEdit="1"/>
              </p:cNvSpPr>
              <p:nvPr/>
            </p:nvSpPr>
            <p:spPr>
              <a:xfrm>
                <a:off x="2758540" y="5205639"/>
                <a:ext cx="7664675" cy="523220"/>
              </a:xfrm>
              <a:prstGeom prst="rect">
                <a:avLst/>
              </a:prstGeom>
              <a:blipFill>
                <a:blip r:embed="rId9"/>
                <a:stretch>
                  <a:fillRect/>
                </a:stretch>
              </a:blipFill>
            </p:spPr>
            <p:txBody>
              <a:bodyPr/>
              <a:lstStyle/>
              <a:p>
                <a:r>
                  <a:rPr lang="en-IN">
                    <a:noFill/>
                  </a:rPr>
                  <a:t> </a:t>
                </a:r>
              </a:p>
            </p:txBody>
          </p:sp>
        </mc:Fallback>
      </mc:AlternateContent>
      <p:sp>
        <p:nvSpPr>
          <p:cNvPr id="3" name="Left Brace 2">
            <a:extLst>
              <a:ext uri="{FF2B5EF4-FFF2-40B4-BE49-F238E27FC236}">
                <a16:creationId xmlns:a16="http://schemas.microsoft.com/office/drawing/2014/main" id="{095971F7-FA89-4773-8F93-723BECD20CF1}"/>
              </a:ext>
            </a:extLst>
          </p:cNvPr>
          <p:cNvSpPr/>
          <p:nvPr/>
        </p:nvSpPr>
        <p:spPr>
          <a:xfrm>
            <a:off x="2533318" y="2321808"/>
            <a:ext cx="392386" cy="3456000"/>
          </a:xfrm>
          <a:prstGeom prst="leftBrace">
            <a:avLst>
              <a:gd name="adj1" fmla="val 64650"/>
              <a:gd name="adj2" fmla="val 50000"/>
            </a:avLst>
          </a:prstGeom>
          <a:ln w="28575" cap="rnd">
            <a:solidFill>
              <a:srgbClr val="00206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65" name="Content Placeholder 2">
                <a:extLst>
                  <a:ext uri="{FF2B5EF4-FFF2-40B4-BE49-F238E27FC236}">
                    <a16:creationId xmlns:a16="http://schemas.microsoft.com/office/drawing/2014/main" id="{D2CF34DB-F445-469F-BE68-0DC55DF6798F}"/>
                  </a:ext>
                </a:extLst>
              </p:cNvPr>
              <p:cNvSpPr txBox="1">
                <a:spLocks/>
              </p:cNvSpPr>
              <p:nvPr/>
            </p:nvSpPr>
            <p:spPr>
              <a:xfrm>
                <a:off x="2047016" y="3750610"/>
                <a:ext cx="392386"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65" name="Content Placeholder 2">
                <a:extLst>
                  <a:ext uri="{FF2B5EF4-FFF2-40B4-BE49-F238E27FC236}">
                    <a16:creationId xmlns:a16="http://schemas.microsoft.com/office/drawing/2014/main" id="{D2CF34DB-F445-469F-BE68-0DC55DF6798F}"/>
                  </a:ext>
                </a:extLst>
              </p:cNvPr>
              <p:cNvSpPr txBox="1">
                <a:spLocks noRot="1" noChangeAspect="1" noMove="1" noResize="1" noEditPoints="1" noAdjustHandles="1" noChangeArrowheads="1" noChangeShapeType="1" noTextEdit="1"/>
              </p:cNvSpPr>
              <p:nvPr/>
            </p:nvSpPr>
            <p:spPr>
              <a:xfrm>
                <a:off x="2047016" y="3750610"/>
                <a:ext cx="392386" cy="523220"/>
              </a:xfrm>
              <a:prstGeom prst="rect">
                <a:avLst/>
              </a:prstGeom>
              <a:blipFill>
                <a:blip r:embed="rId10"/>
                <a:stretch>
                  <a:fillRect/>
                </a:stretch>
              </a:blipFill>
            </p:spPr>
            <p:txBody>
              <a:bodyPr/>
              <a:lstStyle/>
              <a:p>
                <a:r>
                  <a:rPr lang="en-IN">
                    <a:noFill/>
                  </a:rPr>
                  <a:t> </a:t>
                </a:r>
              </a:p>
            </p:txBody>
          </p:sp>
        </mc:Fallback>
      </mc:AlternateContent>
      <p:sp>
        <p:nvSpPr>
          <p:cNvPr id="66" name="Left Brace 65">
            <a:extLst>
              <a:ext uri="{FF2B5EF4-FFF2-40B4-BE49-F238E27FC236}">
                <a16:creationId xmlns:a16="http://schemas.microsoft.com/office/drawing/2014/main" id="{325DE5A2-0749-4B5F-9EE5-E787013D474F}"/>
              </a:ext>
            </a:extLst>
          </p:cNvPr>
          <p:cNvSpPr/>
          <p:nvPr/>
        </p:nvSpPr>
        <p:spPr>
          <a:xfrm flipH="1">
            <a:off x="10256051" y="2321808"/>
            <a:ext cx="392386" cy="3456000"/>
          </a:xfrm>
          <a:prstGeom prst="leftBrace">
            <a:avLst>
              <a:gd name="adj1" fmla="val 54940"/>
              <a:gd name="adj2" fmla="val 50000"/>
            </a:avLst>
          </a:prstGeom>
          <a:ln w="28575" cap="rnd">
            <a:solidFill>
              <a:srgbClr val="00206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Tree>
    <p:extLst>
      <p:ext uri="{BB962C8B-B14F-4D97-AF65-F5344CB8AC3E}">
        <p14:creationId xmlns:p14="http://schemas.microsoft.com/office/powerpoint/2010/main" val="3698418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5">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3">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1">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7">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8">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2">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3">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8">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7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50" grpId="0" animBg="1"/>
      <p:bldP spid="73" grpId="0" build="p"/>
      <p:bldP spid="68" grpId="0" build="p"/>
      <p:bldP spid="78" grpId="0" build="p"/>
      <p:bldP spid="51" grpId="0" build="p"/>
      <p:bldP spid="57" grpId="0" build="p"/>
      <p:bldP spid="58" grpId="0" build="p"/>
      <p:bldP spid="62" grpId="0" build="p"/>
      <p:bldP spid="63" grpId="0" build="p"/>
      <p:bldP spid="3" grpId="0" animBg="1"/>
      <p:bldP spid="65" grpId="0" build="p"/>
      <p:bldP spid="6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48CF3FA-1508-4014-9099-194A93593E10}"/>
                  </a:ext>
                </a:extLst>
              </p:cNvPr>
              <p:cNvSpPr txBox="1"/>
              <p:nvPr/>
            </p:nvSpPr>
            <p:spPr>
              <a:xfrm>
                <a:off x="2178307" y="2730880"/>
                <a:ext cx="7835386" cy="146796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d>
                        <m:dPr>
                          <m:begChr m:val="{"/>
                          <m:endChr m:val="}"/>
                          <m:ctrlPr>
                            <a:rPr lang="en-IN" sz="2800" i="1" smtClean="0">
                              <a:solidFill>
                                <a:srgbClr val="002060"/>
                              </a:solidFill>
                              <a:latin typeface="Cambria Math" panose="02040503050406030204" pitchFamily="18" charset="0"/>
                            </a:rPr>
                          </m:ctrlPr>
                        </m:dPr>
                        <m:e>
                          <m:r>
                            <a:rPr lang="en-IN" sz="2800" smtClean="0">
                              <a:solidFill>
                                <a:schemeClr val="bg1"/>
                              </a:solidFill>
                              <a:latin typeface="Cambria Math" panose="02040503050406030204" pitchFamily="18" charset="0"/>
                            </a:rPr>
                            <m:t> </m:t>
                          </m:r>
                          <m:m>
                            <m:mPr>
                              <m:plcHide m:val="on"/>
                              <m:mcs>
                                <m:mc>
                                  <m:mcPr>
                                    <m:count m:val="1"/>
                                    <m:mcJc m:val="center"/>
                                  </m:mcPr>
                                </m:mc>
                              </m:mcs>
                              <m:ctrlPr>
                                <a:rPr lang="en-IN" sz="2800" i="1">
                                  <a:solidFill>
                                    <a:schemeClr val="bg1"/>
                                  </a:solidFill>
                                  <a:latin typeface="Cambria Math" panose="02040503050406030204" pitchFamily="18" charset="0"/>
                                </a:rPr>
                              </m:ctrlPr>
                            </m:mPr>
                            <m:mr>
                              <m:e/>
                            </m:mr>
                            <m:mr>
                              <m:e>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1, 1 </m:t>
                                    </m:r>
                                  </m:e>
                                </m:d>
                                <m:r>
                                  <a:rPr lang="en-IN" sz="2800" b="0" i="0" smtClean="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1, 2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1, 3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1, 4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1, 5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e>
                            </m:mr>
                            <m:mr>
                              <m:e>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2, 1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2, 2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2, 3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2, 4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2, 5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e>
                            </m:mr>
                            <m:mr>
                              <m:e/>
                            </m:mr>
                          </m:m>
                          <m:r>
                            <a:rPr lang="en-IN" sz="2800" i="0">
                              <a:solidFill>
                                <a:schemeClr val="bg1"/>
                              </a:solidFill>
                              <a:latin typeface="Cambria Math" panose="02040503050406030204" pitchFamily="18" charset="0"/>
                            </a:rPr>
                            <m:t> </m:t>
                          </m:r>
                          <m:r>
                            <a:rPr lang="en-IN" sz="2800" b="0" i="1" smtClean="0">
                              <a:solidFill>
                                <a:schemeClr val="bg1"/>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21" name="TextBox 20">
                <a:extLst>
                  <a:ext uri="{FF2B5EF4-FFF2-40B4-BE49-F238E27FC236}">
                    <a16:creationId xmlns:a16="http://schemas.microsoft.com/office/drawing/2014/main" id="{148CF3FA-1508-4014-9099-194A93593E10}"/>
                  </a:ext>
                </a:extLst>
              </p:cNvPr>
              <p:cNvSpPr txBox="1">
                <a:spLocks noRot="1" noChangeAspect="1" noMove="1" noResize="1" noEditPoints="1" noAdjustHandles="1" noChangeArrowheads="1" noChangeShapeType="1" noTextEdit="1"/>
              </p:cNvSpPr>
              <p:nvPr/>
            </p:nvSpPr>
            <p:spPr>
              <a:xfrm>
                <a:off x="2178307" y="2730880"/>
                <a:ext cx="7835386" cy="1467966"/>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Content Placeholder 2"/>
              <p:cNvSpPr txBox="1">
                <a:spLocks/>
              </p:cNvSpPr>
              <p:nvPr/>
            </p:nvSpPr>
            <p:spPr>
              <a:xfrm>
                <a:off x="131177" y="869081"/>
                <a:ext cx="11929643" cy="16560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5000"/>
                  </a:lnSpc>
                  <a:spcBef>
                    <a:spcPts val="1000"/>
                  </a:spcBef>
                </a:pPr>
                <a:r>
                  <a:rPr lang="en-US" dirty="0"/>
                  <a:t>A coin is tossed. If it shows head, we draw a ball from a bag which contains </a:t>
                </a:r>
                <a14:m>
                  <m:oMath xmlns:m="http://schemas.openxmlformats.org/officeDocument/2006/math">
                    <m:r>
                      <a:rPr lang="en-US" i="1" dirty="0" smtClean="0">
                        <a:latin typeface="Cambria Math" panose="02040503050406030204" pitchFamily="18" charset="0"/>
                      </a:rPr>
                      <m:t>3</m:t>
                    </m:r>
                  </m:oMath>
                </a14:m>
                <a:r>
                  <a:rPr lang="en-US" dirty="0"/>
                  <a:t> blue and </a:t>
                </a:r>
                <a14:m>
                  <m:oMath xmlns:m="http://schemas.openxmlformats.org/officeDocument/2006/math">
                    <m:r>
                      <a:rPr lang="en-US" i="1" dirty="0" smtClean="0">
                        <a:latin typeface="Cambria Math" panose="02040503050406030204" pitchFamily="18" charset="0"/>
                      </a:rPr>
                      <m:t>4</m:t>
                    </m:r>
                  </m:oMath>
                </a14:m>
                <a:r>
                  <a:rPr lang="en-US" dirty="0"/>
                  <a:t> white balls; if it shows tail, we throw a die. Describe the sample space of this experiment.</a:t>
                </a:r>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69081"/>
                <a:ext cx="11929643" cy="1656000"/>
              </a:xfrm>
              <a:prstGeom prst="rect">
                <a:avLst/>
              </a:prstGeom>
              <a:blipFill>
                <a:blip r:embed="rId3"/>
                <a:stretch>
                  <a:fillRect l="-1074" r="-1074" b="-10332"/>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2.1 ⇝ Example 3</a:t>
            </a:r>
            <a:endParaRPr lang="en-US" dirty="0"/>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263DAC30-F985-D34E-24BD-96AF816AEE6B}"/>
                  </a:ext>
                </a:extLst>
              </p:cNvPr>
              <p:cNvSpPr txBox="1">
                <a:spLocks/>
              </p:cNvSpPr>
              <p:nvPr/>
            </p:nvSpPr>
            <p:spPr>
              <a:xfrm>
                <a:off x="1803777" y="3203253"/>
                <a:ext cx="392386"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S</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 name="Content Placeholder 2">
                <a:extLst>
                  <a:ext uri="{FF2B5EF4-FFF2-40B4-BE49-F238E27FC236}">
                    <a16:creationId xmlns:a16="http://schemas.microsoft.com/office/drawing/2014/main" id="{263DAC30-F985-D34E-24BD-96AF816AEE6B}"/>
                  </a:ext>
                </a:extLst>
              </p:cNvPr>
              <p:cNvSpPr txBox="1">
                <a:spLocks noRot="1" noChangeAspect="1" noMove="1" noResize="1" noEditPoints="1" noAdjustHandles="1" noChangeArrowheads="1" noChangeShapeType="1" noTextEdit="1"/>
              </p:cNvSpPr>
              <p:nvPr/>
            </p:nvSpPr>
            <p:spPr>
              <a:xfrm>
                <a:off x="1803777" y="3203253"/>
                <a:ext cx="392386" cy="523220"/>
              </a:xfrm>
              <a:prstGeom prst="rect">
                <a:avLst/>
              </a:prstGeom>
              <a:blipFill>
                <a:blip r:embed="rId4"/>
                <a:stretch>
                  <a:fillRect/>
                </a:stretch>
              </a:blipFill>
            </p:spPr>
            <p:txBody>
              <a:bodyPr/>
              <a:lstStyle/>
              <a:p>
                <a:r>
                  <a:rPr lang="en-IN">
                    <a:noFill/>
                  </a:rPr>
                  <a:t> </a:t>
                </a:r>
              </a:p>
            </p:txBody>
          </p:sp>
        </mc:Fallback>
      </mc:AlternateContent>
      <p:sp>
        <p:nvSpPr>
          <p:cNvPr id="50" name="Rectangle 49">
            <a:extLst>
              <a:ext uri="{FF2B5EF4-FFF2-40B4-BE49-F238E27FC236}">
                <a16:creationId xmlns:a16="http://schemas.microsoft.com/office/drawing/2014/main" id="{B2D3FB0B-D709-43AC-B65F-29361B504B61}"/>
              </a:ext>
            </a:extLst>
          </p:cNvPr>
          <p:cNvSpPr/>
          <p:nvPr/>
        </p:nvSpPr>
        <p:spPr>
          <a:xfrm>
            <a:off x="131181" y="2734480"/>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73" name="Content Placeholder 2">
                <a:extLst>
                  <a:ext uri="{FF2B5EF4-FFF2-40B4-BE49-F238E27FC236}">
                    <a16:creationId xmlns:a16="http://schemas.microsoft.com/office/drawing/2014/main" id="{AD9F7419-7B81-4497-BF1A-5DD036BABC0B}"/>
                  </a:ext>
                </a:extLst>
              </p:cNvPr>
              <p:cNvSpPr txBox="1">
                <a:spLocks/>
              </p:cNvSpPr>
              <p:nvPr/>
            </p:nvSpPr>
            <p:spPr>
              <a:xfrm>
                <a:off x="2737731" y="2902498"/>
                <a:ext cx="951102"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US" b="0" i="0" smtClean="0">
                          <a:solidFill>
                            <a:srgbClr val="002060"/>
                          </a:solidFill>
                          <a:latin typeface="Cambria Math" panose="02040503050406030204" pitchFamily="18" charset="0"/>
                        </a:rPr>
                        <m:t>H</m:t>
                      </m:r>
                      <m:sSub>
                        <m:sSubPr>
                          <m:ctrlPr>
                            <a:rPr lang="en-IN" i="1">
                              <a:solidFill>
                                <a:srgbClr val="002060"/>
                              </a:solidFill>
                              <a:latin typeface="Cambria Math" panose="02040503050406030204" pitchFamily="18" charset="0"/>
                            </a:rPr>
                          </m:ctrlPr>
                        </m:sSubPr>
                        <m:e>
                          <m:r>
                            <m:rPr>
                              <m:sty m:val="p"/>
                            </m:rPr>
                            <a:rPr lang="en-US" b="0" i="0">
                              <a:solidFill>
                                <a:srgbClr val="002060"/>
                              </a:solidFill>
                              <a:latin typeface="Cambria Math" panose="02040503050406030204" pitchFamily="18" charset="0"/>
                            </a:rPr>
                            <m:t>B</m:t>
                          </m:r>
                        </m:e>
                        <m:sub>
                          <m:r>
                            <a:rPr lang="en-US" b="0" i="0">
                              <a:solidFill>
                                <a:srgbClr val="002060"/>
                              </a:solidFill>
                              <a:latin typeface="Cambria Math" panose="02040503050406030204" pitchFamily="18" charset="0"/>
                            </a:rPr>
                            <m:t>1</m:t>
                          </m:r>
                        </m:sub>
                      </m:sSub>
                      <m:r>
                        <a:rPr lang="en-US" b="0" i="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73" name="Content Placeholder 2">
                <a:extLst>
                  <a:ext uri="{FF2B5EF4-FFF2-40B4-BE49-F238E27FC236}">
                    <a16:creationId xmlns:a16="http://schemas.microsoft.com/office/drawing/2014/main" id="{AD9F7419-7B81-4497-BF1A-5DD036BABC0B}"/>
                  </a:ext>
                </a:extLst>
              </p:cNvPr>
              <p:cNvSpPr txBox="1">
                <a:spLocks noRot="1" noChangeAspect="1" noMove="1" noResize="1" noEditPoints="1" noAdjustHandles="1" noChangeArrowheads="1" noChangeShapeType="1" noTextEdit="1"/>
              </p:cNvSpPr>
              <p:nvPr/>
            </p:nvSpPr>
            <p:spPr>
              <a:xfrm>
                <a:off x="2737731" y="2902498"/>
                <a:ext cx="951102"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Content Placeholder 2">
                <a:extLst>
                  <a:ext uri="{FF2B5EF4-FFF2-40B4-BE49-F238E27FC236}">
                    <a16:creationId xmlns:a16="http://schemas.microsoft.com/office/drawing/2014/main" id="{83017878-4F48-4AD9-8B63-8C5B2A9FE2B8}"/>
                  </a:ext>
                </a:extLst>
              </p:cNvPr>
              <p:cNvSpPr txBox="1">
                <a:spLocks/>
              </p:cNvSpPr>
              <p:nvPr/>
            </p:nvSpPr>
            <p:spPr>
              <a:xfrm>
                <a:off x="3724576" y="2902498"/>
                <a:ext cx="951102"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latin typeface="Cambria Math" panose="02040503050406030204" pitchFamily="18" charset="0"/>
                        </a:rPr>
                        <m:t>H</m:t>
                      </m:r>
                      <m:sSub>
                        <m:sSubPr>
                          <m:ctrlPr>
                            <a:rPr lang="en-IN" i="1">
                              <a:solidFill>
                                <a:srgbClr val="002060"/>
                              </a:solidFill>
                              <a:latin typeface="Cambria Math" panose="02040503050406030204" pitchFamily="18" charset="0"/>
                            </a:rPr>
                          </m:ctrlPr>
                        </m:sSubPr>
                        <m:e>
                          <m:r>
                            <m:rPr>
                              <m:sty m:val="p"/>
                            </m:rPr>
                            <a:rPr lang="en-IN" i="0">
                              <a:solidFill>
                                <a:srgbClr val="002060"/>
                              </a:solidFill>
                              <a:latin typeface="Cambria Math" panose="02040503050406030204" pitchFamily="18" charset="0"/>
                            </a:rPr>
                            <m:t>B</m:t>
                          </m:r>
                        </m:e>
                        <m:sub>
                          <m:r>
                            <a:rPr lang="en-IN" i="0">
                              <a:solidFill>
                                <a:srgbClr val="002060"/>
                              </a:solidFill>
                              <a:latin typeface="Cambria Math" panose="02040503050406030204" pitchFamily="18" charset="0"/>
                            </a:rPr>
                            <m:t>2</m:t>
                          </m:r>
                        </m:sub>
                      </m:sSub>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2" name="Content Placeholder 2">
                <a:extLst>
                  <a:ext uri="{FF2B5EF4-FFF2-40B4-BE49-F238E27FC236}">
                    <a16:creationId xmlns:a16="http://schemas.microsoft.com/office/drawing/2014/main" id="{83017878-4F48-4AD9-8B63-8C5B2A9FE2B8}"/>
                  </a:ext>
                </a:extLst>
              </p:cNvPr>
              <p:cNvSpPr txBox="1">
                <a:spLocks noRot="1" noChangeAspect="1" noMove="1" noResize="1" noEditPoints="1" noAdjustHandles="1" noChangeArrowheads="1" noChangeShapeType="1" noTextEdit="1"/>
              </p:cNvSpPr>
              <p:nvPr/>
            </p:nvSpPr>
            <p:spPr>
              <a:xfrm>
                <a:off x="3724576" y="2902498"/>
                <a:ext cx="951102"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Content Placeholder 2">
                <a:extLst>
                  <a:ext uri="{FF2B5EF4-FFF2-40B4-BE49-F238E27FC236}">
                    <a16:creationId xmlns:a16="http://schemas.microsoft.com/office/drawing/2014/main" id="{1821314F-4EBA-4FDF-80F1-5407BA894144}"/>
                  </a:ext>
                </a:extLst>
              </p:cNvPr>
              <p:cNvSpPr txBox="1">
                <a:spLocks/>
              </p:cNvSpPr>
              <p:nvPr/>
            </p:nvSpPr>
            <p:spPr>
              <a:xfrm>
                <a:off x="4711421" y="2902498"/>
                <a:ext cx="951102"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latin typeface="Cambria Math" panose="02040503050406030204" pitchFamily="18" charset="0"/>
                        </a:rPr>
                        <m:t>H</m:t>
                      </m:r>
                      <m:sSub>
                        <m:sSubPr>
                          <m:ctrlPr>
                            <a:rPr lang="en-IN" i="1">
                              <a:solidFill>
                                <a:srgbClr val="002060"/>
                              </a:solidFill>
                              <a:latin typeface="Cambria Math" panose="02040503050406030204" pitchFamily="18" charset="0"/>
                            </a:rPr>
                          </m:ctrlPr>
                        </m:sSubPr>
                        <m:e>
                          <m:r>
                            <m:rPr>
                              <m:sty m:val="p"/>
                            </m:rPr>
                            <a:rPr lang="en-IN" i="0">
                              <a:solidFill>
                                <a:srgbClr val="002060"/>
                              </a:solidFill>
                              <a:latin typeface="Cambria Math" panose="02040503050406030204" pitchFamily="18" charset="0"/>
                            </a:rPr>
                            <m:t>B</m:t>
                          </m:r>
                        </m:e>
                        <m:sub>
                          <m:r>
                            <a:rPr lang="en-IN" i="0">
                              <a:solidFill>
                                <a:srgbClr val="002060"/>
                              </a:solidFill>
                              <a:latin typeface="Cambria Math" panose="02040503050406030204" pitchFamily="18" charset="0"/>
                            </a:rPr>
                            <m:t>3</m:t>
                          </m:r>
                        </m:sub>
                      </m:sSub>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3" name="Content Placeholder 2">
                <a:extLst>
                  <a:ext uri="{FF2B5EF4-FFF2-40B4-BE49-F238E27FC236}">
                    <a16:creationId xmlns:a16="http://schemas.microsoft.com/office/drawing/2014/main" id="{1821314F-4EBA-4FDF-80F1-5407BA894144}"/>
                  </a:ext>
                </a:extLst>
              </p:cNvPr>
              <p:cNvSpPr txBox="1">
                <a:spLocks noRot="1" noChangeAspect="1" noMove="1" noResize="1" noEditPoints="1" noAdjustHandles="1" noChangeArrowheads="1" noChangeShapeType="1" noTextEdit="1"/>
              </p:cNvSpPr>
              <p:nvPr/>
            </p:nvSpPr>
            <p:spPr>
              <a:xfrm>
                <a:off x="4711421" y="2902498"/>
                <a:ext cx="951102"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Content Placeholder 2">
                <a:extLst>
                  <a:ext uri="{FF2B5EF4-FFF2-40B4-BE49-F238E27FC236}">
                    <a16:creationId xmlns:a16="http://schemas.microsoft.com/office/drawing/2014/main" id="{89D3E467-E4EE-4825-9266-843516EF6E2B}"/>
                  </a:ext>
                </a:extLst>
              </p:cNvPr>
              <p:cNvSpPr txBox="1">
                <a:spLocks/>
              </p:cNvSpPr>
              <p:nvPr/>
            </p:nvSpPr>
            <p:spPr>
              <a:xfrm>
                <a:off x="5698266" y="2902498"/>
                <a:ext cx="951102"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latin typeface="Cambria Math" panose="02040503050406030204" pitchFamily="18" charset="0"/>
                        </a:rPr>
                        <m:t>H</m:t>
                      </m:r>
                      <m:sSub>
                        <m:sSubPr>
                          <m:ctrlPr>
                            <a:rPr lang="en-IN" i="1">
                              <a:solidFill>
                                <a:srgbClr val="002060"/>
                              </a:solidFill>
                              <a:latin typeface="Cambria Math" panose="02040503050406030204" pitchFamily="18" charset="0"/>
                            </a:rPr>
                          </m:ctrlPr>
                        </m:sSubPr>
                        <m:e>
                          <m:r>
                            <m:rPr>
                              <m:sty m:val="p"/>
                            </m:rPr>
                            <a:rPr lang="en-IN" i="0">
                              <a:solidFill>
                                <a:srgbClr val="002060"/>
                              </a:solidFill>
                              <a:latin typeface="Cambria Math" panose="02040503050406030204" pitchFamily="18" charset="0"/>
                            </a:rPr>
                            <m:t>W</m:t>
                          </m:r>
                        </m:e>
                        <m:sub>
                          <m:r>
                            <a:rPr lang="en-IN" i="0">
                              <a:solidFill>
                                <a:srgbClr val="002060"/>
                              </a:solidFill>
                              <a:latin typeface="Cambria Math" panose="02040503050406030204" pitchFamily="18" charset="0"/>
                            </a:rPr>
                            <m:t>1</m:t>
                          </m:r>
                        </m:sub>
                      </m:sSub>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4" name="Content Placeholder 2">
                <a:extLst>
                  <a:ext uri="{FF2B5EF4-FFF2-40B4-BE49-F238E27FC236}">
                    <a16:creationId xmlns:a16="http://schemas.microsoft.com/office/drawing/2014/main" id="{89D3E467-E4EE-4825-9266-843516EF6E2B}"/>
                  </a:ext>
                </a:extLst>
              </p:cNvPr>
              <p:cNvSpPr txBox="1">
                <a:spLocks noRot="1" noChangeAspect="1" noMove="1" noResize="1" noEditPoints="1" noAdjustHandles="1" noChangeArrowheads="1" noChangeShapeType="1" noTextEdit="1"/>
              </p:cNvSpPr>
              <p:nvPr/>
            </p:nvSpPr>
            <p:spPr>
              <a:xfrm>
                <a:off x="5698266" y="2902498"/>
                <a:ext cx="951102"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15BAE7E3-32AE-40B1-91CF-C5746B9E6545}"/>
                  </a:ext>
                </a:extLst>
              </p:cNvPr>
              <p:cNvSpPr txBox="1">
                <a:spLocks/>
              </p:cNvSpPr>
              <p:nvPr/>
            </p:nvSpPr>
            <p:spPr>
              <a:xfrm>
                <a:off x="6685111" y="2902498"/>
                <a:ext cx="951102"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latin typeface="Cambria Math" panose="02040503050406030204" pitchFamily="18" charset="0"/>
                        </a:rPr>
                        <m:t>H</m:t>
                      </m:r>
                      <m:sSub>
                        <m:sSubPr>
                          <m:ctrlPr>
                            <a:rPr lang="en-IN" i="1" smtClean="0">
                              <a:solidFill>
                                <a:srgbClr val="002060"/>
                              </a:solidFill>
                              <a:latin typeface="Cambria Math" panose="02040503050406030204" pitchFamily="18" charset="0"/>
                            </a:rPr>
                          </m:ctrlPr>
                        </m:sSubPr>
                        <m:e>
                          <m:r>
                            <m:rPr>
                              <m:sty m:val="p"/>
                            </m:rPr>
                            <a:rPr lang="en-IN" i="0" smtClean="0">
                              <a:solidFill>
                                <a:srgbClr val="002060"/>
                              </a:solidFill>
                              <a:latin typeface="Cambria Math" panose="02040503050406030204" pitchFamily="18" charset="0"/>
                            </a:rPr>
                            <m:t>W</m:t>
                          </m:r>
                        </m:e>
                        <m:sub>
                          <m:r>
                            <a:rPr lang="en-IN" i="0" smtClean="0">
                              <a:solidFill>
                                <a:srgbClr val="002060"/>
                              </a:solidFill>
                              <a:latin typeface="Cambria Math" panose="02040503050406030204" pitchFamily="18" charset="0"/>
                            </a:rPr>
                            <m:t>2</m:t>
                          </m:r>
                        </m:sub>
                      </m:sSub>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5" name="Content Placeholder 2">
                <a:extLst>
                  <a:ext uri="{FF2B5EF4-FFF2-40B4-BE49-F238E27FC236}">
                    <a16:creationId xmlns:a16="http://schemas.microsoft.com/office/drawing/2014/main" id="{15BAE7E3-32AE-40B1-91CF-C5746B9E6545}"/>
                  </a:ext>
                </a:extLst>
              </p:cNvPr>
              <p:cNvSpPr txBox="1">
                <a:spLocks noRot="1" noChangeAspect="1" noMove="1" noResize="1" noEditPoints="1" noAdjustHandles="1" noChangeArrowheads="1" noChangeShapeType="1" noTextEdit="1"/>
              </p:cNvSpPr>
              <p:nvPr/>
            </p:nvSpPr>
            <p:spPr>
              <a:xfrm>
                <a:off x="6685111" y="2902498"/>
                <a:ext cx="951102"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96287DB9-74C6-482B-BA33-72CE5EBF6A56}"/>
                  </a:ext>
                </a:extLst>
              </p:cNvPr>
              <p:cNvSpPr txBox="1">
                <a:spLocks/>
              </p:cNvSpPr>
              <p:nvPr/>
            </p:nvSpPr>
            <p:spPr>
              <a:xfrm>
                <a:off x="7671956" y="2902498"/>
                <a:ext cx="951102"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latin typeface="Cambria Math" panose="02040503050406030204" pitchFamily="18" charset="0"/>
                        </a:rPr>
                        <m:t>H</m:t>
                      </m:r>
                      <m:sSub>
                        <m:sSubPr>
                          <m:ctrlPr>
                            <a:rPr lang="en-IN" i="1" smtClean="0">
                              <a:solidFill>
                                <a:srgbClr val="002060"/>
                              </a:solidFill>
                              <a:latin typeface="Cambria Math" panose="02040503050406030204" pitchFamily="18" charset="0"/>
                            </a:rPr>
                          </m:ctrlPr>
                        </m:sSubPr>
                        <m:e>
                          <m:r>
                            <m:rPr>
                              <m:sty m:val="p"/>
                            </m:rPr>
                            <a:rPr lang="en-IN" i="0" smtClean="0">
                              <a:solidFill>
                                <a:srgbClr val="002060"/>
                              </a:solidFill>
                              <a:latin typeface="Cambria Math" panose="02040503050406030204" pitchFamily="18" charset="0"/>
                            </a:rPr>
                            <m:t>W</m:t>
                          </m:r>
                        </m:e>
                        <m:sub>
                          <m:r>
                            <a:rPr lang="en-IN" i="0" smtClean="0">
                              <a:solidFill>
                                <a:srgbClr val="002060"/>
                              </a:solidFill>
                              <a:latin typeface="Cambria Math" panose="02040503050406030204" pitchFamily="18" charset="0"/>
                            </a:rPr>
                            <m:t>3</m:t>
                          </m:r>
                        </m:sub>
                      </m:sSub>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6" name="Content Placeholder 2">
                <a:extLst>
                  <a:ext uri="{FF2B5EF4-FFF2-40B4-BE49-F238E27FC236}">
                    <a16:creationId xmlns:a16="http://schemas.microsoft.com/office/drawing/2014/main" id="{96287DB9-74C6-482B-BA33-72CE5EBF6A56}"/>
                  </a:ext>
                </a:extLst>
              </p:cNvPr>
              <p:cNvSpPr txBox="1">
                <a:spLocks noRot="1" noChangeAspect="1" noMove="1" noResize="1" noEditPoints="1" noAdjustHandles="1" noChangeArrowheads="1" noChangeShapeType="1" noTextEdit="1"/>
              </p:cNvSpPr>
              <p:nvPr/>
            </p:nvSpPr>
            <p:spPr>
              <a:xfrm>
                <a:off x="7671956" y="2902498"/>
                <a:ext cx="951102"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Content Placeholder 2">
                <a:extLst>
                  <a:ext uri="{FF2B5EF4-FFF2-40B4-BE49-F238E27FC236}">
                    <a16:creationId xmlns:a16="http://schemas.microsoft.com/office/drawing/2014/main" id="{4B3B8309-0389-49FC-95DA-55E2C6B62CF2}"/>
                  </a:ext>
                </a:extLst>
              </p:cNvPr>
              <p:cNvSpPr txBox="1">
                <a:spLocks/>
              </p:cNvSpPr>
              <p:nvPr/>
            </p:nvSpPr>
            <p:spPr>
              <a:xfrm>
                <a:off x="8658803" y="2902498"/>
                <a:ext cx="951102"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latin typeface="Cambria Math" panose="02040503050406030204" pitchFamily="18" charset="0"/>
                        </a:rPr>
                        <m:t>H</m:t>
                      </m:r>
                      <m:sSub>
                        <m:sSubPr>
                          <m:ctrlPr>
                            <a:rPr lang="en-IN" i="1" smtClean="0">
                              <a:solidFill>
                                <a:srgbClr val="002060"/>
                              </a:solidFill>
                              <a:latin typeface="Cambria Math" panose="02040503050406030204" pitchFamily="18" charset="0"/>
                            </a:rPr>
                          </m:ctrlPr>
                        </m:sSubPr>
                        <m:e>
                          <m:r>
                            <m:rPr>
                              <m:sty m:val="p"/>
                            </m:rPr>
                            <a:rPr lang="en-IN" i="0" smtClean="0">
                              <a:solidFill>
                                <a:srgbClr val="002060"/>
                              </a:solidFill>
                              <a:latin typeface="Cambria Math" panose="02040503050406030204" pitchFamily="18" charset="0"/>
                            </a:rPr>
                            <m:t>W</m:t>
                          </m:r>
                        </m:e>
                        <m:sub>
                          <m:r>
                            <a:rPr lang="en-IN" i="0" smtClean="0">
                              <a:solidFill>
                                <a:srgbClr val="002060"/>
                              </a:solidFill>
                              <a:latin typeface="Cambria Math" panose="02040503050406030204" pitchFamily="18" charset="0"/>
                            </a:rPr>
                            <m:t>4</m:t>
                          </m:r>
                        </m:sub>
                      </m:sSub>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7" name="Content Placeholder 2">
                <a:extLst>
                  <a:ext uri="{FF2B5EF4-FFF2-40B4-BE49-F238E27FC236}">
                    <a16:creationId xmlns:a16="http://schemas.microsoft.com/office/drawing/2014/main" id="{4B3B8309-0389-49FC-95DA-55E2C6B62CF2}"/>
                  </a:ext>
                </a:extLst>
              </p:cNvPr>
              <p:cNvSpPr txBox="1">
                <a:spLocks noRot="1" noChangeAspect="1" noMove="1" noResize="1" noEditPoints="1" noAdjustHandles="1" noChangeArrowheads="1" noChangeShapeType="1" noTextEdit="1"/>
              </p:cNvSpPr>
              <p:nvPr/>
            </p:nvSpPr>
            <p:spPr>
              <a:xfrm>
                <a:off x="8658803" y="2902498"/>
                <a:ext cx="951102"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Content Placeholder 2">
                <a:extLst>
                  <a:ext uri="{FF2B5EF4-FFF2-40B4-BE49-F238E27FC236}">
                    <a16:creationId xmlns:a16="http://schemas.microsoft.com/office/drawing/2014/main" id="{6F9046AB-6D67-4DA1-B281-FAE9C5B47A4C}"/>
                  </a:ext>
                </a:extLst>
              </p:cNvPr>
              <p:cNvSpPr txBox="1">
                <a:spLocks/>
              </p:cNvSpPr>
              <p:nvPr/>
            </p:nvSpPr>
            <p:spPr>
              <a:xfrm>
                <a:off x="3220697" y="3508412"/>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latin typeface="Cambria Math" panose="02040503050406030204" pitchFamily="18" charset="0"/>
                        </a:rPr>
                        <m:t>T</m:t>
                      </m:r>
                      <m:r>
                        <a:rPr lang="en-IN" i="0" smtClean="0">
                          <a:solidFill>
                            <a:srgbClr val="002060"/>
                          </a:solidFill>
                          <a:latin typeface="Cambria Math" panose="02040503050406030204" pitchFamily="18" charset="0"/>
                        </a:rPr>
                        <m:t>1,</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8" name="Content Placeholder 2">
                <a:extLst>
                  <a:ext uri="{FF2B5EF4-FFF2-40B4-BE49-F238E27FC236}">
                    <a16:creationId xmlns:a16="http://schemas.microsoft.com/office/drawing/2014/main" id="{6F9046AB-6D67-4DA1-B281-FAE9C5B47A4C}"/>
                  </a:ext>
                </a:extLst>
              </p:cNvPr>
              <p:cNvSpPr txBox="1">
                <a:spLocks noRot="1" noChangeAspect="1" noMove="1" noResize="1" noEditPoints="1" noAdjustHandles="1" noChangeArrowheads="1" noChangeShapeType="1" noTextEdit="1"/>
              </p:cNvSpPr>
              <p:nvPr/>
            </p:nvSpPr>
            <p:spPr>
              <a:xfrm>
                <a:off x="3220697" y="3508412"/>
                <a:ext cx="786035"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Content Placeholder 2">
                <a:extLst>
                  <a:ext uri="{FF2B5EF4-FFF2-40B4-BE49-F238E27FC236}">
                    <a16:creationId xmlns:a16="http://schemas.microsoft.com/office/drawing/2014/main" id="{E6C044F6-014C-4601-A82C-65954BC41047}"/>
                  </a:ext>
                </a:extLst>
              </p:cNvPr>
              <p:cNvSpPr txBox="1">
                <a:spLocks/>
              </p:cNvSpPr>
              <p:nvPr/>
            </p:nvSpPr>
            <p:spPr>
              <a:xfrm>
                <a:off x="4246221" y="3508412"/>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latin typeface="Cambria Math" panose="02040503050406030204" pitchFamily="18" charset="0"/>
                        </a:rPr>
                        <m:t>T</m:t>
                      </m:r>
                      <m:r>
                        <a:rPr lang="en-IN" b="0" i="0" smtClean="0">
                          <a:solidFill>
                            <a:srgbClr val="002060"/>
                          </a:solidFill>
                          <a:latin typeface="Cambria Math" panose="02040503050406030204" pitchFamily="18" charset="0"/>
                        </a:rPr>
                        <m:t>2,</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9" name="Content Placeholder 2">
                <a:extLst>
                  <a:ext uri="{FF2B5EF4-FFF2-40B4-BE49-F238E27FC236}">
                    <a16:creationId xmlns:a16="http://schemas.microsoft.com/office/drawing/2014/main" id="{E6C044F6-014C-4601-A82C-65954BC41047}"/>
                  </a:ext>
                </a:extLst>
              </p:cNvPr>
              <p:cNvSpPr txBox="1">
                <a:spLocks noRot="1" noChangeAspect="1" noMove="1" noResize="1" noEditPoints="1" noAdjustHandles="1" noChangeArrowheads="1" noChangeShapeType="1" noTextEdit="1"/>
              </p:cNvSpPr>
              <p:nvPr/>
            </p:nvSpPr>
            <p:spPr>
              <a:xfrm>
                <a:off x="4246221" y="3508412"/>
                <a:ext cx="786035"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Content Placeholder 2">
                <a:extLst>
                  <a:ext uri="{FF2B5EF4-FFF2-40B4-BE49-F238E27FC236}">
                    <a16:creationId xmlns:a16="http://schemas.microsoft.com/office/drawing/2014/main" id="{370F0FC0-310C-4A8C-91BA-2D08AF0F71E9}"/>
                  </a:ext>
                </a:extLst>
              </p:cNvPr>
              <p:cNvSpPr txBox="1">
                <a:spLocks/>
              </p:cNvSpPr>
              <p:nvPr/>
            </p:nvSpPr>
            <p:spPr>
              <a:xfrm>
                <a:off x="5271745" y="3508412"/>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latin typeface="Cambria Math" panose="02040503050406030204" pitchFamily="18" charset="0"/>
                        </a:rPr>
                        <m:t>T</m:t>
                      </m:r>
                      <m:r>
                        <a:rPr lang="en-IN" b="0" i="0" smtClean="0">
                          <a:solidFill>
                            <a:srgbClr val="002060"/>
                          </a:solidFill>
                          <a:latin typeface="Cambria Math" panose="02040503050406030204" pitchFamily="18" charset="0"/>
                        </a:rPr>
                        <m:t>3,</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0" name="Content Placeholder 2">
                <a:extLst>
                  <a:ext uri="{FF2B5EF4-FFF2-40B4-BE49-F238E27FC236}">
                    <a16:creationId xmlns:a16="http://schemas.microsoft.com/office/drawing/2014/main" id="{370F0FC0-310C-4A8C-91BA-2D08AF0F71E9}"/>
                  </a:ext>
                </a:extLst>
              </p:cNvPr>
              <p:cNvSpPr txBox="1">
                <a:spLocks noRot="1" noChangeAspect="1" noMove="1" noResize="1" noEditPoints="1" noAdjustHandles="1" noChangeArrowheads="1" noChangeShapeType="1" noTextEdit="1"/>
              </p:cNvSpPr>
              <p:nvPr/>
            </p:nvSpPr>
            <p:spPr>
              <a:xfrm>
                <a:off x="5271745" y="3508412"/>
                <a:ext cx="786035"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Content Placeholder 2">
                <a:extLst>
                  <a:ext uri="{FF2B5EF4-FFF2-40B4-BE49-F238E27FC236}">
                    <a16:creationId xmlns:a16="http://schemas.microsoft.com/office/drawing/2014/main" id="{AC2C5EAA-6372-41A9-A7C1-9FC860763548}"/>
                  </a:ext>
                </a:extLst>
              </p:cNvPr>
              <p:cNvSpPr txBox="1">
                <a:spLocks/>
              </p:cNvSpPr>
              <p:nvPr/>
            </p:nvSpPr>
            <p:spPr>
              <a:xfrm>
                <a:off x="6297269" y="3508412"/>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latin typeface="Cambria Math" panose="02040503050406030204" pitchFamily="18" charset="0"/>
                        </a:rPr>
                        <m:t>T</m:t>
                      </m:r>
                      <m:r>
                        <a:rPr lang="en-IN" b="0" i="0" smtClean="0">
                          <a:solidFill>
                            <a:srgbClr val="002060"/>
                          </a:solidFill>
                          <a:latin typeface="Cambria Math" panose="02040503050406030204" pitchFamily="18" charset="0"/>
                        </a:rPr>
                        <m:t>4,</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1" name="Content Placeholder 2">
                <a:extLst>
                  <a:ext uri="{FF2B5EF4-FFF2-40B4-BE49-F238E27FC236}">
                    <a16:creationId xmlns:a16="http://schemas.microsoft.com/office/drawing/2014/main" id="{AC2C5EAA-6372-41A9-A7C1-9FC860763548}"/>
                  </a:ext>
                </a:extLst>
              </p:cNvPr>
              <p:cNvSpPr txBox="1">
                <a:spLocks noRot="1" noChangeAspect="1" noMove="1" noResize="1" noEditPoints="1" noAdjustHandles="1" noChangeArrowheads="1" noChangeShapeType="1" noTextEdit="1"/>
              </p:cNvSpPr>
              <p:nvPr/>
            </p:nvSpPr>
            <p:spPr>
              <a:xfrm>
                <a:off x="6297269" y="3508412"/>
                <a:ext cx="786035"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Content Placeholder 2">
                <a:extLst>
                  <a:ext uri="{FF2B5EF4-FFF2-40B4-BE49-F238E27FC236}">
                    <a16:creationId xmlns:a16="http://schemas.microsoft.com/office/drawing/2014/main" id="{7EEF1985-952A-4CFD-B151-A17D0EFD931B}"/>
                  </a:ext>
                </a:extLst>
              </p:cNvPr>
              <p:cNvSpPr txBox="1">
                <a:spLocks/>
              </p:cNvSpPr>
              <p:nvPr/>
            </p:nvSpPr>
            <p:spPr>
              <a:xfrm>
                <a:off x="7322793" y="3508412"/>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latin typeface="Cambria Math" panose="02040503050406030204" pitchFamily="18" charset="0"/>
                        </a:rPr>
                        <m:t>T</m:t>
                      </m:r>
                      <m:r>
                        <a:rPr lang="en-IN" b="0" i="0" smtClean="0">
                          <a:solidFill>
                            <a:srgbClr val="002060"/>
                          </a:solidFill>
                          <a:latin typeface="Cambria Math" panose="02040503050406030204" pitchFamily="18" charset="0"/>
                        </a:rPr>
                        <m:t>5,</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2" name="Content Placeholder 2">
                <a:extLst>
                  <a:ext uri="{FF2B5EF4-FFF2-40B4-BE49-F238E27FC236}">
                    <a16:creationId xmlns:a16="http://schemas.microsoft.com/office/drawing/2014/main" id="{7EEF1985-952A-4CFD-B151-A17D0EFD931B}"/>
                  </a:ext>
                </a:extLst>
              </p:cNvPr>
              <p:cNvSpPr txBox="1">
                <a:spLocks noRot="1" noChangeAspect="1" noMove="1" noResize="1" noEditPoints="1" noAdjustHandles="1" noChangeArrowheads="1" noChangeShapeType="1" noTextEdit="1"/>
              </p:cNvSpPr>
              <p:nvPr/>
            </p:nvSpPr>
            <p:spPr>
              <a:xfrm>
                <a:off x="7322793" y="3508412"/>
                <a:ext cx="786035"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Content Placeholder 2">
                <a:extLst>
                  <a:ext uri="{FF2B5EF4-FFF2-40B4-BE49-F238E27FC236}">
                    <a16:creationId xmlns:a16="http://schemas.microsoft.com/office/drawing/2014/main" id="{67AE011F-FA55-409C-BE34-C5EFE0CC7DA0}"/>
                  </a:ext>
                </a:extLst>
              </p:cNvPr>
              <p:cNvSpPr txBox="1">
                <a:spLocks/>
              </p:cNvSpPr>
              <p:nvPr/>
            </p:nvSpPr>
            <p:spPr>
              <a:xfrm>
                <a:off x="8348319" y="3508412"/>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latin typeface="Cambria Math" panose="02040503050406030204" pitchFamily="18" charset="0"/>
                        </a:rPr>
                        <m:t>T</m:t>
                      </m:r>
                      <m:r>
                        <a:rPr lang="en-IN" b="0" i="0" smtClean="0">
                          <a:solidFill>
                            <a:srgbClr val="002060"/>
                          </a:solidFill>
                          <a:latin typeface="Cambria Math" panose="02040503050406030204" pitchFamily="18" charset="0"/>
                        </a:rPr>
                        <m:t>6</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3" name="Content Placeholder 2">
                <a:extLst>
                  <a:ext uri="{FF2B5EF4-FFF2-40B4-BE49-F238E27FC236}">
                    <a16:creationId xmlns:a16="http://schemas.microsoft.com/office/drawing/2014/main" id="{67AE011F-FA55-409C-BE34-C5EFE0CC7DA0}"/>
                  </a:ext>
                </a:extLst>
              </p:cNvPr>
              <p:cNvSpPr txBox="1">
                <a:spLocks noRot="1" noChangeAspect="1" noMove="1" noResize="1" noEditPoints="1" noAdjustHandles="1" noChangeArrowheads="1" noChangeShapeType="1" noTextEdit="1"/>
              </p:cNvSpPr>
              <p:nvPr/>
            </p:nvSpPr>
            <p:spPr>
              <a:xfrm>
                <a:off x="8348319" y="3508412"/>
                <a:ext cx="786035" cy="523220"/>
              </a:xfrm>
              <a:prstGeom prst="rect">
                <a:avLst/>
              </a:prstGeom>
              <a:blipFill>
                <a:blip r:embed="rId17"/>
                <a:stretch>
                  <a:fillRect/>
                </a:stretch>
              </a:blipFill>
            </p:spPr>
            <p:txBody>
              <a:bodyPr/>
              <a:lstStyle/>
              <a:p>
                <a:r>
                  <a:rPr lang="en-IN">
                    <a:noFill/>
                  </a:rPr>
                  <a:t> </a:t>
                </a:r>
              </a:p>
            </p:txBody>
          </p:sp>
        </mc:Fallback>
      </mc:AlternateContent>
      <p:cxnSp>
        <p:nvCxnSpPr>
          <p:cNvPr id="97" name="Straight Connector 96">
            <a:extLst>
              <a:ext uri="{FF2B5EF4-FFF2-40B4-BE49-F238E27FC236}">
                <a16:creationId xmlns:a16="http://schemas.microsoft.com/office/drawing/2014/main" id="{2A15195C-A666-43D1-A481-99B0F9CB77F4}"/>
              </a:ext>
            </a:extLst>
          </p:cNvPr>
          <p:cNvCxnSpPr>
            <a:cxnSpLocks/>
          </p:cNvCxnSpPr>
          <p:nvPr/>
        </p:nvCxnSpPr>
        <p:spPr>
          <a:xfrm>
            <a:off x="2707886" y="1388477"/>
            <a:ext cx="2291554" cy="0"/>
          </a:xfrm>
          <a:prstGeom prst="line">
            <a:avLst/>
          </a:prstGeom>
          <a:ln w="38100">
            <a:solidFill>
              <a:schemeClr val="accent2">
                <a:lumMod val="40000"/>
                <a:lumOff val="60000"/>
              </a:schemeClr>
            </a:solidFill>
          </a:ln>
        </p:spPr>
        <p:style>
          <a:lnRef idx="2">
            <a:schemeClr val="accent2"/>
          </a:lnRef>
          <a:fillRef idx="0">
            <a:schemeClr val="accent2"/>
          </a:fillRef>
          <a:effectRef idx="1">
            <a:schemeClr val="accent2"/>
          </a:effectRef>
          <a:fontRef idx="minor">
            <a:schemeClr val="tx1"/>
          </a:fontRef>
        </p:style>
      </p:cxnSp>
      <p:cxnSp>
        <p:nvCxnSpPr>
          <p:cNvPr id="99" name="Straight Connector 98">
            <a:extLst>
              <a:ext uri="{FF2B5EF4-FFF2-40B4-BE49-F238E27FC236}">
                <a16:creationId xmlns:a16="http://schemas.microsoft.com/office/drawing/2014/main" id="{E7CD5501-963E-4BCA-92B3-424758189E4A}"/>
              </a:ext>
            </a:extLst>
          </p:cNvPr>
          <p:cNvCxnSpPr>
            <a:cxnSpLocks/>
          </p:cNvCxnSpPr>
          <p:nvPr/>
        </p:nvCxnSpPr>
        <p:spPr>
          <a:xfrm>
            <a:off x="5632678" y="1388477"/>
            <a:ext cx="6248142" cy="0"/>
          </a:xfrm>
          <a:prstGeom prst="line">
            <a:avLst/>
          </a:prstGeom>
          <a:ln w="38100">
            <a:solidFill>
              <a:schemeClr val="accent2">
                <a:lumMod val="40000"/>
                <a:lumOff val="60000"/>
              </a:schemeClr>
            </a:solidFill>
          </a:ln>
        </p:spPr>
        <p:style>
          <a:lnRef idx="2">
            <a:schemeClr val="accent2"/>
          </a:lnRef>
          <a:fillRef idx="0">
            <a:schemeClr val="accent2"/>
          </a:fillRef>
          <a:effectRef idx="1">
            <a:schemeClr val="accent2"/>
          </a:effectRef>
          <a:fontRef idx="minor">
            <a:schemeClr val="tx1"/>
          </a:fontRef>
        </p:style>
      </p:cxnSp>
      <p:cxnSp>
        <p:nvCxnSpPr>
          <p:cNvPr id="101" name="Straight Connector 100">
            <a:extLst>
              <a:ext uri="{FF2B5EF4-FFF2-40B4-BE49-F238E27FC236}">
                <a16:creationId xmlns:a16="http://schemas.microsoft.com/office/drawing/2014/main" id="{021AE300-3005-442C-94A3-7B966E6C2880}"/>
              </a:ext>
            </a:extLst>
          </p:cNvPr>
          <p:cNvCxnSpPr>
            <a:cxnSpLocks/>
          </p:cNvCxnSpPr>
          <p:nvPr/>
        </p:nvCxnSpPr>
        <p:spPr>
          <a:xfrm>
            <a:off x="258932" y="1941583"/>
            <a:ext cx="2291554" cy="0"/>
          </a:xfrm>
          <a:prstGeom prst="line">
            <a:avLst/>
          </a:prstGeom>
          <a:ln w="38100">
            <a:solidFill>
              <a:schemeClr val="accent2">
                <a:lumMod val="40000"/>
                <a:lumOff val="60000"/>
              </a:schemeClr>
            </a:solidFill>
          </a:ln>
        </p:spPr>
        <p:style>
          <a:lnRef idx="2">
            <a:schemeClr val="accent2"/>
          </a:lnRef>
          <a:fillRef idx="0">
            <a:schemeClr val="accent2"/>
          </a:fillRef>
          <a:effectRef idx="1">
            <a:schemeClr val="accent2"/>
          </a:effectRef>
          <a:fontRef idx="minor">
            <a:schemeClr val="tx1"/>
          </a:fontRef>
        </p:style>
      </p:cxnSp>
      <p:cxnSp>
        <p:nvCxnSpPr>
          <p:cNvPr id="102" name="Straight Connector 101">
            <a:extLst>
              <a:ext uri="{FF2B5EF4-FFF2-40B4-BE49-F238E27FC236}">
                <a16:creationId xmlns:a16="http://schemas.microsoft.com/office/drawing/2014/main" id="{BD104CAA-690C-4977-B227-B06A13CE34B5}"/>
              </a:ext>
            </a:extLst>
          </p:cNvPr>
          <p:cNvCxnSpPr>
            <a:cxnSpLocks/>
          </p:cNvCxnSpPr>
          <p:nvPr/>
        </p:nvCxnSpPr>
        <p:spPr>
          <a:xfrm>
            <a:off x="2858381" y="1941583"/>
            <a:ext cx="1937947" cy="0"/>
          </a:xfrm>
          <a:prstGeom prst="line">
            <a:avLst/>
          </a:prstGeom>
          <a:ln w="38100">
            <a:solidFill>
              <a:schemeClr val="accent2">
                <a:lumMod val="40000"/>
                <a:lumOff val="60000"/>
              </a:schemeClr>
            </a:solidFill>
          </a:ln>
        </p:spPr>
        <p:style>
          <a:lnRef idx="2">
            <a:schemeClr val="accent2"/>
          </a:lnRef>
          <a:fillRef idx="0">
            <a:schemeClr val="accent2"/>
          </a:fillRef>
          <a:effectRef idx="1">
            <a:schemeClr val="accent2"/>
          </a:effectRef>
          <a:fontRef idx="minor">
            <a:schemeClr val="tx1"/>
          </a:fontRef>
        </p:style>
      </p:cxnSp>
      <p:cxnSp>
        <p:nvCxnSpPr>
          <p:cNvPr id="104" name="Straight Connector 103">
            <a:extLst>
              <a:ext uri="{FF2B5EF4-FFF2-40B4-BE49-F238E27FC236}">
                <a16:creationId xmlns:a16="http://schemas.microsoft.com/office/drawing/2014/main" id="{8AC53CFA-060F-4B40-9168-6DE8F6319080}"/>
              </a:ext>
            </a:extLst>
          </p:cNvPr>
          <p:cNvCxnSpPr>
            <a:cxnSpLocks/>
          </p:cNvCxnSpPr>
          <p:nvPr/>
        </p:nvCxnSpPr>
        <p:spPr>
          <a:xfrm>
            <a:off x="5452800" y="1941583"/>
            <a:ext cx="1570865" cy="0"/>
          </a:xfrm>
          <a:prstGeom prst="line">
            <a:avLst/>
          </a:prstGeom>
          <a:ln w="38100">
            <a:solidFill>
              <a:schemeClr val="accent2">
                <a:lumMod val="40000"/>
                <a:lumOff val="60000"/>
              </a:schemeClr>
            </a:solidFill>
          </a:ln>
        </p:spPr>
        <p:style>
          <a:lnRef idx="2">
            <a:schemeClr val="accent2"/>
          </a:lnRef>
          <a:fillRef idx="0">
            <a:schemeClr val="accent2"/>
          </a:fillRef>
          <a:effectRef idx="1">
            <a:schemeClr val="accent2"/>
          </a:effectRef>
          <a:fontRef idx="minor">
            <a:schemeClr val="tx1"/>
          </a:fontRef>
        </p:style>
      </p:cxnSp>
      <p:cxnSp>
        <p:nvCxnSpPr>
          <p:cNvPr id="35" name="Straight Connector 34">
            <a:extLst>
              <a:ext uri="{FF2B5EF4-FFF2-40B4-BE49-F238E27FC236}">
                <a16:creationId xmlns:a16="http://schemas.microsoft.com/office/drawing/2014/main" id="{1AAC251A-67AF-4742-A6FF-83AF9F234378}"/>
              </a:ext>
            </a:extLst>
          </p:cNvPr>
          <p:cNvCxnSpPr>
            <a:cxnSpLocks/>
            <a:stCxn id="4" idx="3"/>
            <a:endCxn id="40" idx="1"/>
          </p:cNvCxnSpPr>
          <p:nvPr/>
        </p:nvCxnSpPr>
        <p:spPr>
          <a:xfrm flipV="1">
            <a:off x="8270122" y="4915356"/>
            <a:ext cx="716878" cy="254"/>
          </a:xfrm>
          <a:prstGeom prst="line">
            <a:avLst/>
          </a:prstGeom>
          <a:ln w="38100" cap="rnd">
            <a:solidFill>
              <a:srgbClr val="B1444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A5EFD3A-62DF-4474-9B60-52F6AA564362}"/>
              </a:ext>
            </a:extLst>
          </p:cNvPr>
          <p:cNvCxnSpPr>
            <a:cxnSpLocks/>
            <a:endCxn id="4" idx="1"/>
          </p:cNvCxnSpPr>
          <p:nvPr/>
        </p:nvCxnSpPr>
        <p:spPr>
          <a:xfrm flipV="1">
            <a:off x="6674260" y="4915610"/>
            <a:ext cx="724499" cy="602874"/>
          </a:xfrm>
          <a:prstGeom prst="line">
            <a:avLst/>
          </a:prstGeom>
          <a:ln w="38100" cap="rnd">
            <a:solidFill>
              <a:srgbClr val="B1444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BE0894F5-1D49-4DB8-ADE2-029096D9FA85}"/>
              </a:ext>
            </a:extLst>
          </p:cNvPr>
          <p:cNvCxnSpPr>
            <a:cxnSpLocks/>
            <a:stCxn id="53" idx="3"/>
          </p:cNvCxnSpPr>
          <p:nvPr/>
        </p:nvCxnSpPr>
        <p:spPr>
          <a:xfrm flipV="1">
            <a:off x="8270122" y="6121355"/>
            <a:ext cx="739763" cy="1"/>
          </a:xfrm>
          <a:prstGeom prst="line">
            <a:avLst/>
          </a:prstGeom>
          <a:ln w="38100" cap="rnd">
            <a:solidFill>
              <a:srgbClr val="B14440"/>
            </a:solidFill>
          </a:ln>
        </p:spPr>
        <p:style>
          <a:lnRef idx="1">
            <a:schemeClr val="accent1"/>
          </a:lnRef>
          <a:fillRef idx="0">
            <a:schemeClr val="accent1"/>
          </a:fillRef>
          <a:effectRef idx="0">
            <a:schemeClr val="accent1"/>
          </a:effectRef>
          <a:fontRef idx="minor">
            <a:schemeClr val="tx1"/>
          </a:fontRef>
        </p:style>
      </p:cxnSp>
      <p:sp>
        <p:nvSpPr>
          <p:cNvPr id="40" name="Rectangle: Rounded Corners 39">
            <a:extLst>
              <a:ext uri="{FF2B5EF4-FFF2-40B4-BE49-F238E27FC236}">
                <a16:creationId xmlns:a16="http://schemas.microsoft.com/office/drawing/2014/main" id="{86FA13CD-4BBD-4A3A-94C9-67EEC32A7F0E}"/>
              </a:ext>
            </a:extLst>
          </p:cNvPr>
          <p:cNvSpPr/>
          <p:nvPr/>
        </p:nvSpPr>
        <p:spPr>
          <a:xfrm>
            <a:off x="8987000" y="4444497"/>
            <a:ext cx="3073820" cy="941717"/>
          </a:xfrm>
          <a:prstGeom prst="roundRect">
            <a:avLst>
              <a:gd name="adj" fmla="val 50000"/>
            </a:avLst>
          </a:prstGeom>
          <a:solidFill>
            <a:srgbClr val="F2F2F2"/>
          </a:solidFill>
          <a:ln w="28575">
            <a:solidFill>
              <a:srgbClr val="009788"/>
            </a:solidFill>
          </a:ln>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8352" tIns="38352" rIns="38352" bIns="38352" numCol="1" spcCol="1270" anchor="ctr" anchorCtr="0">
            <a:noAutofit/>
          </a:bodyPr>
          <a:lstStyle/>
          <a:p>
            <a:pPr marL="0" lvl="0" indent="0" algn="ctr" defTabSz="1244600">
              <a:spcBef>
                <a:spcPct val="0"/>
              </a:spcBef>
              <a:buNone/>
            </a:pPr>
            <a:endParaRPr lang="en-IN" sz="2800" kern="1200" dirty="0">
              <a:latin typeface="Cambria Math" panose="02040503050406030204" pitchFamily="18" charset="0"/>
              <a:ea typeface="Cambria Math" panose="02040503050406030204" pitchFamily="18" charset="0"/>
            </a:endParaRPr>
          </a:p>
        </p:txBody>
      </p:sp>
      <p:pic>
        <p:nvPicPr>
          <p:cNvPr id="4" name="Picture 3">
            <a:extLst>
              <a:ext uri="{FF2B5EF4-FFF2-40B4-BE49-F238E27FC236}">
                <a16:creationId xmlns:a16="http://schemas.microsoft.com/office/drawing/2014/main" id="{AA413F58-5215-485A-ABAA-C1BA29EC47B1}"/>
              </a:ext>
            </a:extLst>
          </p:cNvPr>
          <p:cNvPicPr>
            <a:picLocks noChangeAspect="1"/>
          </p:cNvPicPr>
          <p:nvPr/>
        </p:nvPicPr>
        <p:blipFill rotWithShape="1">
          <a:blip r:embed="rId18"/>
          <a:srcRect l="16668" t="25169" r="53477" b="21678"/>
          <a:stretch/>
        </p:blipFill>
        <p:spPr>
          <a:xfrm>
            <a:off x="7398759" y="4479288"/>
            <a:ext cx="871363" cy="872643"/>
          </a:xfrm>
          <a:prstGeom prst="rect">
            <a:avLst/>
          </a:prstGeom>
        </p:spPr>
      </p:pic>
      <p:cxnSp>
        <p:nvCxnSpPr>
          <p:cNvPr id="52" name="Straight Connector 51">
            <a:extLst>
              <a:ext uri="{FF2B5EF4-FFF2-40B4-BE49-F238E27FC236}">
                <a16:creationId xmlns:a16="http://schemas.microsoft.com/office/drawing/2014/main" id="{465224AD-6FB2-4374-9079-92D0AF30966D}"/>
              </a:ext>
            </a:extLst>
          </p:cNvPr>
          <p:cNvCxnSpPr>
            <a:cxnSpLocks/>
            <a:endCxn id="53" idx="1"/>
          </p:cNvCxnSpPr>
          <p:nvPr/>
        </p:nvCxnSpPr>
        <p:spPr>
          <a:xfrm>
            <a:off x="6674260" y="5518481"/>
            <a:ext cx="724499" cy="602875"/>
          </a:xfrm>
          <a:prstGeom prst="line">
            <a:avLst/>
          </a:prstGeom>
          <a:ln w="38100" cap="rnd">
            <a:solidFill>
              <a:srgbClr val="B14440"/>
            </a:solidFill>
          </a:ln>
        </p:spPr>
        <p:style>
          <a:lnRef idx="1">
            <a:schemeClr val="accent1"/>
          </a:lnRef>
          <a:fillRef idx="0">
            <a:schemeClr val="accent1"/>
          </a:fillRef>
          <a:effectRef idx="0">
            <a:schemeClr val="accent1"/>
          </a:effectRef>
          <a:fontRef idx="minor">
            <a:schemeClr val="tx1"/>
          </a:fontRef>
        </p:style>
      </p:cxnSp>
      <p:pic>
        <p:nvPicPr>
          <p:cNvPr id="53" name="Picture 52">
            <a:extLst>
              <a:ext uri="{FF2B5EF4-FFF2-40B4-BE49-F238E27FC236}">
                <a16:creationId xmlns:a16="http://schemas.microsoft.com/office/drawing/2014/main" id="{217918FF-4360-4717-8322-3797025DC04E}"/>
              </a:ext>
            </a:extLst>
          </p:cNvPr>
          <p:cNvPicPr>
            <a:picLocks noChangeAspect="1"/>
          </p:cNvPicPr>
          <p:nvPr/>
        </p:nvPicPr>
        <p:blipFill rotWithShape="1">
          <a:blip r:embed="rId18"/>
          <a:srcRect l="48395" t="25169" r="21750" b="21678"/>
          <a:stretch/>
        </p:blipFill>
        <p:spPr>
          <a:xfrm>
            <a:off x="7398759" y="5685034"/>
            <a:ext cx="871363" cy="872643"/>
          </a:xfrm>
          <a:prstGeom prst="rect">
            <a:avLst/>
          </a:prstGeom>
        </p:spPr>
      </p:pic>
      <p:sp>
        <p:nvSpPr>
          <p:cNvPr id="48" name="Oval 47">
            <a:extLst>
              <a:ext uri="{FF2B5EF4-FFF2-40B4-BE49-F238E27FC236}">
                <a16:creationId xmlns:a16="http://schemas.microsoft.com/office/drawing/2014/main" id="{EB7B3A6F-0235-480D-9425-B608A6A87E76}"/>
              </a:ext>
            </a:extLst>
          </p:cNvPr>
          <p:cNvSpPr>
            <a:spLocks noChangeAspect="1"/>
          </p:cNvSpPr>
          <p:nvPr/>
        </p:nvSpPr>
        <p:spPr>
          <a:xfrm>
            <a:off x="9768623" y="4491615"/>
            <a:ext cx="432000" cy="432000"/>
          </a:xfrm>
          <a:prstGeom prst="ellipse">
            <a:avLst/>
          </a:prstGeom>
          <a:solidFill>
            <a:srgbClr val="0070C0"/>
          </a:solidFill>
          <a:ln>
            <a:noFill/>
          </a:ln>
          <a:scene3d>
            <a:camera prst="orthographicFront"/>
            <a:lightRig rig="threePt" dir="t"/>
          </a:scene3d>
          <a:sp3d extrusionH="95250">
            <a:bevelT w="215900" h="241300"/>
            <a:bevelB w="158750" h="1841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6" name="Oval 65">
            <a:extLst>
              <a:ext uri="{FF2B5EF4-FFF2-40B4-BE49-F238E27FC236}">
                <a16:creationId xmlns:a16="http://schemas.microsoft.com/office/drawing/2014/main" id="{48AB2576-25AE-45B8-89BD-D934DC61E104}"/>
              </a:ext>
            </a:extLst>
          </p:cNvPr>
          <p:cNvSpPr>
            <a:spLocks noChangeAspect="1"/>
          </p:cNvSpPr>
          <p:nvPr/>
        </p:nvSpPr>
        <p:spPr>
          <a:xfrm>
            <a:off x="10296306" y="4491615"/>
            <a:ext cx="432000" cy="432000"/>
          </a:xfrm>
          <a:prstGeom prst="ellipse">
            <a:avLst/>
          </a:prstGeom>
          <a:solidFill>
            <a:srgbClr val="0070C0"/>
          </a:solidFill>
          <a:ln>
            <a:noFill/>
          </a:ln>
          <a:scene3d>
            <a:camera prst="orthographicFront"/>
            <a:lightRig rig="threePt" dir="t"/>
          </a:scene3d>
          <a:sp3d extrusionH="95250">
            <a:bevelT w="215900" h="241300"/>
            <a:bevelB w="158750" h="1841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8" name="Oval 67">
            <a:extLst>
              <a:ext uri="{FF2B5EF4-FFF2-40B4-BE49-F238E27FC236}">
                <a16:creationId xmlns:a16="http://schemas.microsoft.com/office/drawing/2014/main" id="{CD9932A4-45EB-40E8-86B7-042C7D1004C8}"/>
              </a:ext>
            </a:extLst>
          </p:cNvPr>
          <p:cNvSpPr>
            <a:spLocks noChangeAspect="1"/>
          </p:cNvSpPr>
          <p:nvPr/>
        </p:nvSpPr>
        <p:spPr>
          <a:xfrm>
            <a:off x="10823988" y="4491615"/>
            <a:ext cx="432000" cy="432000"/>
          </a:xfrm>
          <a:prstGeom prst="ellipse">
            <a:avLst/>
          </a:prstGeom>
          <a:solidFill>
            <a:srgbClr val="0070C0"/>
          </a:solidFill>
          <a:ln>
            <a:noFill/>
          </a:ln>
          <a:scene3d>
            <a:camera prst="orthographicFront"/>
            <a:lightRig rig="threePt" dir="t"/>
          </a:scene3d>
          <a:sp3d extrusionH="95250">
            <a:bevelT w="215900" h="241300"/>
            <a:bevelB w="158750" h="1841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4" name="Oval 73">
            <a:extLst>
              <a:ext uri="{FF2B5EF4-FFF2-40B4-BE49-F238E27FC236}">
                <a16:creationId xmlns:a16="http://schemas.microsoft.com/office/drawing/2014/main" id="{4734D589-1B02-49F7-8743-7BEDE8BA6950}"/>
              </a:ext>
            </a:extLst>
          </p:cNvPr>
          <p:cNvSpPr>
            <a:spLocks noChangeAspect="1"/>
          </p:cNvSpPr>
          <p:nvPr/>
        </p:nvSpPr>
        <p:spPr>
          <a:xfrm>
            <a:off x="9504786" y="4900879"/>
            <a:ext cx="432000" cy="432000"/>
          </a:xfrm>
          <a:prstGeom prst="ellipse">
            <a:avLst/>
          </a:prstGeom>
          <a:solidFill>
            <a:schemeClr val="bg1"/>
          </a:solidFill>
          <a:ln>
            <a:noFill/>
          </a:ln>
          <a:scene3d>
            <a:camera prst="orthographicFront"/>
            <a:lightRig rig="threePt" dir="t"/>
          </a:scene3d>
          <a:sp3d extrusionH="95250">
            <a:bevelT w="215900" h="241300"/>
            <a:bevelB w="158750" h="1841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1F2B7BBE-CB91-4EB5-B4DF-3F7583B3CCFC}"/>
              </a:ext>
            </a:extLst>
          </p:cNvPr>
          <p:cNvSpPr>
            <a:spLocks noChangeAspect="1"/>
          </p:cNvSpPr>
          <p:nvPr/>
        </p:nvSpPr>
        <p:spPr>
          <a:xfrm>
            <a:off x="10035587" y="4900879"/>
            <a:ext cx="432000" cy="432000"/>
          </a:xfrm>
          <a:prstGeom prst="ellipse">
            <a:avLst/>
          </a:prstGeom>
          <a:solidFill>
            <a:schemeClr val="bg1"/>
          </a:solidFill>
          <a:ln>
            <a:noFill/>
          </a:ln>
          <a:scene3d>
            <a:camera prst="orthographicFront"/>
            <a:lightRig rig="threePt" dir="t"/>
          </a:scene3d>
          <a:sp3d extrusionH="95250">
            <a:bevelT w="215900" h="241300"/>
            <a:bevelB w="158750" h="1841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6FD213F6-FB11-4B28-8E7C-8A211175F6DE}"/>
              </a:ext>
            </a:extLst>
          </p:cNvPr>
          <p:cNvSpPr>
            <a:spLocks noChangeAspect="1"/>
          </p:cNvSpPr>
          <p:nvPr/>
        </p:nvSpPr>
        <p:spPr>
          <a:xfrm>
            <a:off x="10566388" y="4900879"/>
            <a:ext cx="432000" cy="432000"/>
          </a:xfrm>
          <a:prstGeom prst="ellipse">
            <a:avLst/>
          </a:prstGeom>
          <a:solidFill>
            <a:schemeClr val="bg1"/>
          </a:solidFill>
          <a:ln>
            <a:noFill/>
          </a:ln>
          <a:scene3d>
            <a:camera prst="orthographicFront"/>
            <a:lightRig rig="threePt" dir="t"/>
          </a:scene3d>
          <a:sp3d extrusionH="95250">
            <a:bevelT w="215900" h="241300"/>
            <a:bevelB w="158750" h="1841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62688674-074F-478D-B79D-68D05B758FC0}"/>
              </a:ext>
            </a:extLst>
          </p:cNvPr>
          <p:cNvSpPr>
            <a:spLocks noChangeAspect="1"/>
          </p:cNvSpPr>
          <p:nvPr/>
        </p:nvSpPr>
        <p:spPr>
          <a:xfrm>
            <a:off x="11097190" y="4900879"/>
            <a:ext cx="432000" cy="432000"/>
          </a:xfrm>
          <a:prstGeom prst="ellipse">
            <a:avLst/>
          </a:prstGeom>
          <a:solidFill>
            <a:schemeClr val="bg1"/>
          </a:solidFill>
          <a:ln>
            <a:noFill/>
          </a:ln>
          <a:scene3d>
            <a:camera prst="orthographicFront"/>
            <a:lightRig rig="threePt" dir="t"/>
          </a:scene3d>
          <a:sp3d extrusionH="95250">
            <a:bevelT w="215900" h="241300"/>
            <a:bevelB w="158750" h="1841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Rectangle: Rounded Corners 78">
            <a:extLst>
              <a:ext uri="{FF2B5EF4-FFF2-40B4-BE49-F238E27FC236}">
                <a16:creationId xmlns:a16="http://schemas.microsoft.com/office/drawing/2014/main" id="{74DAC38B-9217-4C86-BDAC-1FE230BFC483}"/>
              </a:ext>
            </a:extLst>
          </p:cNvPr>
          <p:cNvSpPr/>
          <p:nvPr/>
        </p:nvSpPr>
        <p:spPr>
          <a:xfrm>
            <a:off x="8987000" y="5737688"/>
            <a:ext cx="3073820" cy="707525"/>
          </a:xfrm>
          <a:prstGeom prst="roundRect">
            <a:avLst>
              <a:gd name="adj" fmla="val 50000"/>
            </a:avLst>
          </a:prstGeom>
          <a:solidFill>
            <a:srgbClr val="F2F2F2"/>
          </a:solidFill>
          <a:ln w="28575">
            <a:solidFill>
              <a:srgbClr val="009788"/>
            </a:solidFill>
          </a:ln>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8352" tIns="38352" rIns="38352" bIns="38352" numCol="1" spcCol="1270" anchor="ctr" anchorCtr="0">
            <a:noAutofit/>
          </a:bodyPr>
          <a:lstStyle/>
          <a:p>
            <a:pPr algn="ctr" defTabSz="1244600">
              <a:spcBef>
                <a:spcPct val="0"/>
              </a:spcBef>
            </a:pPr>
            <a:endParaRPr lang="en-IN" sz="2800" dirty="0">
              <a:latin typeface="Cambria Math" panose="02040503050406030204" pitchFamily="18" charset="0"/>
              <a:ea typeface="Cambria Math" panose="02040503050406030204" pitchFamily="18" charset="0"/>
            </a:endParaRPr>
          </a:p>
        </p:txBody>
      </p:sp>
      <p:pic>
        <p:nvPicPr>
          <p:cNvPr id="82" name="Picture 81">
            <a:extLst>
              <a:ext uri="{FF2B5EF4-FFF2-40B4-BE49-F238E27FC236}">
                <a16:creationId xmlns:a16="http://schemas.microsoft.com/office/drawing/2014/main" id="{8602E34F-197C-4959-9C7C-D22A1FACEBB0}"/>
              </a:ext>
            </a:extLst>
          </p:cNvPr>
          <p:cNvPicPr>
            <a:picLocks noChangeAspect="1"/>
          </p:cNvPicPr>
          <p:nvPr/>
        </p:nvPicPr>
        <p:blipFill rotWithShape="1">
          <a:blip r:embed="rId19" cstate="print">
            <a:extLst>
              <a:ext uri="{28A0092B-C50C-407E-A947-70E740481C1C}">
                <a14:useLocalDpi xmlns:a14="http://schemas.microsoft.com/office/drawing/2010/main" val="0"/>
              </a:ext>
            </a:extLst>
          </a:blip>
          <a:srcRect t="-2" b="52986"/>
          <a:stretch/>
        </p:blipFill>
        <p:spPr bwMode="auto">
          <a:xfrm>
            <a:off x="9142872" y="5861238"/>
            <a:ext cx="1370244" cy="460425"/>
          </a:xfrm>
          <a:prstGeom prst="rect">
            <a:avLst/>
          </a:prstGeom>
          <a:extLst>
            <a:ext uri="{53640926-AAD7-44D8-BBD7-CCE9431645EC}">
              <a14:shadowObscured xmlns:a14="http://schemas.microsoft.com/office/drawing/2010/main"/>
            </a:ext>
          </a:extLst>
        </p:spPr>
      </p:pic>
      <p:pic>
        <p:nvPicPr>
          <p:cNvPr id="83" name="Picture 82">
            <a:extLst>
              <a:ext uri="{FF2B5EF4-FFF2-40B4-BE49-F238E27FC236}">
                <a16:creationId xmlns:a16="http://schemas.microsoft.com/office/drawing/2014/main" id="{89D69294-3517-4347-B95C-F9E3AFF4FE2B}"/>
              </a:ext>
            </a:extLst>
          </p:cNvPr>
          <p:cNvPicPr>
            <a:picLocks noChangeAspect="1"/>
          </p:cNvPicPr>
          <p:nvPr/>
        </p:nvPicPr>
        <p:blipFill rotWithShape="1">
          <a:blip r:embed="rId19" cstate="print">
            <a:extLst>
              <a:ext uri="{28A0092B-C50C-407E-A947-70E740481C1C}">
                <a14:useLocalDpi xmlns:a14="http://schemas.microsoft.com/office/drawing/2010/main" val="0"/>
              </a:ext>
            </a:extLst>
          </a:blip>
          <a:srcRect l="-6" t="53021" r="12" b="-73"/>
          <a:stretch/>
        </p:blipFill>
        <p:spPr bwMode="auto">
          <a:xfrm>
            <a:off x="10529672" y="5861238"/>
            <a:ext cx="1370164" cy="460425"/>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3688011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97"/>
                                        </p:tgtEl>
                                        <p:attrNameLst>
                                          <p:attrName>style.visibility</p:attrName>
                                        </p:attrNameLst>
                                      </p:cBhvr>
                                      <p:to>
                                        <p:strVal val="visible"/>
                                      </p:to>
                                    </p:set>
                                    <p:animEffect transition="in" filter="wipe(left)">
                                      <p:cBhvr>
                                        <p:cTn id="18" dur="500"/>
                                        <p:tgtEl>
                                          <p:spTgt spid="9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wipe(left)">
                                      <p:cBhvr>
                                        <p:cTn id="23" dur="500"/>
                                        <p:tgtEl>
                                          <p:spTgt spid="36"/>
                                        </p:tgtEl>
                                      </p:cBhvr>
                                    </p:animEffect>
                                  </p:childTnLst>
                                </p:cTn>
                              </p:par>
                            </p:childTnLst>
                          </p:cTn>
                        </p:par>
                        <p:par>
                          <p:cTn id="24" fill="hold">
                            <p:stCondLst>
                              <p:cond delay="500"/>
                            </p:stCondLst>
                            <p:childTnLst>
                              <p:par>
                                <p:cTn id="25" presetID="1" presetClass="entr" presetSubtype="0" fill="hold" nodeType="after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99"/>
                                        </p:tgtEl>
                                        <p:attrNameLst>
                                          <p:attrName>style.visibility</p:attrName>
                                        </p:attrNameLst>
                                      </p:cBhvr>
                                      <p:to>
                                        <p:strVal val="visible"/>
                                      </p:to>
                                    </p:set>
                                    <p:animEffect transition="in" filter="wipe(left)">
                                      <p:cBhvr>
                                        <p:cTn id="31" dur="500"/>
                                        <p:tgtEl>
                                          <p:spTgt spid="99"/>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101"/>
                                        </p:tgtEl>
                                        <p:attrNameLst>
                                          <p:attrName>style.visibility</p:attrName>
                                        </p:attrNameLst>
                                      </p:cBhvr>
                                      <p:to>
                                        <p:strVal val="visible"/>
                                      </p:to>
                                    </p:set>
                                    <p:animEffect transition="in" filter="wipe(left)">
                                      <p:cBhvr>
                                        <p:cTn id="35" dur="500"/>
                                        <p:tgtEl>
                                          <p:spTgt spid="10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wipe(left)">
                                      <p:cBhvr>
                                        <p:cTn id="40" dur="500"/>
                                        <p:tgtEl>
                                          <p:spTgt spid="35"/>
                                        </p:tgtEl>
                                      </p:cBhvr>
                                    </p:animEffect>
                                  </p:childTnLst>
                                </p:cTn>
                              </p:par>
                            </p:childTnLst>
                          </p:cTn>
                        </p:par>
                        <p:par>
                          <p:cTn id="41" fill="hold">
                            <p:stCondLst>
                              <p:cond delay="500"/>
                            </p:stCondLst>
                            <p:childTnLst>
                              <p:par>
                                <p:cTn id="42" presetID="1" presetClass="entr" presetSubtype="0" fill="hold" grpId="0" nodeType="afterEffect">
                                  <p:stCondLst>
                                    <p:cond delay="0"/>
                                  </p:stCondLst>
                                  <p:childTnLst>
                                    <p:set>
                                      <p:cBhvr>
                                        <p:cTn id="43" dur="1" fill="hold">
                                          <p:stCondLst>
                                            <p:cond delay="0"/>
                                          </p:stCondLst>
                                        </p:cTn>
                                        <p:tgtEl>
                                          <p:spTgt spid="40"/>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8"/>
                                        </p:tgtEl>
                                        <p:attrNameLst>
                                          <p:attrName>style.visibility</p:attrName>
                                        </p:attrNameLst>
                                      </p:cBhvr>
                                      <p:to>
                                        <p:strVal val="visible"/>
                                      </p:to>
                                    </p:set>
                                  </p:childTnLst>
                                </p:cTn>
                              </p:par>
                            </p:childTnLst>
                          </p:cTn>
                        </p:par>
                        <p:par>
                          <p:cTn id="48" fill="hold">
                            <p:stCondLst>
                              <p:cond delay="0"/>
                            </p:stCondLst>
                            <p:childTnLst>
                              <p:par>
                                <p:cTn id="49" presetID="1" presetClass="entr" presetSubtype="0" fill="hold" grpId="0" nodeType="afterEffect">
                                  <p:stCondLst>
                                    <p:cond delay="250"/>
                                  </p:stCondLst>
                                  <p:childTnLst>
                                    <p:set>
                                      <p:cBhvr>
                                        <p:cTn id="50" dur="1" fill="hold">
                                          <p:stCondLst>
                                            <p:cond delay="0"/>
                                          </p:stCondLst>
                                        </p:cTn>
                                        <p:tgtEl>
                                          <p:spTgt spid="66"/>
                                        </p:tgtEl>
                                        <p:attrNameLst>
                                          <p:attrName>style.visibility</p:attrName>
                                        </p:attrNameLst>
                                      </p:cBhvr>
                                      <p:to>
                                        <p:strVal val="visible"/>
                                      </p:to>
                                    </p:set>
                                  </p:childTnLst>
                                </p:cTn>
                              </p:par>
                            </p:childTnLst>
                          </p:cTn>
                        </p:par>
                        <p:par>
                          <p:cTn id="51" fill="hold">
                            <p:stCondLst>
                              <p:cond delay="250"/>
                            </p:stCondLst>
                            <p:childTnLst>
                              <p:par>
                                <p:cTn id="52" presetID="1" presetClass="entr" presetSubtype="0" fill="hold" grpId="0" nodeType="afterEffect">
                                  <p:stCondLst>
                                    <p:cond delay="250"/>
                                  </p:stCondLst>
                                  <p:childTnLst>
                                    <p:set>
                                      <p:cBhvr>
                                        <p:cTn id="53" dur="1" fill="hold">
                                          <p:stCondLst>
                                            <p:cond delay="0"/>
                                          </p:stCondLst>
                                        </p:cTn>
                                        <p:tgtEl>
                                          <p:spTgt spid="68"/>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73">
                                            <p:txEl>
                                              <p:pRg st="0" end="0"/>
                                            </p:txEl>
                                          </p:spTgt>
                                        </p:tgtEl>
                                        <p:attrNameLst>
                                          <p:attrName>style.visibility</p:attrName>
                                        </p:attrNameLst>
                                      </p:cBhvr>
                                      <p:to>
                                        <p:strVal val="visible"/>
                                      </p:to>
                                    </p:set>
                                  </p:childTnLst>
                                </p:cTn>
                              </p:par>
                            </p:childTnLst>
                          </p:cTn>
                        </p:par>
                        <p:par>
                          <p:cTn id="58" fill="hold">
                            <p:stCondLst>
                              <p:cond delay="0"/>
                            </p:stCondLst>
                            <p:childTnLst>
                              <p:par>
                                <p:cTn id="59" presetID="1" presetClass="entr" presetSubtype="0" fill="hold" grpId="0" nodeType="afterEffect">
                                  <p:stCondLst>
                                    <p:cond delay="500"/>
                                  </p:stCondLst>
                                  <p:childTnLst>
                                    <p:set>
                                      <p:cBhvr>
                                        <p:cTn id="60" dur="1" fill="hold">
                                          <p:stCondLst>
                                            <p:cond delay="0"/>
                                          </p:stCondLst>
                                        </p:cTn>
                                        <p:tgtEl>
                                          <p:spTgt spid="22">
                                            <p:txEl>
                                              <p:pRg st="0" end="0"/>
                                            </p:txEl>
                                          </p:spTgt>
                                        </p:tgtEl>
                                        <p:attrNameLst>
                                          <p:attrName>style.visibility</p:attrName>
                                        </p:attrNameLst>
                                      </p:cBhvr>
                                      <p:to>
                                        <p:strVal val="visible"/>
                                      </p:to>
                                    </p:set>
                                  </p:childTnLst>
                                </p:cTn>
                              </p:par>
                            </p:childTnLst>
                          </p:cTn>
                        </p:par>
                        <p:par>
                          <p:cTn id="61" fill="hold">
                            <p:stCondLst>
                              <p:cond delay="500"/>
                            </p:stCondLst>
                            <p:childTnLst>
                              <p:par>
                                <p:cTn id="62" presetID="1" presetClass="entr" presetSubtype="0" fill="hold" grpId="0" nodeType="afterEffect">
                                  <p:stCondLst>
                                    <p:cond delay="500"/>
                                  </p:stCondLst>
                                  <p:childTnLst>
                                    <p:set>
                                      <p:cBhvr>
                                        <p:cTn id="63"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74"/>
                                        </p:tgtEl>
                                        <p:attrNameLst>
                                          <p:attrName>style.visibility</p:attrName>
                                        </p:attrNameLst>
                                      </p:cBhvr>
                                      <p:to>
                                        <p:strVal val="visible"/>
                                      </p:to>
                                    </p:set>
                                  </p:childTnLst>
                                </p:cTn>
                              </p:par>
                            </p:childTnLst>
                          </p:cTn>
                        </p:par>
                        <p:par>
                          <p:cTn id="68" fill="hold">
                            <p:stCondLst>
                              <p:cond delay="0"/>
                            </p:stCondLst>
                            <p:childTnLst>
                              <p:par>
                                <p:cTn id="69" presetID="1" presetClass="entr" presetSubtype="0" fill="hold" grpId="0" nodeType="afterEffect">
                                  <p:stCondLst>
                                    <p:cond delay="250"/>
                                  </p:stCondLst>
                                  <p:childTnLst>
                                    <p:set>
                                      <p:cBhvr>
                                        <p:cTn id="70" dur="1" fill="hold">
                                          <p:stCondLst>
                                            <p:cond delay="0"/>
                                          </p:stCondLst>
                                        </p:cTn>
                                        <p:tgtEl>
                                          <p:spTgt spid="76"/>
                                        </p:tgtEl>
                                        <p:attrNameLst>
                                          <p:attrName>style.visibility</p:attrName>
                                        </p:attrNameLst>
                                      </p:cBhvr>
                                      <p:to>
                                        <p:strVal val="visible"/>
                                      </p:to>
                                    </p:set>
                                  </p:childTnLst>
                                </p:cTn>
                              </p:par>
                            </p:childTnLst>
                          </p:cTn>
                        </p:par>
                        <p:par>
                          <p:cTn id="71" fill="hold">
                            <p:stCondLst>
                              <p:cond delay="250"/>
                            </p:stCondLst>
                            <p:childTnLst>
                              <p:par>
                                <p:cTn id="72" presetID="1" presetClass="entr" presetSubtype="0" fill="hold" grpId="0" nodeType="afterEffect">
                                  <p:stCondLst>
                                    <p:cond delay="250"/>
                                  </p:stCondLst>
                                  <p:childTnLst>
                                    <p:set>
                                      <p:cBhvr>
                                        <p:cTn id="73" dur="1" fill="hold">
                                          <p:stCondLst>
                                            <p:cond delay="0"/>
                                          </p:stCondLst>
                                        </p:cTn>
                                        <p:tgtEl>
                                          <p:spTgt spid="77"/>
                                        </p:tgtEl>
                                        <p:attrNameLst>
                                          <p:attrName>style.visibility</p:attrName>
                                        </p:attrNameLst>
                                      </p:cBhvr>
                                      <p:to>
                                        <p:strVal val="visible"/>
                                      </p:to>
                                    </p:set>
                                  </p:childTnLst>
                                </p:cTn>
                              </p:par>
                            </p:childTnLst>
                          </p:cTn>
                        </p:par>
                        <p:par>
                          <p:cTn id="74" fill="hold">
                            <p:stCondLst>
                              <p:cond delay="500"/>
                            </p:stCondLst>
                            <p:childTnLst>
                              <p:par>
                                <p:cTn id="75" presetID="1" presetClass="entr" presetSubtype="0" fill="hold" grpId="0" nodeType="afterEffect">
                                  <p:stCondLst>
                                    <p:cond delay="250"/>
                                  </p:stCondLst>
                                  <p:childTnLst>
                                    <p:set>
                                      <p:cBhvr>
                                        <p:cTn id="76" dur="1" fill="hold">
                                          <p:stCondLst>
                                            <p:cond delay="0"/>
                                          </p:stCondLst>
                                        </p:cTn>
                                        <p:tgtEl>
                                          <p:spTgt spid="7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4">
                                            <p:txEl>
                                              <p:pRg st="0" end="0"/>
                                            </p:txEl>
                                          </p:spTgt>
                                        </p:tgtEl>
                                        <p:attrNameLst>
                                          <p:attrName>style.visibility</p:attrName>
                                        </p:attrNameLst>
                                      </p:cBhvr>
                                      <p:to>
                                        <p:strVal val="visible"/>
                                      </p:to>
                                    </p:set>
                                  </p:childTnLst>
                                </p:cTn>
                              </p:par>
                            </p:childTnLst>
                          </p:cTn>
                        </p:par>
                        <p:par>
                          <p:cTn id="81" fill="hold">
                            <p:stCondLst>
                              <p:cond delay="0"/>
                            </p:stCondLst>
                            <p:childTnLst>
                              <p:par>
                                <p:cTn id="82" presetID="1" presetClass="entr" presetSubtype="0" fill="hold" grpId="0" nodeType="afterEffect">
                                  <p:stCondLst>
                                    <p:cond delay="500"/>
                                  </p:stCondLst>
                                  <p:childTnLst>
                                    <p:set>
                                      <p:cBhvr>
                                        <p:cTn id="83" dur="1" fill="hold">
                                          <p:stCondLst>
                                            <p:cond delay="0"/>
                                          </p:stCondLst>
                                        </p:cTn>
                                        <p:tgtEl>
                                          <p:spTgt spid="25">
                                            <p:txEl>
                                              <p:pRg st="0" end="0"/>
                                            </p:txEl>
                                          </p:spTgt>
                                        </p:tgtEl>
                                        <p:attrNameLst>
                                          <p:attrName>style.visibility</p:attrName>
                                        </p:attrNameLst>
                                      </p:cBhvr>
                                      <p:to>
                                        <p:strVal val="visible"/>
                                      </p:to>
                                    </p:set>
                                  </p:childTnLst>
                                </p:cTn>
                              </p:par>
                            </p:childTnLst>
                          </p:cTn>
                        </p:par>
                        <p:par>
                          <p:cTn id="84" fill="hold">
                            <p:stCondLst>
                              <p:cond delay="500"/>
                            </p:stCondLst>
                            <p:childTnLst>
                              <p:par>
                                <p:cTn id="85" presetID="1" presetClass="entr" presetSubtype="0" fill="hold" grpId="0" nodeType="afterEffect">
                                  <p:stCondLst>
                                    <p:cond delay="500"/>
                                  </p:stCondLst>
                                  <p:childTnLst>
                                    <p:set>
                                      <p:cBhvr>
                                        <p:cTn id="86" dur="1" fill="hold">
                                          <p:stCondLst>
                                            <p:cond delay="0"/>
                                          </p:stCondLst>
                                        </p:cTn>
                                        <p:tgtEl>
                                          <p:spTgt spid="26">
                                            <p:txEl>
                                              <p:pRg st="0" end="0"/>
                                            </p:txEl>
                                          </p:spTgt>
                                        </p:tgtEl>
                                        <p:attrNameLst>
                                          <p:attrName>style.visibility</p:attrName>
                                        </p:attrNameLst>
                                      </p:cBhvr>
                                      <p:to>
                                        <p:strVal val="visible"/>
                                      </p:to>
                                    </p:set>
                                  </p:childTnLst>
                                </p:cTn>
                              </p:par>
                            </p:childTnLst>
                          </p:cTn>
                        </p:par>
                        <p:par>
                          <p:cTn id="87" fill="hold">
                            <p:stCondLst>
                              <p:cond delay="1000"/>
                            </p:stCondLst>
                            <p:childTnLst>
                              <p:par>
                                <p:cTn id="88" presetID="1" presetClass="entr" presetSubtype="0" fill="hold" grpId="0" nodeType="afterEffect">
                                  <p:stCondLst>
                                    <p:cond delay="500"/>
                                  </p:stCondLst>
                                  <p:childTnLst>
                                    <p:set>
                                      <p:cBhvr>
                                        <p:cTn id="89"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xit" presetSubtype="0" fill="hold" nodeType="clickEffect">
                                  <p:stCondLst>
                                    <p:cond delay="0"/>
                                  </p:stCondLst>
                                  <p:childTnLst>
                                    <p:set>
                                      <p:cBhvr>
                                        <p:cTn id="93" dur="1" fill="hold">
                                          <p:stCondLst>
                                            <p:cond delay="0"/>
                                          </p:stCondLst>
                                        </p:cTn>
                                        <p:tgtEl>
                                          <p:spTgt spid="97"/>
                                        </p:tgtEl>
                                        <p:attrNameLst>
                                          <p:attrName>style.visibility</p:attrName>
                                        </p:attrNameLst>
                                      </p:cBhvr>
                                      <p:to>
                                        <p:strVal val="hidden"/>
                                      </p:to>
                                    </p:set>
                                  </p:childTnLst>
                                </p:cTn>
                              </p:par>
                              <p:par>
                                <p:cTn id="94" presetID="1" presetClass="exit" presetSubtype="0" fill="hold" nodeType="withEffect">
                                  <p:stCondLst>
                                    <p:cond delay="0"/>
                                  </p:stCondLst>
                                  <p:childTnLst>
                                    <p:set>
                                      <p:cBhvr>
                                        <p:cTn id="95" dur="1" fill="hold">
                                          <p:stCondLst>
                                            <p:cond delay="0"/>
                                          </p:stCondLst>
                                        </p:cTn>
                                        <p:tgtEl>
                                          <p:spTgt spid="99"/>
                                        </p:tgtEl>
                                        <p:attrNameLst>
                                          <p:attrName>style.visibility</p:attrName>
                                        </p:attrNameLst>
                                      </p:cBhvr>
                                      <p:to>
                                        <p:strVal val="hidden"/>
                                      </p:to>
                                    </p:set>
                                  </p:childTnLst>
                                </p:cTn>
                              </p:par>
                              <p:par>
                                <p:cTn id="96" presetID="1" presetClass="exit" presetSubtype="0" fill="hold" nodeType="withEffect">
                                  <p:stCondLst>
                                    <p:cond delay="0"/>
                                  </p:stCondLst>
                                  <p:childTnLst>
                                    <p:set>
                                      <p:cBhvr>
                                        <p:cTn id="97" dur="1" fill="hold">
                                          <p:stCondLst>
                                            <p:cond delay="0"/>
                                          </p:stCondLst>
                                        </p:cTn>
                                        <p:tgtEl>
                                          <p:spTgt spid="101"/>
                                        </p:tgtEl>
                                        <p:attrNameLst>
                                          <p:attrName>style.visibility</p:attrName>
                                        </p:attrNameLst>
                                      </p:cBhvr>
                                      <p:to>
                                        <p:strVal val="hidden"/>
                                      </p:to>
                                    </p:set>
                                  </p:childTnLst>
                                </p:cTn>
                              </p:par>
                            </p:childTnLst>
                          </p:cTn>
                        </p:par>
                        <p:par>
                          <p:cTn id="98" fill="hold">
                            <p:stCondLst>
                              <p:cond delay="0"/>
                            </p:stCondLst>
                            <p:childTnLst>
                              <p:par>
                                <p:cTn id="99" presetID="22" presetClass="entr" presetSubtype="8" fill="hold" nodeType="afterEffect">
                                  <p:stCondLst>
                                    <p:cond delay="0"/>
                                  </p:stCondLst>
                                  <p:childTnLst>
                                    <p:set>
                                      <p:cBhvr>
                                        <p:cTn id="100" dur="1" fill="hold">
                                          <p:stCondLst>
                                            <p:cond delay="0"/>
                                          </p:stCondLst>
                                        </p:cTn>
                                        <p:tgtEl>
                                          <p:spTgt spid="102"/>
                                        </p:tgtEl>
                                        <p:attrNameLst>
                                          <p:attrName>style.visibility</p:attrName>
                                        </p:attrNameLst>
                                      </p:cBhvr>
                                      <p:to>
                                        <p:strVal val="visible"/>
                                      </p:to>
                                    </p:set>
                                    <p:animEffect transition="in" filter="wipe(left)">
                                      <p:cBhvr>
                                        <p:cTn id="101" dur="500"/>
                                        <p:tgtEl>
                                          <p:spTgt spid="102"/>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52"/>
                                        </p:tgtEl>
                                        <p:attrNameLst>
                                          <p:attrName>style.visibility</p:attrName>
                                        </p:attrNameLst>
                                      </p:cBhvr>
                                      <p:to>
                                        <p:strVal val="visible"/>
                                      </p:to>
                                    </p:set>
                                    <p:animEffect transition="in" filter="wipe(left)">
                                      <p:cBhvr>
                                        <p:cTn id="106" dur="500"/>
                                        <p:tgtEl>
                                          <p:spTgt spid="52"/>
                                        </p:tgtEl>
                                      </p:cBhvr>
                                    </p:animEffect>
                                  </p:childTnLst>
                                </p:cTn>
                              </p:par>
                            </p:childTnLst>
                          </p:cTn>
                        </p:par>
                        <p:par>
                          <p:cTn id="107" fill="hold">
                            <p:stCondLst>
                              <p:cond delay="500"/>
                            </p:stCondLst>
                            <p:childTnLst>
                              <p:par>
                                <p:cTn id="108" presetID="1" presetClass="entr" presetSubtype="0" fill="hold" nodeType="afterEffect">
                                  <p:stCondLst>
                                    <p:cond delay="0"/>
                                  </p:stCondLst>
                                  <p:childTnLst>
                                    <p:set>
                                      <p:cBhvr>
                                        <p:cTn id="109" dur="1" fill="hold">
                                          <p:stCondLst>
                                            <p:cond delay="0"/>
                                          </p:stCondLst>
                                        </p:cTn>
                                        <p:tgtEl>
                                          <p:spTgt spid="53"/>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nodeType="clickEffect">
                                  <p:stCondLst>
                                    <p:cond delay="0"/>
                                  </p:stCondLst>
                                  <p:childTnLst>
                                    <p:set>
                                      <p:cBhvr>
                                        <p:cTn id="113" dur="1" fill="hold">
                                          <p:stCondLst>
                                            <p:cond delay="0"/>
                                          </p:stCondLst>
                                        </p:cTn>
                                        <p:tgtEl>
                                          <p:spTgt spid="104"/>
                                        </p:tgtEl>
                                        <p:attrNameLst>
                                          <p:attrName>style.visibility</p:attrName>
                                        </p:attrNameLst>
                                      </p:cBhvr>
                                      <p:to>
                                        <p:strVal val="visible"/>
                                      </p:to>
                                    </p:set>
                                    <p:animEffect transition="in" filter="wipe(left)">
                                      <p:cBhvr>
                                        <p:cTn id="114" dur="500"/>
                                        <p:tgtEl>
                                          <p:spTgt spid="104"/>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38"/>
                                        </p:tgtEl>
                                        <p:attrNameLst>
                                          <p:attrName>style.visibility</p:attrName>
                                        </p:attrNameLst>
                                      </p:cBhvr>
                                      <p:to>
                                        <p:strVal val="visible"/>
                                      </p:to>
                                    </p:set>
                                    <p:animEffect transition="in" filter="wipe(left)">
                                      <p:cBhvr>
                                        <p:cTn id="119" dur="500"/>
                                        <p:tgtEl>
                                          <p:spTgt spid="38"/>
                                        </p:tgtEl>
                                      </p:cBhvr>
                                    </p:animEffect>
                                  </p:childTnLst>
                                </p:cTn>
                              </p:par>
                            </p:childTnLst>
                          </p:cTn>
                        </p:par>
                        <p:par>
                          <p:cTn id="120" fill="hold">
                            <p:stCondLst>
                              <p:cond delay="500"/>
                            </p:stCondLst>
                            <p:childTnLst>
                              <p:par>
                                <p:cTn id="121" presetID="1" presetClass="entr" presetSubtype="0" fill="hold" grpId="0" nodeType="afterEffect">
                                  <p:stCondLst>
                                    <p:cond delay="0"/>
                                  </p:stCondLst>
                                  <p:childTnLst>
                                    <p:set>
                                      <p:cBhvr>
                                        <p:cTn id="122" dur="1" fill="hold">
                                          <p:stCondLst>
                                            <p:cond delay="0"/>
                                          </p:stCondLst>
                                        </p:cTn>
                                        <p:tgtEl>
                                          <p:spTgt spid="79"/>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82"/>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83"/>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xit" presetSubtype="0" fill="hold" nodeType="clickEffect">
                                  <p:stCondLst>
                                    <p:cond delay="0"/>
                                  </p:stCondLst>
                                  <p:childTnLst>
                                    <p:set>
                                      <p:cBhvr>
                                        <p:cTn id="132" dur="1" fill="hold">
                                          <p:stCondLst>
                                            <p:cond delay="0"/>
                                          </p:stCondLst>
                                        </p:cTn>
                                        <p:tgtEl>
                                          <p:spTgt spid="102"/>
                                        </p:tgtEl>
                                        <p:attrNameLst>
                                          <p:attrName>style.visibility</p:attrName>
                                        </p:attrNameLst>
                                      </p:cBhvr>
                                      <p:to>
                                        <p:strVal val="hidden"/>
                                      </p:to>
                                    </p:set>
                                  </p:childTnLst>
                                </p:cTn>
                              </p:par>
                              <p:par>
                                <p:cTn id="133" presetID="1" presetClass="exit" presetSubtype="0" fill="hold" nodeType="withEffect">
                                  <p:stCondLst>
                                    <p:cond delay="0"/>
                                  </p:stCondLst>
                                  <p:childTnLst>
                                    <p:set>
                                      <p:cBhvr>
                                        <p:cTn id="134" dur="1" fill="hold">
                                          <p:stCondLst>
                                            <p:cond delay="0"/>
                                          </p:stCondLst>
                                        </p:cTn>
                                        <p:tgtEl>
                                          <p:spTgt spid="104"/>
                                        </p:tgtEl>
                                        <p:attrNameLst>
                                          <p:attrName>style.visibility</p:attrName>
                                        </p:attrNameLst>
                                      </p:cBhvr>
                                      <p:to>
                                        <p:strVal val="hidden"/>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28">
                                            <p:txEl>
                                              <p:pRg st="0" end="0"/>
                                            </p:txEl>
                                          </p:spTgt>
                                        </p:tgtEl>
                                        <p:attrNameLst>
                                          <p:attrName>style.visibility</p:attrName>
                                        </p:attrNameLst>
                                      </p:cBhvr>
                                      <p:to>
                                        <p:strVal val="visible"/>
                                      </p:to>
                                    </p:set>
                                  </p:childTnLst>
                                </p:cTn>
                              </p:par>
                            </p:childTnLst>
                          </p:cTn>
                        </p:par>
                        <p:par>
                          <p:cTn id="139" fill="hold">
                            <p:stCondLst>
                              <p:cond delay="0"/>
                            </p:stCondLst>
                            <p:childTnLst>
                              <p:par>
                                <p:cTn id="140" presetID="1" presetClass="entr" presetSubtype="0" fill="hold" grpId="0" nodeType="afterEffect">
                                  <p:stCondLst>
                                    <p:cond delay="500"/>
                                  </p:stCondLst>
                                  <p:childTnLst>
                                    <p:set>
                                      <p:cBhvr>
                                        <p:cTn id="141" dur="1" fill="hold">
                                          <p:stCondLst>
                                            <p:cond delay="0"/>
                                          </p:stCondLst>
                                        </p:cTn>
                                        <p:tgtEl>
                                          <p:spTgt spid="29">
                                            <p:txEl>
                                              <p:pRg st="0" end="0"/>
                                            </p:txEl>
                                          </p:spTgt>
                                        </p:tgtEl>
                                        <p:attrNameLst>
                                          <p:attrName>style.visibility</p:attrName>
                                        </p:attrNameLst>
                                      </p:cBhvr>
                                      <p:to>
                                        <p:strVal val="visible"/>
                                      </p:to>
                                    </p:set>
                                  </p:childTnLst>
                                </p:cTn>
                              </p:par>
                            </p:childTnLst>
                          </p:cTn>
                        </p:par>
                        <p:par>
                          <p:cTn id="142" fill="hold">
                            <p:stCondLst>
                              <p:cond delay="500"/>
                            </p:stCondLst>
                            <p:childTnLst>
                              <p:par>
                                <p:cTn id="143" presetID="1" presetClass="entr" presetSubtype="0" fill="hold" grpId="0" nodeType="afterEffect">
                                  <p:stCondLst>
                                    <p:cond delay="500"/>
                                  </p:stCondLst>
                                  <p:childTnLst>
                                    <p:set>
                                      <p:cBhvr>
                                        <p:cTn id="144" dur="1" fill="hold">
                                          <p:stCondLst>
                                            <p:cond delay="0"/>
                                          </p:stCondLst>
                                        </p:cTn>
                                        <p:tgtEl>
                                          <p:spTgt spid="30">
                                            <p:txEl>
                                              <p:pRg st="0" end="0"/>
                                            </p:txEl>
                                          </p:spTgt>
                                        </p:tgtEl>
                                        <p:attrNameLst>
                                          <p:attrName>style.visibility</p:attrName>
                                        </p:attrNameLst>
                                      </p:cBhvr>
                                      <p:to>
                                        <p:strVal val="visible"/>
                                      </p:to>
                                    </p:set>
                                  </p:childTnLst>
                                </p:cTn>
                              </p:par>
                            </p:childTnLst>
                          </p:cTn>
                        </p:par>
                        <p:par>
                          <p:cTn id="145" fill="hold">
                            <p:stCondLst>
                              <p:cond delay="1000"/>
                            </p:stCondLst>
                            <p:childTnLst>
                              <p:par>
                                <p:cTn id="146" presetID="1" presetClass="entr" presetSubtype="0" fill="hold" grpId="0" nodeType="afterEffect">
                                  <p:stCondLst>
                                    <p:cond delay="500"/>
                                  </p:stCondLst>
                                  <p:childTnLst>
                                    <p:set>
                                      <p:cBhvr>
                                        <p:cTn id="147" dur="1" fill="hold">
                                          <p:stCondLst>
                                            <p:cond delay="0"/>
                                          </p:stCondLst>
                                        </p:cTn>
                                        <p:tgtEl>
                                          <p:spTgt spid="31">
                                            <p:txEl>
                                              <p:pRg st="0" end="0"/>
                                            </p:txEl>
                                          </p:spTgt>
                                        </p:tgtEl>
                                        <p:attrNameLst>
                                          <p:attrName>style.visibility</p:attrName>
                                        </p:attrNameLst>
                                      </p:cBhvr>
                                      <p:to>
                                        <p:strVal val="visible"/>
                                      </p:to>
                                    </p:set>
                                  </p:childTnLst>
                                </p:cTn>
                              </p:par>
                            </p:childTnLst>
                          </p:cTn>
                        </p:par>
                        <p:par>
                          <p:cTn id="148" fill="hold">
                            <p:stCondLst>
                              <p:cond delay="1500"/>
                            </p:stCondLst>
                            <p:childTnLst>
                              <p:par>
                                <p:cTn id="149" presetID="1" presetClass="entr" presetSubtype="0" fill="hold" grpId="0" nodeType="afterEffect">
                                  <p:stCondLst>
                                    <p:cond delay="500"/>
                                  </p:stCondLst>
                                  <p:childTnLst>
                                    <p:set>
                                      <p:cBhvr>
                                        <p:cTn id="150" dur="1" fill="hold">
                                          <p:stCondLst>
                                            <p:cond delay="0"/>
                                          </p:stCondLst>
                                        </p:cTn>
                                        <p:tgtEl>
                                          <p:spTgt spid="32">
                                            <p:txEl>
                                              <p:pRg st="0" end="0"/>
                                            </p:txEl>
                                          </p:spTgt>
                                        </p:tgtEl>
                                        <p:attrNameLst>
                                          <p:attrName>style.visibility</p:attrName>
                                        </p:attrNameLst>
                                      </p:cBhvr>
                                      <p:to>
                                        <p:strVal val="visible"/>
                                      </p:to>
                                    </p:set>
                                  </p:childTnLst>
                                </p:cTn>
                              </p:par>
                            </p:childTnLst>
                          </p:cTn>
                        </p:par>
                        <p:par>
                          <p:cTn id="151" fill="hold">
                            <p:stCondLst>
                              <p:cond delay="2000"/>
                            </p:stCondLst>
                            <p:childTnLst>
                              <p:par>
                                <p:cTn id="152" presetID="1" presetClass="entr" presetSubtype="0" fill="hold" grpId="0" nodeType="afterEffect">
                                  <p:stCondLst>
                                    <p:cond delay="500"/>
                                  </p:stCondLst>
                                  <p:childTnLst>
                                    <p:set>
                                      <p:cBhvr>
                                        <p:cTn id="153"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P spid="5" grpId="0" build="p"/>
      <p:bldP spid="50" grpId="0" animBg="1"/>
      <p:bldP spid="73" grpId="0" build="p"/>
      <p:bldP spid="22" grpId="0" build="p"/>
      <p:bldP spid="23" grpId="0" build="p"/>
      <p:bldP spid="24" grpId="0" build="p"/>
      <p:bldP spid="25" grpId="0" build="p"/>
      <p:bldP spid="26" grpId="0" build="p"/>
      <p:bldP spid="27" grpId="0" build="p"/>
      <p:bldP spid="28" grpId="0" build="p"/>
      <p:bldP spid="29" grpId="0" build="p"/>
      <p:bldP spid="30" grpId="0" build="p"/>
      <p:bldP spid="31" grpId="0" build="p"/>
      <p:bldP spid="32" grpId="0" build="p"/>
      <p:bldP spid="33" grpId="0" build="p"/>
      <p:bldP spid="40" grpId="0" animBg="1"/>
      <p:bldP spid="48" grpId="0" animBg="1"/>
      <p:bldP spid="66" grpId="0" animBg="1"/>
      <p:bldP spid="68" grpId="0" animBg="1"/>
      <p:bldP spid="74" grpId="0" animBg="1"/>
      <p:bldP spid="76" grpId="0" animBg="1"/>
      <p:bldP spid="77" grpId="0" animBg="1"/>
      <p:bldP spid="78" grpId="0" animBg="1"/>
      <p:bldP spid="7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48CF3FA-1508-4014-9099-194A93593E10}"/>
                  </a:ext>
                </a:extLst>
              </p:cNvPr>
              <p:cNvSpPr txBox="1"/>
              <p:nvPr/>
            </p:nvSpPr>
            <p:spPr>
              <a:xfrm>
                <a:off x="2155760" y="3976976"/>
                <a:ext cx="5340093" cy="261770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d>
                        <m:dPr>
                          <m:begChr m:val="{"/>
                          <m:endChr m:val="}"/>
                          <m:ctrlPr>
                            <a:rPr lang="en-IN" sz="2800" i="1" smtClean="0">
                              <a:solidFill>
                                <a:srgbClr val="002060"/>
                              </a:solidFill>
                              <a:latin typeface="Cambria Math" panose="02040503050406030204" pitchFamily="18" charset="0"/>
                            </a:rPr>
                          </m:ctrlPr>
                        </m:dPr>
                        <m:e>
                          <m:m>
                            <m:mPr>
                              <m:mcs>
                                <m:mc>
                                  <m:mcPr>
                                    <m:count m:val="1"/>
                                    <m:mcJc m:val="center"/>
                                  </m:mcPr>
                                </m:mc>
                              </m:mcs>
                              <m:ctrlPr>
                                <a:rPr lang="en-IN" sz="2800" i="1" smtClean="0">
                                  <a:solidFill>
                                    <a:schemeClr val="bg1"/>
                                  </a:solidFill>
                                  <a:latin typeface="Cambria Math" panose="02040503050406030204" pitchFamily="18" charset="0"/>
                                </a:rPr>
                              </m:ctrlPr>
                            </m:mPr>
                            <m:mr>
                              <m:e/>
                            </m:mr>
                            <m:mr>
                              <m:e>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1, 2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1, 3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1, 4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e>
                            </m:mr>
                            <m:mr>
                              <m:e>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2, 1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2, 2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2, 4 </m:t>
                                    </m:r>
                                  </m:e>
                                </m:d>
                                <m:r>
                                  <a:rPr lang="en-IN" sz="2800" i="1">
                                    <a:solidFill>
                                      <a:schemeClr val="bg1"/>
                                    </a:solidFill>
                                    <a:latin typeface="Cambria Math" panose="02040503050406030204" pitchFamily="18" charset="0"/>
                                  </a:rPr>
                                  <m:t> </m:t>
                                </m:r>
                              </m:e>
                            </m:mr>
                            <m:mr>
                              <m:e>
                                <m:d>
                                  <m:dPr>
                                    <m:ctrlPr>
                                      <a:rPr lang="en-IN" sz="2800" i="1">
                                        <a:solidFill>
                                          <a:schemeClr val="bg1"/>
                                        </a:solidFill>
                                        <a:latin typeface="Cambria Math" panose="02040503050406030204" pitchFamily="18" charset="0"/>
                                      </a:rPr>
                                    </m:ctrlPr>
                                  </m:dPr>
                                  <m:e>
                                    <m:r>
                                      <a:rPr lang="en-IN" sz="2800">
                                        <a:solidFill>
                                          <a:schemeClr val="bg1"/>
                                        </a:solidFill>
                                        <a:latin typeface="Cambria Math" panose="02040503050406030204" pitchFamily="18" charset="0"/>
                                      </a:rPr>
                                      <m:t> 2, 2 </m:t>
                                    </m:r>
                                  </m:e>
                                </m:d>
                                <m:r>
                                  <a:rPr lang="en-IN" sz="2800">
                                    <a:solidFill>
                                      <a:schemeClr val="bg1"/>
                                    </a:solidFill>
                                    <a:latin typeface="Cambria Math" panose="02040503050406030204" pitchFamily="18" charset="0"/>
                                  </a:rPr>
                                  <m:t>,</m:t>
                                </m:r>
                              </m:e>
                            </m:mr>
                            <m:mr>
                              <m:e/>
                            </m:mr>
                            <m:mr>
                              <m:e/>
                            </m:mr>
                          </m:m>
                        </m:e>
                      </m:d>
                    </m:oMath>
                  </m:oMathPara>
                </a14:m>
                <a:endParaRPr lang="en-IN" sz="2800" dirty="0">
                  <a:solidFill>
                    <a:srgbClr val="002060"/>
                  </a:solidFill>
                </a:endParaRPr>
              </a:p>
            </p:txBody>
          </p:sp>
        </mc:Choice>
        <mc:Fallback xmlns="">
          <p:sp>
            <p:nvSpPr>
              <p:cNvPr id="21" name="TextBox 20">
                <a:extLst>
                  <a:ext uri="{FF2B5EF4-FFF2-40B4-BE49-F238E27FC236}">
                    <a16:creationId xmlns:a16="http://schemas.microsoft.com/office/drawing/2014/main" id="{148CF3FA-1508-4014-9099-194A93593E10}"/>
                  </a:ext>
                </a:extLst>
              </p:cNvPr>
              <p:cNvSpPr txBox="1">
                <a:spLocks noRot="1" noChangeAspect="1" noMove="1" noResize="1" noEditPoints="1" noAdjustHandles="1" noChangeArrowheads="1" noChangeShapeType="1" noTextEdit="1"/>
              </p:cNvSpPr>
              <p:nvPr/>
            </p:nvSpPr>
            <p:spPr>
              <a:xfrm>
                <a:off x="2155760" y="3976976"/>
                <a:ext cx="5340093" cy="2617704"/>
              </a:xfrm>
              <a:prstGeom prst="rect">
                <a:avLst/>
              </a:prstGeom>
              <a:blipFill>
                <a:blip r:embed="rId2"/>
                <a:stretch>
                  <a:fillRect/>
                </a:stretch>
              </a:blipFill>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2.1 ⇝ Example 4</a:t>
            </a:r>
            <a:endParaRPr lang="en-US" dirty="0"/>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263DAC30-F985-D34E-24BD-96AF816AEE6B}"/>
                  </a:ext>
                </a:extLst>
              </p:cNvPr>
              <p:cNvSpPr txBox="1">
                <a:spLocks/>
              </p:cNvSpPr>
              <p:nvPr/>
            </p:nvSpPr>
            <p:spPr>
              <a:xfrm>
                <a:off x="1663378" y="5024218"/>
                <a:ext cx="492382"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left"/>
                    </m:oMathParaPr>
                    <m:oMath xmlns:m="http://schemas.openxmlformats.org/officeDocument/2006/math">
                      <m:sSub>
                        <m:sSubPr>
                          <m:ctrlP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ctrlPr>
                        </m:sSubPr>
                        <m:e>
                          <m:r>
                            <m:rPr>
                              <m:sty m:val="p"/>
                            </m:rP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S</m:t>
                          </m:r>
                        </m:e>
                        <m:sub>
                          <m: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1</m:t>
                          </m:r>
                        </m:sub>
                      </m:sSub>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 name="Content Placeholder 2">
                <a:extLst>
                  <a:ext uri="{FF2B5EF4-FFF2-40B4-BE49-F238E27FC236}">
                    <a16:creationId xmlns:a16="http://schemas.microsoft.com/office/drawing/2014/main" id="{263DAC30-F985-D34E-24BD-96AF816AEE6B}"/>
                  </a:ext>
                </a:extLst>
              </p:cNvPr>
              <p:cNvSpPr txBox="1">
                <a:spLocks noRot="1" noChangeAspect="1" noMove="1" noResize="1" noEditPoints="1" noAdjustHandles="1" noChangeArrowheads="1" noChangeShapeType="1" noTextEdit="1"/>
              </p:cNvSpPr>
              <p:nvPr/>
            </p:nvSpPr>
            <p:spPr>
              <a:xfrm>
                <a:off x="1663378" y="5024218"/>
                <a:ext cx="492382" cy="523220"/>
              </a:xfrm>
              <a:prstGeom prst="rect">
                <a:avLst/>
              </a:prstGeom>
              <a:blipFill>
                <a:blip r:embed="rId3"/>
                <a:stretch>
                  <a:fillRect/>
                </a:stretch>
              </a:blipFill>
            </p:spPr>
            <p:txBody>
              <a:bodyPr/>
              <a:lstStyle/>
              <a:p>
                <a:r>
                  <a:rPr lang="en-IN">
                    <a:noFill/>
                  </a:rPr>
                  <a:t> </a:t>
                </a:r>
              </a:p>
            </p:txBody>
          </p:sp>
        </mc:Fallback>
      </mc:AlternateContent>
      <p:sp>
        <p:nvSpPr>
          <p:cNvPr id="50" name="Rectangle 49">
            <a:extLst>
              <a:ext uri="{FF2B5EF4-FFF2-40B4-BE49-F238E27FC236}">
                <a16:creationId xmlns:a16="http://schemas.microsoft.com/office/drawing/2014/main" id="{B2D3FB0B-D709-43AC-B65F-29361B504B61}"/>
              </a:ext>
            </a:extLst>
          </p:cNvPr>
          <p:cNvSpPr/>
          <p:nvPr/>
        </p:nvSpPr>
        <p:spPr>
          <a:xfrm>
            <a:off x="131181" y="3402957"/>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8" name="Content Placeholder 2">
                <a:extLst>
                  <a:ext uri="{FF2B5EF4-FFF2-40B4-BE49-F238E27FC236}">
                    <a16:creationId xmlns:a16="http://schemas.microsoft.com/office/drawing/2014/main" id="{6F9046AB-6D67-4DA1-B281-FAE9C5B47A4C}"/>
                  </a:ext>
                </a:extLst>
              </p:cNvPr>
              <p:cNvSpPr txBox="1">
                <a:spLocks/>
              </p:cNvSpPr>
              <p:nvPr/>
            </p:nvSpPr>
            <p:spPr>
              <a:xfrm>
                <a:off x="2942094" y="534929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CA</m:t>
                      </m:r>
                      <m:r>
                        <a:rPr lang="en-IN"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8" name="Content Placeholder 2">
                <a:extLst>
                  <a:ext uri="{FF2B5EF4-FFF2-40B4-BE49-F238E27FC236}">
                    <a16:creationId xmlns:a16="http://schemas.microsoft.com/office/drawing/2014/main" id="{6F9046AB-6D67-4DA1-B281-FAE9C5B47A4C}"/>
                  </a:ext>
                </a:extLst>
              </p:cNvPr>
              <p:cNvSpPr txBox="1">
                <a:spLocks noRot="1" noChangeAspect="1" noMove="1" noResize="1" noEditPoints="1" noAdjustHandles="1" noChangeArrowheads="1" noChangeShapeType="1" noTextEdit="1"/>
              </p:cNvSpPr>
              <p:nvPr/>
            </p:nvSpPr>
            <p:spPr>
              <a:xfrm>
                <a:off x="2942094" y="5349297"/>
                <a:ext cx="786035"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Content Placeholder 2">
                <a:extLst>
                  <a:ext uri="{FF2B5EF4-FFF2-40B4-BE49-F238E27FC236}">
                    <a16:creationId xmlns:a16="http://schemas.microsoft.com/office/drawing/2014/main" id="{E6C044F6-014C-4601-A82C-65954BC41047}"/>
                  </a:ext>
                </a:extLst>
              </p:cNvPr>
              <p:cNvSpPr txBox="1">
                <a:spLocks/>
              </p:cNvSpPr>
              <p:nvPr/>
            </p:nvSpPr>
            <p:spPr>
              <a:xfrm>
                <a:off x="3933406" y="534929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CB</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9" name="Content Placeholder 2">
                <a:extLst>
                  <a:ext uri="{FF2B5EF4-FFF2-40B4-BE49-F238E27FC236}">
                    <a16:creationId xmlns:a16="http://schemas.microsoft.com/office/drawing/2014/main" id="{E6C044F6-014C-4601-A82C-65954BC41047}"/>
                  </a:ext>
                </a:extLst>
              </p:cNvPr>
              <p:cNvSpPr txBox="1">
                <a:spLocks noRot="1" noChangeAspect="1" noMove="1" noResize="1" noEditPoints="1" noAdjustHandles="1" noChangeArrowheads="1" noChangeShapeType="1" noTextEdit="1"/>
              </p:cNvSpPr>
              <p:nvPr/>
            </p:nvSpPr>
            <p:spPr>
              <a:xfrm>
                <a:off x="3933406" y="5349297"/>
                <a:ext cx="786035"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Content Placeholder 2">
                <a:extLst>
                  <a:ext uri="{FF2B5EF4-FFF2-40B4-BE49-F238E27FC236}">
                    <a16:creationId xmlns:a16="http://schemas.microsoft.com/office/drawing/2014/main" id="{370F0FC0-310C-4A8C-91BA-2D08AF0F71E9}"/>
                  </a:ext>
                </a:extLst>
              </p:cNvPr>
              <p:cNvSpPr txBox="1">
                <a:spLocks/>
              </p:cNvSpPr>
              <p:nvPr/>
            </p:nvSpPr>
            <p:spPr>
              <a:xfrm>
                <a:off x="4924718" y="534929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CC</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0" name="Content Placeholder 2">
                <a:extLst>
                  <a:ext uri="{FF2B5EF4-FFF2-40B4-BE49-F238E27FC236}">
                    <a16:creationId xmlns:a16="http://schemas.microsoft.com/office/drawing/2014/main" id="{370F0FC0-310C-4A8C-91BA-2D08AF0F71E9}"/>
                  </a:ext>
                </a:extLst>
              </p:cNvPr>
              <p:cNvSpPr txBox="1">
                <a:spLocks noRot="1" noChangeAspect="1" noMove="1" noResize="1" noEditPoints="1" noAdjustHandles="1" noChangeArrowheads="1" noChangeShapeType="1" noTextEdit="1"/>
              </p:cNvSpPr>
              <p:nvPr/>
            </p:nvSpPr>
            <p:spPr>
              <a:xfrm>
                <a:off x="4924718" y="5349297"/>
                <a:ext cx="786035"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Content Placeholder 2">
                <a:extLst>
                  <a:ext uri="{FF2B5EF4-FFF2-40B4-BE49-F238E27FC236}">
                    <a16:creationId xmlns:a16="http://schemas.microsoft.com/office/drawing/2014/main" id="{AC2C5EAA-6372-41A9-A7C1-9FC860763548}"/>
                  </a:ext>
                </a:extLst>
              </p:cNvPr>
              <p:cNvSpPr txBox="1">
                <a:spLocks/>
              </p:cNvSpPr>
              <p:nvPr/>
            </p:nvSpPr>
            <p:spPr>
              <a:xfrm>
                <a:off x="5916029" y="534929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CD</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1" name="Content Placeholder 2">
                <a:extLst>
                  <a:ext uri="{FF2B5EF4-FFF2-40B4-BE49-F238E27FC236}">
                    <a16:creationId xmlns:a16="http://schemas.microsoft.com/office/drawing/2014/main" id="{AC2C5EAA-6372-41A9-A7C1-9FC860763548}"/>
                  </a:ext>
                </a:extLst>
              </p:cNvPr>
              <p:cNvSpPr txBox="1">
                <a:spLocks noRot="1" noChangeAspect="1" noMove="1" noResize="1" noEditPoints="1" noAdjustHandles="1" noChangeArrowheads="1" noChangeShapeType="1" noTextEdit="1"/>
              </p:cNvSpPr>
              <p:nvPr/>
            </p:nvSpPr>
            <p:spPr>
              <a:xfrm>
                <a:off x="5916029" y="5349297"/>
                <a:ext cx="786035"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Content Placeholder 2">
                <a:extLst>
                  <a:ext uri="{FF2B5EF4-FFF2-40B4-BE49-F238E27FC236}">
                    <a16:creationId xmlns:a16="http://schemas.microsoft.com/office/drawing/2014/main" id="{7EEF1985-952A-4CFD-B151-A17D0EFD931B}"/>
                  </a:ext>
                </a:extLst>
              </p:cNvPr>
              <p:cNvSpPr txBox="1">
                <a:spLocks/>
              </p:cNvSpPr>
              <p:nvPr/>
            </p:nvSpPr>
            <p:spPr>
              <a:xfrm>
                <a:off x="2942094" y="595862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DA</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2" name="Content Placeholder 2">
                <a:extLst>
                  <a:ext uri="{FF2B5EF4-FFF2-40B4-BE49-F238E27FC236}">
                    <a16:creationId xmlns:a16="http://schemas.microsoft.com/office/drawing/2014/main" id="{7EEF1985-952A-4CFD-B151-A17D0EFD931B}"/>
                  </a:ext>
                </a:extLst>
              </p:cNvPr>
              <p:cNvSpPr txBox="1">
                <a:spLocks noRot="1" noChangeAspect="1" noMove="1" noResize="1" noEditPoints="1" noAdjustHandles="1" noChangeArrowheads="1" noChangeShapeType="1" noTextEdit="1"/>
              </p:cNvSpPr>
              <p:nvPr/>
            </p:nvSpPr>
            <p:spPr>
              <a:xfrm>
                <a:off x="2942094" y="5958627"/>
                <a:ext cx="786035"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Content Placeholder 2">
                <a:extLst>
                  <a:ext uri="{FF2B5EF4-FFF2-40B4-BE49-F238E27FC236}">
                    <a16:creationId xmlns:a16="http://schemas.microsoft.com/office/drawing/2014/main" id="{67AE011F-FA55-409C-BE34-C5EFE0CC7DA0}"/>
                  </a:ext>
                </a:extLst>
              </p:cNvPr>
              <p:cNvSpPr txBox="1">
                <a:spLocks/>
              </p:cNvSpPr>
              <p:nvPr/>
            </p:nvSpPr>
            <p:spPr>
              <a:xfrm>
                <a:off x="3933406" y="595862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DB</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3" name="Content Placeholder 2">
                <a:extLst>
                  <a:ext uri="{FF2B5EF4-FFF2-40B4-BE49-F238E27FC236}">
                    <a16:creationId xmlns:a16="http://schemas.microsoft.com/office/drawing/2014/main" id="{67AE011F-FA55-409C-BE34-C5EFE0CC7DA0}"/>
                  </a:ext>
                </a:extLst>
              </p:cNvPr>
              <p:cNvSpPr txBox="1">
                <a:spLocks noRot="1" noChangeAspect="1" noMove="1" noResize="1" noEditPoints="1" noAdjustHandles="1" noChangeArrowheads="1" noChangeShapeType="1" noTextEdit="1"/>
              </p:cNvSpPr>
              <p:nvPr/>
            </p:nvSpPr>
            <p:spPr>
              <a:xfrm>
                <a:off x="3933406" y="5958627"/>
                <a:ext cx="786035"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Content Placeholder 2">
                <a:extLst>
                  <a:ext uri="{FF2B5EF4-FFF2-40B4-BE49-F238E27FC236}">
                    <a16:creationId xmlns:a16="http://schemas.microsoft.com/office/drawing/2014/main" id="{61966B71-D17D-4B3F-96A2-C6020B72BB8A}"/>
                  </a:ext>
                </a:extLst>
              </p:cNvPr>
              <p:cNvSpPr txBox="1">
                <a:spLocks/>
              </p:cNvSpPr>
              <p:nvPr/>
            </p:nvSpPr>
            <p:spPr>
              <a:xfrm>
                <a:off x="2942094" y="413063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AA</m:t>
                      </m:r>
                      <m:r>
                        <a:rPr lang="en-IN"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7" name="Content Placeholder 2">
                <a:extLst>
                  <a:ext uri="{FF2B5EF4-FFF2-40B4-BE49-F238E27FC236}">
                    <a16:creationId xmlns:a16="http://schemas.microsoft.com/office/drawing/2014/main" id="{61966B71-D17D-4B3F-96A2-C6020B72BB8A}"/>
                  </a:ext>
                </a:extLst>
              </p:cNvPr>
              <p:cNvSpPr txBox="1">
                <a:spLocks noRot="1" noChangeAspect="1" noMove="1" noResize="1" noEditPoints="1" noAdjustHandles="1" noChangeArrowheads="1" noChangeShapeType="1" noTextEdit="1"/>
              </p:cNvSpPr>
              <p:nvPr/>
            </p:nvSpPr>
            <p:spPr>
              <a:xfrm>
                <a:off x="2942094" y="4130637"/>
                <a:ext cx="786035"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Content Placeholder 2">
                <a:extLst>
                  <a:ext uri="{FF2B5EF4-FFF2-40B4-BE49-F238E27FC236}">
                    <a16:creationId xmlns:a16="http://schemas.microsoft.com/office/drawing/2014/main" id="{8F10C6EF-E644-4336-9227-056E6A713A90}"/>
                  </a:ext>
                </a:extLst>
              </p:cNvPr>
              <p:cNvSpPr txBox="1">
                <a:spLocks/>
              </p:cNvSpPr>
              <p:nvPr/>
            </p:nvSpPr>
            <p:spPr>
              <a:xfrm>
                <a:off x="3933406" y="413063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AB</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8" name="Content Placeholder 2">
                <a:extLst>
                  <a:ext uri="{FF2B5EF4-FFF2-40B4-BE49-F238E27FC236}">
                    <a16:creationId xmlns:a16="http://schemas.microsoft.com/office/drawing/2014/main" id="{8F10C6EF-E644-4336-9227-056E6A713A90}"/>
                  </a:ext>
                </a:extLst>
              </p:cNvPr>
              <p:cNvSpPr txBox="1">
                <a:spLocks noRot="1" noChangeAspect="1" noMove="1" noResize="1" noEditPoints="1" noAdjustHandles="1" noChangeArrowheads="1" noChangeShapeType="1" noTextEdit="1"/>
              </p:cNvSpPr>
              <p:nvPr/>
            </p:nvSpPr>
            <p:spPr>
              <a:xfrm>
                <a:off x="3933406" y="4130637"/>
                <a:ext cx="786035"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Content Placeholder 2">
                <a:extLst>
                  <a:ext uri="{FF2B5EF4-FFF2-40B4-BE49-F238E27FC236}">
                    <a16:creationId xmlns:a16="http://schemas.microsoft.com/office/drawing/2014/main" id="{5F5C2CE8-A38A-4B46-9C01-017A0C6B6D7A}"/>
                  </a:ext>
                </a:extLst>
              </p:cNvPr>
              <p:cNvSpPr txBox="1">
                <a:spLocks/>
              </p:cNvSpPr>
              <p:nvPr/>
            </p:nvSpPr>
            <p:spPr>
              <a:xfrm>
                <a:off x="4924718" y="413063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AC</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9" name="Content Placeholder 2">
                <a:extLst>
                  <a:ext uri="{FF2B5EF4-FFF2-40B4-BE49-F238E27FC236}">
                    <a16:creationId xmlns:a16="http://schemas.microsoft.com/office/drawing/2014/main" id="{5F5C2CE8-A38A-4B46-9C01-017A0C6B6D7A}"/>
                  </a:ext>
                </a:extLst>
              </p:cNvPr>
              <p:cNvSpPr txBox="1">
                <a:spLocks noRot="1" noChangeAspect="1" noMove="1" noResize="1" noEditPoints="1" noAdjustHandles="1" noChangeArrowheads="1" noChangeShapeType="1" noTextEdit="1"/>
              </p:cNvSpPr>
              <p:nvPr/>
            </p:nvSpPr>
            <p:spPr>
              <a:xfrm>
                <a:off x="4924718" y="4130637"/>
                <a:ext cx="786035"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Content Placeholder 2">
                <a:extLst>
                  <a:ext uri="{FF2B5EF4-FFF2-40B4-BE49-F238E27FC236}">
                    <a16:creationId xmlns:a16="http://schemas.microsoft.com/office/drawing/2014/main" id="{CFDF62F1-6506-441B-8056-99FA1751A178}"/>
                  </a:ext>
                </a:extLst>
              </p:cNvPr>
              <p:cNvSpPr txBox="1">
                <a:spLocks/>
              </p:cNvSpPr>
              <p:nvPr/>
            </p:nvSpPr>
            <p:spPr>
              <a:xfrm>
                <a:off x="5916029" y="413063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AD</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40" name="Content Placeholder 2">
                <a:extLst>
                  <a:ext uri="{FF2B5EF4-FFF2-40B4-BE49-F238E27FC236}">
                    <a16:creationId xmlns:a16="http://schemas.microsoft.com/office/drawing/2014/main" id="{CFDF62F1-6506-441B-8056-99FA1751A178}"/>
                  </a:ext>
                </a:extLst>
              </p:cNvPr>
              <p:cNvSpPr txBox="1">
                <a:spLocks noRot="1" noChangeAspect="1" noMove="1" noResize="1" noEditPoints="1" noAdjustHandles="1" noChangeArrowheads="1" noChangeShapeType="1" noTextEdit="1"/>
              </p:cNvSpPr>
              <p:nvPr/>
            </p:nvSpPr>
            <p:spPr>
              <a:xfrm>
                <a:off x="5916029" y="4130637"/>
                <a:ext cx="786035"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Content Placeholder 2">
                <a:extLst>
                  <a:ext uri="{FF2B5EF4-FFF2-40B4-BE49-F238E27FC236}">
                    <a16:creationId xmlns:a16="http://schemas.microsoft.com/office/drawing/2014/main" id="{45B2D316-FC11-409A-9DBF-1F472C2E21B8}"/>
                  </a:ext>
                </a:extLst>
              </p:cNvPr>
              <p:cNvSpPr txBox="1">
                <a:spLocks/>
              </p:cNvSpPr>
              <p:nvPr/>
            </p:nvSpPr>
            <p:spPr>
              <a:xfrm>
                <a:off x="2942094" y="473996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BA</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41" name="Content Placeholder 2">
                <a:extLst>
                  <a:ext uri="{FF2B5EF4-FFF2-40B4-BE49-F238E27FC236}">
                    <a16:creationId xmlns:a16="http://schemas.microsoft.com/office/drawing/2014/main" id="{45B2D316-FC11-409A-9DBF-1F472C2E21B8}"/>
                  </a:ext>
                </a:extLst>
              </p:cNvPr>
              <p:cNvSpPr txBox="1">
                <a:spLocks noRot="1" noChangeAspect="1" noMove="1" noResize="1" noEditPoints="1" noAdjustHandles="1" noChangeArrowheads="1" noChangeShapeType="1" noTextEdit="1"/>
              </p:cNvSpPr>
              <p:nvPr/>
            </p:nvSpPr>
            <p:spPr>
              <a:xfrm>
                <a:off x="2942094" y="4739967"/>
                <a:ext cx="786035"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Content Placeholder 2">
                <a:extLst>
                  <a:ext uri="{FF2B5EF4-FFF2-40B4-BE49-F238E27FC236}">
                    <a16:creationId xmlns:a16="http://schemas.microsoft.com/office/drawing/2014/main" id="{B276B422-0847-409E-BD52-B29E999712C8}"/>
                  </a:ext>
                </a:extLst>
              </p:cNvPr>
              <p:cNvSpPr txBox="1">
                <a:spLocks/>
              </p:cNvSpPr>
              <p:nvPr/>
            </p:nvSpPr>
            <p:spPr>
              <a:xfrm>
                <a:off x="3933406" y="473996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BB</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42" name="Content Placeholder 2">
                <a:extLst>
                  <a:ext uri="{FF2B5EF4-FFF2-40B4-BE49-F238E27FC236}">
                    <a16:creationId xmlns:a16="http://schemas.microsoft.com/office/drawing/2014/main" id="{B276B422-0847-409E-BD52-B29E999712C8}"/>
                  </a:ext>
                </a:extLst>
              </p:cNvPr>
              <p:cNvSpPr txBox="1">
                <a:spLocks noRot="1" noChangeAspect="1" noMove="1" noResize="1" noEditPoints="1" noAdjustHandles="1" noChangeArrowheads="1" noChangeShapeType="1" noTextEdit="1"/>
              </p:cNvSpPr>
              <p:nvPr/>
            </p:nvSpPr>
            <p:spPr>
              <a:xfrm>
                <a:off x="3933406" y="4739967"/>
                <a:ext cx="786035"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Content Placeholder 2">
                <a:extLst>
                  <a:ext uri="{FF2B5EF4-FFF2-40B4-BE49-F238E27FC236}">
                    <a16:creationId xmlns:a16="http://schemas.microsoft.com/office/drawing/2014/main" id="{576A19CB-18B1-4057-B855-9556F24B38FF}"/>
                  </a:ext>
                </a:extLst>
              </p:cNvPr>
              <p:cNvSpPr txBox="1">
                <a:spLocks/>
              </p:cNvSpPr>
              <p:nvPr/>
            </p:nvSpPr>
            <p:spPr>
              <a:xfrm>
                <a:off x="4924718" y="473996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BC</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4" name="Content Placeholder 2">
                <a:extLst>
                  <a:ext uri="{FF2B5EF4-FFF2-40B4-BE49-F238E27FC236}">
                    <a16:creationId xmlns:a16="http://schemas.microsoft.com/office/drawing/2014/main" id="{576A19CB-18B1-4057-B855-9556F24B38FF}"/>
                  </a:ext>
                </a:extLst>
              </p:cNvPr>
              <p:cNvSpPr txBox="1">
                <a:spLocks noRot="1" noChangeAspect="1" noMove="1" noResize="1" noEditPoints="1" noAdjustHandles="1" noChangeArrowheads="1" noChangeShapeType="1" noTextEdit="1"/>
              </p:cNvSpPr>
              <p:nvPr/>
            </p:nvSpPr>
            <p:spPr>
              <a:xfrm>
                <a:off x="4924718" y="4739967"/>
                <a:ext cx="786035"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Content Placeholder 2">
                <a:extLst>
                  <a:ext uri="{FF2B5EF4-FFF2-40B4-BE49-F238E27FC236}">
                    <a16:creationId xmlns:a16="http://schemas.microsoft.com/office/drawing/2014/main" id="{1DD9510D-1ACE-4E14-8D9D-4E525E1DBF74}"/>
                  </a:ext>
                </a:extLst>
              </p:cNvPr>
              <p:cNvSpPr txBox="1">
                <a:spLocks/>
              </p:cNvSpPr>
              <p:nvPr/>
            </p:nvSpPr>
            <p:spPr>
              <a:xfrm>
                <a:off x="5916029" y="473996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BD</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5" name="Content Placeholder 2">
                <a:extLst>
                  <a:ext uri="{FF2B5EF4-FFF2-40B4-BE49-F238E27FC236}">
                    <a16:creationId xmlns:a16="http://schemas.microsoft.com/office/drawing/2014/main" id="{1DD9510D-1ACE-4E14-8D9D-4E525E1DBF74}"/>
                  </a:ext>
                </a:extLst>
              </p:cNvPr>
              <p:cNvSpPr txBox="1">
                <a:spLocks noRot="1" noChangeAspect="1" noMove="1" noResize="1" noEditPoints="1" noAdjustHandles="1" noChangeArrowheads="1" noChangeShapeType="1" noTextEdit="1"/>
              </p:cNvSpPr>
              <p:nvPr/>
            </p:nvSpPr>
            <p:spPr>
              <a:xfrm>
                <a:off x="5916029" y="4739967"/>
                <a:ext cx="786035"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Content Placeholder 2">
                <a:extLst>
                  <a:ext uri="{FF2B5EF4-FFF2-40B4-BE49-F238E27FC236}">
                    <a16:creationId xmlns:a16="http://schemas.microsoft.com/office/drawing/2014/main" id="{2BD3666E-5198-4549-A2FD-D5B96AAEF8C6}"/>
                  </a:ext>
                </a:extLst>
              </p:cNvPr>
              <p:cNvSpPr txBox="1">
                <a:spLocks/>
              </p:cNvSpPr>
              <p:nvPr/>
            </p:nvSpPr>
            <p:spPr>
              <a:xfrm>
                <a:off x="4924718" y="595862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DC</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6" name="Content Placeholder 2">
                <a:extLst>
                  <a:ext uri="{FF2B5EF4-FFF2-40B4-BE49-F238E27FC236}">
                    <a16:creationId xmlns:a16="http://schemas.microsoft.com/office/drawing/2014/main" id="{2BD3666E-5198-4549-A2FD-D5B96AAEF8C6}"/>
                  </a:ext>
                </a:extLst>
              </p:cNvPr>
              <p:cNvSpPr txBox="1">
                <a:spLocks noRot="1" noChangeAspect="1" noMove="1" noResize="1" noEditPoints="1" noAdjustHandles="1" noChangeArrowheads="1" noChangeShapeType="1" noTextEdit="1"/>
              </p:cNvSpPr>
              <p:nvPr/>
            </p:nvSpPr>
            <p:spPr>
              <a:xfrm>
                <a:off x="4924718" y="5958627"/>
                <a:ext cx="786035"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Content Placeholder 2">
                <a:extLst>
                  <a:ext uri="{FF2B5EF4-FFF2-40B4-BE49-F238E27FC236}">
                    <a16:creationId xmlns:a16="http://schemas.microsoft.com/office/drawing/2014/main" id="{B2F2EB46-6D3B-4659-BA42-395027CC56F9}"/>
                  </a:ext>
                </a:extLst>
              </p:cNvPr>
              <p:cNvSpPr txBox="1">
                <a:spLocks/>
              </p:cNvSpPr>
              <p:nvPr/>
            </p:nvSpPr>
            <p:spPr>
              <a:xfrm>
                <a:off x="5916029" y="595862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DD</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49" name="Content Placeholder 2">
                <a:extLst>
                  <a:ext uri="{FF2B5EF4-FFF2-40B4-BE49-F238E27FC236}">
                    <a16:creationId xmlns:a16="http://schemas.microsoft.com/office/drawing/2014/main" id="{B2F2EB46-6D3B-4659-BA42-395027CC56F9}"/>
                  </a:ext>
                </a:extLst>
              </p:cNvPr>
              <p:cNvSpPr txBox="1">
                <a:spLocks noRot="1" noChangeAspect="1" noMove="1" noResize="1" noEditPoints="1" noAdjustHandles="1" noChangeArrowheads="1" noChangeShapeType="1" noTextEdit="1"/>
              </p:cNvSpPr>
              <p:nvPr/>
            </p:nvSpPr>
            <p:spPr>
              <a:xfrm>
                <a:off x="5916029" y="5958627"/>
                <a:ext cx="786035" cy="523220"/>
              </a:xfrm>
              <a:prstGeom prst="rect">
                <a:avLst/>
              </a:prstGeom>
              <a:blipFill>
                <a:blip r:embed="rId19"/>
                <a:stretch>
                  <a:fillRect/>
                </a:stretch>
              </a:blipFill>
            </p:spPr>
            <p:txBody>
              <a:bodyPr/>
              <a:lstStyle/>
              <a:p>
                <a:r>
                  <a:rPr lang="en-IN">
                    <a:noFill/>
                  </a:rPr>
                  <a:t> </a:t>
                </a:r>
              </a:p>
            </p:txBody>
          </p:sp>
        </mc:Fallback>
      </mc:AlternateContent>
      <p:sp>
        <p:nvSpPr>
          <p:cNvPr id="23" name="Content Placeholder 2">
            <a:extLst>
              <a:ext uri="{FF2B5EF4-FFF2-40B4-BE49-F238E27FC236}">
                <a16:creationId xmlns:a16="http://schemas.microsoft.com/office/drawing/2014/main" id="{6AB8297E-47A9-491B-8C2C-CF493B9D6BEB}"/>
              </a:ext>
            </a:extLst>
          </p:cNvPr>
          <p:cNvSpPr txBox="1">
            <a:spLocks/>
          </p:cNvSpPr>
          <p:nvPr/>
        </p:nvSpPr>
        <p:spPr>
          <a:xfrm>
            <a:off x="131177" y="869079"/>
            <a:ext cx="11929643" cy="23760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The letters A, B, C and D are written separately on four slips of paper. The slips are put in a box and mixed thoroughly. A person draws two slips from the box, one after the other. Describe the sample space for the experiment in following cases:</a:t>
            </a:r>
          </a:p>
          <a:p>
            <a:r>
              <a:rPr lang="en-IN" b="1" dirty="0"/>
              <a:t>(1)</a:t>
            </a:r>
            <a:r>
              <a:rPr lang="en-IN" dirty="0"/>
              <a:t>  With replacement	(2)  Without replacement</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0C58009-A413-4968-9A19-3BB3FBAD26A8}"/>
                  </a:ext>
                </a:extLst>
              </p:cNvPr>
              <p:cNvSpPr txBox="1"/>
              <p:nvPr/>
            </p:nvSpPr>
            <p:spPr>
              <a:xfrm>
                <a:off x="8112610" y="3926177"/>
                <a:ext cx="4106379" cy="261770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d>
                        <m:dPr>
                          <m:begChr m:val="{"/>
                          <m:endChr m:val="}"/>
                          <m:ctrlPr>
                            <a:rPr lang="en-IN" sz="2800" i="1" smtClean="0">
                              <a:solidFill>
                                <a:srgbClr val="002060"/>
                              </a:solidFill>
                              <a:latin typeface="Cambria Math" panose="02040503050406030204" pitchFamily="18" charset="0"/>
                            </a:rPr>
                          </m:ctrlPr>
                        </m:dPr>
                        <m:e>
                          <m:r>
                            <a:rPr lang="en-IN" sz="2800" b="0" i="1" smtClean="0">
                              <a:solidFill>
                                <a:srgbClr val="002060"/>
                              </a:solidFill>
                              <a:latin typeface="Cambria Math" panose="02040503050406030204" pitchFamily="18" charset="0"/>
                            </a:rPr>
                            <m:t>       </m:t>
                          </m:r>
                          <m:m>
                            <m:mPr>
                              <m:mcs>
                                <m:mc>
                                  <m:mcPr>
                                    <m:count m:val="1"/>
                                    <m:mcJc m:val="center"/>
                                  </m:mcPr>
                                </m:mc>
                              </m:mcs>
                              <m:ctrlPr>
                                <a:rPr lang="en-IN" sz="2800" i="1" smtClean="0">
                                  <a:solidFill>
                                    <a:schemeClr val="bg1"/>
                                  </a:solidFill>
                                  <a:latin typeface="Cambria Math" panose="02040503050406030204" pitchFamily="18" charset="0"/>
                                </a:rPr>
                              </m:ctrlPr>
                            </m:mPr>
                            <m:mr>
                              <m:e/>
                            </m:mr>
                            <m:mr>
                              <m:e>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1, 2 </m:t>
                                    </m:r>
                                  </m:e>
                                </m:d>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1, 4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e>
                            </m:mr>
                            <m:mr>
                              <m:e>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2, 1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2, 4 </m:t>
                                    </m:r>
                                  </m:e>
                                </m:d>
                                <m:r>
                                  <a:rPr lang="en-IN" sz="2800" i="1">
                                    <a:solidFill>
                                      <a:schemeClr val="bg1"/>
                                    </a:solidFill>
                                    <a:latin typeface="Cambria Math" panose="02040503050406030204" pitchFamily="18" charset="0"/>
                                  </a:rPr>
                                  <m:t> </m:t>
                                </m:r>
                              </m:e>
                            </m:mr>
                            <m:mr>
                              <m:e>
                                <m:d>
                                  <m:dPr>
                                    <m:ctrlPr>
                                      <a:rPr lang="en-IN" sz="2800" i="1">
                                        <a:solidFill>
                                          <a:schemeClr val="bg1"/>
                                        </a:solidFill>
                                        <a:latin typeface="Cambria Math" panose="02040503050406030204" pitchFamily="18" charset="0"/>
                                      </a:rPr>
                                    </m:ctrlPr>
                                  </m:dPr>
                                  <m:e>
                                    <m:r>
                                      <a:rPr lang="en-IN" sz="2800">
                                        <a:solidFill>
                                          <a:schemeClr val="bg1"/>
                                        </a:solidFill>
                                        <a:latin typeface="Cambria Math" panose="02040503050406030204" pitchFamily="18" charset="0"/>
                                      </a:rPr>
                                      <m:t> 2, 2 </m:t>
                                    </m:r>
                                  </m:e>
                                </m:d>
                                <m:r>
                                  <a:rPr lang="en-IN" sz="2800">
                                    <a:solidFill>
                                      <a:schemeClr val="bg1"/>
                                    </a:solidFill>
                                    <a:latin typeface="Cambria Math" panose="02040503050406030204" pitchFamily="18" charset="0"/>
                                  </a:rPr>
                                  <m:t>,</m:t>
                                </m:r>
                              </m:e>
                            </m:mr>
                            <m:mr>
                              <m:e/>
                            </m:mr>
                            <m:mr>
                              <m:e/>
                            </m:mr>
                          </m:m>
                        </m:e>
                      </m:d>
                    </m:oMath>
                  </m:oMathPara>
                </a14:m>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A0C58009-A413-4968-9A19-3BB3FBAD26A8}"/>
                  </a:ext>
                </a:extLst>
              </p:cNvPr>
              <p:cNvSpPr txBox="1">
                <a:spLocks noRot="1" noChangeAspect="1" noMove="1" noResize="1" noEditPoints="1" noAdjustHandles="1" noChangeArrowheads="1" noChangeShapeType="1" noTextEdit="1"/>
              </p:cNvSpPr>
              <p:nvPr/>
            </p:nvSpPr>
            <p:spPr>
              <a:xfrm>
                <a:off x="8112610" y="3926177"/>
                <a:ext cx="4106379" cy="2617704"/>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3A8B58C1-C74C-4B58-8FFD-2EC88E29E29E}"/>
                  </a:ext>
                </a:extLst>
              </p:cNvPr>
              <p:cNvSpPr txBox="1">
                <a:spLocks/>
              </p:cNvSpPr>
              <p:nvPr/>
            </p:nvSpPr>
            <p:spPr>
              <a:xfrm>
                <a:off x="7559904" y="4973419"/>
                <a:ext cx="667656"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sSub>
                        <m:sSubPr>
                          <m:ctrlP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ctrlPr>
                        </m:sSubPr>
                        <m:e>
                          <m:r>
                            <m:rPr>
                              <m:sty m:val="p"/>
                            </m:rP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S</m:t>
                          </m:r>
                        </m:e>
                        <m:sub>
                          <m: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2</m:t>
                          </m:r>
                        </m:sub>
                      </m:sSub>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5" name="Content Placeholder 2">
                <a:extLst>
                  <a:ext uri="{FF2B5EF4-FFF2-40B4-BE49-F238E27FC236}">
                    <a16:creationId xmlns:a16="http://schemas.microsoft.com/office/drawing/2014/main" id="{3A8B58C1-C74C-4B58-8FFD-2EC88E29E29E}"/>
                  </a:ext>
                </a:extLst>
              </p:cNvPr>
              <p:cNvSpPr txBox="1">
                <a:spLocks noRot="1" noChangeAspect="1" noMove="1" noResize="1" noEditPoints="1" noAdjustHandles="1" noChangeArrowheads="1" noChangeShapeType="1" noTextEdit="1"/>
              </p:cNvSpPr>
              <p:nvPr/>
            </p:nvSpPr>
            <p:spPr>
              <a:xfrm>
                <a:off x="7559904" y="4973419"/>
                <a:ext cx="667656"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61389551-59A3-4F73-BC9B-5D1840F8BD6F}"/>
                  </a:ext>
                </a:extLst>
              </p:cNvPr>
              <p:cNvSpPr txBox="1">
                <a:spLocks/>
              </p:cNvSpPr>
              <p:nvPr/>
            </p:nvSpPr>
            <p:spPr>
              <a:xfrm>
                <a:off x="8898944" y="5298498"/>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CA</m:t>
                      </m:r>
                      <m:r>
                        <a:rPr lang="en-IN"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6" name="Content Placeholder 2">
                <a:extLst>
                  <a:ext uri="{FF2B5EF4-FFF2-40B4-BE49-F238E27FC236}">
                    <a16:creationId xmlns:a16="http://schemas.microsoft.com/office/drawing/2014/main" id="{61389551-59A3-4F73-BC9B-5D1840F8BD6F}"/>
                  </a:ext>
                </a:extLst>
              </p:cNvPr>
              <p:cNvSpPr txBox="1">
                <a:spLocks noRot="1" noChangeAspect="1" noMove="1" noResize="1" noEditPoints="1" noAdjustHandles="1" noChangeArrowheads="1" noChangeShapeType="1" noTextEdit="1"/>
              </p:cNvSpPr>
              <p:nvPr/>
            </p:nvSpPr>
            <p:spPr>
              <a:xfrm>
                <a:off x="8898944" y="5298498"/>
                <a:ext cx="786035" cy="523220"/>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Content Placeholder 2">
                <a:extLst>
                  <a:ext uri="{FF2B5EF4-FFF2-40B4-BE49-F238E27FC236}">
                    <a16:creationId xmlns:a16="http://schemas.microsoft.com/office/drawing/2014/main" id="{FCBDC482-0F7C-4C60-BFA8-05D21D3C21CB}"/>
                  </a:ext>
                </a:extLst>
              </p:cNvPr>
              <p:cNvSpPr txBox="1">
                <a:spLocks/>
              </p:cNvSpPr>
              <p:nvPr/>
            </p:nvSpPr>
            <p:spPr>
              <a:xfrm>
                <a:off x="9890256" y="5298498"/>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CB</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7" name="Content Placeholder 2">
                <a:extLst>
                  <a:ext uri="{FF2B5EF4-FFF2-40B4-BE49-F238E27FC236}">
                    <a16:creationId xmlns:a16="http://schemas.microsoft.com/office/drawing/2014/main" id="{FCBDC482-0F7C-4C60-BFA8-05D21D3C21CB}"/>
                  </a:ext>
                </a:extLst>
              </p:cNvPr>
              <p:cNvSpPr txBox="1">
                <a:spLocks noRot="1" noChangeAspect="1" noMove="1" noResize="1" noEditPoints="1" noAdjustHandles="1" noChangeArrowheads="1" noChangeShapeType="1" noTextEdit="1"/>
              </p:cNvSpPr>
              <p:nvPr/>
            </p:nvSpPr>
            <p:spPr>
              <a:xfrm>
                <a:off x="9890256" y="5298498"/>
                <a:ext cx="786035" cy="523220"/>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Content Placeholder 2">
                <a:extLst>
                  <a:ext uri="{FF2B5EF4-FFF2-40B4-BE49-F238E27FC236}">
                    <a16:creationId xmlns:a16="http://schemas.microsoft.com/office/drawing/2014/main" id="{0609076F-7D49-4B82-8349-4FF71B737B19}"/>
                  </a:ext>
                </a:extLst>
              </p:cNvPr>
              <p:cNvSpPr txBox="1">
                <a:spLocks/>
              </p:cNvSpPr>
              <p:nvPr/>
            </p:nvSpPr>
            <p:spPr>
              <a:xfrm>
                <a:off x="10881567" y="5298498"/>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CD</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43" name="Content Placeholder 2">
                <a:extLst>
                  <a:ext uri="{FF2B5EF4-FFF2-40B4-BE49-F238E27FC236}">
                    <a16:creationId xmlns:a16="http://schemas.microsoft.com/office/drawing/2014/main" id="{0609076F-7D49-4B82-8349-4FF71B737B19}"/>
                  </a:ext>
                </a:extLst>
              </p:cNvPr>
              <p:cNvSpPr txBox="1">
                <a:spLocks noRot="1" noChangeAspect="1" noMove="1" noResize="1" noEditPoints="1" noAdjustHandles="1" noChangeArrowheads="1" noChangeShapeType="1" noTextEdit="1"/>
              </p:cNvSpPr>
              <p:nvPr/>
            </p:nvSpPr>
            <p:spPr>
              <a:xfrm>
                <a:off x="10881567" y="5298498"/>
                <a:ext cx="786035" cy="523220"/>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Content Placeholder 2">
                <a:extLst>
                  <a:ext uri="{FF2B5EF4-FFF2-40B4-BE49-F238E27FC236}">
                    <a16:creationId xmlns:a16="http://schemas.microsoft.com/office/drawing/2014/main" id="{3AC2AA60-E712-41F7-9942-956F7B8DB58A}"/>
                  </a:ext>
                </a:extLst>
              </p:cNvPr>
              <p:cNvSpPr txBox="1">
                <a:spLocks/>
              </p:cNvSpPr>
              <p:nvPr/>
            </p:nvSpPr>
            <p:spPr>
              <a:xfrm>
                <a:off x="8898944" y="5907828"/>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DA</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44" name="Content Placeholder 2">
                <a:extLst>
                  <a:ext uri="{FF2B5EF4-FFF2-40B4-BE49-F238E27FC236}">
                    <a16:creationId xmlns:a16="http://schemas.microsoft.com/office/drawing/2014/main" id="{3AC2AA60-E712-41F7-9942-956F7B8DB58A}"/>
                  </a:ext>
                </a:extLst>
              </p:cNvPr>
              <p:cNvSpPr txBox="1">
                <a:spLocks noRot="1" noChangeAspect="1" noMove="1" noResize="1" noEditPoints="1" noAdjustHandles="1" noChangeArrowheads="1" noChangeShapeType="1" noTextEdit="1"/>
              </p:cNvSpPr>
              <p:nvPr/>
            </p:nvSpPr>
            <p:spPr>
              <a:xfrm>
                <a:off x="8898944" y="5907828"/>
                <a:ext cx="786035" cy="523220"/>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Content Placeholder 2">
                <a:extLst>
                  <a:ext uri="{FF2B5EF4-FFF2-40B4-BE49-F238E27FC236}">
                    <a16:creationId xmlns:a16="http://schemas.microsoft.com/office/drawing/2014/main" id="{4BEF15A4-5082-4553-8D24-656DE0E65537}"/>
                  </a:ext>
                </a:extLst>
              </p:cNvPr>
              <p:cNvSpPr txBox="1">
                <a:spLocks/>
              </p:cNvSpPr>
              <p:nvPr/>
            </p:nvSpPr>
            <p:spPr>
              <a:xfrm>
                <a:off x="9890256" y="5907828"/>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DB</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45" name="Content Placeholder 2">
                <a:extLst>
                  <a:ext uri="{FF2B5EF4-FFF2-40B4-BE49-F238E27FC236}">
                    <a16:creationId xmlns:a16="http://schemas.microsoft.com/office/drawing/2014/main" id="{4BEF15A4-5082-4553-8D24-656DE0E65537}"/>
                  </a:ext>
                </a:extLst>
              </p:cNvPr>
              <p:cNvSpPr txBox="1">
                <a:spLocks noRot="1" noChangeAspect="1" noMove="1" noResize="1" noEditPoints="1" noAdjustHandles="1" noChangeArrowheads="1" noChangeShapeType="1" noTextEdit="1"/>
              </p:cNvSpPr>
              <p:nvPr/>
            </p:nvSpPr>
            <p:spPr>
              <a:xfrm>
                <a:off x="9890256" y="5907828"/>
                <a:ext cx="786035" cy="523220"/>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Content Placeholder 2">
                <a:extLst>
                  <a:ext uri="{FF2B5EF4-FFF2-40B4-BE49-F238E27FC236}">
                    <a16:creationId xmlns:a16="http://schemas.microsoft.com/office/drawing/2014/main" id="{40CCB59A-6586-45D2-801D-80E3F01F1F80}"/>
                  </a:ext>
                </a:extLst>
              </p:cNvPr>
              <p:cNvSpPr txBox="1">
                <a:spLocks/>
              </p:cNvSpPr>
              <p:nvPr/>
            </p:nvSpPr>
            <p:spPr>
              <a:xfrm>
                <a:off x="8898944" y="4079838"/>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AB</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46" name="Content Placeholder 2">
                <a:extLst>
                  <a:ext uri="{FF2B5EF4-FFF2-40B4-BE49-F238E27FC236}">
                    <a16:creationId xmlns:a16="http://schemas.microsoft.com/office/drawing/2014/main" id="{40CCB59A-6586-45D2-801D-80E3F01F1F80}"/>
                  </a:ext>
                </a:extLst>
              </p:cNvPr>
              <p:cNvSpPr txBox="1">
                <a:spLocks noRot="1" noChangeAspect="1" noMove="1" noResize="1" noEditPoints="1" noAdjustHandles="1" noChangeArrowheads="1" noChangeShapeType="1" noTextEdit="1"/>
              </p:cNvSpPr>
              <p:nvPr/>
            </p:nvSpPr>
            <p:spPr>
              <a:xfrm>
                <a:off x="8898944" y="4079838"/>
                <a:ext cx="786035" cy="523220"/>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Content Placeholder 2">
                <a:extLst>
                  <a:ext uri="{FF2B5EF4-FFF2-40B4-BE49-F238E27FC236}">
                    <a16:creationId xmlns:a16="http://schemas.microsoft.com/office/drawing/2014/main" id="{79624AF5-A66E-41C5-9473-9D0C05D412B4}"/>
                  </a:ext>
                </a:extLst>
              </p:cNvPr>
              <p:cNvSpPr txBox="1">
                <a:spLocks/>
              </p:cNvSpPr>
              <p:nvPr/>
            </p:nvSpPr>
            <p:spPr>
              <a:xfrm>
                <a:off x="9890256" y="4079838"/>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AC</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47" name="Content Placeholder 2">
                <a:extLst>
                  <a:ext uri="{FF2B5EF4-FFF2-40B4-BE49-F238E27FC236}">
                    <a16:creationId xmlns:a16="http://schemas.microsoft.com/office/drawing/2014/main" id="{79624AF5-A66E-41C5-9473-9D0C05D412B4}"/>
                  </a:ext>
                </a:extLst>
              </p:cNvPr>
              <p:cNvSpPr txBox="1">
                <a:spLocks noRot="1" noChangeAspect="1" noMove="1" noResize="1" noEditPoints="1" noAdjustHandles="1" noChangeArrowheads="1" noChangeShapeType="1" noTextEdit="1"/>
              </p:cNvSpPr>
              <p:nvPr/>
            </p:nvSpPr>
            <p:spPr>
              <a:xfrm>
                <a:off x="9890256" y="4079838"/>
                <a:ext cx="786035" cy="523220"/>
              </a:xfrm>
              <a:prstGeom prst="rect">
                <a:avLst/>
              </a:prstGeom>
              <a:blipFill>
                <a:blip r:embed="rId2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Content Placeholder 2">
                <a:extLst>
                  <a:ext uri="{FF2B5EF4-FFF2-40B4-BE49-F238E27FC236}">
                    <a16:creationId xmlns:a16="http://schemas.microsoft.com/office/drawing/2014/main" id="{36EDA61F-B165-4098-BA05-D2581DC9B9FC}"/>
                  </a:ext>
                </a:extLst>
              </p:cNvPr>
              <p:cNvSpPr txBox="1">
                <a:spLocks/>
              </p:cNvSpPr>
              <p:nvPr/>
            </p:nvSpPr>
            <p:spPr>
              <a:xfrm>
                <a:off x="10881567" y="4079838"/>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AD</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48" name="Content Placeholder 2">
                <a:extLst>
                  <a:ext uri="{FF2B5EF4-FFF2-40B4-BE49-F238E27FC236}">
                    <a16:creationId xmlns:a16="http://schemas.microsoft.com/office/drawing/2014/main" id="{36EDA61F-B165-4098-BA05-D2581DC9B9FC}"/>
                  </a:ext>
                </a:extLst>
              </p:cNvPr>
              <p:cNvSpPr txBox="1">
                <a:spLocks noRot="1" noChangeAspect="1" noMove="1" noResize="1" noEditPoints="1" noAdjustHandles="1" noChangeArrowheads="1" noChangeShapeType="1" noTextEdit="1"/>
              </p:cNvSpPr>
              <p:nvPr/>
            </p:nvSpPr>
            <p:spPr>
              <a:xfrm>
                <a:off x="10881567" y="4079838"/>
                <a:ext cx="786035" cy="523220"/>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Content Placeholder 2">
                <a:extLst>
                  <a:ext uri="{FF2B5EF4-FFF2-40B4-BE49-F238E27FC236}">
                    <a16:creationId xmlns:a16="http://schemas.microsoft.com/office/drawing/2014/main" id="{02B51395-0985-4234-8A59-D8607769D07F}"/>
                  </a:ext>
                </a:extLst>
              </p:cNvPr>
              <p:cNvSpPr txBox="1">
                <a:spLocks/>
              </p:cNvSpPr>
              <p:nvPr/>
            </p:nvSpPr>
            <p:spPr>
              <a:xfrm>
                <a:off x="8898944" y="4689168"/>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BA</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1" name="Content Placeholder 2">
                <a:extLst>
                  <a:ext uri="{FF2B5EF4-FFF2-40B4-BE49-F238E27FC236}">
                    <a16:creationId xmlns:a16="http://schemas.microsoft.com/office/drawing/2014/main" id="{02B51395-0985-4234-8A59-D8607769D07F}"/>
                  </a:ext>
                </a:extLst>
              </p:cNvPr>
              <p:cNvSpPr txBox="1">
                <a:spLocks noRot="1" noChangeAspect="1" noMove="1" noResize="1" noEditPoints="1" noAdjustHandles="1" noChangeArrowheads="1" noChangeShapeType="1" noTextEdit="1"/>
              </p:cNvSpPr>
              <p:nvPr/>
            </p:nvSpPr>
            <p:spPr>
              <a:xfrm>
                <a:off x="8898944" y="4689168"/>
                <a:ext cx="786035" cy="523220"/>
              </a:xfrm>
              <a:prstGeom prst="rect">
                <a:avLst/>
              </a:prstGeom>
              <a:blipFill>
                <a:blip r:embed="rId3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Content Placeholder 2">
                <a:extLst>
                  <a:ext uri="{FF2B5EF4-FFF2-40B4-BE49-F238E27FC236}">
                    <a16:creationId xmlns:a16="http://schemas.microsoft.com/office/drawing/2014/main" id="{B353FA0C-276C-445E-969F-29A2BF2FD37B}"/>
                  </a:ext>
                </a:extLst>
              </p:cNvPr>
              <p:cNvSpPr txBox="1">
                <a:spLocks/>
              </p:cNvSpPr>
              <p:nvPr/>
            </p:nvSpPr>
            <p:spPr>
              <a:xfrm>
                <a:off x="9890256" y="4689168"/>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BC</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2" name="Content Placeholder 2">
                <a:extLst>
                  <a:ext uri="{FF2B5EF4-FFF2-40B4-BE49-F238E27FC236}">
                    <a16:creationId xmlns:a16="http://schemas.microsoft.com/office/drawing/2014/main" id="{B353FA0C-276C-445E-969F-29A2BF2FD37B}"/>
                  </a:ext>
                </a:extLst>
              </p:cNvPr>
              <p:cNvSpPr txBox="1">
                <a:spLocks noRot="1" noChangeAspect="1" noMove="1" noResize="1" noEditPoints="1" noAdjustHandles="1" noChangeArrowheads="1" noChangeShapeType="1" noTextEdit="1"/>
              </p:cNvSpPr>
              <p:nvPr/>
            </p:nvSpPr>
            <p:spPr>
              <a:xfrm>
                <a:off x="9890256" y="4689168"/>
                <a:ext cx="786035" cy="523220"/>
              </a:xfrm>
              <a:prstGeom prst="rect">
                <a:avLst/>
              </a:prstGeom>
              <a:blipFill>
                <a:blip r:embed="rId3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Content Placeholder 2">
                <a:extLst>
                  <a:ext uri="{FF2B5EF4-FFF2-40B4-BE49-F238E27FC236}">
                    <a16:creationId xmlns:a16="http://schemas.microsoft.com/office/drawing/2014/main" id="{FA6AFFDF-1A89-4950-BF86-FE99689CC733}"/>
                  </a:ext>
                </a:extLst>
              </p:cNvPr>
              <p:cNvSpPr txBox="1">
                <a:spLocks/>
              </p:cNvSpPr>
              <p:nvPr/>
            </p:nvSpPr>
            <p:spPr>
              <a:xfrm>
                <a:off x="10881567" y="4689168"/>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BD</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3" name="Content Placeholder 2">
                <a:extLst>
                  <a:ext uri="{FF2B5EF4-FFF2-40B4-BE49-F238E27FC236}">
                    <a16:creationId xmlns:a16="http://schemas.microsoft.com/office/drawing/2014/main" id="{FA6AFFDF-1A89-4950-BF86-FE99689CC733}"/>
                  </a:ext>
                </a:extLst>
              </p:cNvPr>
              <p:cNvSpPr txBox="1">
                <a:spLocks noRot="1" noChangeAspect="1" noMove="1" noResize="1" noEditPoints="1" noAdjustHandles="1" noChangeArrowheads="1" noChangeShapeType="1" noTextEdit="1"/>
              </p:cNvSpPr>
              <p:nvPr/>
            </p:nvSpPr>
            <p:spPr>
              <a:xfrm>
                <a:off x="10881567" y="4689168"/>
                <a:ext cx="786035" cy="523220"/>
              </a:xfrm>
              <a:prstGeom prst="rect">
                <a:avLst/>
              </a:prstGeom>
              <a:blipFill>
                <a:blip r:embed="rId3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Content Placeholder 2">
                <a:extLst>
                  <a:ext uri="{FF2B5EF4-FFF2-40B4-BE49-F238E27FC236}">
                    <a16:creationId xmlns:a16="http://schemas.microsoft.com/office/drawing/2014/main" id="{90E3F68D-1C0C-4611-9128-D1C4AB3D768D}"/>
                  </a:ext>
                </a:extLst>
              </p:cNvPr>
              <p:cNvSpPr txBox="1">
                <a:spLocks/>
              </p:cNvSpPr>
              <p:nvPr/>
            </p:nvSpPr>
            <p:spPr>
              <a:xfrm>
                <a:off x="10881568" y="5907828"/>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DC</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4" name="Content Placeholder 2">
                <a:extLst>
                  <a:ext uri="{FF2B5EF4-FFF2-40B4-BE49-F238E27FC236}">
                    <a16:creationId xmlns:a16="http://schemas.microsoft.com/office/drawing/2014/main" id="{90E3F68D-1C0C-4611-9128-D1C4AB3D768D}"/>
                  </a:ext>
                </a:extLst>
              </p:cNvPr>
              <p:cNvSpPr txBox="1">
                <a:spLocks noRot="1" noChangeAspect="1" noMove="1" noResize="1" noEditPoints="1" noAdjustHandles="1" noChangeArrowheads="1" noChangeShapeType="1" noTextEdit="1"/>
              </p:cNvSpPr>
              <p:nvPr/>
            </p:nvSpPr>
            <p:spPr>
              <a:xfrm>
                <a:off x="10881568" y="5907828"/>
                <a:ext cx="786035" cy="523220"/>
              </a:xfrm>
              <a:prstGeom prst="rect">
                <a:avLst/>
              </a:prstGeom>
              <a:blipFill>
                <a:blip r:embed="rId33"/>
                <a:stretch>
                  <a:fillRect/>
                </a:stretch>
              </a:blipFill>
            </p:spPr>
            <p:txBody>
              <a:bodyPr/>
              <a:lstStyle/>
              <a:p>
                <a:r>
                  <a:rPr lang="en-IN">
                    <a:noFill/>
                  </a:rPr>
                  <a:t> </a:t>
                </a:r>
              </a:p>
            </p:txBody>
          </p:sp>
        </mc:Fallback>
      </mc:AlternateContent>
      <p:cxnSp>
        <p:nvCxnSpPr>
          <p:cNvPr id="55" name="Straight Connector 54">
            <a:extLst>
              <a:ext uri="{FF2B5EF4-FFF2-40B4-BE49-F238E27FC236}">
                <a16:creationId xmlns:a16="http://schemas.microsoft.com/office/drawing/2014/main" id="{35986457-896B-4D4F-BB69-4CE2843107C8}"/>
              </a:ext>
            </a:extLst>
          </p:cNvPr>
          <p:cNvCxnSpPr>
            <a:cxnSpLocks/>
          </p:cNvCxnSpPr>
          <p:nvPr/>
        </p:nvCxnSpPr>
        <p:spPr>
          <a:xfrm>
            <a:off x="7458076" y="3330407"/>
            <a:ext cx="0" cy="31514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233A8714-3038-45FD-AA07-CFC7C0B1896A}"/>
              </a:ext>
            </a:extLst>
          </p:cNvPr>
          <p:cNvSpPr txBox="1"/>
          <p:nvPr/>
        </p:nvSpPr>
        <p:spPr>
          <a:xfrm>
            <a:off x="1625601" y="3398740"/>
            <a:ext cx="3261336" cy="523220"/>
          </a:xfrm>
          <a:prstGeom prst="rect">
            <a:avLst/>
          </a:prstGeom>
          <a:noFill/>
        </p:spPr>
        <p:txBody>
          <a:bodyPr wrap="square">
            <a:spAutoFit/>
          </a:bodyPr>
          <a:lstStyle/>
          <a:p>
            <a:r>
              <a:rPr lang="en-IN" sz="2800" b="1" dirty="0">
                <a:solidFill>
                  <a:srgbClr val="002060"/>
                </a:solidFill>
              </a:rPr>
              <a:t>(1)  With replacement</a:t>
            </a:r>
          </a:p>
        </p:txBody>
      </p:sp>
      <p:sp>
        <p:nvSpPr>
          <p:cNvPr id="57" name="TextBox 56">
            <a:extLst>
              <a:ext uri="{FF2B5EF4-FFF2-40B4-BE49-F238E27FC236}">
                <a16:creationId xmlns:a16="http://schemas.microsoft.com/office/drawing/2014/main" id="{5A79E181-F8EE-416F-9C65-967282BAE54E}"/>
              </a:ext>
            </a:extLst>
          </p:cNvPr>
          <p:cNvSpPr txBox="1"/>
          <p:nvPr/>
        </p:nvSpPr>
        <p:spPr>
          <a:xfrm>
            <a:off x="7559903" y="3398740"/>
            <a:ext cx="3983323" cy="523220"/>
          </a:xfrm>
          <a:prstGeom prst="rect">
            <a:avLst/>
          </a:prstGeom>
          <a:noFill/>
        </p:spPr>
        <p:txBody>
          <a:bodyPr wrap="square">
            <a:spAutoFit/>
          </a:bodyPr>
          <a:lstStyle/>
          <a:p>
            <a:r>
              <a:rPr lang="en-IN" sz="2800" b="1" dirty="0">
                <a:solidFill>
                  <a:srgbClr val="002060"/>
                </a:solidFill>
              </a:rPr>
              <a:t>(2)  Without replacement</a:t>
            </a:r>
          </a:p>
        </p:txBody>
      </p:sp>
    </p:spTree>
    <p:extLst>
      <p:ext uri="{BB962C8B-B14F-4D97-AF65-F5344CB8AC3E}">
        <p14:creationId xmlns:p14="http://schemas.microsoft.com/office/powerpoint/2010/main" val="3925954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7">
                                            <p:txEl>
                                              <p:pRg st="0" end="0"/>
                                            </p:txEl>
                                          </p:spTgt>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250"/>
                                  </p:stCondLst>
                                  <p:childTnLst>
                                    <p:set>
                                      <p:cBhvr>
                                        <p:cTn id="24" dur="1" fill="hold">
                                          <p:stCondLst>
                                            <p:cond delay="0"/>
                                          </p:stCondLst>
                                        </p:cTn>
                                        <p:tgtEl>
                                          <p:spTgt spid="38">
                                            <p:txEl>
                                              <p:pRg st="0" end="0"/>
                                            </p:txEl>
                                          </p:spTgt>
                                        </p:tgtEl>
                                        <p:attrNameLst>
                                          <p:attrName>style.visibility</p:attrName>
                                        </p:attrNameLst>
                                      </p:cBhvr>
                                      <p:to>
                                        <p:strVal val="visible"/>
                                      </p:to>
                                    </p:set>
                                  </p:childTnLst>
                                </p:cTn>
                              </p:par>
                            </p:childTnLst>
                          </p:cTn>
                        </p:par>
                        <p:par>
                          <p:cTn id="25" fill="hold">
                            <p:stCondLst>
                              <p:cond delay="250"/>
                            </p:stCondLst>
                            <p:childTnLst>
                              <p:par>
                                <p:cTn id="26" presetID="1" presetClass="entr" presetSubtype="0" fill="hold" grpId="0" nodeType="afterEffect">
                                  <p:stCondLst>
                                    <p:cond delay="250"/>
                                  </p:stCondLst>
                                  <p:childTnLst>
                                    <p:set>
                                      <p:cBhvr>
                                        <p:cTn id="27" dur="1" fill="hold">
                                          <p:stCondLst>
                                            <p:cond delay="0"/>
                                          </p:stCondLst>
                                        </p:cTn>
                                        <p:tgtEl>
                                          <p:spTgt spid="39">
                                            <p:txEl>
                                              <p:pRg st="0" end="0"/>
                                            </p:txEl>
                                          </p:spTgt>
                                        </p:tgtEl>
                                        <p:attrNameLst>
                                          <p:attrName>style.visibility</p:attrName>
                                        </p:attrNameLst>
                                      </p:cBhvr>
                                      <p:to>
                                        <p:strVal val="visible"/>
                                      </p:to>
                                    </p:set>
                                  </p:childTnLst>
                                </p:cTn>
                              </p:par>
                            </p:childTnLst>
                          </p:cTn>
                        </p:par>
                        <p:par>
                          <p:cTn id="28" fill="hold">
                            <p:stCondLst>
                              <p:cond delay="500"/>
                            </p:stCondLst>
                            <p:childTnLst>
                              <p:par>
                                <p:cTn id="29" presetID="1" presetClass="entr" presetSubtype="0" fill="hold" grpId="0" nodeType="afterEffect">
                                  <p:stCondLst>
                                    <p:cond delay="250"/>
                                  </p:stCondLst>
                                  <p:childTnLst>
                                    <p:set>
                                      <p:cBhvr>
                                        <p:cTn id="30" dur="1" fill="hold">
                                          <p:stCondLst>
                                            <p:cond delay="0"/>
                                          </p:stCondLst>
                                        </p:cTn>
                                        <p:tgtEl>
                                          <p:spTgt spid="40">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1">
                                            <p:txEl>
                                              <p:pRg st="0" end="0"/>
                                            </p:txEl>
                                          </p:spTgt>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250"/>
                                  </p:stCondLst>
                                  <p:childTnLst>
                                    <p:set>
                                      <p:cBhvr>
                                        <p:cTn id="37" dur="1" fill="hold">
                                          <p:stCondLst>
                                            <p:cond delay="0"/>
                                          </p:stCondLst>
                                        </p:cTn>
                                        <p:tgtEl>
                                          <p:spTgt spid="42">
                                            <p:txEl>
                                              <p:pRg st="0" end="0"/>
                                            </p:txEl>
                                          </p:spTgt>
                                        </p:tgtEl>
                                        <p:attrNameLst>
                                          <p:attrName>style.visibility</p:attrName>
                                        </p:attrNameLst>
                                      </p:cBhvr>
                                      <p:to>
                                        <p:strVal val="visible"/>
                                      </p:to>
                                    </p:set>
                                  </p:childTnLst>
                                </p:cTn>
                              </p:par>
                            </p:childTnLst>
                          </p:cTn>
                        </p:par>
                        <p:par>
                          <p:cTn id="38" fill="hold">
                            <p:stCondLst>
                              <p:cond delay="250"/>
                            </p:stCondLst>
                            <p:childTnLst>
                              <p:par>
                                <p:cTn id="39" presetID="1" presetClass="entr" presetSubtype="0" fill="hold" grpId="0" nodeType="afterEffect">
                                  <p:stCondLst>
                                    <p:cond delay="250"/>
                                  </p:stCondLst>
                                  <p:childTnLst>
                                    <p:set>
                                      <p:cBhvr>
                                        <p:cTn id="40" dur="1" fill="hold">
                                          <p:stCondLst>
                                            <p:cond delay="0"/>
                                          </p:stCondLst>
                                        </p:cTn>
                                        <p:tgtEl>
                                          <p:spTgt spid="34">
                                            <p:txEl>
                                              <p:pRg st="0" end="0"/>
                                            </p:txEl>
                                          </p:spTgt>
                                        </p:tgtEl>
                                        <p:attrNameLst>
                                          <p:attrName>style.visibility</p:attrName>
                                        </p:attrNameLst>
                                      </p:cBhvr>
                                      <p:to>
                                        <p:strVal val="visible"/>
                                      </p:to>
                                    </p:set>
                                  </p:childTnLst>
                                </p:cTn>
                              </p:par>
                            </p:childTnLst>
                          </p:cTn>
                        </p:par>
                        <p:par>
                          <p:cTn id="41" fill="hold">
                            <p:stCondLst>
                              <p:cond delay="500"/>
                            </p:stCondLst>
                            <p:childTnLst>
                              <p:par>
                                <p:cTn id="42" presetID="1" presetClass="entr" presetSubtype="0" fill="hold" grpId="0" nodeType="afterEffect">
                                  <p:stCondLst>
                                    <p:cond delay="250"/>
                                  </p:stCondLst>
                                  <p:childTnLst>
                                    <p:set>
                                      <p:cBhvr>
                                        <p:cTn id="43"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8">
                                            <p:txEl>
                                              <p:pRg st="0" end="0"/>
                                            </p:txEl>
                                          </p:spTgt>
                                        </p:tgtEl>
                                        <p:attrNameLst>
                                          <p:attrName>style.visibility</p:attrName>
                                        </p:attrNameLst>
                                      </p:cBhvr>
                                      <p:to>
                                        <p:strVal val="visible"/>
                                      </p:to>
                                    </p:set>
                                  </p:childTnLst>
                                </p:cTn>
                              </p:par>
                            </p:childTnLst>
                          </p:cTn>
                        </p:par>
                        <p:par>
                          <p:cTn id="48" fill="hold">
                            <p:stCondLst>
                              <p:cond delay="0"/>
                            </p:stCondLst>
                            <p:childTnLst>
                              <p:par>
                                <p:cTn id="49" presetID="1" presetClass="entr" presetSubtype="0" fill="hold" grpId="0" nodeType="afterEffect">
                                  <p:stCondLst>
                                    <p:cond delay="250"/>
                                  </p:stCondLst>
                                  <p:childTnLst>
                                    <p:set>
                                      <p:cBhvr>
                                        <p:cTn id="50" dur="1" fill="hold">
                                          <p:stCondLst>
                                            <p:cond delay="0"/>
                                          </p:stCondLst>
                                        </p:cTn>
                                        <p:tgtEl>
                                          <p:spTgt spid="29">
                                            <p:txEl>
                                              <p:pRg st="0" end="0"/>
                                            </p:txEl>
                                          </p:spTgt>
                                        </p:tgtEl>
                                        <p:attrNameLst>
                                          <p:attrName>style.visibility</p:attrName>
                                        </p:attrNameLst>
                                      </p:cBhvr>
                                      <p:to>
                                        <p:strVal val="visible"/>
                                      </p:to>
                                    </p:set>
                                  </p:childTnLst>
                                </p:cTn>
                              </p:par>
                            </p:childTnLst>
                          </p:cTn>
                        </p:par>
                        <p:par>
                          <p:cTn id="51" fill="hold">
                            <p:stCondLst>
                              <p:cond delay="250"/>
                            </p:stCondLst>
                            <p:childTnLst>
                              <p:par>
                                <p:cTn id="52" presetID="1" presetClass="entr" presetSubtype="0" fill="hold" grpId="0" nodeType="afterEffect">
                                  <p:stCondLst>
                                    <p:cond delay="250"/>
                                  </p:stCondLst>
                                  <p:childTnLst>
                                    <p:set>
                                      <p:cBhvr>
                                        <p:cTn id="53" dur="1" fill="hold">
                                          <p:stCondLst>
                                            <p:cond delay="0"/>
                                          </p:stCondLst>
                                        </p:cTn>
                                        <p:tgtEl>
                                          <p:spTgt spid="30">
                                            <p:txEl>
                                              <p:pRg st="0" end="0"/>
                                            </p:txEl>
                                          </p:spTgt>
                                        </p:tgtEl>
                                        <p:attrNameLst>
                                          <p:attrName>style.visibility</p:attrName>
                                        </p:attrNameLst>
                                      </p:cBhvr>
                                      <p:to>
                                        <p:strVal val="visible"/>
                                      </p:to>
                                    </p:set>
                                  </p:childTnLst>
                                </p:cTn>
                              </p:par>
                            </p:childTnLst>
                          </p:cTn>
                        </p:par>
                        <p:par>
                          <p:cTn id="54" fill="hold">
                            <p:stCondLst>
                              <p:cond delay="500"/>
                            </p:stCondLst>
                            <p:childTnLst>
                              <p:par>
                                <p:cTn id="55" presetID="1" presetClass="entr" presetSubtype="0" fill="hold" grpId="0" nodeType="afterEffect">
                                  <p:stCondLst>
                                    <p:cond delay="250"/>
                                  </p:stCondLst>
                                  <p:childTnLst>
                                    <p:set>
                                      <p:cBhvr>
                                        <p:cTn id="56"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2">
                                            <p:txEl>
                                              <p:pRg st="0" end="0"/>
                                            </p:txEl>
                                          </p:spTgt>
                                        </p:tgtEl>
                                        <p:attrNameLst>
                                          <p:attrName>style.visibility</p:attrName>
                                        </p:attrNameLst>
                                      </p:cBhvr>
                                      <p:to>
                                        <p:strVal val="visible"/>
                                      </p:to>
                                    </p:set>
                                  </p:childTnLst>
                                </p:cTn>
                              </p:par>
                            </p:childTnLst>
                          </p:cTn>
                        </p:par>
                        <p:par>
                          <p:cTn id="61" fill="hold">
                            <p:stCondLst>
                              <p:cond delay="0"/>
                            </p:stCondLst>
                            <p:childTnLst>
                              <p:par>
                                <p:cTn id="62" presetID="1" presetClass="entr" presetSubtype="0" fill="hold" grpId="0" nodeType="afterEffect">
                                  <p:stCondLst>
                                    <p:cond delay="250"/>
                                  </p:stCondLst>
                                  <p:childTnLst>
                                    <p:set>
                                      <p:cBhvr>
                                        <p:cTn id="63" dur="1" fill="hold">
                                          <p:stCondLst>
                                            <p:cond delay="0"/>
                                          </p:stCondLst>
                                        </p:cTn>
                                        <p:tgtEl>
                                          <p:spTgt spid="33">
                                            <p:txEl>
                                              <p:pRg st="0" end="0"/>
                                            </p:txEl>
                                          </p:spTgt>
                                        </p:tgtEl>
                                        <p:attrNameLst>
                                          <p:attrName>style.visibility</p:attrName>
                                        </p:attrNameLst>
                                      </p:cBhvr>
                                      <p:to>
                                        <p:strVal val="visible"/>
                                      </p:to>
                                    </p:set>
                                  </p:childTnLst>
                                </p:cTn>
                              </p:par>
                            </p:childTnLst>
                          </p:cTn>
                        </p:par>
                        <p:par>
                          <p:cTn id="64" fill="hold">
                            <p:stCondLst>
                              <p:cond delay="250"/>
                            </p:stCondLst>
                            <p:childTnLst>
                              <p:par>
                                <p:cTn id="65" presetID="1" presetClass="entr" presetSubtype="0" fill="hold" grpId="0" nodeType="afterEffect">
                                  <p:stCondLst>
                                    <p:cond delay="250"/>
                                  </p:stCondLst>
                                  <p:childTnLst>
                                    <p:set>
                                      <p:cBhvr>
                                        <p:cTn id="66" dur="1" fill="hold">
                                          <p:stCondLst>
                                            <p:cond delay="0"/>
                                          </p:stCondLst>
                                        </p:cTn>
                                        <p:tgtEl>
                                          <p:spTgt spid="36">
                                            <p:txEl>
                                              <p:pRg st="0" end="0"/>
                                            </p:txEl>
                                          </p:spTgt>
                                        </p:tgtEl>
                                        <p:attrNameLst>
                                          <p:attrName>style.visibility</p:attrName>
                                        </p:attrNameLst>
                                      </p:cBhvr>
                                      <p:to>
                                        <p:strVal val="visible"/>
                                      </p:to>
                                    </p:set>
                                  </p:childTnLst>
                                </p:cTn>
                              </p:par>
                            </p:childTnLst>
                          </p:cTn>
                        </p:par>
                        <p:par>
                          <p:cTn id="67" fill="hold">
                            <p:stCondLst>
                              <p:cond delay="500"/>
                            </p:stCondLst>
                            <p:childTnLst>
                              <p:par>
                                <p:cTn id="68" presetID="1" presetClass="entr" presetSubtype="0" fill="hold" grpId="0" nodeType="afterEffect">
                                  <p:stCondLst>
                                    <p:cond delay="250"/>
                                  </p:stCondLst>
                                  <p:childTnLst>
                                    <p:set>
                                      <p:cBhvr>
                                        <p:cTn id="69" dur="1" fill="hold">
                                          <p:stCondLst>
                                            <p:cond delay="0"/>
                                          </p:stCondLst>
                                        </p:cTn>
                                        <p:tgtEl>
                                          <p:spTgt spid="49">
                                            <p:txEl>
                                              <p:pRg st="0" end="0"/>
                                            </p:txEl>
                                          </p:spTgt>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nodeType="clickEffect">
                                  <p:stCondLst>
                                    <p:cond delay="0"/>
                                  </p:stCondLst>
                                  <p:childTnLst>
                                    <p:set>
                                      <p:cBhvr>
                                        <p:cTn id="73" dur="1" fill="hold">
                                          <p:stCondLst>
                                            <p:cond delay="0"/>
                                          </p:stCondLst>
                                        </p:cTn>
                                        <p:tgtEl>
                                          <p:spTgt spid="55"/>
                                        </p:tgtEl>
                                        <p:attrNameLst>
                                          <p:attrName>style.visibility</p:attrName>
                                        </p:attrNameLst>
                                      </p:cBhvr>
                                      <p:to>
                                        <p:strVal val="visible"/>
                                      </p:to>
                                    </p:set>
                                    <p:animEffect transition="in" filter="wipe(up)">
                                      <p:cBhvr>
                                        <p:cTn id="74" dur="500"/>
                                        <p:tgtEl>
                                          <p:spTgt spid="55"/>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5">
                                            <p:txEl>
                                              <p:pRg st="0" end="0"/>
                                            </p:txEl>
                                          </p:spTgt>
                                        </p:tgtEl>
                                        <p:attrNameLst>
                                          <p:attrName>style.visibility</p:attrName>
                                        </p:attrNameLst>
                                      </p:cBhvr>
                                      <p:to>
                                        <p:strVal val="visible"/>
                                      </p:to>
                                    </p:set>
                                  </p:childTnLst>
                                </p:cTn>
                              </p:par>
                            </p:childTnLst>
                          </p:cTn>
                        </p:par>
                        <p:par>
                          <p:cTn id="83" fill="hold">
                            <p:stCondLst>
                              <p:cond delay="0"/>
                            </p:stCondLst>
                            <p:childTnLst>
                              <p:par>
                                <p:cTn id="84" presetID="1" presetClass="entr" presetSubtype="0" fill="hold" grpId="0" nodeType="afterEffect">
                                  <p:stCondLst>
                                    <p:cond delay="0"/>
                                  </p:stCondLst>
                                  <p:childTnLst>
                                    <p:set>
                                      <p:cBhvr>
                                        <p:cTn id="85"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46">
                                            <p:txEl>
                                              <p:pRg st="0" end="0"/>
                                            </p:txEl>
                                          </p:spTgt>
                                        </p:tgtEl>
                                        <p:attrNameLst>
                                          <p:attrName>style.visibility</p:attrName>
                                        </p:attrNameLst>
                                      </p:cBhvr>
                                      <p:to>
                                        <p:strVal val="visible"/>
                                      </p:to>
                                    </p:set>
                                  </p:childTnLst>
                                </p:cTn>
                              </p:par>
                            </p:childTnLst>
                          </p:cTn>
                        </p:par>
                        <p:par>
                          <p:cTn id="90" fill="hold">
                            <p:stCondLst>
                              <p:cond delay="0"/>
                            </p:stCondLst>
                            <p:childTnLst>
                              <p:par>
                                <p:cTn id="91" presetID="1" presetClass="entr" presetSubtype="0" fill="hold" grpId="0" nodeType="afterEffect">
                                  <p:stCondLst>
                                    <p:cond delay="250"/>
                                  </p:stCondLst>
                                  <p:childTnLst>
                                    <p:set>
                                      <p:cBhvr>
                                        <p:cTn id="92" dur="1" fill="hold">
                                          <p:stCondLst>
                                            <p:cond delay="0"/>
                                          </p:stCondLst>
                                        </p:cTn>
                                        <p:tgtEl>
                                          <p:spTgt spid="47">
                                            <p:txEl>
                                              <p:pRg st="0" end="0"/>
                                            </p:txEl>
                                          </p:spTgt>
                                        </p:tgtEl>
                                        <p:attrNameLst>
                                          <p:attrName>style.visibility</p:attrName>
                                        </p:attrNameLst>
                                      </p:cBhvr>
                                      <p:to>
                                        <p:strVal val="visible"/>
                                      </p:to>
                                    </p:set>
                                  </p:childTnLst>
                                </p:cTn>
                              </p:par>
                            </p:childTnLst>
                          </p:cTn>
                        </p:par>
                        <p:par>
                          <p:cTn id="93" fill="hold">
                            <p:stCondLst>
                              <p:cond delay="250"/>
                            </p:stCondLst>
                            <p:childTnLst>
                              <p:par>
                                <p:cTn id="94" presetID="1" presetClass="entr" presetSubtype="0" fill="hold" grpId="0" nodeType="afterEffect">
                                  <p:stCondLst>
                                    <p:cond delay="250"/>
                                  </p:stCondLst>
                                  <p:childTnLst>
                                    <p:set>
                                      <p:cBhvr>
                                        <p:cTn id="95"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51">
                                            <p:txEl>
                                              <p:pRg st="0" end="0"/>
                                            </p:txEl>
                                          </p:spTgt>
                                        </p:tgtEl>
                                        <p:attrNameLst>
                                          <p:attrName>style.visibility</p:attrName>
                                        </p:attrNameLst>
                                      </p:cBhvr>
                                      <p:to>
                                        <p:strVal val="visible"/>
                                      </p:to>
                                    </p:set>
                                  </p:childTnLst>
                                </p:cTn>
                              </p:par>
                            </p:childTnLst>
                          </p:cTn>
                        </p:par>
                        <p:par>
                          <p:cTn id="100" fill="hold">
                            <p:stCondLst>
                              <p:cond delay="0"/>
                            </p:stCondLst>
                            <p:childTnLst>
                              <p:par>
                                <p:cTn id="101" presetID="1" presetClass="entr" presetSubtype="0" fill="hold" grpId="0" nodeType="afterEffect">
                                  <p:stCondLst>
                                    <p:cond delay="250"/>
                                  </p:stCondLst>
                                  <p:childTnLst>
                                    <p:set>
                                      <p:cBhvr>
                                        <p:cTn id="102" dur="1" fill="hold">
                                          <p:stCondLst>
                                            <p:cond delay="0"/>
                                          </p:stCondLst>
                                        </p:cTn>
                                        <p:tgtEl>
                                          <p:spTgt spid="52">
                                            <p:txEl>
                                              <p:pRg st="0" end="0"/>
                                            </p:txEl>
                                          </p:spTgt>
                                        </p:tgtEl>
                                        <p:attrNameLst>
                                          <p:attrName>style.visibility</p:attrName>
                                        </p:attrNameLst>
                                      </p:cBhvr>
                                      <p:to>
                                        <p:strVal val="visible"/>
                                      </p:to>
                                    </p:set>
                                  </p:childTnLst>
                                </p:cTn>
                              </p:par>
                            </p:childTnLst>
                          </p:cTn>
                        </p:par>
                        <p:par>
                          <p:cTn id="103" fill="hold">
                            <p:stCondLst>
                              <p:cond delay="250"/>
                            </p:stCondLst>
                            <p:childTnLst>
                              <p:par>
                                <p:cTn id="104" presetID="1" presetClass="entr" presetSubtype="0" fill="hold" grpId="0" nodeType="afterEffect">
                                  <p:stCondLst>
                                    <p:cond delay="250"/>
                                  </p:stCondLst>
                                  <p:childTnLst>
                                    <p:set>
                                      <p:cBhvr>
                                        <p:cTn id="105" dur="1" fill="hold">
                                          <p:stCondLst>
                                            <p:cond delay="0"/>
                                          </p:stCondLst>
                                        </p:cTn>
                                        <p:tgtEl>
                                          <p:spTgt spid="53">
                                            <p:txEl>
                                              <p:pRg st="0" end="0"/>
                                            </p:txEl>
                                          </p:spTgt>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26">
                                            <p:txEl>
                                              <p:pRg st="0" end="0"/>
                                            </p:txEl>
                                          </p:spTgt>
                                        </p:tgtEl>
                                        <p:attrNameLst>
                                          <p:attrName>style.visibility</p:attrName>
                                        </p:attrNameLst>
                                      </p:cBhvr>
                                      <p:to>
                                        <p:strVal val="visible"/>
                                      </p:to>
                                    </p:set>
                                  </p:childTnLst>
                                </p:cTn>
                              </p:par>
                            </p:childTnLst>
                          </p:cTn>
                        </p:par>
                        <p:par>
                          <p:cTn id="110" fill="hold">
                            <p:stCondLst>
                              <p:cond delay="0"/>
                            </p:stCondLst>
                            <p:childTnLst>
                              <p:par>
                                <p:cTn id="111" presetID="1" presetClass="entr" presetSubtype="0" fill="hold" grpId="0" nodeType="afterEffect">
                                  <p:stCondLst>
                                    <p:cond delay="250"/>
                                  </p:stCondLst>
                                  <p:childTnLst>
                                    <p:set>
                                      <p:cBhvr>
                                        <p:cTn id="112" dur="1" fill="hold">
                                          <p:stCondLst>
                                            <p:cond delay="0"/>
                                          </p:stCondLst>
                                        </p:cTn>
                                        <p:tgtEl>
                                          <p:spTgt spid="27">
                                            <p:txEl>
                                              <p:pRg st="0" end="0"/>
                                            </p:txEl>
                                          </p:spTgt>
                                        </p:tgtEl>
                                        <p:attrNameLst>
                                          <p:attrName>style.visibility</p:attrName>
                                        </p:attrNameLst>
                                      </p:cBhvr>
                                      <p:to>
                                        <p:strVal val="visible"/>
                                      </p:to>
                                    </p:set>
                                  </p:childTnLst>
                                </p:cTn>
                              </p:par>
                            </p:childTnLst>
                          </p:cTn>
                        </p:par>
                        <p:par>
                          <p:cTn id="113" fill="hold">
                            <p:stCondLst>
                              <p:cond delay="250"/>
                            </p:stCondLst>
                            <p:childTnLst>
                              <p:par>
                                <p:cTn id="114" presetID="1" presetClass="entr" presetSubtype="0" fill="hold" grpId="0" nodeType="afterEffect">
                                  <p:stCondLst>
                                    <p:cond delay="250"/>
                                  </p:stCondLst>
                                  <p:childTnLst>
                                    <p:set>
                                      <p:cBhvr>
                                        <p:cTn id="115" dur="1" fill="hold">
                                          <p:stCondLst>
                                            <p:cond delay="0"/>
                                          </p:stCondLst>
                                        </p:cTn>
                                        <p:tgtEl>
                                          <p:spTgt spid="43">
                                            <p:txEl>
                                              <p:pRg st="0" end="0"/>
                                            </p:txEl>
                                          </p:spTgt>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44">
                                            <p:txEl>
                                              <p:pRg st="0" end="0"/>
                                            </p:txEl>
                                          </p:spTgt>
                                        </p:tgtEl>
                                        <p:attrNameLst>
                                          <p:attrName>style.visibility</p:attrName>
                                        </p:attrNameLst>
                                      </p:cBhvr>
                                      <p:to>
                                        <p:strVal val="visible"/>
                                      </p:to>
                                    </p:set>
                                  </p:childTnLst>
                                </p:cTn>
                              </p:par>
                            </p:childTnLst>
                          </p:cTn>
                        </p:par>
                        <p:par>
                          <p:cTn id="120" fill="hold">
                            <p:stCondLst>
                              <p:cond delay="0"/>
                            </p:stCondLst>
                            <p:childTnLst>
                              <p:par>
                                <p:cTn id="121" presetID="1" presetClass="entr" presetSubtype="0" fill="hold" grpId="0" nodeType="afterEffect">
                                  <p:stCondLst>
                                    <p:cond delay="250"/>
                                  </p:stCondLst>
                                  <p:childTnLst>
                                    <p:set>
                                      <p:cBhvr>
                                        <p:cTn id="122" dur="1" fill="hold">
                                          <p:stCondLst>
                                            <p:cond delay="0"/>
                                          </p:stCondLst>
                                        </p:cTn>
                                        <p:tgtEl>
                                          <p:spTgt spid="45">
                                            <p:txEl>
                                              <p:pRg st="0" end="0"/>
                                            </p:txEl>
                                          </p:spTgt>
                                        </p:tgtEl>
                                        <p:attrNameLst>
                                          <p:attrName>style.visibility</p:attrName>
                                        </p:attrNameLst>
                                      </p:cBhvr>
                                      <p:to>
                                        <p:strVal val="visible"/>
                                      </p:to>
                                    </p:set>
                                  </p:childTnLst>
                                </p:cTn>
                              </p:par>
                            </p:childTnLst>
                          </p:cTn>
                        </p:par>
                        <p:par>
                          <p:cTn id="123" fill="hold">
                            <p:stCondLst>
                              <p:cond delay="250"/>
                            </p:stCondLst>
                            <p:childTnLst>
                              <p:par>
                                <p:cTn id="124" presetID="1" presetClass="entr" presetSubtype="0" fill="hold" grpId="0" nodeType="afterEffect">
                                  <p:stCondLst>
                                    <p:cond delay="250"/>
                                  </p:stCondLst>
                                  <p:childTnLst>
                                    <p:set>
                                      <p:cBhvr>
                                        <p:cTn id="125" dur="1" fill="hold">
                                          <p:stCondLst>
                                            <p:cond delay="0"/>
                                          </p:stCondLst>
                                        </p:cTn>
                                        <p:tgtEl>
                                          <p:spTgt spid="5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P spid="5" grpId="0" build="p"/>
      <p:bldP spid="50" grpId="0" animBg="1"/>
      <p:bldP spid="28" grpId="0" build="p"/>
      <p:bldP spid="29" grpId="0" build="p"/>
      <p:bldP spid="30" grpId="0" build="p"/>
      <p:bldP spid="31" grpId="0" build="p"/>
      <p:bldP spid="32" grpId="0" build="p"/>
      <p:bldP spid="33" grpId="0" build="p"/>
      <p:bldP spid="37" grpId="0" build="p"/>
      <p:bldP spid="38" grpId="0" build="p"/>
      <p:bldP spid="39" grpId="0" build="p"/>
      <p:bldP spid="40" grpId="0" build="p"/>
      <p:bldP spid="41" grpId="0" build="p"/>
      <p:bldP spid="42" grpId="0" build="p"/>
      <p:bldP spid="34" grpId="0" build="p"/>
      <p:bldP spid="35" grpId="0" build="p"/>
      <p:bldP spid="36" grpId="0" build="p"/>
      <p:bldP spid="49" grpId="0" build="p"/>
      <p:bldP spid="24" grpId="0" build="p"/>
      <p:bldP spid="25" grpId="0" build="p"/>
      <p:bldP spid="26" grpId="0" build="p"/>
      <p:bldP spid="27" grpId="0" build="p"/>
      <p:bldP spid="43" grpId="0" build="p"/>
      <p:bldP spid="44" grpId="0" build="p"/>
      <p:bldP spid="45" grpId="0" build="p"/>
      <p:bldP spid="46" grpId="0" build="p"/>
      <p:bldP spid="47" grpId="0" build="p"/>
      <p:bldP spid="48" grpId="0" build="p"/>
      <p:bldP spid="51" grpId="0" build="p"/>
      <p:bldP spid="52" grpId="0" build="p"/>
      <p:bldP spid="53" grpId="0" build="p"/>
      <p:bldP spid="54" grpId="0" build="p"/>
      <p:bldP spid="56" grpId="0"/>
      <p:bldP spid="5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40"/>
                <a:ext cx="11929645" cy="2978946"/>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spcBef>
                    <a:spcPts val="7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dirty="0"/>
                  <a:t>Consider the experiment of rolling an </a:t>
                </a:r>
                <a:r>
                  <a:rPr lang="en-IN" dirty="0"/>
                  <a:t>unbiased</a:t>
                </a:r>
                <a:r>
                  <a:rPr lang="en-GB" dirty="0"/>
                  <a:t> die. Write each event defined below and determine its type (impossible, sure, simple, or compound):</a:t>
                </a:r>
              </a:p>
              <a:p>
                <a:pPr>
                  <a:tabLst>
                    <a:tab pos="1166813" algn="l"/>
                    <a:tab pos="1339850" algn="l"/>
                  </a:tabLst>
                </a:pPr>
                <a:r>
                  <a:rPr lang="en-GB" dirty="0"/>
                  <a:t>Event </a:t>
                </a:r>
                <a14:m>
                  <m:oMath xmlns:m="http://schemas.openxmlformats.org/officeDocument/2006/math">
                    <m:r>
                      <m:rPr>
                        <m:sty m:val="p"/>
                      </m:rPr>
                      <a:rPr lang="en-GB" dirty="0">
                        <a:latin typeface="Cambria Math" panose="02040503050406030204" pitchFamily="18" charset="0"/>
                      </a:rPr>
                      <m:t>E</m:t>
                    </m:r>
                  </m:oMath>
                </a14:m>
                <a:r>
                  <a:rPr lang="en-GB" dirty="0"/>
                  <a:t>	:	The die shows a </a:t>
                </a:r>
                <a14:m>
                  <m:oMath xmlns:m="http://schemas.openxmlformats.org/officeDocument/2006/math">
                    <m:r>
                      <a:rPr lang="en-GB" i="1" dirty="0" smtClean="0">
                        <a:latin typeface="Cambria Math" panose="02040503050406030204" pitchFamily="18" charset="0"/>
                      </a:rPr>
                      <m:t>4</m:t>
                    </m:r>
                  </m:oMath>
                </a14:m>
                <a:r>
                  <a:rPr lang="en-GB" dirty="0"/>
                  <a:t>.</a:t>
                </a:r>
              </a:p>
              <a:p>
                <a:pPr>
                  <a:tabLst>
                    <a:tab pos="1166813" algn="l"/>
                    <a:tab pos="1339850" algn="l"/>
                  </a:tabLst>
                </a:pPr>
                <a:r>
                  <a:rPr lang="en-GB" dirty="0"/>
                  <a:t>Event </a:t>
                </a:r>
                <a14:m>
                  <m:oMath xmlns:m="http://schemas.openxmlformats.org/officeDocument/2006/math">
                    <m:r>
                      <m:rPr>
                        <m:sty m:val="p"/>
                      </m:rPr>
                      <a:rPr lang="en-GB" dirty="0">
                        <a:latin typeface="Cambria Math" panose="02040503050406030204" pitchFamily="18" charset="0"/>
                      </a:rPr>
                      <m:t>F</m:t>
                    </m:r>
                  </m:oMath>
                </a14:m>
                <a:r>
                  <a:rPr lang="en-GB" dirty="0"/>
                  <a:t>	:	The die shows an even number.</a:t>
                </a:r>
              </a:p>
              <a:p>
                <a:pPr>
                  <a:tabLst>
                    <a:tab pos="1166813" algn="l"/>
                    <a:tab pos="1339850" algn="l"/>
                  </a:tabLst>
                </a:pPr>
                <a:r>
                  <a:rPr lang="en-GB" dirty="0"/>
                  <a:t>Event </a:t>
                </a:r>
                <a14:m>
                  <m:oMath xmlns:m="http://schemas.openxmlformats.org/officeDocument/2006/math">
                    <m:r>
                      <m:rPr>
                        <m:sty m:val="p"/>
                      </m:rPr>
                      <a:rPr lang="en-GB" dirty="0">
                        <a:latin typeface="Cambria Math" panose="02040503050406030204" pitchFamily="18" charset="0"/>
                      </a:rPr>
                      <m:t>G</m:t>
                    </m:r>
                  </m:oMath>
                </a14:m>
                <a:r>
                  <a:rPr lang="en-GB" dirty="0"/>
                  <a:t>	:	The die shows a number greater than </a:t>
                </a:r>
                <a14:m>
                  <m:oMath xmlns:m="http://schemas.openxmlformats.org/officeDocument/2006/math">
                    <m:r>
                      <a:rPr lang="en-GB" i="1" dirty="0" smtClean="0">
                        <a:latin typeface="Cambria Math" panose="02040503050406030204" pitchFamily="18" charset="0"/>
                      </a:rPr>
                      <m:t>7</m:t>
                    </m:r>
                  </m:oMath>
                </a14:m>
                <a:r>
                  <a:rPr lang="en-GB" dirty="0"/>
                  <a:t>.</a:t>
                </a:r>
              </a:p>
              <a:p>
                <a:pPr>
                  <a:tabLst>
                    <a:tab pos="1166813" algn="l"/>
                    <a:tab pos="1339850" algn="l"/>
                  </a:tabLst>
                </a:pPr>
                <a:r>
                  <a:rPr lang="en-GB" dirty="0"/>
                  <a:t>Event </a:t>
                </a:r>
                <a14:m>
                  <m:oMath xmlns:m="http://schemas.openxmlformats.org/officeDocument/2006/math">
                    <m:r>
                      <m:rPr>
                        <m:sty m:val="p"/>
                      </m:rPr>
                      <a:rPr lang="en-GB" dirty="0">
                        <a:latin typeface="Cambria Math" panose="02040503050406030204" pitchFamily="18" charset="0"/>
                      </a:rPr>
                      <m:t>H</m:t>
                    </m:r>
                  </m:oMath>
                </a14:m>
                <a:r>
                  <a:rPr lang="en-GB" dirty="0"/>
                  <a:t>	:	The die shows a number less than or equal to </a:t>
                </a:r>
                <a14:m>
                  <m:oMath xmlns:m="http://schemas.openxmlformats.org/officeDocument/2006/math">
                    <m:r>
                      <a:rPr lang="en-GB" i="1" dirty="0" smtClean="0">
                        <a:latin typeface="Cambria Math" panose="02040503050406030204" pitchFamily="18" charset="0"/>
                      </a:rPr>
                      <m:t>6</m:t>
                    </m:r>
                  </m:oMath>
                </a14:m>
                <a:r>
                  <a:rPr lang="en-GB" dirty="0"/>
                  <a:t>.</a:t>
                </a:r>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40"/>
                <a:ext cx="11929645" cy="2978946"/>
              </a:xfrm>
              <a:prstGeom prst="rect">
                <a:avLst/>
              </a:prstGeom>
              <a:blipFill>
                <a:blip r:embed="rId3"/>
                <a:stretch>
                  <a:fillRect l="-1074" t="-2249" r="-1074" b="-6339"/>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2.1 ⇝ Example 5</a:t>
            </a:r>
            <a:endParaRPr lang="en-US" dirty="0"/>
          </a:p>
        </p:txBody>
      </p:sp>
      <p:sp>
        <p:nvSpPr>
          <p:cNvPr id="4" name="Content Placeholder 2"/>
          <p:cNvSpPr txBox="1">
            <a:spLocks/>
          </p:cNvSpPr>
          <p:nvPr/>
        </p:nvSpPr>
        <p:spPr>
          <a:xfrm>
            <a:off x="131178" y="3997337"/>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52860FE-7852-4914-973D-C1C837EC203F}"/>
                  </a:ext>
                </a:extLst>
              </p:cNvPr>
              <p:cNvSpPr txBox="1"/>
              <p:nvPr/>
            </p:nvSpPr>
            <p:spPr>
              <a:xfrm>
                <a:off x="1594218" y="4523159"/>
                <a:ext cx="867836"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i="0" smtClean="0">
                          <a:latin typeface="Cambria Math" panose="02040503050406030204" pitchFamily="18" charset="0"/>
                        </a:rPr>
                        <m:t>E</m:t>
                      </m:r>
                      <m:r>
                        <a:rPr lang="en-US" b="0" i="0">
                          <a:latin typeface="Cambria Math" panose="02040503050406030204" pitchFamily="18" charset="0"/>
                        </a:rPr>
                        <m:t>=</m:t>
                      </m:r>
                    </m:oMath>
                  </m:oMathPara>
                </a14:m>
                <a:endParaRPr lang="en-IN" dirty="0"/>
              </a:p>
            </p:txBody>
          </p:sp>
        </mc:Choice>
        <mc:Fallback xmlns="">
          <p:sp>
            <p:nvSpPr>
              <p:cNvPr id="23" name="TextBox 22">
                <a:extLst>
                  <a:ext uri="{FF2B5EF4-FFF2-40B4-BE49-F238E27FC236}">
                    <a16:creationId xmlns:a16="http://schemas.microsoft.com/office/drawing/2014/main" id="{552860FE-7852-4914-973D-C1C837EC203F}"/>
                  </a:ext>
                </a:extLst>
              </p:cNvPr>
              <p:cNvSpPr txBox="1">
                <a:spLocks noRot="1" noChangeAspect="1" noMove="1" noResize="1" noEditPoints="1" noAdjustHandles="1" noChangeArrowheads="1" noChangeShapeType="1" noTextEdit="1"/>
              </p:cNvSpPr>
              <p:nvPr/>
            </p:nvSpPr>
            <p:spPr>
              <a:xfrm>
                <a:off x="1594218" y="4523159"/>
                <a:ext cx="867836"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C52E7DC-7F9D-4C34-8328-5E77FF5DADC7}"/>
                  </a:ext>
                </a:extLst>
              </p:cNvPr>
              <p:cNvSpPr txBox="1"/>
              <p:nvPr/>
            </p:nvSpPr>
            <p:spPr>
              <a:xfrm>
                <a:off x="1594218" y="5048981"/>
                <a:ext cx="867836"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i="0" smtClean="0">
                          <a:latin typeface="Cambria Math" panose="02040503050406030204" pitchFamily="18" charset="0"/>
                        </a:rPr>
                        <m:t>F</m:t>
                      </m:r>
                      <m:r>
                        <a:rPr lang="en-IN" i="0" smtClean="0">
                          <a:latin typeface="Cambria Math" panose="02040503050406030204" pitchFamily="18" charset="0"/>
                        </a:rPr>
                        <m:t>=</m:t>
                      </m:r>
                    </m:oMath>
                  </m:oMathPara>
                </a14:m>
                <a:endParaRPr lang="en-IN" dirty="0"/>
              </a:p>
            </p:txBody>
          </p:sp>
        </mc:Choice>
        <mc:Fallback xmlns="">
          <p:sp>
            <p:nvSpPr>
              <p:cNvPr id="24" name="TextBox 23">
                <a:extLst>
                  <a:ext uri="{FF2B5EF4-FFF2-40B4-BE49-F238E27FC236}">
                    <a16:creationId xmlns:a16="http://schemas.microsoft.com/office/drawing/2014/main" id="{BC52E7DC-7F9D-4C34-8328-5E77FF5DADC7}"/>
                  </a:ext>
                </a:extLst>
              </p:cNvPr>
              <p:cNvSpPr txBox="1">
                <a:spLocks noRot="1" noChangeAspect="1" noMove="1" noResize="1" noEditPoints="1" noAdjustHandles="1" noChangeArrowheads="1" noChangeShapeType="1" noTextEdit="1"/>
              </p:cNvSpPr>
              <p:nvPr/>
            </p:nvSpPr>
            <p:spPr>
              <a:xfrm>
                <a:off x="1594218" y="5048981"/>
                <a:ext cx="867836"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4202F8D-62DF-44CE-BBB3-97801EB1D262}"/>
                  </a:ext>
                </a:extLst>
              </p:cNvPr>
              <p:cNvSpPr txBox="1"/>
              <p:nvPr/>
            </p:nvSpPr>
            <p:spPr>
              <a:xfrm>
                <a:off x="1594218" y="5574803"/>
                <a:ext cx="867836"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US" b="0" i="0">
                          <a:latin typeface="Cambria Math" panose="02040503050406030204" pitchFamily="18" charset="0"/>
                        </a:rPr>
                        <m:t>G</m:t>
                      </m:r>
                      <m:r>
                        <a:rPr lang="en-US" b="0" i="0">
                          <a:latin typeface="Cambria Math" panose="02040503050406030204" pitchFamily="18" charset="0"/>
                        </a:rPr>
                        <m:t>=</m:t>
                      </m:r>
                    </m:oMath>
                  </m:oMathPara>
                </a14:m>
                <a:endParaRPr lang="en-IN" dirty="0"/>
              </a:p>
            </p:txBody>
          </p:sp>
        </mc:Choice>
        <mc:Fallback xmlns="">
          <p:sp>
            <p:nvSpPr>
              <p:cNvPr id="25" name="TextBox 24">
                <a:extLst>
                  <a:ext uri="{FF2B5EF4-FFF2-40B4-BE49-F238E27FC236}">
                    <a16:creationId xmlns:a16="http://schemas.microsoft.com/office/drawing/2014/main" id="{04202F8D-62DF-44CE-BBB3-97801EB1D262}"/>
                  </a:ext>
                </a:extLst>
              </p:cNvPr>
              <p:cNvSpPr txBox="1">
                <a:spLocks noRot="1" noChangeAspect="1" noMove="1" noResize="1" noEditPoints="1" noAdjustHandles="1" noChangeArrowheads="1" noChangeShapeType="1" noTextEdit="1"/>
              </p:cNvSpPr>
              <p:nvPr/>
            </p:nvSpPr>
            <p:spPr>
              <a:xfrm>
                <a:off x="1594218" y="5574803"/>
                <a:ext cx="867836"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FF36962C-D1EC-462B-BE48-8F945CF75735}"/>
                  </a:ext>
                </a:extLst>
              </p:cNvPr>
              <p:cNvSpPr txBox="1"/>
              <p:nvPr/>
            </p:nvSpPr>
            <p:spPr>
              <a:xfrm>
                <a:off x="1594219" y="6100627"/>
                <a:ext cx="867836"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US" b="0" i="0">
                          <a:latin typeface="Cambria Math" panose="02040503050406030204" pitchFamily="18" charset="0"/>
                        </a:rPr>
                        <m:t>H</m:t>
                      </m:r>
                      <m:r>
                        <a:rPr lang="en-US" b="0" i="0">
                          <a:latin typeface="Cambria Math" panose="02040503050406030204" pitchFamily="18" charset="0"/>
                        </a:rPr>
                        <m:t>=</m:t>
                      </m:r>
                    </m:oMath>
                  </m:oMathPara>
                </a14:m>
                <a:endParaRPr lang="en-IN" dirty="0"/>
              </a:p>
            </p:txBody>
          </p:sp>
        </mc:Choice>
        <mc:Fallback xmlns="">
          <p:sp>
            <p:nvSpPr>
              <p:cNvPr id="27" name="TextBox 26">
                <a:extLst>
                  <a:ext uri="{FF2B5EF4-FFF2-40B4-BE49-F238E27FC236}">
                    <a16:creationId xmlns:a16="http://schemas.microsoft.com/office/drawing/2014/main" id="{FF36962C-D1EC-462B-BE48-8F945CF75735}"/>
                  </a:ext>
                </a:extLst>
              </p:cNvPr>
              <p:cNvSpPr txBox="1">
                <a:spLocks noRot="1" noChangeAspect="1" noMove="1" noResize="1" noEditPoints="1" noAdjustHandles="1" noChangeArrowheads="1" noChangeShapeType="1" noTextEdit="1"/>
              </p:cNvSpPr>
              <p:nvPr/>
            </p:nvSpPr>
            <p:spPr>
              <a:xfrm>
                <a:off x="1594219" y="6100627"/>
                <a:ext cx="867836" cy="523220"/>
              </a:xfrm>
              <a:prstGeom prst="rect">
                <a:avLst/>
              </a:prstGeom>
              <a:blipFill>
                <a:blip r:embed="rId13"/>
                <a:stretch>
                  <a:fillRect/>
                </a:stretch>
              </a:blipFill>
            </p:spPr>
            <p:txBody>
              <a:bodyPr/>
              <a:lstStyle/>
              <a:p>
                <a:r>
                  <a:rPr lang="en-IN">
                    <a:noFill/>
                  </a:rPr>
                  <a:t> </a:t>
                </a:r>
              </a:p>
            </p:txBody>
          </p:sp>
        </mc:Fallback>
      </mc:AlternateContent>
      <p:sp>
        <p:nvSpPr>
          <p:cNvPr id="9" name="TextBox 8">
            <a:extLst>
              <a:ext uri="{FF2B5EF4-FFF2-40B4-BE49-F238E27FC236}">
                <a16:creationId xmlns:a16="http://schemas.microsoft.com/office/drawing/2014/main" id="{37734804-1008-4D21-89D6-688BF17C4186}"/>
              </a:ext>
            </a:extLst>
          </p:cNvPr>
          <p:cNvSpPr txBox="1"/>
          <p:nvPr/>
        </p:nvSpPr>
        <p:spPr>
          <a:xfrm>
            <a:off x="6167969" y="4522292"/>
            <a:ext cx="2247718"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i="0" dirty="0">
                <a:latin typeface="+mj-lt"/>
              </a:rPr>
              <a:t>Simple event</a:t>
            </a:r>
            <a:endParaRPr lang="en-IN" dirty="0"/>
          </a:p>
        </p:txBody>
      </p:sp>
      <p:sp>
        <p:nvSpPr>
          <p:cNvPr id="10" name="TextBox 9">
            <a:extLst>
              <a:ext uri="{FF2B5EF4-FFF2-40B4-BE49-F238E27FC236}">
                <a16:creationId xmlns:a16="http://schemas.microsoft.com/office/drawing/2014/main" id="{8399C06A-C22D-472D-9EFE-AE85B705A5E9}"/>
              </a:ext>
            </a:extLst>
          </p:cNvPr>
          <p:cNvSpPr txBox="1"/>
          <p:nvPr/>
        </p:nvSpPr>
        <p:spPr>
          <a:xfrm>
            <a:off x="6167969" y="5048405"/>
            <a:ext cx="280652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latin typeface="+mj-lt"/>
              </a:rPr>
              <a:t>Compound  </a:t>
            </a:r>
            <a:r>
              <a:rPr lang="en-US" i="0" dirty="0">
                <a:latin typeface="+mj-lt"/>
              </a:rPr>
              <a:t>event</a:t>
            </a:r>
            <a:endParaRPr lang="en-IN" dirty="0"/>
          </a:p>
        </p:txBody>
      </p:sp>
      <p:sp>
        <p:nvSpPr>
          <p:cNvPr id="11" name="TextBox 10">
            <a:extLst>
              <a:ext uri="{FF2B5EF4-FFF2-40B4-BE49-F238E27FC236}">
                <a16:creationId xmlns:a16="http://schemas.microsoft.com/office/drawing/2014/main" id="{8521F733-BB06-4344-BFF7-F4DDC61FDFAE}"/>
              </a:ext>
            </a:extLst>
          </p:cNvPr>
          <p:cNvSpPr txBox="1"/>
          <p:nvPr/>
        </p:nvSpPr>
        <p:spPr>
          <a:xfrm>
            <a:off x="6167969" y="5571625"/>
            <a:ext cx="280652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latin typeface="+mj-lt"/>
              </a:rPr>
              <a:t>Impossible  </a:t>
            </a:r>
            <a:r>
              <a:rPr lang="en-US" i="0" dirty="0">
                <a:latin typeface="+mj-lt"/>
              </a:rPr>
              <a:t>event</a:t>
            </a:r>
            <a:endParaRPr lang="en-IN" dirty="0"/>
          </a:p>
        </p:txBody>
      </p:sp>
      <p:sp>
        <p:nvSpPr>
          <p:cNvPr id="12" name="TextBox 11">
            <a:extLst>
              <a:ext uri="{FF2B5EF4-FFF2-40B4-BE49-F238E27FC236}">
                <a16:creationId xmlns:a16="http://schemas.microsoft.com/office/drawing/2014/main" id="{6BEAD84F-6282-4B96-8123-F93846182B22}"/>
              </a:ext>
            </a:extLst>
          </p:cNvPr>
          <p:cNvSpPr txBox="1"/>
          <p:nvPr/>
        </p:nvSpPr>
        <p:spPr>
          <a:xfrm>
            <a:off x="6167969" y="6100627"/>
            <a:ext cx="2247718"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latin typeface="+mj-lt"/>
              </a:rPr>
              <a:t>Sure  </a:t>
            </a:r>
            <a:r>
              <a:rPr lang="en-US" i="0" dirty="0">
                <a:latin typeface="+mj-lt"/>
              </a:rPr>
              <a:t>event</a:t>
            </a:r>
            <a:endParaRPr lang="en-IN"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7BEC1D0-7991-43F9-A931-2753CF8B041C}"/>
                  </a:ext>
                </a:extLst>
              </p:cNvPr>
              <p:cNvSpPr txBox="1"/>
              <p:nvPr/>
            </p:nvSpPr>
            <p:spPr>
              <a:xfrm>
                <a:off x="1594218" y="3997337"/>
                <a:ext cx="3705915"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smtClean="0">
                          <a:latin typeface="Cambria Math" panose="02040503050406030204" pitchFamily="18" charset="0"/>
                        </a:rPr>
                        <m:t>S</m:t>
                      </m:r>
                      <m:r>
                        <a:rPr lang="en-US" b="0" i="0">
                          <a:latin typeface="Cambria Math" panose="02040503050406030204" pitchFamily="18" charset="0"/>
                        </a:rPr>
                        <m:t>=</m:t>
                      </m:r>
                      <m:d>
                        <m:dPr>
                          <m:begChr m:val="{"/>
                          <m:endChr m:val="}"/>
                          <m:ctrlPr>
                            <a:rPr lang="en-IN" i="1">
                              <a:latin typeface="Cambria Math" panose="02040503050406030204" pitchFamily="18" charset="0"/>
                            </a:rPr>
                          </m:ctrlPr>
                        </m:dPr>
                        <m:e>
                          <m:r>
                            <a:rPr lang="en-US" b="0" i="0">
                              <a:latin typeface="Cambria Math" panose="02040503050406030204" pitchFamily="18" charset="0"/>
                            </a:rPr>
                            <m:t> 1</m:t>
                          </m:r>
                          <m:r>
                            <a:rPr lang="en-GB" i="0">
                              <a:latin typeface="Cambria Math" panose="02040503050406030204" pitchFamily="18" charset="0"/>
                            </a:rPr>
                            <m:t>, </m:t>
                          </m:r>
                          <m:r>
                            <a:rPr lang="en-US" b="0" i="0">
                              <a:latin typeface="Cambria Math" panose="02040503050406030204" pitchFamily="18" charset="0"/>
                            </a:rPr>
                            <m:t>2</m:t>
                          </m:r>
                          <m:r>
                            <a:rPr lang="en-GB" i="0">
                              <a:latin typeface="Cambria Math" panose="02040503050406030204" pitchFamily="18" charset="0"/>
                            </a:rPr>
                            <m:t>, </m:t>
                          </m:r>
                          <m:r>
                            <a:rPr lang="en-US" b="0" i="0">
                              <a:latin typeface="Cambria Math" panose="02040503050406030204" pitchFamily="18" charset="0"/>
                            </a:rPr>
                            <m:t>3</m:t>
                          </m:r>
                          <m:r>
                            <a:rPr lang="en-GB" i="0">
                              <a:latin typeface="Cambria Math" panose="02040503050406030204" pitchFamily="18" charset="0"/>
                            </a:rPr>
                            <m:t>, </m:t>
                          </m:r>
                          <m:r>
                            <a:rPr lang="en-US" b="0" i="0">
                              <a:latin typeface="Cambria Math" panose="02040503050406030204" pitchFamily="18" charset="0"/>
                            </a:rPr>
                            <m:t>4</m:t>
                          </m:r>
                          <m:r>
                            <a:rPr lang="en-GB" i="0">
                              <a:latin typeface="Cambria Math" panose="02040503050406030204" pitchFamily="18" charset="0"/>
                            </a:rPr>
                            <m:t>, </m:t>
                          </m:r>
                          <m:r>
                            <a:rPr lang="en-US" b="0" i="0">
                              <a:latin typeface="Cambria Math" panose="02040503050406030204" pitchFamily="18" charset="0"/>
                            </a:rPr>
                            <m:t>5</m:t>
                          </m:r>
                          <m:r>
                            <a:rPr lang="en-GB" i="0">
                              <a:latin typeface="Cambria Math" panose="02040503050406030204" pitchFamily="18" charset="0"/>
                            </a:rPr>
                            <m:t>, </m:t>
                          </m:r>
                          <m:r>
                            <a:rPr lang="en-US" b="0" i="0">
                              <a:latin typeface="Cambria Math" panose="02040503050406030204" pitchFamily="18" charset="0"/>
                            </a:rPr>
                            <m:t>6 </m:t>
                          </m:r>
                        </m:e>
                      </m:d>
                    </m:oMath>
                  </m:oMathPara>
                </a14:m>
                <a:endParaRPr lang="en-IN" dirty="0"/>
              </a:p>
            </p:txBody>
          </p:sp>
        </mc:Choice>
        <mc:Fallback xmlns="">
          <p:sp>
            <p:nvSpPr>
              <p:cNvPr id="13" name="TextBox 12">
                <a:extLst>
                  <a:ext uri="{FF2B5EF4-FFF2-40B4-BE49-F238E27FC236}">
                    <a16:creationId xmlns:a16="http://schemas.microsoft.com/office/drawing/2014/main" id="{77BEC1D0-7991-43F9-A931-2753CF8B041C}"/>
                  </a:ext>
                </a:extLst>
              </p:cNvPr>
              <p:cNvSpPr txBox="1">
                <a:spLocks noRot="1" noChangeAspect="1" noMove="1" noResize="1" noEditPoints="1" noAdjustHandles="1" noChangeArrowheads="1" noChangeShapeType="1" noTextEdit="1"/>
              </p:cNvSpPr>
              <p:nvPr/>
            </p:nvSpPr>
            <p:spPr>
              <a:xfrm>
                <a:off x="1594218" y="3997337"/>
                <a:ext cx="3705915"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668DAE1-876C-4B39-A0B6-A27BBD280B30}"/>
                  </a:ext>
                </a:extLst>
              </p:cNvPr>
              <p:cNvSpPr txBox="1"/>
              <p:nvPr/>
            </p:nvSpPr>
            <p:spPr>
              <a:xfrm>
                <a:off x="5116175" y="6100627"/>
                <a:ext cx="755458"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US" b="0" i="0" smtClean="0">
                          <a:latin typeface="Cambria Math" panose="02040503050406030204" pitchFamily="18" charset="0"/>
                        </a:rPr>
                        <m:t>=</m:t>
                      </m:r>
                      <m:r>
                        <m:rPr>
                          <m:sty m:val="p"/>
                        </m:rPr>
                        <a:rPr lang="en-IN" i="0" smtClean="0">
                          <a:latin typeface="Cambria Math" panose="02040503050406030204" pitchFamily="18" charset="0"/>
                        </a:rPr>
                        <m:t>S</m:t>
                      </m:r>
                    </m:oMath>
                  </m:oMathPara>
                </a14:m>
                <a:endParaRPr lang="en-IN" dirty="0"/>
              </a:p>
            </p:txBody>
          </p:sp>
        </mc:Choice>
        <mc:Fallback xmlns="">
          <p:sp>
            <p:nvSpPr>
              <p:cNvPr id="14" name="TextBox 13">
                <a:extLst>
                  <a:ext uri="{FF2B5EF4-FFF2-40B4-BE49-F238E27FC236}">
                    <a16:creationId xmlns:a16="http://schemas.microsoft.com/office/drawing/2014/main" id="{5668DAE1-876C-4B39-A0B6-A27BBD280B30}"/>
                  </a:ext>
                </a:extLst>
              </p:cNvPr>
              <p:cNvSpPr txBox="1">
                <a:spLocks noRot="1" noChangeAspect="1" noMove="1" noResize="1" noEditPoints="1" noAdjustHandles="1" noChangeArrowheads="1" noChangeShapeType="1" noTextEdit="1"/>
              </p:cNvSpPr>
              <p:nvPr/>
            </p:nvSpPr>
            <p:spPr>
              <a:xfrm>
                <a:off x="5116175" y="6100627"/>
                <a:ext cx="755458"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535990F-363E-411D-B4A6-9467291B852D}"/>
                  </a:ext>
                </a:extLst>
              </p:cNvPr>
              <p:cNvSpPr txBox="1"/>
              <p:nvPr/>
            </p:nvSpPr>
            <p:spPr>
              <a:xfrm>
                <a:off x="2265020" y="4523160"/>
                <a:ext cx="867836"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d>
                        <m:dPr>
                          <m:begChr m:val="{"/>
                          <m:endChr m:val="}"/>
                          <m:ctrlPr>
                            <a:rPr lang="en-GB" i="1" smtClean="0">
                              <a:latin typeface="Cambria Math" panose="02040503050406030204" pitchFamily="18" charset="0"/>
                            </a:rPr>
                          </m:ctrlPr>
                        </m:dPr>
                        <m:e>
                          <m:r>
                            <a:rPr lang="en-GB">
                              <a:latin typeface="Cambria Math" panose="02040503050406030204" pitchFamily="18" charset="0"/>
                            </a:rPr>
                            <m:t> 4 </m:t>
                          </m:r>
                        </m:e>
                      </m:d>
                    </m:oMath>
                  </m:oMathPara>
                </a14:m>
                <a:endParaRPr lang="en-IN" dirty="0"/>
              </a:p>
            </p:txBody>
          </p:sp>
        </mc:Choice>
        <mc:Fallback xmlns="">
          <p:sp>
            <p:nvSpPr>
              <p:cNvPr id="15" name="TextBox 14">
                <a:extLst>
                  <a:ext uri="{FF2B5EF4-FFF2-40B4-BE49-F238E27FC236}">
                    <a16:creationId xmlns:a16="http://schemas.microsoft.com/office/drawing/2014/main" id="{F535990F-363E-411D-B4A6-9467291B852D}"/>
                  </a:ext>
                </a:extLst>
              </p:cNvPr>
              <p:cNvSpPr txBox="1">
                <a:spLocks noRot="1" noChangeAspect="1" noMove="1" noResize="1" noEditPoints="1" noAdjustHandles="1" noChangeArrowheads="1" noChangeShapeType="1" noTextEdit="1"/>
              </p:cNvSpPr>
              <p:nvPr/>
            </p:nvSpPr>
            <p:spPr>
              <a:xfrm>
                <a:off x="2265020" y="4523160"/>
                <a:ext cx="867836"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FD6E1B1-CA7A-433D-9725-D5E5DB9D9C76}"/>
                  </a:ext>
                </a:extLst>
              </p:cNvPr>
              <p:cNvSpPr txBox="1"/>
              <p:nvPr/>
            </p:nvSpPr>
            <p:spPr>
              <a:xfrm>
                <a:off x="2265020" y="5048982"/>
                <a:ext cx="1722596"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d>
                        <m:dPr>
                          <m:begChr m:val="{"/>
                          <m:endChr m:val="}"/>
                          <m:ctrlPr>
                            <a:rPr lang="en-IN" i="1">
                              <a:latin typeface="Cambria Math" panose="02040503050406030204" pitchFamily="18" charset="0"/>
                            </a:rPr>
                          </m:ctrlPr>
                        </m:dPr>
                        <m:e>
                          <m:r>
                            <a:rPr lang="en-IN">
                              <a:latin typeface="Cambria Math" panose="02040503050406030204" pitchFamily="18" charset="0"/>
                            </a:rPr>
                            <m:t> 2, 4, 6 </m:t>
                          </m:r>
                        </m:e>
                      </m:d>
                    </m:oMath>
                  </m:oMathPara>
                </a14:m>
                <a:endParaRPr lang="en-IN" dirty="0"/>
              </a:p>
            </p:txBody>
          </p:sp>
        </mc:Choice>
        <mc:Fallback xmlns="">
          <p:sp>
            <p:nvSpPr>
              <p:cNvPr id="16" name="TextBox 15">
                <a:extLst>
                  <a:ext uri="{FF2B5EF4-FFF2-40B4-BE49-F238E27FC236}">
                    <a16:creationId xmlns:a16="http://schemas.microsoft.com/office/drawing/2014/main" id="{4FD6E1B1-CA7A-433D-9725-D5E5DB9D9C76}"/>
                  </a:ext>
                </a:extLst>
              </p:cNvPr>
              <p:cNvSpPr txBox="1">
                <a:spLocks noRot="1" noChangeAspect="1" noMove="1" noResize="1" noEditPoints="1" noAdjustHandles="1" noChangeArrowheads="1" noChangeShapeType="1" noTextEdit="1"/>
              </p:cNvSpPr>
              <p:nvPr/>
            </p:nvSpPr>
            <p:spPr>
              <a:xfrm>
                <a:off x="2265020" y="5048982"/>
                <a:ext cx="1722596"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80AB095-21D0-40B5-B6FB-E582D3B9F7DE}"/>
                  </a:ext>
                </a:extLst>
              </p:cNvPr>
              <p:cNvSpPr txBox="1"/>
              <p:nvPr/>
            </p:nvSpPr>
            <p:spPr>
              <a:xfrm>
                <a:off x="2265020" y="5574804"/>
                <a:ext cx="867836"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US">
                          <a:latin typeface="Cambria Math" panose="02040503050406030204" pitchFamily="18" charset="0"/>
                        </a:rPr>
                        <m:t>ϕ</m:t>
                      </m:r>
                    </m:oMath>
                  </m:oMathPara>
                </a14:m>
                <a:endParaRPr lang="en-IN" dirty="0"/>
              </a:p>
            </p:txBody>
          </p:sp>
        </mc:Choice>
        <mc:Fallback xmlns="">
          <p:sp>
            <p:nvSpPr>
              <p:cNvPr id="17" name="TextBox 16">
                <a:extLst>
                  <a:ext uri="{FF2B5EF4-FFF2-40B4-BE49-F238E27FC236}">
                    <a16:creationId xmlns:a16="http://schemas.microsoft.com/office/drawing/2014/main" id="{880AB095-21D0-40B5-B6FB-E582D3B9F7DE}"/>
                  </a:ext>
                </a:extLst>
              </p:cNvPr>
              <p:cNvSpPr txBox="1">
                <a:spLocks noRot="1" noChangeAspect="1" noMove="1" noResize="1" noEditPoints="1" noAdjustHandles="1" noChangeArrowheads="1" noChangeShapeType="1" noTextEdit="1"/>
              </p:cNvSpPr>
              <p:nvPr/>
            </p:nvSpPr>
            <p:spPr>
              <a:xfrm>
                <a:off x="2265020" y="5574804"/>
                <a:ext cx="867836"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7C54F9C-37D6-42FD-936B-346A5237D66C}"/>
                  </a:ext>
                </a:extLst>
              </p:cNvPr>
              <p:cNvSpPr txBox="1"/>
              <p:nvPr/>
            </p:nvSpPr>
            <p:spPr>
              <a:xfrm>
                <a:off x="2265019" y="6100627"/>
                <a:ext cx="2851155"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d>
                        <m:dPr>
                          <m:begChr m:val="{"/>
                          <m:endChr m:val="}"/>
                          <m:ctrlPr>
                            <a:rPr lang="en-IN" i="1">
                              <a:latin typeface="Cambria Math" panose="02040503050406030204" pitchFamily="18" charset="0"/>
                            </a:rPr>
                          </m:ctrlPr>
                        </m:dPr>
                        <m:e>
                          <m:r>
                            <a:rPr lang="en-US">
                              <a:latin typeface="Cambria Math" panose="02040503050406030204" pitchFamily="18" charset="0"/>
                            </a:rPr>
                            <m:t> 1</m:t>
                          </m:r>
                          <m:r>
                            <a:rPr lang="en-GB">
                              <a:latin typeface="Cambria Math" panose="02040503050406030204" pitchFamily="18" charset="0"/>
                            </a:rPr>
                            <m:t>, </m:t>
                          </m:r>
                          <m:r>
                            <a:rPr lang="en-US">
                              <a:latin typeface="Cambria Math" panose="02040503050406030204" pitchFamily="18" charset="0"/>
                            </a:rPr>
                            <m:t>2</m:t>
                          </m:r>
                          <m:r>
                            <a:rPr lang="en-GB">
                              <a:latin typeface="Cambria Math" panose="02040503050406030204" pitchFamily="18" charset="0"/>
                            </a:rPr>
                            <m:t>, </m:t>
                          </m:r>
                          <m:r>
                            <a:rPr lang="en-US">
                              <a:latin typeface="Cambria Math" panose="02040503050406030204" pitchFamily="18" charset="0"/>
                            </a:rPr>
                            <m:t>3</m:t>
                          </m:r>
                          <m:r>
                            <a:rPr lang="en-GB">
                              <a:latin typeface="Cambria Math" panose="02040503050406030204" pitchFamily="18" charset="0"/>
                            </a:rPr>
                            <m:t>, </m:t>
                          </m:r>
                          <m:r>
                            <a:rPr lang="en-US">
                              <a:latin typeface="Cambria Math" panose="02040503050406030204" pitchFamily="18" charset="0"/>
                            </a:rPr>
                            <m:t>4</m:t>
                          </m:r>
                          <m:r>
                            <a:rPr lang="en-GB">
                              <a:latin typeface="Cambria Math" panose="02040503050406030204" pitchFamily="18" charset="0"/>
                            </a:rPr>
                            <m:t>, </m:t>
                          </m:r>
                          <m:r>
                            <a:rPr lang="en-US">
                              <a:latin typeface="Cambria Math" panose="02040503050406030204" pitchFamily="18" charset="0"/>
                            </a:rPr>
                            <m:t>5</m:t>
                          </m:r>
                          <m:r>
                            <a:rPr lang="en-GB">
                              <a:latin typeface="Cambria Math" panose="02040503050406030204" pitchFamily="18" charset="0"/>
                            </a:rPr>
                            <m:t>, </m:t>
                          </m:r>
                          <m:r>
                            <a:rPr lang="en-US">
                              <a:latin typeface="Cambria Math" panose="02040503050406030204" pitchFamily="18" charset="0"/>
                            </a:rPr>
                            <m:t>6 </m:t>
                          </m:r>
                        </m:e>
                      </m:d>
                    </m:oMath>
                  </m:oMathPara>
                </a14:m>
                <a:endParaRPr lang="en-IN" dirty="0"/>
              </a:p>
            </p:txBody>
          </p:sp>
        </mc:Choice>
        <mc:Fallback xmlns="">
          <p:sp>
            <p:nvSpPr>
              <p:cNvPr id="18" name="TextBox 17">
                <a:extLst>
                  <a:ext uri="{FF2B5EF4-FFF2-40B4-BE49-F238E27FC236}">
                    <a16:creationId xmlns:a16="http://schemas.microsoft.com/office/drawing/2014/main" id="{57C54F9C-37D6-42FD-936B-346A5237D66C}"/>
                  </a:ext>
                </a:extLst>
              </p:cNvPr>
              <p:cNvSpPr txBox="1">
                <a:spLocks noRot="1" noChangeAspect="1" noMove="1" noResize="1" noEditPoints="1" noAdjustHandles="1" noChangeArrowheads="1" noChangeShapeType="1" noTextEdit="1"/>
              </p:cNvSpPr>
              <p:nvPr/>
            </p:nvSpPr>
            <p:spPr>
              <a:xfrm>
                <a:off x="2265019" y="6100627"/>
                <a:ext cx="2851155" cy="523220"/>
              </a:xfrm>
              <a:prstGeom prst="rect">
                <a:avLst/>
              </a:prstGeom>
              <a:blipFill>
                <a:blip r:embed="rId19"/>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540091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3" grpId="0" animBg="1"/>
      <p:bldP spid="24" grpId="0" animBg="1"/>
      <p:bldP spid="25" grpId="0" animBg="1"/>
      <p:bldP spid="27"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2484961"/>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12000"/>
              </a:lnSpc>
              <a:spcBef>
                <a:spcPts val="8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spcBef>
                <a:spcPts val="0"/>
              </a:spcBef>
            </a:pPr>
            <a:r>
              <a:rPr lang="en-US" dirty="0"/>
              <a:t>Two unbiased dice are thrown. Write down the following events:</a:t>
            </a:r>
            <a:endParaRPr lang="en-IN" dirty="0"/>
          </a:p>
        </p:txBody>
      </p:sp>
      <p:sp>
        <p:nvSpPr>
          <p:cNvPr id="2" name="Title 1"/>
          <p:cNvSpPr>
            <a:spLocks noGrp="1"/>
          </p:cNvSpPr>
          <p:nvPr>
            <p:ph type="title"/>
          </p:nvPr>
        </p:nvSpPr>
        <p:spPr/>
        <p:txBody>
          <a:bodyPr/>
          <a:lstStyle/>
          <a:p>
            <a:r>
              <a:rPr lang="en-GB" dirty="0"/>
              <a:t>Method 2.1 ⇝ Example 6</a:t>
            </a:r>
            <a:endParaRPr lang="en-US" dirty="0"/>
          </a:p>
        </p:txBody>
      </p:sp>
      <p:sp>
        <p:nvSpPr>
          <p:cNvPr id="4" name="Content Placeholder 2"/>
          <p:cNvSpPr txBox="1">
            <a:spLocks/>
          </p:cNvSpPr>
          <p:nvPr/>
        </p:nvSpPr>
        <p:spPr>
          <a:xfrm>
            <a:off x="131176" y="3505200"/>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F4D1D3B-5478-467A-B767-120EF6129454}"/>
                  </a:ext>
                </a:extLst>
              </p:cNvPr>
              <p:cNvSpPr txBox="1"/>
              <p:nvPr/>
            </p:nvSpPr>
            <p:spPr>
              <a:xfrm>
                <a:off x="131176" y="1304952"/>
                <a:ext cx="10193924" cy="522000"/>
              </a:xfrm>
              <a:prstGeom prst="rect">
                <a:avLst/>
              </a:prstGeom>
              <a:noFill/>
              <a:ln>
                <a:noFill/>
              </a:ln>
            </p:spPr>
            <p:txBody>
              <a:bodyPr vert="horz" wrap="square" lIns="91440" tIns="45720" rIns="91440" bIns="45720" numCol="1" anchor="t" anchorCtr="0" compatLnSpc="1">
                <a:prstTxWarp prst="textNoShape">
                  <a:avLst/>
                </a:prstTxWarp>
              </a:bodyPr>
              <a:lstStyle>
                <a:defPPr>
                  <a:defRPr lang="en-US"/>
                </a:defPPr>
                <a:lvl1pPr algn="just">
                  <a:lnSpc>
                    <a:spcPct val="100000"/>
                  </a:lnSpc>
                  <a:spcBef>
                    <a:spcPts val="7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tabLst>
                    <a:tab pos="1162050" algn="l"/>
                    <a:tab pos="1352550" algn="l"/>
                  </a:tabLst>
                </a:pPr>
                <a:r>
                  <a:rPr lang="en-US" dirty="0"/>
                  <a:t>Event </a:t>
                </a:r>
                <a14:m>
                  <m:oMath xmlns:m="http://schemas.openxmlformats.org/officeDocument/2006/math">
                    <m:r>
                      <m:rPr>
                        <m:sty m:val="p"/>
                      </m:rPr>
                      <a:rPr lang="en-US" dirty="0">
                        <a:latin typeface="Cambria Math" panose="02040503050406030204" pitchFamily="18" charset="0"/>
                      </a:rPr>
                      <m:t>A</m:t>
                    </m:r>
                  </m:oMath>
                </a14:m>
                <a:r>
                  <a:rPr lang="en-US" dirty="0"/>
                  <a:t>	:	Both the dice show the same number.</a:t>
                </a:r>
                <a:endParaRPr lang="en-IN" dirty="0"/>
              </a:p>
            </p:txBody>
          </p:sp>
        </mc:Choice>
        <mc:Fallback xmlns="">
          <p:sp>
            <p:nvSpPr>
              <p:cNvPr id="22" name="TextBox 21">
                <a:extLst>
                  <a:ext uri="{FF2B5EF4-FFF2-40B4-BE49-F238E27FC236}">
                    <a16:creationId xmlns:a16="http://schemas.microsoft.com/office/drawing/2014/main" id="{7F4D1D3B-5478-467A-B767-120EF6129454}"/>
                  </a:ext>
                </a:extLst>
              </p:cNvPr>
              <p:cNvSpPr txBox="1">
                <a:spLocks noRot="1" noChangeAspect="1" noMove="1" noResize="1" noEditPoints="1" noAdjustHandles="1" noChangeArrowheads="1" noChangeShapeType="1" noTextEdit="1"/>
              </p:cNvSpPr>
              <p:nvPr/>
            </p:nvSpPr>
            <p:spPr>
              <a:xfrm>
                <a:off x="131176" y="1304952"/>
                <a:ext cx="10193924" cy="522000"/>
              </a:xfrm>
              <a:prstGeom prst="rect">
                <a:avLst/>
              </a:prstGeom>
              <a:blipFill>
                <a:blip r:embed="rId4"/>
                <a:stretch>
                  <a:fillRect l="-1256" t="-10465" b="-32558"/>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0E03619-9788-4629-A1C0-6C3435EBD5C3}"/>
                  </a:ext>
                </a:extLst>
              </p:cNvPr>
              <p:cNvSpPr txBox="1"/>
              <p:nvPr/>
            </p:nvSpPr>
            <p:spPr>
              <a:xfrm>
                <a:off x="131176" y="1814438"/>
                <a:ext cx="10193924" cy="522000"/>
              </a:xfrm>
              <a:prstGeom prst="rect">
                <a:avLst/>
              </a:prstGeom>
              <a:noFill/>
              <a:ln>
                <a:noFill/>
              </a:ln>
            </p:spPr>
            <p:txBody>
              <a:bodyPr vert="horz" wrap="square" lIns="91440" tIns="45720" rIns="91440" bIns="45720" numCol="1" anchor="t" anchorCtr="0" compatLnSpc="1">
                <a:prstTxWarp prst="textNoShape">
                  <a:avLst/>
                </a:prstTxWarp>
              </a:bodyPr>
              <a:lstStyle>
                <a:defPPr>
                  <a:defRPr lang="en-US"/>
                </a:defPPr>
                <a:lvl1pPr algn="just">
                  <a:lnSpc>
                    <a:spcPct val="100000"/>
                  </a:lnSpc>
                  <a:spcBef>
                    <a:spcPts val="7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tabLst>
                    <a:tab pos="1162050" algn="l"/>
                    <a:tab pos="1352550" algn="l"/>
                  </a:tabLst>
                </a:pPr>
                <a:r>
                  <a:rPr lang="en-US" dirty="0"/>
                  <a:t>Event </a:t>
                </a:r>
                <a14:m>
                  <m:oMath xmlns:m="http://schemas.openxmlformats.org/officeDocument/2006/math">
                    <m:r>
                      <m:rPr>
                        <m:sty m:val="p"/>
                      </m:rPr>
                      <a:rPr lang="en-US" dirty="0">
                        <a:latin typeface="Cambria Math" panose="02040503050406030204" pitchFamily="18" charset="0"/>
                      </a:rPr>
                      <m:t>B</m:t>
                    </m:r>
                  </m:oMath>
                </a14:m>
                <a:r>
                  <a:rPr lang="en-US" dirty="0"/>
                  <a:t>	:	The sum of the numbers on the dice is </a:t>
                </a:r>
                <a14:m>
                  <m:oMath xmlns:m="http://schemas.openxmlformats.org/officeDocument/2006/math">
                    <m:r>
                      <a:rPr lang="en-US">
                        <a:latin typeface="Cambria Math" panose="02040503050406030204" pitchFamily="18" charset="0"/>
                      </a:rPr>
                      <m:t>8</m:t>
                    </m:r>
                  </m:oMath>
                </a14:m>
                <a:r>
                  <a:rPr lang="en-US" dirty="0"/>
                  <a:t>.</a:t>
                </a:r>
                <a:endParaRPr lang="en-IN" dirty="0"/>
              </a:p>
            </p:txBody>
          </p:sp>
        </mc:Choice>
        <mc:Fallback xmlns="">
          <p:sp>
            <p:nvSpPr>
              <p:cNvPr id="23" name="TextBox 22">
                <a:extLst>
                  <a:ext uri="{FF2B5EF4-FFF2-40B4-BE49-F238E27FC236}">
                    <a16:creationId xmlns:a16="http://schemas.microsoft.com/office/drawing/2014/main" id="{10E03619-9788-4629-A1C0-6C3435EBD5C3}"/>
                  </a:ext>
                </a:extLst>
              </p:cNvPr>
              <p:cNvSpPr txBox="1">
                <a:spLocks noRot="1" noChangeAspect="1" noMove="1" noResize="1" noEditPoints="1" noAdjustHandles="1" noChangeArrowheads="1" noChangeShapeType="1" noTextEdit="1"/>
              </p:cNvSpPr>
              <p:nvPr/>
            </p:nvSpPr>
            <p:spPr>
              <a:xfrm>
                <a:off x="131176" y="1814438"/>
                <a:ext cx="10193924" cy="522000"/>
              </a:xfrm>
              <a:prstGeom prst="rect">
                <a:avLst/>
              </a:prstGeom>
              <a:blipFill>
                <a:blip r:embed="rId5"/>
                <a:stretch>
                  <a:fillRect l="-1256" t="-11765" b="-34118"/>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1E73ADAE-77DA-4240-B076-D83A4C8136C2}"/>
                  </a:ext>
                </a:extLst>
              </p:cNvPr>
              <p:cNvSpPr txBox="1"/>
              <p:nvPr/>
            </p:nvSpPr>
            <p:spPr>
              <a:xfrm>
                <a:off x="131176" y="2323924"/>
                <a:ext cx="10193924" cy="522000"/>
              </a:xfrm>
              <a:prstGeom prst="rect">
                <a:avLst/>
              </a:prstGeom>
              <a:noFill/>
              <a:ln>
                <a:noFill/>
              </a:ln>
            </p:spPr>
            <p:txBody>
              <a:bodyPr vert="horz" wrap="square" lIns="91440" tIns="45720" rIns="91440" bIns="45720" numCol="1" anchor="t" anchorCtr="0" compatLnSpc="1">
                <a:prstTxWarp prst="textNoShape">
                  <a:avLst/>
                </a:prstTxWarp>
              </a:bodyPr>
              <a:lstStyle>
                <a:defPPr>
                  <a:defRPr lang="en-US"/>
                </a:defPPr>
                <a:lvl1pPr algn="just">
                  <a:lnSpc>
                    <a:spcPct val="100000"/>
                  </a:lnSpc>
                  <a:spcBef>
                    <a:spcPts val="7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tabLst>
                    <a:tab pos="1162050" algn="l"/>
                    <a:tab pos="1352550" algn="l"/>
                  </a:tabLst>
                </a:pPr>
                <a:r>
                  <a:rPr lang="en-US" dirty="0"/>
                  <a:t>Event </a:t>
                </a:r>
                <a14:m>
                  <m:oMath xmlns:m="http://schemas.openxmlformats.org/officeDocument/2006/math">
                    <m:r>
                      <m:rPr>
                        <m:sty m:val="p"/>
                      </m:rPr>
                      <a:rPr lang="en-US" dirty="0">
                        <a:latin typeface="Cambria Math" panose="02040503050406030204" pitchFamily="18" charset="0"/>
                      </a:rPr>
                      <m:t>C</m:t>
                    </m:r>
                  </m:oMath>
                </a14:m>
                <a:r>
                  <a:rPr lang="en-US" dirty="0"/>
                  <a:t>	:	The sum of the number on the dice is any number from </a:t>
                </a:r>
                <a14:m>
                  <m:oMath xmlns:m="http://schemas.openxmlformats.org/officeDocument/2006/math">
                    <m:r>
                      <a:rPr lang="en-US" dirty="0">
                        <a:latin typeface="Cambria Math" panose="02040503050406030204" pitchFamily="18" charset="0"/>
                      </a:rPr>
                      <m:t>2</m:t>
                    </m:r>
                  </m:oMath>
                </a14:m>
                <a:r>
                  <a:rPr lang="en-US" dirty="0"/>
                  <a:t> to </a:t>
                </a:r>
                <a14:m>
                  <m:oMath xmlns:m="http://schemas.openxmlformats.org/officeDocument/2006/math">
                    <m:r>
                      <a:rPr lang="en-US" dirty="0">
                        <a:latin typeface="Cambria Math" panose="02040503050406030204" pitchFamily="18" charset="0"/>
                      </a:rPr>
                      <m:t>6</m:t>
                    </m:r>
                  </m:oMath>
                </a14:m>
                <a:r>
                  <a:rPr lang="en-US" dirty="0"/>
                  <a:t>.</a:t>
                </a:r>
                <a:endParaRPr lang="en-IN" dirty="0"/>
              </a:p>
            </p:txBody>
          </p:sp>
        </mc:Choice>
        <mc:Fallback xmlns="">
          <p:sp>
            <p:nvSpPr>
              <p:cNvPr id="24" name="TextBox 23">
                <a:extLst>
                  <a:ext uri="{FF2B5EF4-FFF2-40B4-BE49-F238E27FC236}">
                    <a16:creationId xmlns:a16="http://schemas.microsoft.com/office/drawing/2014/main" id="{1E73ADAE-77DA-4240-B076-D83A4C8136C2}"/>
                  </a:ext>
                </a:extLst>
              </p:cNvPr>
              <p:cNvSpPr txBox="1">
                <a:spLocks noRot="1" noChangeAspect="1" noMove="1" noResize="1" noEditPoints="1" noAdjustHandles="1" noChangeArrowheads="1" noChangeShapeType="1" noTextEdit="1"/>
              </p:cNvSpPr>
              <p:nvPr/>
            </p:nvSpPr>
            <p:spPr>
              <a:xfrm>
                <a:off x="131176" y="2323924"/>
                <a:ext cx="10193924" cy="522000"/>
              </a:xfrm>
              <a:prstGeom prst="rect">
                <a:avLst/>
              </a:prstGeom>
              <a:blipFill>
                <a:blip r:embed="rId6"/>
                <a:stretch>
                  <a:fillRect l="-1256" t="-10465" r="-60" b="-32558"/>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A0871F9D-554E-49F5-A56C-8C9FC4B1DC74}"/>
                  </a:ext>
                </a:extLst>
              </p:cNvPr>
              <p:cNvSpPr txBox="1"/>
              <p:nvPr/>
            </p:nvSpPr>
            <p:spPr>
              <a:xfrm>
                <a:off x="131176" y="2833410"/>
                <a:ext cx="10193924" cy="522000"/>
              </a:xfrm>
              <a:prstGeom prst="rect">
                <a:avLst/>
              </a:prstGeom>
              <a:noFill/>
              <a:ln>
                <a:noFill/>
              </a:ln>
            </p:spPr>
            <p:txBody>
              <a:bodyPr vert="horz" wrap="square" lIns="91440" tIns="45720" rIns="91440" bIns="45720" numCol="1" anchor="t" anchorCtr="0" compatLnSpc="1">
                <a:prstTxWarp prst="textNoShape">
                  <a:avLst/>
                </a:prstTxWarp>
              </a:bodyPr>
              <a:lstStyle>
                <a:defPPr>
                  <a:defRPr lang="en-US"/>
                </a:defPPr>
                <a:lvl1pPr algn="just">
                  <a:lnSpc>
                    <a:spcPct val="100000"/>
                  </a:lnSpc>
                  <a:spcBef>
                    <a:spcPts val="7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tabLst>
                    <a:tab pos="1162050" algn="l"/>
                    <a:tab pos="1352550" algn="l"/>
                  </a:tabLst>
                </a:pPr>
                <a:r>
                  <a:rPr lang="en-US" dirty="0"/>
                  <a:t>Event </a:t>
                </a:r>
                <a14:m>
                  <m:oMath xmlns:m="http://schemas.openxmlformats.org/officeDocument/2006/math">
                    <m:r>
                      <m:rPr>
                        <m:sty m:val="p"/>
                      </m:rPr>
                      <a:rPr lang="en-US" dirty="0">
                        <a:latin typeface="Cambria Math" panose="02040503050406030204" pitchFamily="18" charset="0"/>
                      </a:rPr>
                      <m:t>D</m:t>
                    </m:r>
                  </m:oMath>
                </a14:m>
                <a:r>
                  <a:rPr lang="en-US" dirty="0"/>
                  <a:t>	:	The sum of the numbers on the dice is </a:t>
                </a:r>
                <a14:m>
                  <m:oMath xmlns:m="http://schemas.openxmlformats.org/officeDocument/2006/math">
                    <m:r>
                      <a:rPr lang="en-US">
                        <a:latin typeface="Cambria Math" panose="02040503050406030204" pitchFamily="18" charset="0"/>
                      </a:rPr>
                      <m:t>13</m:t>
                    </m:r>
                  </m:oMath>
                </a14:m>
                <a:r>
                  <a:rPr lang="en-US" dirty="0"/>
                  <a:t>.</a:t>
                </a:r>
                <a:endParaRPr lang="en-IN" dirty="0"/>
              </a:p>
            </p:txBody>
          </p:sp>
        </mc:Choice>
        <mc:Fallback xmlns="">
          <p:sp>
            <p:nvSpPr>
              <p:cNvPr id="25" name="TextBox 24">
                <a:extLst>
                  <a:ext uri="{FF2B5EF4-FFF2-40B4-BE49-F238E27FC236}">
                    <a16:creationId xmlns:a16="http://schemas.microsoft.com/office/drawing/2014/main" id="{A0871F9D-554E-49F5-A56C-8C9FC4B1DC74}"/>
                  </a:ext>
                </a:extLst>
              </p:cNvPr>
              <p:cNvSpPr txBox="1">
                <a:spLocks noRot="1" noChangeAspect="1" noMove="1" noResize="1" noEditPoints="1" noAdjustHandles="1" noChangeArrowheads="1" noChangeShapeType="1" noTextEdit="1"/>
              </p:cNvSpPr>
              <p:nvPr/>
            </p:nvSpPr>
            <p:spPr>
              <a:xfrm>
                <a:off x="131176" y="2833410"/>
                <a:ext cx="10193924" cy="522000"/>
              </a:xfrm>
              <a:prstGeom prst="rect">
                <a:avLst/>
              </a:prstGeom>
              <a:blipFill>
                <a:blip r:embed="rId7"/>
                <a:stretch>
                  <a:fillRect l="-1256" t="-11765" b="-34118"/>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18D35D6F-B3AD-4A0B-97C4-14BDEF455E3B}"/>
                  </a:ext>
                </a:extLst>
              </p:cNvPr>
              <p:cNvSpPr txBox="1">
                <a:spLocks/>
              </p:cNvSpPr>
              <p:nvPr/>
            </p:nvSpPr>
            <p:spPr>
              <a:xfrm>
                <a:off x="1783930" y="4722764"/>
                <a:ext cx="392386"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S</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10" name="Content Placeholder 2">
                <a:extLst>
                  <a:ext uri="{FF2B5EF4-FFF2-40B4-BE49-F238E27FC236}">
                    <a16:creationId xmlns:a16="http://schemas.microsoft.com/office/drawing/2014/main" id="{18D35D6F-B3AD-4A0B-97C4-14BDEF455E3B}"/>
                  </a:ext>
                </a:extLst>
              </p:cNvPr>
              <p:cNvSpPr txBox="1">
                <a:spLocks noRot="1" noChangeAspect="1" noMove="1" noResize="1" noEditPoints="1" noAdjustHandles="1" noChangeArrowheads="1" noChangeShapeType="1" noTextEdit="1"/>
              </p:cNvSpPr>
              <p:nvPr/>
            </p:nvSpPr>
            <p:spPr>
              <a:xfrm>
                <a:off x="1783930" y="4722764"/>
                <a:ext cx="392386"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813BEEF4-3246-4063-8BA9-426333B5902A}"/>
                  </a:ext>
                </a:extLst>
              </p:cNvPr>
              <p:cNvSpPr txBox="1">
                <a:spLocks/>
              </p:cNvSpPr>
              <p:nvPr/>
            </p:nvSpPr>
            <p:spPr>
              <a:xfrm>
                <a:off x="2758540" y="3424320"/>
                <a:ext cx="76646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i="1" smtClean="0">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1,</m:t>
                          </m:r>
                          <m:r>
                            <a:rPr lang="en-IN" b="0" i="1" smtClean="0">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1</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1,</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1,</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1,</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1,</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1,</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 </m:t>
                          </m:r>
                        </m:e>
                      </m:d>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11" name="Content Placeholder 2">
                <a:extLst>
                  <a:ext uri="{FF2B5EF4-FFF2-40B4-BE49-F238E27FC236}">
                    <a16:creationId xmlns:a16="http://schemas.microsoft.com/office/drawing/2014/main" id="{813BEEF4-3246-4063-8BA9-426333B5902A}"/>
                  </a:ext>
                </a:extLst>
              </p:cNvPr>
              <p:cNvSpPr txBox="1">
                <a:spLocks noRot="1" noChangeAspect="1" noMove="1" noResize="1" noEditPoints="1" noAdjustHandles="1" noChangeArrowheads="1" noChangeShapeType="1" noTextEdit="1"/>
              </p:cNvSpPr>
              <p:nvPr/>
            </p:nvSpPr>
            <p:spPr>
              <a:xfrm>
                <a:off x="2758540" y="3424320"/>
                <a:ext cx="7664675"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CBDD5FF1-9EEB-4926-A4FE-EEE211D0576D}"/>
                  </a:ext>
                </a:extLst>
              </p:cNvPr>
              <p:cNvSpPr txBox="1">
                <a:spLocks/>
              </p:cNvSpPr>
              <p:nvPr/>
            </p:nvSpPr>
            <p:spPr>
              <a:xfrm>
                <a:off x="2758540" y="3940407"/>
                <a:ext cx="76646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i="1" smtClean="0">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1</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 </m:t>
                          </m:r>
                        </m:e>
                      </m:d>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12" name="Content Placeholder 2">
                <a:extLst>
                  <a:ext uri="{FF2B5EF4-FFF2-40B4-BE49-F238E27FC236}">
                    <a16:creationId xmlns:a16="http://schemas.microsoft.com/office/drawing/2014/main" id="{CBDD5FF1-9EEB-4926-A4FE-EEE211D0576D}"/>
                  </a:ext>
                </a:extLst>
              </p:cNvPr>
              <p:cNvSpPr txBox="1">
                <a:spLocks noRot="1" noChangeAspect="1" noMove="1" noResize="1" noEditPoints="1" noAdjustHandles="1" noChangeArrowheads="1" noChangeShapeType="1" noTextEdit="1"/>
              </p:cNvSpPr>
              <p:nvPr/>
            </p:nvSpPr>
            <p:spPr>
              <a:xfrm>
                <a:off x="2758540" y="3940407"/>
                <a:ext cx="7664675"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0FC1093F-1A41-4AC2-A032-40D8A0456F69}"/>
                  </a:ext>
                </a:extLst>
              </p:cNvPr>
              <p:cNvSpPr txBox="1">
                <a:spLocks/>
              </p:cNvSpPr>
              <p:nvPr/>
            </p:nvSpPr>
            <p:spPr>
              <a:xfrm>
                <a:off x="2758540" y="4456494"/>
                <a:ext cx="76646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i="1" smtClean="0">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1</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 </m:t>
                          </m:r>
                        </m:e>
                      </m:d>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13" name="Content Placeholder 2">
                <a:extLst>
                  <a:ext uri="{FF2B5EF4-FFF2-40B4-BE49-F238E27FC236}">
                    <a16:creationId xmlns:a16="http://schemas.microsoft.com/office/drawing/2014/main" id="{0FC1093F-1A41-4AC2-A032-40D8A0456F69}"/>
                  </a:ext>
                </a:extLst>
              </p:cNvPr>
              <p:cNvSpPr txBox="1">
                <a:spLocks noRot="1" noChangeAspect="1" noMove="1" noResize="1" noEditPoints="1" noAdjustHandles="1" noChangeArrowheads="1" noChangeShapeType="1" noTextEdit="1"/>
              </p:cNvSpPr>
              <p:nvPr/>
            </p:nvSpPr>
            <p:spPr>
              <a:xfrm>
                <a:off x="2758540" y="4456494"/>
                <a:ext cx="7664675"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CA31F4E3-69E1-41B7-AB19-ECB0795BA67D}"/>
                  </a:ext>
                </a:extLst>
              </p:cNvPr>
              <p:cNvSpPr txBox="1">
                <a:spLocks/>
              </p:cNvSpPr>
              <p:nvPr/>
            </p:nvSpPr>
            <p:spPr>
              <a:xfrm>
                <a:off x="2758540" y="4972581"/>
                <a:ext cx="76646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i="1" smtClean="0">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1</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 </m:t>
                          </m:r>
                        </m:e>
                      </m:d>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14" name="Content Placeholder 2">
                <a:extLst>
                  <a:ext uri="{FF2B5EF4-FFF2-40B4-BE49-F238E27FC236}">
                    <a16:creationId xmlns:a16="http://schemas.microsoft.com/office/drawing/2014/main" id="{CA31F4E3-69E1-41B7-AB19-ECB0795BA67D}"/>
                  </a:ext>
                </a:extLst>
              </p:cNvPr>
              <p:cNvSpPr txBox="1">
                <a:spLocks noRot="1" noChangeAspect="1" noMove="1" noResize="1" noEditPoints="1" noAdjustHandles="1" noChangeArrowheads="1" noChangeShapeType="1" noTextEdit="1"/>
              </p:cNvSpPr>
              <p:nvPr/>
            </p:nvSpPr>
            <p:spPr>
              <a:xfrm>
                <a:off x="2758540" y="4972581"/>
                <a:ext cx="7664675"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99F77A45-C7F2-432A-AA0B-4D8B91244D42}"/>
                  </a:ext>
                </a:extLst>
              </p:cNvPr>
              <p:cNvSpPr txBox="1">
                <a:spLocks/>
              </p:cNvSpPr>
              <p:nvPr/>
            </p:nvSpPr>
            <p:spPr>
              <a:xfrm>
                <a:off x="2758540" y="5488668"/>
                <a:ext cx="76646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i="1" smtClean="0">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1</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 </m:t>
                          </m:r>
                        </m:e>
                      </m:d>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15" name="Content Placeholder 2">
                <a:extLst>
                  <a:ext uri="{FF2B5EF4-FFF2-40B4-BE49-F238E27FC236}">
                    <a16:creationId xmlns:a16="http://schemas.microsoft.com/office/drawing/2014/main" id="{99F77A45-C7F2-432A-AA0B-4D8B91244D42}"/>
                  </a:ext>
                </a:extLst>
              </p:cNvPr>
              <p:cNvSpPr txBox="1">
                <a:spLocks noRot="1" noChangeAspect="1" noMove="1" noResize="1" noEditPoints="1" noAdjustHandles="1" noChangeArrowheads="1" noChangeShapeType="1" noTextEdit="1"/>
              </p:cNvSpPr>
              <p:nvPr/>
            </p:nvSpPr>
            <p:spPr>
              <a:xfrm>
                <a:off x="2758540" y="5488668"/>
                <a:ext cx="7664675"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CE29F000-31CE-4202-A857-180BDB788662}"/>
                  </a:ext>
                </a:extLst>
              </p:cNvPr>
              <p:cNvSpPr txBox="1">
                <a:spLocks/>
              </p:cNvSpPr>
              <p:nvPr/>
            </p:nvSpPr>
            <p:spPr>
              <a:xfrm>
                <a:off x="2758540" y="6004756"/>
                <a:ext cx="76646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i="1" smtClean="0">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1</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 </m:t>
                          </m:r>
                        </m:e>
                      </m:d>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16" name="Content Placeholder 2">
                <a:extLst>
                  <a:ext uri="{FF2B5EF4-FFF2-40B4-BE49-F238E27FC236}">
                    <a16:creationId xmlns:a16="http://schemas.microsoft.com/office/drawing/2014/main" id="{CE29F000-31CE-4202-A857-180BDB788662}"/>
                  </a:ext>
                </a:extLst>
              </p:cNvPr>
              <p:cNvSpPr txBox="1">
                <a:spLocks noRot="1" noChangeAspect="1" noMove="1" noResize="1" noEditPoints="1" noAdjustHandles="1" noChangeArrowheads="1" noChangeShapeType="1" noTextEdit="1"/>
              </p:cNvSpPr>
              <p:nvPr/>
            </p:nvSpPr>
            <p:spPr>
              <a:xfrm>
                <a:off x="2758540" y="6004756"/>
                <a:ext cx="7664675" cy="523220"/>
              </a:xfrm>
              <a:prstGeom prst="rect">
                <a:avLst/>
              </a:prstGeom>
              <a:blipFill>
                <a:blip r:embed="rId14"/>
                <a:stretch>
                  <a:fillRect/>
                </a:stretch>
              </a:blipFill>
            </p:spPr>
            <p:txBody>
              <a:bodyPr/>
              <a:lstStyle/>
              <a:p>
                <a:r>
                  <a:rPr lang="en-IN">
                    <a:noFill/>
                  </a:rPr>
                  <a:t> </a:t>
                </a:r>
              </a:p>
            </p:txBody>
          </p:sp>
        </mc:Fallback>
      </mc:AlternateContent>
      <p:sp>
        <p:nvSpPr>
          <p:cNvPr id="17" name="Left Brace 16">
            <a:extLst>
              <a:ext uri="{FF2B5EF4-FFF2-40B4-BE49-F238E27FC236}">
                <a16:creationId xmlns:a16="http://schemas.microsoft.com/office/drawing/2014/main" id="{24D90961-09A2-43F6-91E2-1CCE090575EB}"/>
              </a:ext>
            </a:extLst>
          </p:cNvPr>
          <p:cNvSpPr/>
          <p:nvPr/>
        </p:nvSpPr>
        <p:spPr>
          <a:xfrm>
            <a:off x="2593551" y="3457376"/>
            <a:ext cx="392386" cy="3096000"/>
          </a:xfrm>
          <a:prstGeom prst="leftBrace">
            <a:avLst>
              <a:gd name="adj1" fmla="val 64650"/>
              <a:gd name="adj2" fmla="val 50000"/>
            </a:avLst>
          </a:prstGeom>
          <a:ln w="28575" cap="rnd">
            <a:solidFill>
              <a:srgbClr val="00206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18" name="Content Placeholder 2">
                <a:extLst>
                  <a:ext uri="{FF2B5EF4-FFF2-40B4-BE49-F238E27FC236}">
                    <a16:creationId xmlns:a16="http://schemas.microsoft.com/office/drawing/2014/main" id="{7B0C310E-2F50-48CB-B10F-13074E8850B4}"/>
                  </a:ext>
                </a:extLst>
              </p:cNvPr>
              <p:cNvSpPr txBox="1">
                <a:spLocks/>
              </p:cNvSpPr>
              <p:nvPr/>
            </p:nvSpPr>
            <p:spPr>
              <a:xfrm>
                <a:off x="2145112" y="4720372"/>
                <a:ext cx="392386"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18" name="Content Placeholder 2">
                <a:extLst>
                  <a:ext uri="{FF2B5EF4-FFF2-40B4-BE49-F238E27FC236}">
                    <a16:creationId xmlns:a16="http://schemas.microsoft.com/office/drawing/2014/main" id="{7B0C310E-2F50-48CB-B10F-13074E8850B4}"/>
                  </a:ext>
                </a:extLst>
              </p:cNvPr>
              <p:cNvSpPr txBox="1">
                <a:spLocks noRot="1" noChangeAspect="1" noMove="1" noResize="1" noEditPoints="1" noAdjustHandles="1" noChangeArrowheads="1" noChangeShapeType="1" noTextEdit="1"/>
              </p:cNvSpPr>
              <p:nvPr/>
            </p:nvSpPr>
            <p:spPr>
              <a:xfrm>
                <a:off x="2145112" y="4720372"/>
                <a:ext cx="392386" cy="523220"/>
              </a:xfrm>
              <a:prstGeom prst="rect">
                <a:avLst/>
              </a:prstGeom>
              <a:blipFill>
                <a:blip r:embed="rId15"/>
                <a:stretch>
                  <a:fillRect/>
                </a:stretch>
              </a:blipFill>
            </p:spPr>
            <p:txBody>
              <a:bodyPr/>
              <a:lstStyle/>
              <a:p>
                <a:r>
                  <a:rPr lang="en-IN">
                    <a:noFill/>
                  </a:rPr>
                  <a:t> </a:t>
                </a:r>
              </a:p>
            </p:txBody>
          </p:sp>
        </mc:Fallback>
      </mc:AlternateContent>
      <p:sp>
        <p:nvSpPr>
          <p:cNvPr id="20" name="Left Brace 19">
            <a:extLst>
              <a:ext uri="{FF2B5EF4-FFF2-40B4-BE49-F238E27FC236}">
                <a16:creationId xmlns:a16="http://schemas.microsoft.com/office/drawing/2014/main" id="{EDD004F9-6BAB-440B-94FA-E1CA71D4EBE2}"/>
              </a:ext>
            </a:extLst>
          </p:cNvPr>
          <p:cNvSpPr/>
          <p:nvPr/>
        </p:nvSpPr>
        <p:spPr>
          <a:xfrm flipH="1">
            <a:off x="10195818" y="3457376"/>
            <a:ext cx="392386" cy="3096000"/>
          </a:xfrm>
          <a:prstGeom prst="leftBrace">
            <a:avLst>
              <a:gd name="adj1" fmla="val 54940"/>
              <a:gd name="adj2" fmla="val 50000"/>
            </a:avLst>
          </a:prstGeom>
          <a:ln w="28575" cap="rnd">
            <a:solidFill>
              <a:srgbClr val="00206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Tree>
    <p:extLst>
      <p:ext uri="{BB962C8B-B14F-4D97-AF65-F5344CB8AC3E}">
        <p14:creationId xmlns:p14="http://schemas.microsoft.com/office/powerpoint/2010/main" val="1619196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build="p"/>
      <p:bldP spid="11" grpId="0" build="p"/>
      <p:bldP spid="12" grpId="0" build="p"/>
      <p:bldP spid="13" grpId="0" build="p"/>
      <p:bldP spid="14" grpId="0" build="p"/>
      <p:bldP spid="15" grpId="0" build="p"/>
      <p:bldP spid="16" grpId="0" build="p"/>
      <p:bldP spid="17" grpId="0" animBg="1"/>
      <p:bldP spid="18" grpId="0" build="p"/>
      <p:bldP spid="20"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973C2E4E-6F8C-4386-8A92-B5AD2E22E994}"/>
                  </a:ext>
                </a:extLst>
              </p:cNvPr>
              <p:cNvSpPr txBox="1">
                <a:spLocks/>
              </p:cNvSpPr>
              <p:nvPr/>
            </p:nvSpPr>
            <p:spPr>
              <a:xfrm>
                <a:off x="1544258" y="1720452"/>
                <a:ext cx="392386" cy="430887"/>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sz="2200"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S</m:t>
                      </m:r>
                    </m:oMath>
                  </m:oMathPara>
                </a14:m>
                <a:endParaRPr lang="en-US" sz="22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16" name="Content Placeholder 2">
                <a:extLst>
                  <a:ext uri="{FF2B5EF4-FFF2-40B4-BE49-F238E27FC236}">
                    <a16:creationId xmlns:a16="http://schemas.microsoft.com/office/drawing/2014/main" id="{973C2E4E-6F8C-4386-8A92-B5AD2E22E994}"/>
                  </a:ext>
                </a:extLst>
              </p:cNvPr>
              <p:cNvSpPr txBox="1">
                <a:spLocks noRot="1" noChangeAspect="1" noMove="1" noResize="1" noEditPoints="1" noAdjustHandles="1" noChangeArrowheads="1" noChangeShapeType="1" noTextEdit="1"/>
              </p:cNvSpPr>
              <p:nvPr/>
            </p:nvSpPr>
            <p:spPr>
              <a:xfrm>
                <a:off x="1544258" y="1720452"/>
                <a:ext cx="392386" cy="430887"/>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Content Placeholder 2">
                <a:extLst>
                  <a:ext uri="{FF2B5EF4-FFF2-40B4-BE49-F238E27FC236}">
                    <a16:creationId xmlns:a16="http://schemas.microsoft.com/office/drawing/2014/main" id="{B2F55407-51F8-4D49-ABC6-B32E429FB247}"/>
                  </a:ext>
                </a:extLst>
              </p:cNvPr>
              <p:cNvSpPr txBox="1">
                <a:spLocks/>
              </p:cNvSpPr>
              <p:nvPr/>
            </p:nvSpPr>
            <p:spPr>
              <a:xfrm>
                <a:off x="2353028" y="777968"/>
                <a:ext cx="5940000" cy="44627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sz="2300" i="1" smtClean="0">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1,</m:t>
                          </m:r>
                          <m:r>
                            <a:rPr lang="en-IN" sz="2300" b="0" i="1" smtClean="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1</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1,</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1,</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1,</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1,</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1,</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 </m:t>
                          </m:r>
                        </m:e>
                      </m:d>
                    </m:oMath>
                  </m:oMathPara>
                </a14:m>
                <a:endParaRPr lang="en-US" sz="23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2" name="Content Placeholder 2">
                <a:extLst>
                  <a:ext uri="{FF2B5EF4-FFF2-40B4-BE49-F238E27FC236}">
                    <a16:creationId xmlns:a16="http://schemas.microsoft.com/office/drawing/2014/main" id="{B2F55407-51F8-4D49-ABC6-B32E429FB247}"/>
                  </a:ext>
                </a:extLst>
              </p:cNvPr>
              <p:cNvSpPr txBox="1">
                <a:spLocks noRot="1" noChangeAspect="1" noMove="1" noResize="1" noEditPoints="1" noAdjustHandles="1" noChangeArrowheads="1" noChangeShapeType="1" noTextEdit="1"/>
              </p:cNvSpPr>
              <p:nvPr/>
            </p:nvSpPr>
            <p:spPr>
              <a:xfrm>
                <a:off x="2353028" y="777968"/>
                <a:ext cx="5940000" cy="446276"/>
              </a:xfrm>
              <a:prstGeom prst="rect">
                <a:avLst/>
              </a:prstGeom>
              <a:blipFill>
                <a:blip r:embed="rId3"/>
                <a:stretch>
                  <a:fillRect r="-28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Content Placeholder 2">
                <a:extLst>
                  <a:ext uri="{FF2B5EF4-FFF2-40B4-BE49-F238E27FC236}">
                    <a16:creationId xmlns:a16="http://schemas.microsoft.com/office/drawing/2014/main" id="{411D704F-CC69-4158-8417-8BCE40D00812}"/>
                  </a:ext>
                </a:extLst>
              </p:cNvPr>
              <p:cNvSpPr txBox="1">
                <a:spLocks/>
              </p:cNvSpPr>
              <p:nvPr/>
            </p:nvSpPr>
            <p:spPr>
              <a:xfrm>
                <a:off x="2353028" y="1163944"/>
                <a:ext cx="5940000" cy="44627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sz="2300" i="1" smtClean="0">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1</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 </m:t>
                          </m:r>
                        </m:e>
                      </m:d>
                    </m:oMath>
                  </m:oMathPara>
                </a14:m>
                <a:endParaRPr lang="en-US" sz="23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3" name="Content Placeholder 2">
                <a:extLst>
                  <a:ext uri="{FF2B5EF4-FFF2-40B4-BE49-F238E27FC236}">
                    <a16:creationId xmlns:a16="http://schemas.microsoft.com/office/drawing/2014/main" id="{411D704F-CC69-4158-8417-8BCE40D00812}"/>
                  </a:ext>
                </a:extLst>
              </p:cNvPr>
              <p:cNvSpPr txBox="1">
                <a:spLocks noRot="1" noChangeAspect="1" noMove="1" noResize="1" noEditPoints="1" noAdjustHandles="1" noChangeArrowheads="1" noChangeShapeType="1" noTextEdit="1"/>
              </p:cNvSpPr>
              <p:nvPr/>
            </p:nvSpPr>
            <p:spPr>
              <a:xfrm>
                <a:off x="2353028" y="1163944"/>
                <a:ext cx="5940000" cy="446276"/>
              </a:xfrm>
              <a:prstGeom prst="rect">
                <a:avLst/>
              </a:prstGeom>
              <a:blipFill>
                <a:blip r:embed="rId4"/>
                <a:stretch>
                  <a:fillRect r="-28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Content Placeholder 2">
                <a:extLst>
                  <a:ext uri="{FF2B5EF4-FFF2-40B4-BE49-F238E27FC236}">
                    <a16:creationId xmlns:a16="http://schemas.microsoft.com/office/drawing/2014/main" id="{755EF71E-0AB5-498E-B877-F8390242343F}"/>
                  </a:ext>
                </a:extLst>
              </p:cNvPr>
              <p:cNvSpPr txBox="1">
                <a:spLocks/>
              </p:cNvSpPr>
              <p:nvPr/>
            </p:nvSpPr>
            <p:spPr>
              <a:xfrm>
                <a:off x="2353028" y="1549920"/>
                <a:ext cx="5940000" cy="44627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sz="2300" i="1" smtClean="0">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1</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 </m:t>
                          </m:r>
                        </m:e>
                      </m:d>
                    </m:oMath>
                  </m:oMathPara>
                </a14:m>
                <a:endParaRPr lang="en-US" sz="23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4" name="Content Placeholder 2">
                <a:extLst>
                  <a:ext uri="{FF2B5EF4-FFF2-40B4-BE49-F238E27FC236}">
                    <a16:creationId xmlns:a16="http://schemas.microsoft.com/office/drawing/2014/main" id="{755EF71E-0AB5-498E-B877-F8390242343F}"/>
                  </a:ext>
                </a:extLst>
              </p:cNvPr>
              <p:cNvSpPr txBox="1">
                <a:spLocks noRot="1" noChangeAspect="1" noMove="1" noResize="1" noEditPoints="1" noAdjustHandles="1" noChangeArrowheads="1" noChangeShapeType="1" noTextEdit="1"/>
              </p:cNvSpPr>
              <p:nvPr/>
            </p:nvSpPr>
            <p:spPr>
              <a:xfrm>
                <a:off x="2353028" y="1549920"/>
                <a:ext cx="5940000" cy="446276"/>
              </a:xfrm>
              <a:prstGeom prst="rect">
                <a:avLst/>
              </a:prstGeom>
              <a:blipFill>
                <a:blip r:embed="rId5"/>
                <a:stretch>
                  <a:fillRect r="-28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Content Placeholder 2">
                <a:extLst>
                  <a:ext uri="{FF2B5EF4-FFF2-40B4-BE49-F238E27FC236}">
                    <a16:creationId xmlns:a16="http://schemas.microsoft.com/office/drawing/2014/main" id="{50EECD0B-F4DF-4AEB-8063-9216C4D49FA2}"/>
                  </a:ext>
                </a:extLst>
              </p:cNvPr>
              <p:cNvSpPr txBox="1">
                <a:spLocks/>
              </p:cNvSpPr>
              <p:nvPr/>
            </p:nvSpPr>
            <p:spPr>
              <a:xfrm>
                <a:off x="2353028" y="1935896"/>
                <a:ext cx="5940000" cy="44627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sz="2300" i="1" smtClean="0">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1</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 </m:t>
                          </m:r>
                        </m:e>
                      </m:d>
                    </m:oMath>
                  </m:oMathPara>
                </a14:m>
                <a:endParaRPr lang="en-US" sz="23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0" name="Content Placeholder 2">
                <a:extLst>
                  <a:ext uri="{FF2B5EF4-FFF2-40B4-BE49-F238E27FC236}">
                    <a16:creationId xmlns:a16="http://schemas.microsoft.com/office/drawing/2014/main" id="{50EECD0B-F4DF-4AEB-8063-9216C4D49FA2}"/>
                  </a:ext>
                </a:extLst>
              </p:cNvPr>
              <p:cNvSpPr txBox="1">
                <a:spLocks noRot="1" noChangeAspect="1" noMove="1" noResize="1" noEditPoints="1" noAdjustHandles="1" noChangeArrowheads="1" noChangeShapeType="1" noTextEdit="1"/>
              </p:cNvSpPr>
              <p:nvPr/>
            </p:nvSpPr>
            <p:spPr>
              <a:xfrm>
                <a:off x="2353028" y="1935896"/>
                <a:ext cx="5940000" cy="446276"/>
              </a:xfrm>
              <a:prstGeom prst="rect">
                <a:avLst/>
              </a:prstGeom>
              <a:blipFill>
                <a:blip r:embed="rId6"/>
                <a:stretch>
                  <a:fillRect r="-28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Content Placeholder 2">
                <a:extLst>
                  <a:ext uri="{FF2B5EF4-FFF2-40B4-BE49-F238E27FC236}">
                    <a16:creationId xmlns:a16="http://schemas.microsoft.com/office/drawing/2014/main" id="{A7290CBF-B028-483A-A5EB-2FDAAA8AFA38}"/>
                  </a:ext>
                </a:extLst>
              </p:cNvPr>
              <p:cNvSpPr txBox="1">
                <a:spLocks/>
              </p:cNvSpPr>
              <p:nvPr/>
            </p:nvSpPr>
            <p:spPr>
              <a:xfrm>
                <a:off x="2353028" y="2321872"/>
                <a:ext cx="5940000" cy="44627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sz="2300" i="1" smtClean="0">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1</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 </m:t>
                          </m:r>
                        </m:e>
                      </m:d>
                    </m:oMath>
                  </m:oMathPara>
                </a14:m>
                <a:endParaRPr lang="en-US" sz="23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1" name="Content Placeholder 2">
                <a:extLst>
                  <a:ext uri="{FF2B5EF4-FFF2-40B4-BE49-F238E27FC236}">
                    <a16:creationId xmlns:a16="http://schemas.microsoft.com/office/drawing/2014/main" id="{A7290CBF-B028-483A-A5EB-2FDAAA8AFA38}"/>
                  </a:ext>
                </a:extLst>
              </p:cNvPr>
              <p:cNvSpPr txBox="1">
                <a:spLocks noRot="1" noChangeAspect="1" noMove="1" noResize="1" noEditPoints="1" noAdjustHandles="1" noChangeArrowheads="1" noChangeShapeType="1" noTextEdit="1"/>
              </p:cNvSpPr>
              <p:nvPr/>
            </p:nvSpPr>
            <p:spPr>
              <a:xfrm>
                <a:off x="2353028" y="2321872"/>
                <a:ext cx="5940000" cy="446276"/>
              </a:xfrm>
              <a:prstGeom prst="rect">
                <a:avLst/>
              </a:prstGeom>
              <a:blipFill>
                <a:blip r:embed="rId7"/>
                <a:stretch>
                  <a:fillRect r="-28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Content Placeholder 2">
                <a:extLst>
                  <a:ext uri="{FF2B5EF4-FFF2-40B4-BE49-F238E27FC236}">
                    <a16:creationId xmlns:a16="http://schemas.microsoft.com/office/drawing/2014/main" id="{23CE38A0-09F7-446A-AEAD-EBAA4D9BDE13}"/>
                  </a:ext>
                </a:extLst>
              </p:cNvPr>
              <p:cNvSpPr txBox="1">
                <a:spLocks/>
              </p:cNvSpPr>
              <p:nvPr/>
            </p:nvSpPr>
            <p:spPr>
              <a:xfrm>
                <a:off x="2353028" y="2707846"/>
                <a:ext cx="5940000" cy="44627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sz="2300" i="1" smtClean="0">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1</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 </m:t>
                          </m:r>
                        </m:e>
                      </m:d>
                    </m:oMath>
                  </m:oMathPara>
                </a14:m>
                <a:endParaRPr lang="en-US" sz="23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2" name="Content Placeholder 2">
                <a:extLst>
                  <a:ext uri="{FF2B5EF4-FFF2-40B4-BE49-F238E27FC236}">
                    <a16:creationId xmlns:a16="http://schemas.microsoft.com/office/drawing/2014/main" id="{23CE38A0-09F7-446A-AEAD-EBAA4D9BDE13}"/>
                  </a:ext>
                </a:extLst>
              </p:cNvPr>
              <p:cNvSpPr txBox="1">
                <a:spLocks noRot="1" noChangeAspect="1" noMove="1" noResize="1" noEditPoints="1" noAdjustHandles="1" noChangeArrowheads="1" noChangeShapeType="1" noTextEdit="1"/>
              </p:cNvSpPr>
              <p:nvPr/>
            </p:nvSpPr>
            <p:spPr>
              <a:xfrm>
                <a:off x="2353028" y="2707846"/>
                <a:ext cx="5940000" cy="446276"/>
              </a:xfrm>
              <a:prstGeom prst="rect">
                <a:avLst/>
              </a:prstGeom>
              <a:blipFill>
                <a:blip r:embed="rId8"/>
                <a:stretch>
                  <a:fillRect r="-2875"/>
                </a:stretch>
              </a:blipFill>
            </p:spPr>
            <p:txBody>
              <a:bodyPr/>
              <a:lstStyle/>
              <a:p>
                <a:r>
                  <a:rPr lang="en-IN">
                    <a:noFill/>
                  </a:rPr>
                  <a:t> </a:t>
                </a:r>
              </a:p>
            </p:txBody>
          </p:sp>
        </mc:Fallback>
      </mc:AlternateContent>
      <p:sp>
        <p:nvSpPr>
          <p:cNvPr id="33" name="Left Brace 32">
            <a:extLst>
              <a:ext uri="{FF2B5EF4-FFF2-40B4-BE49-F238E27FC236}">
                <a16:creationId xmlns:a16="http://schemas.microsoft.com/office/drawing/2014/main" id="{1AA9E95C-FCEE-46EB-ADF1-915B863DDFF9}"/>
              </a:ext>
            </a:extLst>
          </p:cNvPr>
          <p:cNvSpPr/>
          <p:nvPr/>
        </p:nvSpPr>
        <p:spPr>
          <a:xfrm>
            <a:off x="2180935" y="792421"/>
            <a:ext cx="288000" cy="2340000"/>
          </a:xfrm>
          <a:prstGeom prst="leftBrace">
            <a:avLst>
              <a:gd name="adj1" fmla="val 64650"/>
              <a:gd name="adj2" fmla="val 50000"/>
            </a:avLst>
          </a:prstGeom>
          <a:ln w="28575" cap="rnd">
            <a:solidFill>
              <a:srgbClr val="00206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34" name="Content Placeholder 2">
                <a:extLst>
                  <a:ext uri="{FF2B5EF4-FFF2-40B4-BE49-F238E27FC236}">
                    <a16:creationId xmlns:a16="http://schemas.microsoft.com/office/drawing/2014/main" id="{CF28E8D0-77AB-4211-9F50-519B9A1452BC}"/>
                  </a:ext>
                </a:extLst>
              </p:cNvPr>
              <p:cNvSpPr txBox="1">
                <a:spLocks/>
              </p:cNvSpPr>
              <p:nvPr/>
            </p:nvSpPr>
            <p:spPr>
              <a:xfrm>
                <a:off x="1791245" y="1720452"/>
                <a:ext cx="392386" cy="430887"/>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a:rPr lang="en-IN" sz="2200"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sz="22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4" name="Content Placeholder 2">
                <a:extLst>
                  <a:ext uri="{FF2B5EF4-FFF2-40B4-BE49-F238E27FC236}">
                    <a16:creationId xmlns:a16="http://schemas.microsoft.com/office/drawing/2014/main" id="{CF28E8D0-77AB-4211-9F50-519B9A1452BC}"/>
                  </a:ext>
                </a:extLst>
              </p:cNvPr>
              <p:cNvSpPr txBox="1">
                <a:spLocks noRot="1" noChangeAspect="1" noMove="1" noResize="1" noEditPoints="1" noAdjustHandles="1" noChangeArrowheads="1" noChangeShapeType="1" noTextEdit="1"/>
              </p:cNvSpPr>
              <p:nvPr/>
            </p:nvSpPr>
            <p:spPr>
              <a:xfrm>
                <a:off x="1791245" y="1720452"/>
                <a:ext cx="392386" cy="430887"/>
              </a:xfrm>
              <a:prstGeom prst="rect">
                <a:avLst/>
              </a:prstGeom>
              <a:blipFill>
                <a:blip r:embed="rId9"/>
                <a:stretch>
                  <a:fillRect/>
                </a:stretch>
              </a:blipFill>
            </p:spPr>
            <p:txBody>
              <a:bodyPr/>
              <a:lstStyle/>
              <a:p>
                <a:r>
                  <a:rPr lang="en-IN">
                    <a:noFill/>
                  </a:rPr>
                  <a:t> </a:t>
                </a:r>
              </a:p>
            </p:txBody>
          </p:sp>
        </mc:Fallback>
      </mc:AlternateContent>
      <p:sp>
        <p:nvSpPr>
          <p:cNvPr id="35" name="Left Brace 34">
            <a:extLst>
              <a:ext uri="{FF2B5EF4-FFF2-40B4-BE49-F238E27FC236}">
                <a16:creationId xmlns:a16="http://schemas.microsoft.com/office/drawing/2014/main" id="{29C57656-AA2A-4857-BE9B-ABD2104B5D1D}"/>
              </a:ext>
            </a:extLst>
          </p:cNvPr>
          <p:cNvSpPr/>
          <p:nvPr/>
        </p:nvSpPr>
        <p:spPr>
          <a:xfrm flipH="1">
            <a:off x="8453950" y="792421"/>
            <a:ext cx="288000" cy="2340000"/>
          </a:xfrm>
          <a:prstGeom prst="leftBrace">
            <a:avLst>
              <a:gd name="adj1" fmla="val 54940"/>
              <a:gd name="adj2" fmla="val 50000"/>
            </a:avLst>
          </a:prstGeom>
          <a:ln w="28575" cap="rnd">
            <a:solidFill>
              <a:srgbClr val="00206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2" name="Title 1"/>
          <p:cNvSpPr>
            <a:spLocks noGrp="1"/>
          </p:cNvSpPr>
          <p:nvPr>
            <p:ph type="title"/>
          </p:nvPr>
        </p:nvSpPr>
        <p:spPr/>
        <p:txBody>
          <a:bodyPr/>
          <a:lstStyle/>
          <a:p>
            <a:r>
              <a:rPr lang="en-GB" dirty="0"/>
              <a:t>Method 2.1 ⇝ Example 6 (</a:t>
            </a:r>
            <a:r>
              <a:rPr lang="en-IN" dirty="0"/>
              <a:t>Continue</a:t>
            </a:r>
            <a:r>
              <a:rPr lang="en-GB" dirty="0"/>
              <a:t>)</a:t>
            </a:r>
            <a:endParaRPr lang="en-US" dirty="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99FCCA2-BBD0-4EE2-A238-768AAC8E9591}"/>
                  </a:ext>
                </a:extLst>
              </p:cNvPr>
              <p:cNvSpPr txBox="1"/>
              <p:nvPr/>
            </p:nvSpPr>
            <p:spPr>
              <a:xfrm>
                <a:off x="1594218" y="3734727"/>
                <a:ext cx="1019520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US" b="0" i="0" smtClean="0">
                          <a:latin typeface="Cambria Math" panose="02040503050406030204" pitchFamily="18" charset="0"/>
                        </a:rPr>
                        <m:t>A</m:t>
                      </m:r>
                      <m:r>
                        <a:rPr lang="en-US" b="0" i="0" smtClean="0">
                          <a:latin typeface="Cambria Math" panose="02040503050406030204" pitchFamily="18" charset="0"/>
                        </a:rPr>
                        <m:t>= </m:t>
                      </m:r>
                      <m:d>
                        <m:dPr>
                          <m:begChr m:val="{"/>
                          <m:endChr m:val="}"/>
                          <m:ctrlPr>
                            <a:rPr lang="en-IN" i="1">
                              <a:latin typeface="Cambria Math" panose="02040503050406030204" pitchFamily="18" charset="0"/>
                            </a:rPr>
                          </m:ctrlPr>
                        </m:dPr>
                        <m:e>
                          <m:r>
                            <a:rPr lang="en-US" b="0" i="0">
                              <a:latin typeface="Cambria Math" panose="02040503050406030204" pitchFamily="18" charset="0"/>
                            </a:rPr>
                            <m:t> </m:t>
                          </m:r>
                          <m:d>
                            <m:dPr>
                              <m:ctrlPr>
                                <a:rPr lang="en-IN" i="1">
                                  <a:latin typeface="Cambria Math" panose="02040503050406030204" pitchFamily="18" charset="0"/>
                                </a:rPr>
                              </m:ctrlPr>
                            </m:dPr>
                            <m:e>
                              <m:r>
                                <a:rPr lang="en-GB" b="0" i="0" smtClean="0">
                                  <a:latin typeface="Cambria Math" panose="02040503050406030204" pitchFamily="18" charset="0"/>
                                </a:rPr>
                                <m:t> </m:t>
                              </m:r>
                              <m:r>
                                <a:rPr lang="en-US" b="0" i="0">
                                  <a:latin typeface="Cambria Math" panose="02040503050406030204" pitchFamily="18" charset="0"/>
                                </a:rPr>
                                <m:t>1</m:t>
                              </m:r>
                              <m:r>
                                <a:rPr lang="en-GB" b="0" i="0" smtClean="0">
                                  <a:latin typeface="Cambria Math" panose="02040503050406030204" pitchFamily="18" charset="0"/>
                                </a:rPr>
                                <m:t>, </m:t>
                              </m:r>
                              <m:r>
                                <a:rPr lang="en-US" b="0" i="0">
                                  <a:latin typeface="Cambria Math" panose="02040503050406030204" pitchFamily="18" charset="0"/>
                                </a:rPr>
                                <m:t>1</m:t>
                              </m:r>
                              <m:r>
                                <a:rPr lang="en-GB" b="0" i="0" smtClean="0">
                                  <a:latin typeface="Cambria Math" panose="02040503050406030204" pitchFamily="18" charset="0"/>
                                </a:rPr>
                                <m:t> </m:t>
                              </m:r>
                            </m:e>
                          </m:d>
                          <m:r>
                            <a:rPr lang="en-GB" i="0">
                              <a:latin typeface="Cambria Math" panose="02040503050406030204" pitchFamily="18" charset="0"/>
                            </a:rPr>
                            <m:t>, </m:t>
                          </m:r>
                          <m:d>
                            <m:dPr>
                              <m:ctrlPr>
                                <a:rPr lang="en-IN" i="1">
                                  <a:latin typeface="Cambria Math" panose="02040503050406030204" pitchFamily="18" charset="0"/>
                                </a:rPr>
                              </m:ctrlPr>
                            </m:dPr>
                            <m:e>
                              <m:r>
                                <a:rPr lang="en-GB" b="0" i="0" smtClean="0">
                                  <a:latin typeface="Cambria Math" panose="02040503050406030204" pitchFamily="18" charset="0"/>
                                </a:rPr>
                                <m:t> </m:t>
                              </m:r>
                              <m:r>
                                <a:rPr lang="en-US" b="0" i="0">
                                  <a:latin typeface="Cambria Math" panose="02040503050406030204" pitchFamily="18" charset="0"/>
                                </a:rPr>
                                <m:t>2</m:t>
                              </m:r>
                              <m:r>
                                <a:rPr lang="en-GB" i="0">
                                  <a:latin typeface="Cambria Math" panose="02040503050406030204" pitchFamily="18" charset="0"/>
                                </a:rPr>
                                <m:t>, </m:t>
                              </m:r>
                              <m:r>
                                <a:rPr lang="en-US" b="0" i="0">
                                  <a:latin typeface="Cambria Math" panose="02040503050406030204" pitchFamily="18" charset="0"/>
                                </a:rPr>
                                <m:t>2</m:t>
                              </m:r>
                              <m:r>
                                <a:rPr lang="en-GB" b="0" i="0" smtClean="0">
                                  <a:latin typeface="Cambria Math" panose="02040503050406030204" pitchFamily="18" charset="0"/>
                                </a:rPr>
                                <m:t> </m:t>
                              </m:r>
                            </m:e>
                          </m:d>
                          <m:r>
                            <a:rPr lang="en-GB" i="0">
                              <a:latin typeface="Cambria Math" panose="02040503050406030204" pitchFamily="18" charset="0"/>
                            </a:rPr>
                            <m:t>, </m:t>
                          </m:r>
                          <m:d>
                            <m:dPr>
                              <m:ctrlPr>
                                <a:rPr lang="en-IN" i="1">
                                  <a:latin typeface="Cambria Math" panose="02040503050406030204" pitchFamily="18" charset="0"/>
                                </a:rPr>
                              </m:ctrlPr>
                            </m:dPr>
                            <m:e>
                              <m:r>
                                <a:rPr lang="en-GB" b="0" i="0" smtClean="0">
                                  <a:latin typeface="Cambria Math" panose="02040503050406030204" pitchFamily="18" charset="0"/>
                                </a:rPr>
                                <m:t> </m:t>
                              </m:r>
                              <m:r>
                                <a:rPr lang="en-US" b="0" i="0">
                                  <a:latin typeface="Cambria Math" panose="02040503050406030204" pitchFamily="18" charset="0"/>
                                </a:rPr>
                                <m:t>3</m:t>
                              </m:r>
                              <m:r>
                                <a:rPr lang="en-GB" i="0">
                                  <a:latin typeface="Cambria Math" panose="02040503050406030204" pitchFamily="18" charset="0"/>
                                </a:rPr>
                                <m:t>, </m:t>
                              </m:r>
                              <m:r>
                                <a:rPr lang="en-US" b="0" i="0">
                                  <a:latin typeface="Cambria Math" panose="02040503050406030204" pitchFamily="18" charset="0"/>
                                </a:rPr>
                                <m:t>3</m:t>
                              </m:r>
                              <m:r>
                                <a:rPr lang="en-GB" b="0" i="0" smtClean="0">
                                  <a:latin typeface="Cambria Math" panose="02040503050406030204" pitchFamily="18" charset="0"/>
                                </a:rPr>
                                <m:t> </m:t>
                              </m:r>
                            </m:e>
                          </m:d>
                          <m:r>
                            <a:rPr lang="en-GB" i="0">
                              <a:latin typeface="Cambria Math" panose="02040503050406030204" pitchFamily="18" charset="0"/>
                            </a:rPr>
                            <m:t>, </m:t>
                          </m:r>
                          <m:d>
                            <m:dPr>
                              <m:ctrlPr>
                                <a:rPr lang="en-IN" i="1">
                                  <a:latin typeface="Cambria Math" panose="02040503050406030204" pitchFamily="18" charset="0"/>
                                </a:rPr>
                              </m:ctrlPr>
                            </m:dPr>
                            <m:e>
                              <m:r>
                                <a:rPr lang="en-GB" b="0" i="0" smtClean="0">
                                  <a:latin typeface="Cambria Math" panose="02040503050406030204" pitchFamily="18" charset="0"/>
                                </a:rPr>
                                <m:t> </m:t>
                              </m:r>
                              <m:r>
                                <a:rPr lang="en-US" b="0" i="0">
                                  <a:latin typeface="Cambria Math" panose="02040503050406030204" pitchFamily="18" charset="0"/>
                                </a:rPr>
                                <m:t>4</m:t>
                              </m:r>
                              <m:r>
                                <a:rPr lang="en-GB" i="0">
                                  <a:latin typeface="Cambria Math" panose="02040503050406030204" pitchFamily="18" charset="0"/>
                                </a:rPr>
                                <m:t>, </m:t>
                              </m:r>
                              <m:r>
                                <a:rPr lang="en-US" b="0" i="0">
                                  <a:latin typeface="Cambria Math" panose="02040503050406030204" pitchFamily="18" charset="0"/>
                                </a:rPr>
                                <m:t>4</m:t>
                              </m:r>
                              <m:r>
                                <a:rPr lang="en-GB" b="0" i="0" smtClean="0">
                                  <a:latin typeface="Cambria Math" panose="02040503050406030204" pitchFamily="18" charset="0"/>
                                </a:rPr>
                                <m:t> </m:t>
                              </m:r>
                            </m:e>
                          </m:d>
                          <m:r>
                            <a:rPr lang="en-GB" i="0">
                              <a:latin typeface="Cambria Math" panose="02040503050406030204" pitchFamily="18" charset="0"/>
                            </a:rPr>
                            <m:t>, </m:t>
                          </m:r>
                          <m:d>
                            <m:dPr>
                              <m:ctrlPr>
                                <a:rPr lang="en-IN" i="1">
                                  <a:latin typeface="Cambria Math" panose="02040503050406030204" pitchFamily="18" charset="0"/>
                                </a:rPr>
                              </m:ctrlPr>
                            </m:dPr>
                            <m:e>
                              <m:r>
                                <a:rPr lang="en-GB" b="0" i="0" smtClean="0">
                                  <a:latin typeface="Cambria Math" panose="02040503050406030204" pitchFamily="18" charset="0"/>
                                </a:rPr>
                                <m:t> </m:t>
                              </m:r>
                              <m:r>
                                <a:rPr lang="en-US" b="0" i="0">
                                  <a:latin typeface="Cambria Math" panose="02040503050406030204" pitchFamily="18" charset="0"/>
                                </a:rPr>
                                <m:t>5</m:t>
                              </m:r>
                              <m:r>
                                <a:rPr lang="en-GB" i="0">
                                  <a:latin typeface="Cambria Math" panose="02040503050406030204" pitchFamily="18" charset="0"/>
                                </a:rPr>
                                <m:t>, </m:t>
                              </m:r>
                              <m:r>
                                <a:rPr lang="en-US" b="0" i="0">
                                  <a:latin typeface="Cambria Math" panose="02040503050406030204" pitchFamily="18" charset="0"/>
                                </a:rPr>
                                <m:t>5</m:t>
                              </m:r>
                              <m:r>
                                <a:rPr lang="en-GB" b="0" i="0" smtClean="0">
                                  <a:latin typeface="Cambria Math" panose="02040503050406030204" pitchFamily="18" charset="0"/>
                                </a:rPr>
                                <m:t> </m:t>
                              </m:r>
                            </m:e>
                          </m:d>
                          <m:r>
                            <a:rPr lang="en-GB" i="0">
                              <a:latin typeface="Cambria Math" panose="02040503050406030204" pitchFamily="18" charset="0"/>
                            </a:rPr>
                            <m:t>, </m:t>
                          </m:r>
                          <m:d>
                            <m:dPr>
                              <m:ctrlPr>
                                <a:rPr lang="en-IN" i="1">
                                  <a:latin typeface="Cambria Math" panose="02040503050406030204" pitchFamily="18" charset="0"/>
                                </a:rPr>
                              </m:ctrlPr>
                            </m:dPr>
                            <m:e>
                              <m:r>
                                <a:rPr lang="en-GB" b="0" i="0" smtClean="0">
                                  <a:latin typeface="Cambria Math" panose="02040503050406030204" pitchFamily="18" charset="0"/>
                                </a:rPr>
                                <m:t> </m:t>
                              </m:r>
                              <m:r>
                                <a:rPr lang="en-US" b="0" i="0">
                                  <a:latin typeface="Cambria Math" panose="02040503050406030204" pitchFamily="18" charset="0"/>
                                </a:rPr>
                                <m:t>6</m:t>
                              </m:r>
                              <m:r>
                                <a:rPr lang="en-GB" i="0">
                                  <a:latin typeface="Cambria Math" panose="02040503050406030204" pitchFamily="18" charset="0"/>
                                </a:rPr>
                                <m:t>, </m:t>
                              </m:r>
                              <m:r>
                                <a:rPr lang="en-US" b="0" i="0">
                                  <a:latin typeface="Cambria Math" panose="02040503050406030204" pitchFamily="18" charset="0"/>
                                </a:rPr>
                                <m:t>6</m:t>
                              </m:r>
                              <m:r>
                                <a:rPr lang="en-GB" b="0" i="0" smtClean="0">
                                  <a:latin typeface="Cambria Math" panose="02040503050406030204" pitchFamily="18" charset="0"/>
                                </a:rPr>
                                <m:t> </m:t>
                              </m:r>
                            </m:e>
                          </m:d>
                          <m:r>
                            <a:rPr lang="en-GB" b="0" i="0" smtClean="0">
                              <a:latin typeface="Cambria Math" panose="02040503050406030204" pitchFamily="18" charset="0"/>
                            </a:rPr>
                            <m:t> </m:t>
                          </m:r>
                        </m:e>
                      </m:d>
                    </m:oMath>
                  </m:oMathPara>
                </a14:m>
                <a:endParaRPr lang="en-IN" dirty="0"/>
              </a:p>
            </p:txBody>
          </p:sp>
        </mc:Choice>
        <mc:Fallback xmlns="">
          <p:sp>
            <p:nvSpPr>
              <p:cNvPr id="14" name="TextBox 13">
                <a:extLst>
                  <a:ext uri="{FF2B5EF4-FFF2-40B4-BE49-F238E27FC236}">
                    <a16:creationId xmlns:a16="http://schemas.microsoft.com/office/drawing/2014/main" id="{D99FCCA2-BBD0-4EE2-A238-768AAC8E9591}"/>
                  </a:ext>
                </a:extLst>
              </p:cNvPr>
              <p:cNvSpPr txBox="1">
                <a:spLocks noRot="1" noChangeAspect="1" noMove="1" noResize="1" noEditPoints="1" noAdjustHandles="1" noChangeArrowheads="1" noChangeShapeType="1" noTextEdit="1"/>
              </p:cNvSpPr>
              <p:nvPr/>
            </p:nvSpPr>
            <p:spPr>
              <a:xfrm>
                <a:off x="1594218" y="3734727"/>
                <a:ext cx="10195200"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5F3AB93-7AA6-4F76-A662-0FAE0BFA3049}"/>
                  </a:ext>
                </a:extLst>
              </p:cNvPr>
              <p:cNvSpPr txBox="1"/>
              <p:nvPr/>
            </p:nvSpPr>
            <p:spPr>
              <a:xfrm>
                <a:off x="1594218" y="4979868"/>
                <a:ext cx="1019520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US" b="0" i="0" smtClean="0">
                          <a:latin typeface="Cambria Math" panose="02040503050406030204" pitchFamily="18" charset="0"/>
                        </a:rPr>
                        <m:t>B</m:t>
                      </m:r>
                      <m:r>
                        <a:rPr lang="en-US" b="0" i="0">
                          <a:latin typeface="Cambria Math" panose="02040503050406030204" pitchFamily="18" charset="0"/>
                        </a:rPr>
                        <m:t>= </m:t>
                      </m:r>
                      <m:d>
                        <m:dPr>
                          <m:begChr m:val="{"/>
                          <m:endChr m:val="}"/>
                          <m:ctrlPr>
                            <a:rPr lang="en-IN" i="1">
                              <a:latin typeface="Cambria Math" panose="02040503050406030204" pitchFamily="18" charset="0"/>
                            </a:rPr>
                          </m:ctrlPr>
                        </m:dPr>
                        <m:e>
                          <m:r>
                            <a:rPr lang="en-GB" b="0" i="0" smtClean="0">
                              <a:latin typeface="Cambria Math" panose="02040503050406030204" pitchFamily="18" charset="0"/>
                            </a:rPr>
                            <m:t> </m:t>
                          </m:r>
                          <m:d>
                            <m:dPr>
                              <m:ctrlPr>
                                <a:rPr lang="en-IN" i="1">
                                  <a:latin typeface="Cambria Math" panose="02040503050406030204" pitchFamily="18" charset="0"/>
                                </a:rPr>
                              </m:ctrlPr>
                            </m:dPr>
                            <m:e>
                              <m:r>
                                <a:rPr lang="en-GB" b="0" i="0" smtClean="0">
                                  <a:latin typeface="Cambria Math" panose="02040503050406030204" pitchFamily="18" charset="0"/>
                                </a:rPr>
                                <m:t> </m:t>
                              </m:r>
                              <m:r>
                                <a:rPr lang="en-US" b="0" i="0">
                                  <a:latin typeface="Cambria Math" panose="02040503050406030204" pitchFamily="18" charset="0"/>
                                </a:rPr>
                                <m:t>2</m:t>
                              </m:r>
                              <m:r>
                                <a:rPr lang="en-GB" i="0">
                                  <a:latin typeface="Cambria Math" panose="02040503050406030204" pitchFamily="18" charset="0"/>
                                </a:rPr>
                                <m:t>, </m:t>
                              </m:r>
                              <m:r>
                                <a:rPr lang="en-US" b="0" i="0">
                                  <a:latin typeface="Cambria Math" panose="02040503050406030204" pitchFamily="18" charset="0"/>
                                </a:rPr>
                                <m:t>6</m:t>
                              </m:r>
                              <m:r>
                                <a:rPr lang="en-GB" b="0" i="0" smtClean="0">
                                  <a:latin typeface="Cambria Math" panose="02040503050406030204" pitchFamily="18" charset="0"/>
                                </a:rPr>
                                <m:t> </m:t>
                              </m:r>
                            </m:e>
                          </m:d>
                          <m:r>
                            <a:rPr lang="en-GB" i="0">
                              <a:latin typeface="Cambria Math" panose="02040503050406030204" pitchFamily="18" charset="0"/>
                            </a:rPr>
                            <m:t>, </m:t>
                          </m:r>
                          <m:d>
                            <m:dPr>
                              <m:ctrlPr>
                                <a:rPr lang="en-IN" i="1">
                                  <a:latin typeface="Cambria Math" panose="02040503050406030204" pitchFamily="18" charset="0"/>
                                </a:rPr>
                              </m:ctrlPr>
                            </m:dPr>
                            <m:e>
                              <m:r>
                                <a:rPr lang="en-GB" b="0" i="0" smtClean="0">
                                  <a:latin typeface="Cambria Math" panose="02040503050406030204" pitchFamily="18" charset="0"/>
                                </a:rPr>
                                <m:t> </m:t>
                              </m:r>
                              <m:r>
                                <a:rPr lang="en-US" b="0" i="0">
                                  <a:latin typeface="Cambria Math" panose="02040503050406030204" pitchFamily="18" charset="0"/>
                                </a:rPr>
                                <m:t>3</m:t>
                              </m:r>
                              <m:r>
                                <a:rPr lang="en-GB" i="0">
                                  <a:latin typeface="Cambria Math" panose="02040503050406030204" pitchFamily="18" charset="0"/>
                                </a:rPr>
                                <m:t>, </m:t>
                              </m:r>
                              <m:r>
                                <a:rPr lang="en-US" b="0" i="0">
                                  <a:latin typeface="Cambria Math" panose="02040503050406030204" pitchFamily="18" charset="0"/>
                                </a:rPr>
                                <m:t>5</m:t>
                              </m:r>
                              <m:r>
                                <a:rPr lang="en-GB" b="0" i="0" smtClean="0">
                                  <a:latin typeface="Cambria Math" panose="02040503050406030204" pitchFamily="18" charset="0"/>
                                </a:rPr>
                                <m:t> </m:t>
                              </m:r>
                            </m:e>
                          </m:d>
                          <m:r>
                            <a:rPr lang="en-GB" i="0">
                              <a:latin typeface="Cambria Math" panose="02040503050406030204" pitchFamily="18" charset="0"/>
                            </a:rPr>
                            <m:t>, </m:t>
                          </m:r>
                          <m:d>
                            <m:dPr>
                              <m:ctrlPr>
                                <a:rPr lang="en-IN" i="1">
                                  <a:latin typeface="Cambria Math" panose="02040503050406030204" pitchFamily="18" charset="0"/>
                                </a:rPr>
                              </m:ctrlPr>
                            </m:dPr>
                            <m:e>
                              <m:r>
                                <a:rPr lang="en-GB" b="0" i="0" smtClean="0">
                                  <a:latin typeface="Cambria Math" panose="02040503050406030204" pitchFamily="18" charset="0"/>
                                </a:rPr>
                                <m:t> </m:t>
                              </m:r>
                              <m:r>
                                <a:rPr lang="en-US" b="0" i="0">
                                  <a:latin typeface="Cambria Math" panose="02040503050406030204" pitchFamily="18" charset="0"/>
                                </a:rPr>
                                <m:t>4</m:t>
                              </m:r>
                              <m:r>
                                <a:rPr lang="en-GB" i="0">
                                  <a:latin typeface="Cambria Math" panose="02040503050406030204" pitchFamily="18" charset="0"/>
                                </a:rPr>
                                <m:t>, </m:t>
                              </m:r>
                              <m:r>
                                <a:rPr lang="en-US" b="0" i="0">
                                  <a:latin typeface="Cambria Math" panose="02040503050406030204" pitchFamily="18" charset="0"/>
                                </a:rPr>
                                <m:t>4</m:t>
                              </m:r>
                              <m:r>
                                <a:rPr lang="en-GB" b="0" i="0" smtClean="0">
                                  <a:latin typeface="Cambria Math" panose="02040503050406030204" pitchFamily="18" charset="0"/>
                                </a:rPr>
                                <m:t> </m:t>
                              </m:r>
                            </m:e>
                          </m:d>
                          <m:r>
                            <a:rPr lang="en-GB" i="0">
                              <a:latin typeface="Cambria Math" panose="02040503050406030204" pitchFamily="18" charset="0"/>
                            </a:rPr>
                            <m:t>, </m:t>
                          </m:r>
                          <m:d>
                            <m:dPr>
                              <m:ctrlPr>
                                <a:rPr lang="en-IN" i="1">
                                  <a:latin typeface="Cambria Math" panose="02040503050406030204" pitchFamily="18" charset="0"/>
                                </a:rPr>
                              </m:ctrlPr>
                            </m:dPr>
                            <m:e>
                              <m:r>
                                <a:rPr lang="en-GB" b="0" i="0" smtClean="0">
                                  <a:latin typeface="Cambria Math" panose="02040503050406030204" pitchFamily="18" charset="0"/>
                                </a:rPr>
                                <m:t> </m:t>
                              </m:r>
                              <m:r>
                                <a:rPr lang="en-US" b="0" i="0">
                                  <a:latin typeface="Cambria Math" panose="02040503050406030204" pitchFamily="18" charset="0"/>
                                </a:rPr>
                                <m:t>5</m:t>
                              </m:r>
                              <m:r>
                                <a:rPr lang="en-GB" i="0">
                                  <a:latin typeface="Cambria Math" panose="02040503050406030204" pitchFamily="18" charset="0"/>
                                </a:rPr>
                                <m:t>, </m:t>
                              </m:r>
                              <m:r>
                                <a:rPr lang="en-US" b="0" i="0">
                                  <a:latin typeface="Cambria Math" panose="02040503050406030204" pitchFamily="18" charset="0"/>
                                </a:rPr>
                                <m:t>3</m:t>
                              </m:r>
                              <m:r>
                                <a:rPr lang="en-GB" b="0" i="0" smtClean="0">
                                  <a:latin typeface="Cambria Math" panose="02040503050406030204" pitchFamily="18" charset="0"/>
                                </a:rPr>
                                <m:t> </m:t>
                              </m:r>
                            </m:e>
                          </m:d>
                          <m:r>
                            <a:rPr lang="en-GB" i="0">
                              <a:latin typeface="Cambria Math" panose="02040503050406030204" pitchFamily="18" charset="0"/>
                            </a:rPr>
                            <m:t>, </m:t>
                          </m:r>
                          <m:d>
                            <m:dPr>
                              <m:ctrlPr>
                                <a:rPr lang="en-IN" i="1">
                                  <a:latin typeface="Cambria Math" panose="02040503050406030204" pitchFamily="18" charset="0"/>
                                </a:rPr>
                              </m:ctrlPr>
                            </m:dPr>
                            <m:e>
                              <m:r>
                                <a:rPr lang="en-GB" b="0" i="0" smtClean="0">
                                  <a:latin typeface="Cambria Math" panose="02040503050406030204" pitchFamily="18" charset="0"/>
                                </a:rPr>
                                <m:t> </m:t>
                              </m:r>
                              <m:r>
                                <a:rPr lang="en-US" b="0" i="0">
                                  <a:latin typeface="Cambria Math" panose="02040503050406030204" pitchFamily="18" charset="0"/>
                                </a:rPr>
                                <m:t>6</m:t>
                              </m:r>
                              <m:r>
                                <a:rPr lang="en-GB" i="0">
                                  <a:latin typeface="Cambria Math" panose="02040503050406030204" pitchFamily="18" charset="0"/>
                                </a:rPr>
                                <m:t>, </m:t>
                              </m:r>
                              <m:r>
                                <a:rPr lang="en-US" b="0" i="0">
                                  <a:latin typeface="Cambria Math" panose="02040503050406030204" pitchFamily="18" charset="0"/>
                                </a:rPr>
                                <m:t>2</m:t>
                              </m:r>
                              <m:r>
                                <a:rPr lang="en-GB" b="0" i="0" smtClean="0">
                                  <a:latin typeface="Cambria Math" panose="02040503050406030204" pitchFamily="18" charset="0"/>
                                </a:rPr>
                                <m:t> </m:t>
                              </m:r>
                            </m:e>
                          </m:d>
                          <m:r>
                            <a:rPr lang="en-US" b="0" i="0">
                              <a:latin typeface="Cambria Math" panose="02040503050406030204" pitchFamily="18" charset="0"/>
                            </a:rPr>
                            <m:t> </m:t>
                          </m:r>
                        </m:e>
                      </m:d>
                    </m:oMath>
                  </m:oMathPara>
                </a14:m>
                <a:endParaRPr lang="en-IN" dirty="0"/>
              </a:p>
            </p:txBody>
          </p:sp>
        </mc:Choice>
        <mc:Fallback xmlns="">
          <p:sp>
            <p:nvSpPr>
              <p:cNvPr id="15" name="TextBox 14">
                <a:extLst>
                  <a:ext uri="{FF2B5EF4-FFF2-40B4-BE49-F238E27FC236}">
                    <a16:creationId xmlns:a16="http://schemas.microsoft.com/office/drawing/2014/main" id="{45F3AB93-7AA6-4F76-A662-0FAE0BFA3049}"/>
                  </a:ext>
                </a:extLst>
              </p:cNvPr>
              <p:cNvSpPr txBox="1">
                <a:spLocks noRot="1" noChangeAspect="1" noMove="1" noResize="1" noEditPoints="1" noAdjustHandles="1" noChangeArrowheads="1" noChangeShapeType="1" noTextEdit="1"/>
              </p:cNvSpPr>
              <p:nvPr/>
            </p:nvSpPr>
            <p:spPr>
              <a:xfrm>
                <a:off x="1594218" y="4979868"/>
                <a:ext cx="10195200"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662616B-3F9A-4293-97D9-15D2398A1288}"/>
                  </a:ext>
                </a:extLst>
              </p:cNvPr>
              <p:cNvSpPr txBox="1"/>
              <p:nvPr/>
            </p:nvSpPr>
            <p:spPr>
              <a:xfrm>
                <a:off x="1594218" y="3296425"/>
                <a:ext cx="6859732" cy="522000"/>
              </a:xfrm>
              <a:prstGeom prst="rect">
                <a:avLst/>
              </a:prstGeom>
              <a:noFill/>
              <a:ln>
                <a:noFill/>
              </a:ln>
            </p:spPr>
            <p:txBody>
              <a:bodyPr vert="horz" wrap="square" lIns="91440" tIns="45720" rIns="91440" bIns="45720" numCol="1" anchor="t" anchorCtr="0" compatLnSpc="1">
                <a:prstTxWarp prst="textNoShape">
                  <a:avLst/>
                </a:prstTxWarp>
              </a:bodyPr>
              <a:lstStyle>
                <a:defPPr>
                  <a:defRPr lang="en-US"/>
                </a:defPPr>
                <a:lvl1pPr algn="just">
                  <a:lnSpc>
                    <a:spcPct val="100000"/>
                  </a:lnSpc>
                  <a:spcBef>
                    <a:spcPts val="7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tabLst>
                    <a:tab pos="1162050" algn="l"/>
                    <a:tab pos="1352550" algn="l"/>
                  </a:tabLst>
                </a:pPr>
                <a:r>
                  <a:rPr lang="en-US" dirty="0">
                    <a:solidFill>
                      <a:srgbClr val="002060"/>
                    </a:solidFill>
                  </a:rPr>
                  <a:t>Event </a:t>
                </a:r>
                <a14:m>
                  <m:oMath xmlns:m="http://schemas.openxmlformats.org/officeDocument/2006/math">
                    <m:r>
                      <m:rPr>
                        <m:sty m:val="p"/>
                      </m:rPr>
                      <a:rPr lang="en-US" dirty="0">
                        <a:solidFill>
                          <a:srgbClr val="002060"/>
                        </a:solidFill>
                        <a:latin typeface="Cambria Math" panose="02040503050406030204" pitchFamily="18" charset="0"/>
                      </a:rPr>
                      <m:t>A</m:t>
                    </m:r>
                  </m:oMath>
                </a14:m>
                <a:r>
                  <a:rPr lang="en-US" dirty="0">
                    <a:solidFill>
                      <a:srgbClr val="002060"/>
                    </a:solidFill>
                  </a:rPr>
                  <a:t>	:	Both the dice show the same number.</a:t>
                </a:r>
                <a:endParaRPr lang="en-IN" dirty="0">
                  <a:solidFill>
                    <a:srgbClr val="002060"/>
                  </a:solidFill>
                </a:endParaRPr>
              </a:p>
            </p:txBody>
          </p:sp>
        </mc:Choice>
        <mc:Fallback xmlns="">
          <p:sp>
            <p:nvSpPr>
              <p:cNvPr id="17" name="TextBox 16">
                <a:extLst>
                  <a:ext uri="{FF2B5EF4-FFF2-40B4-BE49-F238E27FC236}">
                    <a16:creationId xmlns:a16="http://schemas.microsoft.com/office/drawing/2014/main" id="{E662616B-3F9A-4293-97D9-15D2398A1288}"/>
                  </a:ext>
                </a:extLst>
              </p:cNvPr>
              <p:cNvSpPr txBox="1">
                <a:spLocks noRot="1" noChangeAspect="1" noMove="1" noResize="1" noEditPoints="1" noAdjustHandles="1" noChangeArrowheads="1" noChangeShapeType="1" noTextEdit="1"/>
              </p:cNvSpPr>
              <p:nvPr/>
            </p:nvSpPr>
            <p:spPr>
              <a:xfrm>
                <a:off x="1594218" y="3296425"/>
                <a:ext cx="6859732" cy="522000"/>
              </a:xfrm>
              <a:prstGeom prst="rect">
                <a:avLst/>
              </a:prstGeom>
              <a:blipFill>
                <a:blip r:embed="rId12"/>
                <a:stretch>
                  <a:fillRect l="-1867" t="-11765" b="-34118"/>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867B51D-0BE5-4764-B925-3E96DBA9E7FA}"/>
                  </a:ext>
                </a:extLst>
              </p:cNvPr>
              <p:cNvSpPr txBox="1"/>
              <p:nvPr/>
            </p:nvSpPr>
            <p:spPr>
              <a:xfrm>
                <a:off x="1594218" y="4517181"/>
                <a:ext cx="10193924" cy="522000"/>
              </a:xfrm>
              <a:prstGeom prst="rect">
                <a:avLst/>
              </a:prstGeom>
              <a:noFill/>
              <a:ln>
                <a:noFill/>
              </a:ln>
            </p:spPr>
            <p:txBody>
              <a:bodyPr vert="horz" wrap="square" lIns="91440" tIns="45720" rIns="91440" bIns="45720" numCol="1" anchor="t" anchorCtr="0" compatLnSpc="1">
                <a:prstTxWarp prst="textNoShape">
                  <a:avLst/>
                </a:prstTxWarp>
              </a:bodyPr>
              <a:lstStyle>
                <a:defPPr>
                  <a:defRPr lang="en-US"/>
                </a:defPPr>
                <a:lvl1pPr algn="just">
                  <a:lnSpc>
                    <a:spcPct val="100000"/>
                  </a:lnSpc>
                  <a:spcBef>
                    <a:spcPts val="7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tabLst>
                    <a:tab pos="1162050" algn="l"/>
                    <a:tab pos="1352550" algn="l"/>
                  </a:tabLst>
                </a:pPr>
                <a:r>
                  <a:rPr lang="en-US" dirty="0">
                    <a:solidFill>
                      <a:srgbClr val="002060"/>
                    </a:solidFill>
                  </a:rPr>
                  <a:t>Event </a:t>
                </a:r>
                <a14:m>
                  <m:oMath xmlns:m="http://schemas.openxmlformats.org/officeDocument/2006/math">
                    <m:r>
                      <m:rPr>
                        <m:sty m:val="p"/>
                      </m:rPr>
                      <a:rPr lang="en-US" dirty="0">
                        <a:solidFill>
                          <a:srgbClr val="002060"/>
                        </a:solidFill>
                        <a:latin typeface="Cambria Math" panose="02040503050406030204" pitchFamily="18" charset="0"/>
                      </a:rPr>
                      <m:t>B</m:t>
                    </m:r>
                  </m:oMath>
                </a14:m>
                <a:r>
                  <a:rPr lang="en-US" dirty="0">
                    <a:solidFill>
                      <a:srgbClr val="002060"/>
                    </a:solidFill>
                  </a:rPr>
                  <a:t>	:	The sum of the numbers on the dice is </a:t>
                </a:r>
                <a14:m>
                  <m:oMath xmlns:m="http://schemas.openxmlformats.org/officeDocument/2006/math">
                    <m:r>
                      <a:rPr lang="en-US">
                        <a:solidFill>
                          <a:srgbClr val="002060"/>
                        </a:solidFill>
                        <a:latin typeface="Cambria Math" panose="02040503050406030204" pitchFamily="18" charset="0"/>
                      </a:rPr>
                      <m:t>8</m:t>
                    </m:r>
                  </m:oMath>
                </a14:m>
                <a:r>
                  <a:rPr lang="en-US" dirty="0">
                    <a:solidFill>
                      <a:srgbClr val="002060"/>
                    </a:solidFill>
                  </a:rPr>
                  <a:t>.</a:t>
                </a:r>
                <a:endParaRPr lang="en-IN" dirty="0">
                  <a:solidFill>
                    <a:srgbClr val="002060"/>
                  </a:solidFill>
                </a:endParaRPr>
              </a:p>
            </p:txBody>
          </p:sp>
        </mc:Choice>
        <mc:Fallback xmlns="">
          <p:sp>
            <p:nvSpPr>
              <p:cNvPr id="18" name="TextBox 17">
                <a:extLst>
                  <a:ext uri="{FF2B5EF4-FFF2-40B4-BE49-F238E27FC236}">
                    <a16:creationId xmlns:a16="http://schemas.microsoft.com/office/drawing/2014/main" id="{5867B51D-0BE5-4764-B925-3E96DBA9E7FA}"/>
                  </a:ext>
                </a:extLst>
              </p:cNvPr>
              <p:cNvSpPr txBox="1">
                <a:spLocks noRot="1" noChangeAspect="1" noMove="1" noResize="1" noEditPoints="1" noAdjustHandles="1" noChangeArrowheads="1" noChangeShapeType="1" noTextEdit="1"/>
              </p:cNvSpPr>
              <p:nvPr/>
            </p:nvSpPr>
            <p:spPr>
              <a:xfrm>
                <a:off x="1594218" y="4517181"/>
                <a:ext cx="10193924" cy="522000"/>
              </a:xfrm>
              <a:prstGeom prst="rect">
                <a:avLst/>
              </a:prstGeom>
              <a:blipFill>
                <a:blip r:embed="rId13"/>
                <a:stretch>
                  <a:fillRect l="-1256" t="-10465" b="-32558"/>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A6F4AB6-5BD8-4E3E-BB0E-34FF5FC8833E}"/>
                  </a:ext>
                </a:extLst>
              </p:cNvPr>
              <p:cNvSpPr txBox="1"/>
              <p:nvPr/>
            </p:nvSpPr>
            <p:spPr>
              <a:xfrm>
                <a:off x="1594218" y="5796122"/>
                <a:ext cx="10195200" cy="522000"/>
              </a:xfrm>
              <a:prstGeom prst="rect">
                <a:avLst/>
              </a:prstGeom>
              <a:noFill/>
              <a:ln>
                <a:noFill/>
              </a:ln>
            </p:spPr>
            <p:txBody>
              <a:bodyPr vert="horz" wrap="square" lIns="91440" tIns="45720" rIns="91440" bIns="45720" numCol="1" anchor="t" anchorCtr="0" compatLnSpc="1">
                <a:prstTxWarp prst="textNoShape">
                  <a:avLst/>
                </a:prstTxWarp>
              </a:bodyPr>
              <a:lstStyle>
                <a:defPPr>
                  <a:defRPr lang="en-US"/>
                </a:defPPr>
                <a:lvl1pPr algn="just">
                  <a:lnSpc>
                    <a:spcPct val="100000"/>
                  </a:lnSpc>
                  <a:spcBef>
                    <a:spcPts val="7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tabLst>
                    <a:tab pos="1162050" algn="l"/>
                    <a:tab pos="1352550" algn="l"/>
                  </a:tabLst>
                </a:pPr>
                <a:r>
                  <a:rPr lang="en-US" sz="2300" dirty="0">
                    <a:solidFill>
                      <a:srgbClr val="002060"/>
                    </a:solidFill>
                  </a:rPr>
                  <a:t>Event </a:t>
                </a:r>
                <a14:m>
                  <m:oMath xmlns:m="http://schemas.openxmlformats.org/officeDocument/2006/math">
                    <m:r>
                      <m:rPr>
                        <m:sty m:val="p"/>
                      </m:rPr>
                      <a:rPr lang="en-US" sz="2300" dirty="0">
                        <a:solidFill>
                          <a:srgbClr val="002060"/>
                        </a:solidFill>
                        <a:latin typeface="Cambria Math" panose="02040503050406030204" pitchFamily="18" charset="0"/>
                      </a:rPr>
                      <m:t>C</m:t>
                    </m:r>
                  </m:oMath>
                </a14:m>
                <a:r>
                  <a:rPr lang="en-US" sz="2300" dirty="0">
                    <a:solidFill>
                      <a:srgbClr val="002060"/>
                    </a:solidFill>
                  </a:rPr>
                  <a:t>	:	The sum of the number on the dice is any number from </a:t>
                </a:r>
                <a14:m>
                  <m:oMath xmlns:m="http://schemas.openxmlformats.org/officeDocument/2006/math">
                    <m:r>
                      <a:rPr lang="en-US" sz="2300" dirty="0">
                        <a:solidFill>
                          <a:srgbClr val="002060"/>
                        </a:solidFill>
                        <a:latin typeface="Cambria Math" panose="02040503050406030204" pitchFamily="18" charset="0"/>
                      </a:rPr>
                      <m:t>2</m:t>
                    </m:r>
                  </m:oMath>
                </a14:m>
                <a:r>
                  <a:rPr lang="en-US" sz="2300" dirty="0">
                    <a:solidFill>
                      <a:srgbClr val="002060"/>
                    </a:solidFill>
                  </a:rPr>
                  <a:t> to </a:t>
                </a:r>
                <a14:m>
                  <m:oMath xmlns:m="http://schemas.openxmlformats.org/officeDocument/2006/math">
                    <m:r>
                      <a:rPr lang="en-US" sz="2300" dirty="0">
                        <a:solidFill>
                          <a:srgbClr val="002060"/>
                        </a:solidFill>
                        <a:latin typeface="Cambria Math" panose="02040503050406030204" pitchFamily="18" charset="0"/>
                      </a:rPr>
                      <m:t>6</m:t>
                    </m:r>
                  </m:oMath>
                </a14:m>
                <a:r>
                  <a:rPr lang="en-US" sz="2300" dirty="0">
                    <a:solidFill>
                      <a:srgbClr val="002060"/>
                    </a:solidFill>
                  </a:rPr>
                  <a:t>.</a:t>
                </a:r>
                <a:endParaRPr lang="en-IN" sz="2300" dirty="0">
                  <a:solidFill>
                    <a:srgbClr val="002060"/>
                  </a:solidFill>
                </a:endParaRPr>
              </a:p>
            </p:txBody>
          </p:sp>
        </mc:Choice>
        <mc:Fallback xmlns="">
          <p:sp>
            <p:nvSpPr>
              <p:cNvPr id="19" name="TextBox 18">
                <a:extLst>
                  <a:ext uri="{FF2B5EF4-FFF2-40B4-BE49-F238E27FC236}">
                    <a16:creationId xmlns:a16="http://schemas.microsoft.com/office/drawing/2014/main" id="{9A6F4AB6-5BD8-4E3E-BB0E-34FF5FC8833E}"/>
                  </a:ext>
                </a:extLst>
              </p:cNvPr>
              <p:cNvSpPr txBox="1">
                <a:spLocks noRot="1" noChangeAspect="1" noMove="1" noResize="1" noEditPoints="1" noAdjustHandles="1" noChangeArrowheads="1" noChangeShapeType="1" noTextEdit="1"/>
              </p:cNvSpPr>
              <p:nvPr/>
            </p:nvSpPr>
            <p:spPr>
              <a:xfrm>
                <a:off x="1594218" y="5796122"/>
                <a:ext cx="10195200" cy="522000"/>
              </a:xfrm>
              <a:prstGeom prst="rect">
                <a:avLst/>
              </a:prstGeom>
              <a:blipFill>
                <a:blip r:embed="rId14"/>
                <a:stretch>
                  <a:fillRect l="-897" t="-9412" b="-11765"/>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F0C2C2D-425A-4486-A819-CB330834FDE7}"/>
                  </a:ext>
                </a:extLst>
              </p:cNvPr>
              <p:cNvSpPr txBox="1"/>
              <p:nvPr/>
            </p:nvSpPr>
            <p:spPr>
              <a:xfrm>
                <a:off x="1594218" y="6218879"/>
                <a:ext cx="10195200" cy="522000"/>
              </a:xfrm>
              <a:prstGeom prst="rect">
                <a:avLst/>
              </a:prstGeom>
              <a:noFill/>
              <a:ln>
                <a:noFill/>
              </a:ln>
            </p:spPr>
            <p:txBody>
              <a:bodyPr vert="horz" wrap="square" lIns="91440" tIns="45720" rIns="91440" bIns="45720" numCol="1" anchor="t" anchorCtr="0" compatLnSpc="1">
                <a:prstTxWarp prst="textNoShape">
                  <a:avLst/>
                </a:prstTxWarp>
              </a:bodyPr>
              <a:lstStyle>
                <a:defPPr>
                  <a:defRPr lang="en-US"/>
                </a:defPPr>
                <a:lvl1pPr algn="just">
                  <a:lnSpc>
                    <a:spcPct val="100000"/>
                  </a:lnSpc>
                  <a:spcBef>
                    <a:spcPts val="7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tabLst>
                    <a:tab pos="1162050" algn="l"/>
                    <a:tab pos="1352550" algn="l"/>
                  </a:tabLst>
                </a:pPr>
                <a:r>
                  <a:rPr lang="en-US" sz="2300" dirty="0">
                    <a:solidFill>
                      <a:srgbClr val="002060"/>
                    </a:solidFill>
                  </a:rPr>
                  <a:t>Event </a:t>
                </a:r>
                <a14:m>
                  <m:oMath xmlns:m="http://schemas.openxmlformats.org/officeDocument/2006/math">
                    <m:r>
                      <m:rPr>
                        <m:sty m:val="p"/>
                      </m:rPr>
                      <a:rPr lang="en-US" sz="2300" dirty="0">
                        <a:solidFill>
                          <a:srgbClr val="002060"/>
                        </a:solidFill>
                        <a:latin typeface="Cambria Math" panose="02040503050406030204" pitchFamily="18" charset="0"/>
                      </a:rPr>
                      <m:t>D</m:t>
                    </m:r>
                  </m:oMath>
                </a14:m>
                <a:r>
                  <a:rPr lang="en-US" sz="2300" dirty="0">
                    <a:solidFill>
                      <a:srgbClr val="002060"/>
                    </a:solidFill>
                  </a:rPr>
                  <a:t>	:	The sum of the numbers on the dice is </a:t>
                </a:r>
                <a14:m>
                  <m:oMath xmlns:m="http://schemas.openxmlformats.org/officeDocument/2006/math">
                    <m:r>
                      <a:rPr lang="en-US" sz="2300">
                        <a:solidFill>
                          <a:srgbClr val="002060"/>
                        </a:solidFill>
                        <a:latin typeface="Cambria Math" panose="02040503050406030204" pitchFamily="18" charset="0"/>
                      </a:rPr>
                      <m:t>13</m:t>
                    </m:r>
                  </m:oMath>
                </a14:m>
                <a:r>
                  <a:rPr lang="en-US" sz="2300" dirty="0">
                    <a:solidFill>
                      <a:srgbClr val="002060"/>
                    </a:solidFill>
                  </a:rPr>
                  <a:t>.</a:t>
                </a:r>
                <a:endParaRPr lang="en-IN" sz="2300" dirty="0">
                  <a:solidFill>
                    <a:srgbClr val="002060"/>
                  </a:solidFill>
                </a:endParaRPr>
              </a:p>
            </p:txBody>
          </p:sp>
        </mc:Choice>
        <mc:Fallback xmlns="">
          <p:sp>
            <p:nvSpPr>
              <p:cNvPr id="20" name="TextBox 19">
                <a:extLst>
                  <a:ext uri="{FF2B5EF4-FFF2-40B4-BE49-F238E27FC236}">
                    <a16:creationId xmlns:a16="http://schemas.microsoft.com/office/drawing/2014/main" id="{2F0C2C2D-425A-4486-A819-CB330834FDE7}"/>
                  </a:ext>
                </a:extLst>
              </p:cNvPr>
              <p:cNvSpPr txBox="1">
                <a:spLocks noRot="1" noChangeAspect="1" noMove="1" noResize="1" noEditPoints="1" noAdjustHandles="1" noChangeArrowheads="1" noChangeShapeType="1" noTextEdit="1"/>
              </p:cNvSpPr>
              <p:nvPr/>
            </p:nvSpPr>
            <p:spPr>
              <a:xfrm>
                <a:off x="1594218" y="6218879"/>
                <a:ext cx="10195200" cy="522000"/>
              </a:xfrm>
              <a:prstGeom prst="rect">
                <a:avLst/>
              </a:prstGeom>
              <a:blipFill>
                <a:blip r:embed="rId15"/>
                <a:stretch>
                  <a:fillRect l="-897" t="-8140" b="-10465"/>
                </a:stretch>
              </a:blipFill>
              <a:ln>
                <a:noFill/>
              </a:ln>
            </p:spPr>
            <p:txBody>
              <a:bodyPr/>
              <a:lstStyle/>
              <a:p>
                <a:r>
                  <a:rPr lang="en-IN">
                    <a:noFill/>
                  </a:rPr>
                  <a:t> </a:t>
                </a:r>
              </a:p>
            </p:txBody>
          </p:sp>
        </mc:Fallback>
      </mc:AlternateContent>
      <p:sp>
        <p:nvSpPr>
          <p:cNvPr id="25" name="Rectangle: Rounded Corners 24">
            <a:extLst>
              <a:ext uri="{FF2B5EF4-FFF2-40B4-BE49-F238E27FC236}">
                <a16:creationId xmlns:a16="http://schemas.microsoft.com/office/drawing/2014/main" id="{94E8178F-7BB4-404A-B8FA-5E3FB673EE39}"/>
              </a:ext>
            </a:extLst>
          </p:cNvPr>
          <p:cNvSpPr/>
          <p:nvPr/>
        </p:nvSpPr>
        <p:spPr>
          <a:xfrm>
            <a:off x="7588131" y="1238337"/>
            <a:ext cx="936000" cy="324000"/>
          </a:xfrm>
          <a:prstGeom prst="roundRect">
            <a:avLst>
              <a:gd name="adj" fmla="val 15230"/>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Rounded Corners 25">
            <a:extLst>
              <a:ext uri="{FF2B5EF4-FFF2-40B4-BE49-F238E27FC236}">
                <a16:creationId xmlns:a16="http://schemas.microsoft.com/office/drawing/2014/main" id="{D7CD48A1-E32A-4E99-B60C-7A4433D655D4}"/>
              </a:ext>
            </a:extLst>
          </p:cNvPr>
          <p:cNvSpPr/>
          <p:nvPr/>
        </p:nvSpPr>
        <p:spPr>
          <a:xfrm>
            <a:off x="6580223" y="1622165"/>
            <a:ext cx="936000" cy="324000"/>
          </a:xfrm>
          <a:prstGeom prst="roundRect">
            <a:avLst>
              <a:gd name="adj" fmla="val 15230"/>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Rounded Corners 26">
            <a:extLst>
              <a:ext uri="{FF2B5EF4-FFF2-40B4-BE49-F238E27FC236}">
                <a16:creationId xmlns:a16="http://schemas.microsoft.com/office/drawing/2014/main" id="{7FC6A9E8-0D9A-4E83-95B6-BA9D9390398F}"/>
              </a:ext>
            </a:extLst>
          </p:cNvPr>
          <p:cNvSpPr/>
          <p:nvPr/>
        </p:nvSpPr>
        <p:spPr>
          <a:xfrm>
            <a:off x="5540016" y="2014550"/>
            <a:ext cx="936000" cy="324000"/>
          </a:xfrm>
          <a:prstGeom prst="roundRect">
            <a:avLst>
              <a:gd name="adj" fmla="val 15230"/>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Rounded Corners 27">
            <a:extLst>
              <a:ext uri="{FF2B5EF4-FFF2-40B4-BE49-F238E27FC236}">
                <a16:creationId xmlns:a16="http://schemas.microsoft.com/office/drawing/2014/main" id="{2055C7AC-C83F-40AC-87C8-F693BC9C7FAB}"/>
              </a:ext>
            </a:extLst>
          </p:cNvPr>
          <p:cNvSpPr/>
          <p:nvPr/>
        </p:nvSpPr>
        <p:spPr>
          <a:xfrm>
            <a:off x="4501382" y="2397406"/>
            <a:ext cx="936000" cy="324000"/>
          </a:xfrm>
          <a:prstGeom prst="roundRect">
            <a:avLst>
              <a:gd name="adj" fmla="val 15230"/>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Rounded Corners 28">
            <a:extLst>
              <a:ext uri="{FF2B5EF4-FFF2-40B4-BE49-F238E27FC236}">
                <a16:creationId xmlns:a16="http://schemas.microsoft.com/office/drawing/2014/main" id="{A9925E98-9220-4BC0-B830-5630927A0E1B}"/>
              </a:ext>
            </a:extLst>
          </p:cNvPr>
          <p:cNvSpPr/>
          <p:nvPr/>
        </p:nvSpPr>
        <p:spPr>
          <a:xfrm>
            <a:off x="3478863" y="2788284"/>
            <a:ext cx="936000" cy="324000"/>
          </a:xfrm>
          <a:prstGeom prst="roundRect">
            <a:avLst>
              <a:gd name="adj" fmla="val 15230"/>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631824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left)">
                                      <p:cBhvr>
                                        <p:cTn id="16" dur="500"/>
                                        <p:tgtEl>
                                          <p:spTgt spid="2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wipe(left)">
                                      <p:cBhvr>
                                        <p:cTn id="21" dur="500"/>
                                        <p:tgtEl>
                                          <p:spTgt spid="2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wipe(left)">
                                      <p:cBhvr>
                                        <p:cTn id="26" dur="500"/>
                                        <p:tgtEl>
                                          <p:spTgt spid="2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wipe(left)">
                                      <p:cBhvr>
                                        <p:cTn id="31" dur="500"/>
                                        <p:tgtEl>
                                          <p:spTgt spid="29"/>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grpId="1" nodeType="clickEffect">
                                  <p:stCondLst>
                                    <p:cond delay="0"/>
                                  </p:stCondLst>
                                  <p:childTnLst>
                                    <p:set>
                                      <p:cBhvr>
                                        <p:cTn id="39" dur="1" fill="hold">
                                          <p:stCondLst>
                                            <p:cond delay="0"/>
                                          </p:stCondLst>
                                        </p:cTn>
                                        <p:tgtEl>
                                          <p:spTgt spid="26"/>
                                        </p:tgtEl>
                                        <p:attrNameLst>
                                          <p:attrName>style.visibility</p:attrName>
                                        </p:attrNameLst>
                                      </p:cBhvr>
                                      <p:to>
                                        <p:strVal val="hidden"/>
                                      </p:to>
                                    </p:set>
                                  </p:childTnLst>
                                </p:cTn>
                              </p:par>
                              <p:par>
                                <p:cTn id="40" presetID="1" presetClass="exit" presetSubtype="0" fill="hold" grpId="1" nodeType="withEffect">
                                  <p:stCondLst>
                                    <p:cond delay="0"/>
                                  </p:stCondLst>
                                  <p:childTnLst>
                                    <p:set>
                                      <p:cBhvr>
                                        <p:cTn id="41" dur="1" fill="hold">
                                          <p:stCondLst>
                                            <p:cond delay="0"/>
                                          </p:stCondLst>
                                        </p:cTn>
                                        <p:tgtEl>
                                          <p:spTgt spid="27"/>
                                        </p:tgtEl>
                                        <p:attrNameLst>
                                          <p:attrName>style.visibility</p:attrName>
                                        </p:attrNameLst>
                                      </p:cBhvr>
                                      <p:to>
                                        <p:strVal val="hidden"/>
                                      </p:to>
                                    </p:set>
                                  </p:childTnLst>
                                </p:cTn>
                              </p:par>
                              <p:par>
                                <p:cTn id="42" presetID="1" presetClass="exit" presetSubtype="0" fill="hold" grpId="1" nodeType="withEffect">
                                  <p:stCondLst>
                                    <p:cond delay="0"/>
                                  </p:stCondLst>
                                  <p:childTnLst>
                                    <p:set>
                                      <p:cBhvr>
                                        <p:cTn id="43" dur="1" fill="hold">
                                          <p:stCondLst>
                                            <p:cond delay="0"/>
                                          </p:stCondLst>
                                        </p:cTn>
                                        <p:tgtEl>
                                          <p:spTgt spid="25"/>
                                        </p:tgtEl>
                                        <p:attrNameLst>
                                          <p:attrName>style.visibility</p:attrName>
                                        </p:attrNameLst>
                                      </p:cBhvr>
                                      <p:to>
                                        <p:strVal val="hidden"/>
                                      </p:to>
                                    </p:set>
                                  </p:childTnLst>
                                </p:cTn>
                              </p:par>
                              <p:par>
                                <p:cTn id="44" presetID="1" presetClass="exit" presetSubtype="0" fill="hold" grpId="1" nodeType="withEffect">
                                  <p:stCondLst>
                                    <p:cond delay="0"/>
                                  </p:stCondLst>
                                  <p:childTnLst>
                                    <p:set>
                                      <p:cBhvr>
                                        <p:cTn id="45" dur="1" fill="hold">
                                          <p:stCondLst>
                                            <p:cond delay="0"/>
                                          </p:stCondLst>
                                        </p:cTn>
                                        <p:tgtEl>
                                          <p:spTgt spid="28"/>
                                        </p:tgtEl>
                                        <p:attrNameLst>
                                          <p:attrName>style.visibility</p:attrName>
                                        </p:attrNameLst>
                                      </p:cBhvr>
                                      <p:to>
                                        <p:strVal val="hidden"/>
                                      </p:to>
                                    </p:set>
                                  </p:childTnLst>
                                </p:cTn>
                              </p:par>
                              <p:par>
                                <p:cTn id="46" presetID="1" presetClass="exit" presetSubtype="0" fill="hold" grpId="1" nodeType="withEffect">
                                  <p:stCondLst>
                                    <p:cond delay="0"/>
                                  </p:stCondLst>
                                  <p:childTnLst>
                                    <p:set>
                                      <p:cBhvr>
                                        <p:cTn id="47" dur="1" fill="hold">
                                          <p:stCondLst>
                                            <p:cond delay="0"/>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9" name="Content Placeholder 2">
                <a:extLst>
                  <a:ext uri="{FF2B5EF4-FFF2-40B4-BE49-F238E27FC236}">
                    <a16:creationId xmlns:a16="http://schemas.microsoft.com/office/drawing/2014/main" id="{2A708FC9-32EE-413C-B5B2-49C2FC0E3D1B}"/>
                  </a:ext>
                </a:extLst>
              </p:cNvPr>
              <p:cNvSpPr txBox="1">
                <a:spLocks/>
              </p:cNvSpPr>
              <p:nvPr/>
            </p:nvSpPr>
            <p:spPr>
              <a:xfrm>
                <a:off x="1544258" y="1720452"/>
                <a:ext cx="392386" cy="430887"/>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sz="2200"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S</m:t>
                      </m:r>
                    </m:oMath>
                  </m:oMathPara>
                </a14:m>
                <a:endParaRPr lang="en-US" sz="22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49" name="Content Placeholder 2">
                <a:extLst>
                  <a:ext uri="{FF2B5EF4-FFF2-40B4-BE49-F238E27FC236}">
                    <a16:creationId xmlns:a16="http://schemas.microsoft.com/office/drawing/2014/main" id="{2A708FC9-32EE-413C-B5B2-49C2FC0E3D1B}"/>
                  </a:ext>
                </a:extLst>
              </p:cNvPr>
              <p:cNvSpPr txBox="1">
                <a:spLocks noRot="1" noChangeAspect="1" noMove="1" noResize="1" noEditPoints="1" noAdjustHandles="1" noChangeArrowheads="1" noChangeShapeType="1" noTextEdit="1"/>
              </p:cNvSpPr>
              <p:nvPr/>
            </p:nvSpPr>
            <p:spPr>
              <a:xfrm>
                <a:off x="1544258" y="1720452"/>
                <a:ext cx="392386" cy="430887"/>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Content Placeholder 2">
                <a:extLst>
                  <a:ext uri="{FF2B5EF4-FFF2-40B4-BE49-F238E27FC236}">
                    <a16:creationId xmlns:a16="http://schemas.microsoft.com/office/drawing/2014/main" id="{03776520-3722-47D1-BC54-F94F1339AE1D}"/>
                  </a:ext>
                </a:extLst>
              </p:cNvPr>
              <p:cNvSpPr txBox="1">
                <a:spLocks/>
              </p:cNvSpPr>
              <p:nvPr/>
            </p:nvSpPr>
            <p:spPr>
              <a:xfrm>
                <a:off x="2353028" y="777968"/>
                <a:ext cx="5940000" cy="44627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sz="2300" i="1" smtClean="0">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1,</m:t>
                          </m:r>
                          <m:r>
                            <a:rPr lang="en-IN" sz="2300" b="0" i="1" smtClean="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1</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1,</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1,</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1,</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1,</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1,</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 </m:t>
                          </m:r>
                        </m:e>
                      </m:d>
                    </m:oMath>
                  </m:oMathPara>
                </a14:m>
                <a:endParaRPr lang="en-US" sz="23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0" name="Content Placeholder 2">
                <a:extLst>
                  <a:ext uri="{FF2B5EF4-FFF2-40B4-BE49-F238E27FC236}">
                    <a16:creationId xmlns:a16="http://schemas.microsoft.com/office/drawing/2014/main" id="{03776520-3722-47D1-BC54-F94F1339AE1D}"/>
                  </a:ext>
                </a:extLst>
              </p:cNvPr>
              <p:cNvSpPr txBox="1">
                <a:spLocks noRot="1" noChangeAspect="1" noMove="1" noResize="1" noEditPoints="1" noAdjustHandles="1" noChangeArrowheads="1" noChangeShapeType="1" noTextEdit="1"/>
              </p:cNvSpPr>
              <p:nvPr/>
            </p:nvSpPr>
            <p:spPr>
              <a:xfrm>
                <a:off x="2353028" y="777968"/>
                <a:ext cx="5940000" cy="446276"/>
              </a:xfrm>
              <a:prstGeom prst="rect">
                <a:avLst/>
              </a:prstGeom>
              <a:blipFill>
                <a:blip r:embed="rId3"/>
                <a:stretch>
                  <a:fillRect r="-28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Content Placeholder 2">
                <a:extLst>
                  <a:ext uri="{FF2B5EF4-FFF2-40B4-BE49-F238E27FC236}">
                    <a16:creationId xmlns:a16="http://schemas.microsoft.com/office/drawing/2014/main" id="{E55BF9A6-2F74-4E13-AAAD-2F3DE206B6F3}"/>
                  </a:ext>
                </a:extLst>
              </p:cNvPr>
              <p:cNvSpPr txBox="1">
                <a:spLocks/>
              </p:cNvSpPr>
              <p:nvPr/>
            </p:nvSpPr>
            <p:spPr>
              <a:xfrm>
                <a:off x="2353028" y="1163944"/>
                <a:ext cx="5940000" cy="44627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sz="2300" i="1" smtClean="0">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1</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 </m:t>
                          </m:r>
                        </m:e>
                      </m:d>
                    </m:oMath>
                  </m:oMathPara>
                </a14:m>
                <a:endParaRPr lang="en-US" sz="23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1" name="Content Placeholder 2">
                <a:extLst>
                  <a:ext uri="{FF2B5EF4-FFF2-40B4-BE49-F238E27FC236}">
                    <a16:creationId xmlns:a16="http://schemas.microsoft.com/office/drawing/2014/main" id="{E55BF9A6-2F74-4E13-AAAD-2F3DE206B6F3}"/>
                  </a:ext>
                </a:extLst>
              </p:cNvPr>
              <p:cNvSpPr txBox="1">
                <a:spLocks noRot="1" noChangeAspect="1" noMove="1" noResize="1" noEditPoints="1" noAdjustHandles="1" noChangeArrowheads="1" noChangeShapeType="1" noTextEdit="1"/>
              </p:cNvSpPr>
              <p:nvPr/>
            </p:nvSpPr>
            <p:spPr>
              <a:xfrm>
                <a:off x="2353028" y="1163944"/>
                <a:ext cx="5940000" cy="446276"/>
              </a:xfrm>
              <a:prstGeom prst="rect">
                <a:avLst/>
              </a:prstGeom>
              <a:blipFill>
                <a:blip r:embed="rId4"/>
                <a:stretch>
                  <a:fillRect r="-28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Content Placeholder 2">
                <a:extLst>
                  <a:ext uri="{FF2B5EF4-FFF2-40B4-BE49-F238E27FC236}">
                    <a16:creationId xmlns:a16="http://schemas.microsoft.com/office/drawing/2014/main" id="{E2BB4849-A053-4543-B12D-CF37981786AC}"/>
                  </a:ext>
                </a:extLst>
              </p:cNvPr>
              <p:cNvSpPr txBox="1">
                <a:spLocks/>
              </p:cNvSpPr>
              <p:nvPr/>
            </p:nvSpPr>
            <p:spPr>
              <a:xfrm>
                <a:off x="2353028" y="1549920"/>
                <a:ext cx="5940000" cy="44627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sz="2300" i="1" smtClean="0">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1</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 </m:t>
                          </m:r>
                        </m:e>
                      </m:d>
                    </m:oMath>
                  </m:oMathPara>
                </a14:m>
                <a:endParaRPr lang="en-US" sz="23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2" name="Content Placeholder 2">
                <a:extLst>
                  <a:ext uri="{FF2B5EF4-FFF2-40B4-BE49-F238E27FC236}">
                    <a16:creationId xmlns:a16="http://schemas.microsoft.com/office/drawing/2014/main" id="{E2BB4849-A053-4543-B12D-CF37981786AC}"/>
                  </a:ext>
                </a:extLst>
              </p:cNvPr>
              <p:cNvSpPr txBox="1">
                <a:spLocks noRot="1" noChangeAspect="1" noMove="1" noResize="1" noEditPoints="1" noAdjustHandles="1" noChangeArrowheads="1" noChangeShapeType="1" noTextEdit="1"/>
              </p:cNvSpPr>
              <p:nvPr/>
            </p:nvSpPr>
            <p:spPr>
              <a:xfrm>
                <a:off x="2353028" y="1549920"/>
                <a:ext cx="5940000" cy="446276"/>
              </a:xfrm>
              <a:prstGeom prst="rect">
                <a:avLst/>
              </a:prstGeom>
              <a:blipFill>
                <a:blip r:embed="rId5"/>
                <a:stretch>
                  <a:fillRect r="-28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Content Placeholder 2">
                <a:extLst>
                  <a:ext uri="{FF2B5EF4-FFF2-40B4-BE49-F238E27FC236}">
                    <a16:creationId xmlns:a16="http://schemas.microsoft.com/office/drawing/2014/main" id="{A169D7F4-8A37-4295-862D-04BA94811554}"/>
                  </a:ext>
                </a:extLst>
              </p:cNvPr>
              <p:cNvSpPr txBox="1">
                <a:spLocks/>
              </p:cNvSpPr>
              <p:nvPr/>
            </p:nvSpPr>
            <p:spPr>
              <a:xfrm>
                <a:off x="2353028" y="1935896"/>
                <a:ext cx="5940000" cy="44627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sz="2300" i="1" smtClean="0">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1</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 </m:t>
                          </m:r>
                        </m:e>
                      </m:d>
                    </m:oMath>
                  </m:oMathPara>
                </a14:m>
                <a:endParaRPr lang="en-US" sz="23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3" name="Content Placeholder 2">
                <a:extLst>
                  <a:ext uri="{FF2B5EF4-FFF2-40B4-BE49-F238E27FC236}">
                    <a16:creationId xmlns:a16="http://schemas.microsoft.com/office/drawing/2014/main" id="{A169D7F4-8A37-4295-862D-04BA94811554}"/>
                  </a:ext>
                </a:extLst>
              </p:cNvPr>
              <p:cNvSpPr txBox="1">
                <a:spLocks noRot="1" noChangeAspect="1" noMove="1" noResize="1" noEditPoints="1" noAdjustHandles="1" noChangeArrowheads="1" noChangeShapeType="1" noTextEdit="1"/>
              </p:cNvSpPr>
              <p:nvPr/>
            </p:nvSpPr>
            <p:spPr>
              <a:xfrm>
                <a:off x="2353028" y="1935896"/>
                <a:ext cx="5940000" cy="446276"/>
              </a:xfrm>
              <a:prstGeom prst="rect">
                <a:avLst/>
              </a:prstGeom>
              <a:blipFill>
                <a:blip r:embed="rId6"/>
                <a:stretch>
                  <a:fillRect r="-28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Content Placeholder 2">
                <a:extLst>
                  <a:ext uri="{FF2B5EF4-FFF2-40B4-BE49-F238E27FC236}">
                    <a16:creationId xmlns:a16="http://schemas.microsoft.com/office/drawing/2014/main" id="{556D9F99-82D7-4E24-831A-1162EE14656E}"/>
                  </a:ext>
                </a:extLst>
              </p:cNvPr>
              <p:cNvSpPr txBox="1">
                <a:spLocks/>
              </p:cNvSpPr>
              <p:nvPr/>
            </p:nvSpPr>
            <p:spPr>
              <a:xfrm>
                <a:off x="2353028" y="2321872"/>
                <a:ext cx="5940000" cy="44627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sz="2300" i="1" smtClean="0">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1</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 </m:t>
                          </m:r>
                        </m:e>
                      </m:d>
                    </m:oMath>
                  </m:oMathPara>
                </a14:m>
                <a:endParaRPr lang="en-US" sz="23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4" name="Content Placeholder 2">
                <a:extLst>
                  <a:ext uri="{FF2B5EF4-FFF2-40B4-BE49-F238E27FC236}">
                    <a16:creationId xmlns:a16="http://schemas.microsoft.com/office/drawing/2014/main" id="{556D9F99-82D7-4E24-831A-1162EE14656E}"/>
                  </a:ext>
                </a:extLst>
              </p:cNvPr>
              <p:cNvSpPr txBox="1">
                <a:spLocks noRot="1" noChangeAspect="1" noMove="1" noResize="1" noEditPoints="1" noAdjustHandles="1" noChangeArrowheads="1" noChangeShapeType="1" noTextEdit="1"/>
              </p:cNvSpPr>
              <p:nvPr/>
            </p:nvSpPr>
            <p:spPr>
              <a:xfrm>
                <a:off x="2353028" y="2321872"/>
                <a:ext cx="5940000" cy="446276"/>
              </a:xfrm>
              <a:prstGeom prst="rect">
                <a:avLst/>
              </a:prstGeom>
              <a:blipFill>
                <a:blip r:embed="rId7"/>
                <a:stretch>
                  <a:fillRect r="-28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Content Placeholder 2">
                <a:extLst>
                  <a:ext uri="{FF2B5EF4-FFF2-40B4-BE49-F238E27FC236}">
                    <a16:creationId xmlns:a16="http://schemas.microsoft.com/office/drawing/2014/main" id="{34BAA796-EBC8-4B31-9459-ACAD85CEE561}"/>
                  </a:ext>
                </a:extLst>
              </p:cNvPr>
              <p:cNvSpPr txBox="1">
                <a:spLocks/>
              </p:cNvSpPr>
              <p:nvPr/>
            </p:nvSpPr>
            <p:spPr>
              <a:xfrm>
                <a:off x="2353028" y="2707846"/>
                <a:ext cx="5940000" cy="44627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sz="2300" i="1" smtClean="0">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1</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 </m:t>
                          </m:r>
                        </m:e>
                      </m:d>
                    </m:oMath>
                  </m:oMathPara>
                </a14:m>
                <a:endParaRPr lang="en-US" sz="23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5" name="Content Placeholder 2">
                <a:extLst>
                  <a:ext uri="{FF2B5EF4-FFF2-40B4-BE49-F238E27FC236}">
                    <a16:creationId xmlns:a16="http://schemas.microsoft.com/office/drawing/2014/main" id="{34BAA796-EBC8-4B31-9459-ACAD85CEE561}"/>
                  </a:ext>
                </a:extLst>
              </p:cNvPr>
              <p:cNvSpPr txBox="1">
                <a:spLocks noRot="1" noChangeAspect="1" noMove="1" noResize="1" noEditPoints="1" noAdjustHandles="1" noChangeArrowheads="1" noChangeShapeType="1" noTextEdit="1"/>
              </p:cNvSpPr>
              <p:nvPr/>
            </p:nvSpPr>
            <p:spPr>
              <a:xfrm>
                <a:off x="2353028" y="2707846"/>
                <a:ext cx="5940000" cy="446276"/>
              </a:xfrm>
              <a:prstGeom prst="rect">
                <a:avLst/>
              </a:prstGeom>
              <a:blipFill>
                <a:blip r:embed="rId8"/>
                <a:stretch>
                  <a:fillRect r="-2875"/>
                </a:stretch>
              </a:blipFill>
            </p:spPr>
            <p:txBody>
              <a:bodyPr/>
              <a:lstStyle/>
              <a:p>
                <a:r>
                  <a:rPr lang="en-IN">
                    <a:noFill/>
                  </a:rPr>
                  <a:t> </a:t>
                </a:r>
              </a:p>
            </p:txBody>
          </p:sp>
        </mc:Fallback>
      </mc:AlternateContent>
      <p:sp>
        <p:nvSpPr>
          <p:cNvPr id="56" name="Left Brace 55">
            <a:extLst>
              <a:ext uri="{FF2B5EF4-FFF2-40B4-BE49-F238E27FC236}">
                <a16:creationId xmlns:a16="http://schemas.microsoft.com/office/drawing/2014/main" id="{ED7C5606-99B6-4D84-A683-539455C9603B}"/>
              </a:ext>
            </a:extLst>
          </p:cNvPr>
          <p:cNvSpPr/>
          <p:nvPr/>
        </p:nvSpPr>
        <p:spPr>
          <a:xfrm>
            <a:off x="2180935" y="792421"/>
            <a:ext cx="288000" cy="2340000"/>
          </a:xfrm>
          <a:prstGeom prst="leftBrace">
            <a:avLst>
              <a:gd name="adj1" fmla="val 64650"/>
              <a:gd name="adj2" fmla="val 50000"/>
            </a:avLst>
          </a:prstGeom>
          <a:ln w="28575" cap="rnd">
            <a:solidFill>
              <a:srgbClr val="00206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57" name="Content Placeholder 2">
                <a:extLst>
                  <a:ext uri="{FF2B5EF4-FFF2-40B4-BE49-F238E27FC236}">
                    <a16:creationId xmlns:a16="http://schemas.microsoft.com/office/drawing/2014/main" id="{43EE5A3B-EFBC-4A72-A473-FE8023A97629}"/>
                  </a:ext>
                </a:extLst>
              </p:cNvPr>
              <p:cNvSpPr txBox="1">
                <a:spLocks/>
              </p:cNvSpPr>
              <p:nvPr/>
            </p:nvSpPr>
            <p:spPr>
              <a:xfrm>
                <a:off x="1791245" y="1720452"/>
                <a:ext cx="392386" cy="430887"/>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a:rPr lang="en-IN" sz="2200"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sz="22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7" name="Content Placeholder 2">
                <a:extLst>
                  <a:ext uri="{FF2B5EF4-FFF2-40B4-BE49-F238E27FC236}">
                    <a16:creationId xmlns:a16="http://schemas.microsoft.com/office/drawing/2014/main" id="{43EE5A3B-EFBC-4A72-A473-FE8023A97629}"/>
                  </a:ext>
                </a:extLst>
              </p:cNvPr>
              <p:cNvSpPr txBox="1">
                <a:spLocks noRot="1" noChangeAspect="1" noMove="1" noResize="1" noEditPoints="1" noAdjustHandles="1" noChangeArrowheads="1" noChangeShapeType="1" noTextEdit="1"/>
              </p:cNvSpPr>
              <p:nvPr/>
            </p:nvSpPr>
            <p:spPr>
              <a:xfrm>
                <a:off x="1791245" y="1720452"/>
                <a:ext cx="392386" cy="430887"/>
              </a:xfrm>
              <a:prstGeom prst="rect">
                <a:avLst/>
              </a:prstGeom>
              <a:blipFill>
                <a:blip r:embed="rId9"/>
                <a:stretch>
                  <a:fillRect/>
                </a:stretch>
              </a:blipFill>
            </p:spPr>
            <p:txBody>
              <a:bodyPr/>
              <a:lstStyle/>
              <a:p>
                <a:r>
                  <a:rPr lang="en-IN">
                    <a:noFill/>
                  </a:rPr>
                  <a:t> </a:t>
                </a:r>
              </a:p>
            </p:txBody>
          </p:sp>
        </mc:Fallback>
      </mc:AlternateContent>
      <p:sp>
        <p:nvSpPr>
          <p:cNvPr id="58" name="Left Brace 57">
            <a:extLst>
              <a:ext uri="{FF2B5EF4-FFF2-40B4-BE49-F238E27FC236}">
                <a16:creationId xmlns:a16="http://schemas.microsoft.com/office/drawing/2014/main" id="{4EB14B17-E0E7-4A71-9657-1E707E28499F}"/>
              </a:ext>
            </a:extLst>
          </p:cNvPr>
          <p:cNvSpPr/>
          <p:nvPr/>
        </p:nvSpPr>
        <p:spPr>
          <a:xfrm flipH="1">
            <a:off x="8453950" y="792421"/>
            <a:ext cx="288000" cy="2340000"/>
          </a:xfrm>
          <a:prstGeom prst="leftBrace">
            <a:avLst>
              <a:gd name="adj1" fmla="val 54940"/>
              <a:gd name="adj2" fmla="val 50000"/>
            </a:avLst>
          </a:prstGeom>
          <a:ln w="28575" cap="rnd">
            <a:solidFill>
              <a:srgbClr val="00206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2" name="Title 1"/>
          <p:cNvSpPr>
            <a:spLocks noGrp="1"/>
          </p:cNvSpPr>
          <p:nvPr>
            <p:ph type="title"/>
          </p:nvPr>
        </p:nvSpPr>
        <p:spPr/>
        <p:txBody>
          <a:bodyPr/>
          <a:lstStyle/>
          <a:p>
            <a:r>
              <a:rPr lang="en-GB" dirty="0"/>
              <a:t>Method 2.1 ⇝ Example 6 (</a:t>
            </a:r>
            <a:r>
              <a:rPr lang="en-IN" dirty="0"/>
              <a:t>Continue</a:t>
            </a:r>
            <a:r>
              <a:rPr lang="en-GB" dirty="0"/>
              <a:t>)</a:t>
            </a:r>
            <a:endParaRPr lang="en-US"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166B18E-3813-48A7-B2C9-8DBEC3A04F5F}"/>
                  </a:ext>
                </a:extLst>
              </p:cNvPr>
              <p:cNvSpPr txBox="1"/>
              <p:nvPr/>
            </p:nvSpPr>
            <p:spPr>
              <a:xfrm>
                <a:off x="1594216" y="3672311"/>
                <a:ext cx="8064132" cy="1881092"/>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US" b="0" i="0" smtClean="0">
                          <a:latin typeface="Cambria Math" panose="02040503050406030204" pitchFamily="18" charset="0"/>
                        </a:rPr>
                        <m:t>C</m:t>
                      </m:r>
                      <m:r>
                        <a:rPr lang="en-US" b="0" i="0">
                          <a:latin typeface="Cambria Math" panose="02040503050406030204" pitchFamily="18" charset="0"/>
                        </a:rPr>
                        <m:t>=</m:t>
                      </m:r>
                      <m:d>
                        <m:dPr>
                          <m:begChr m:val="{"/>
                          <m:endChr m:val="}"/>
                          <m:ctrlPr>
                            <a:rPr lang="en-IN" i="1">
                              <a:latin typeface="Cambria Math" panose="02040503050406030204" pitchFamily="18" charset="0"/>
                            </a:rPr>
                          </m:ctrlPr>
                        </m:dPr>
                        <m:e>
                          <m:r>
                            <a:rPr lang="en-US" b="0" i="0" smtClean="0">
                              <a:solidFill>
                                <a:schemeClr val="bg1"/>
                              </a:solidFill>
                              <a:latin typeface="Cambria Math" panose="02040503050406030204" pitchFamily="18" charset="0"/>
                            </a:rPr>
                            <m:t> </m:t>
                          </m:r>
                          <m:m>
                            <m:mPr>
                              <m:plcHide m:val="on"/>
                              <m:mcs>
                                <m:mc>
                                  <m:mcPr>
                                    <m:count m:val="1"/>
                                    <m:mcJc m:val="center"/>
                                  </m:mcPr>
                                </m:mc>
                              </m:mcs>
                              <m:ctrlPr>
                                <a:rPr lang="en-IN" i="1">
                                  <a:solidFill>
                                    <a:schemeClr val="bg1"/>
                                  </a:solidFill>
                                  <a:latin typeface="Cambria Math" panose="02040503050406030204" pitchFamily="18" charset="0"/>
                                </a:rPr>
                              </m:ctrlPr>
                            </m:mPr>
                            <m:mr>
                              <m:e/>
                            </m:mr>
                            <m:mr>
                              <m:e>
                                <m:d>
                                  <m:dPr>
                                    <m:ctrlPr>
                                      <a:rPr lang="en-IN" i="1">
                                        <a:solidFill>
                                          <a:schemeClr val="bg1"/>
                                        </a:solidFill>
                                        <a:latin typeface="Cambria Math" panose="02040503050406030204" pitchFamily="18" charset="0"/>
                                      </a:rPr>
                                    </m:ctrlPr>
                                  </m:dPr>
                                  <m:e>
                                    <m:r>
                                      <a:rPr lang="en-GB" b="0" i="0" smtClean="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1</m:t>
                                    </m:r>
                                    <m:r>
                                      <a:rPr lang="en-GB" b="0" i="0" smtClean="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1 </m:t>
                                    </m:r>
                                  </m:e>
                                </m:d>
                                <m:r>
                                  <a:rPr lang="en-GB" i="0">
                                    <a:solidFill>
                                      <a:schemeClr val="bg1"/>
                                    </a:solidFill>
                                    <a:latin typeface="Cambria Math" panose="02040503050406030204" pitchFamily="18" charset="0"/>
                                  </a:rPr>
                                  <m:t>, </m:t>
                                </m:r>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1</m:t>
                                    </m:r>
                                    <m:r>
                                      <a:rPr lang="en-GB" b="0" i="0" smtClean="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2 </m:t>
                                    </m:r>
                                  </m:e>
                                </m:d>
                                <m:r>
                                  <a:rPr lang="en-GB" i="0">
                                    <a:solidFill>
                                      <a:schemeClr val="bg1"/>
                                    </a:solidFill>
                                    <a:latin typeface="Cambria Math" panose="02040503050406030204" pitchFamily="18" charset="0"/>
                                  </a:rPr>
                                  <m:t>, </m:t>
                                </m:r>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1</m:t>
                                    </m:r>
                                    <m:r>
                                      <a:rPr lang="en-GB" i="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3 </m:t>
                                    </m:r>
                                  </m:e>
                                </m:d>
                                <m:r>
                                  <a:rPr lang="en-GB" i="0">
                                    <a:solidFill>
                                      <a:schemeClr val="bg1"/>
                                    </a:solidFill>
                                    <a:latin typeface="Cambria Math" panose="02040503050406030204" pitchFamily="18" charset="0"/>
                                  </a:rPr>
                                  <m:t>, </m:t>
                                </m:r>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1</m:t>
                                    </m:r>
                                    <m:r>
                                      <a:rPr lang="en-GB" i="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4</m:t>
                                    </m:r>
                                    <m:r>
                                      <a:rPr lang="en-GB" b="0" i="0" smtClean="0">
                                        <a:solidFill>
                                          <a:schemeClr val="bg1"/>
                                        </a:solidFill>
                                        <a:latin typeface="Cambria Math" panose="02040503050406030204" pitchFamily="18" charset="0"/>
                                      </a:rPr>
                                      <m:t> </m:t>
                                    </m:r>
                                  </m:e>
                                </m:d>
                                <m:r>
                                  <a:rPr lang="en-GB" i="0">
                                    <a:solidFill>
                                      <a:schemeClr val="bg1"/>
                                    </a:solidFill>
                                    <a:latin typeface="Cambria Math" panose="02040503050406030204" pitchFamily="18" charset="0"/>
                                  </a:rPr>
                                  <m:t>, </m:t>
                                </m:r>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1</m:t>
                                    </m:r>
                                    <m:r>
                                      <a:rPr lang="en-GB" i="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5 </m:t>
                                    </m:r>
                                  </m:e>
                                </m:d>
                                <m:r>
                                  <a:rPr lang="en-US" b="0" i="0">
                                    <a:solidFill>
                                      <a:schemeClr val="bg1"/>
                                    </a:solidFill>
                                    <a:latin typeface="Cambria Math" panose="02040503050406030204" pitchFamily="18" charset="0"/>
                                  </a:rPr>
                                  <m:t>,</m:t>
                                </m:r>
                              </m:e>
                            </m:mr>
                            <m:mr>
                              <m:e>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2</m:t>
                                    </m:r>
                                    <m:r>
                                      <a:rPr lang="en-GB" i="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1 </m:t>
                                    </m:r>
                                  </m:e>
                                </m:d>
                                <m:r>
                                  <a:rPr lang="en-GB" i="0">
                                    <a:solidFill>
                                      <a:schemeClr val="bg1"/>
                                    </a:solidFill>
                                    <a:latin typeface="Cambria Math" panose="02040503050406030204" pitchFamily="18" charset="0"/>
                                  </a:rPr>
                                  <m:t>, </m:t>
                                </m:r>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2</m:t>
                                    </m:r>
                                    <m:r>
                                      <a:rPr lang="en-GB" i="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2 </m:t>
                                    </m:r>
                                  </m:e>
                                </m:d>
                                <m:r>
                                  <a:rPr lang="en-GB" i="0">
                                    <a:solidFill>
                                      <a:schemeClr val="bg1"/>
                                    </a:solidFill>
                                    <a:latin typeface="Cambria Math" panose="02040503050406030204" pitchFamily="18" charset="0"/>
                                  </a:rPr>
                                  <m:t>, </m:t>
                                </m:r>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2</m:t>
                                    </m:r>
                                    <m:r>
                                      <a:rPr lang="en-GB" i="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3 </m:t>
                                    </m:r>
                                  </m:e>
                                </m:d>
                                <m:r>
                                  <a:rPr lang="en-GB" i="0">
                                    <a:solidFill>
                                      <a:schemeClr val="bg1"/>
                                    </a:solidFill>
                                    <a:latin typeface="Cambria Math" panose="02040503050406030204" pitchFamily="18" charset="0"/>
                                  </a:rPr>
                                  <m:t>, </m:t>
                                </m:r>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2</m:t>
                                    </m:r>
                                    <m:r>
                                      <a:rPr lang="en-GB" i="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4 </m:t>
                                    </m:r>
                                  </m:e>
                                </m:d>
                                <m:r>
                                  <a:rPr lang="en-GB" i="0">
                                    <a:solidFill>
                                      <a:schemeClr val="bg1"/>
                                    </a:solidFill>
                                    <a:latin typeface="Cambria Math" panose="02040503050406030204" pitchFamily="18" charset="0"/>
                                  </a:rPr>
                                  <m:t>, </m:t>
                                </m:r>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3</m:t>
                                    </m:r>
                                    <m:r>
                                      <a:rPr lang="en-GB" i="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1 </m:t>
                                    </m:r>
                                  </m:e>
                                </m:d>
                                <m:r>
                                  <a:rPr lang="en-US" b="0" i="0">
                                    <a:solidFill>
                                      <a:schemeClr val="bg1"/>
                                    </a:solidFill>
                                    <a:latin typeface="Cambria Math" panose="02040503050406030204" pitchFamily="18" charset="0"/>
                                  </a:rPr>
                                  <m:t>,</m:t>
                                </m:r>
                              </m:e>
                            </m:mr>
                            <m:mr>
                              <m:e>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3</m:t>
                                    </m:r>
                                    <m:r>
                                      <a:rPr lang="en-GB" i="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2 </m:t>
                                    </m:r>
                                  </m:e>
                                </m:d>
                                <m:r>
                                  <a:rPr lang="en-GB" i="0">
                                    <a:solidFill>
                                      <a:schemeClr val="bg1"/>
                                    </a:solidFill>
                                    <a:latin typeface="Cambria Math" panose="02040503050406030204" pitchFamily="18" charset="0"/>
                                  </a:rPr>
                                  <m:t>, </m:t>
                                </m:r>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3</m:t>
                                    </m:r>
                                    <m:r>
                                      <a:rPr lang="en-GB" i="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3 </m:t>
                                    </m:r>
                                  </m:e>
                                </m:d>
                                <m:r>
                                  <a:rPr lang="en-GB" i="0">
                                    <a:solidFill>
                                      <a:schemeClr val="bg1"/>
                                    </a:solidFill>
                                    <a:latin typeface="Cambria Math" panose="02040503050406030204" pitchFamily="18" charset="0"/>
                                  </a:rPr>
                                  <m:t>, </m:t>
                                </m:r>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4</m:t>
                                    </m:r>
                                    <m:r>
                                      <a:rPr lang="en-GB" i="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1 </m:t>
                                    </m:r>
                                  </m:e>
                                </m:d>
                                <m:r>
                                  <a:rPr lang="en-GB" i="0">
                                    <a:solidFill>
                                      <a:schemeClr val="bg1"/>
                                    </a:solidFill>
                                    <a:latin typeface="Cambria Math" panose="02040503050406030204" pitchFamily="18" charset="0"/>
                                  </a:rPr>
                                  <m:t>, </m:t>
                                </m:r>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4</m:t>
                                    </m:r>
                                    <m:r>
                                      <a:rPr lang="en-GB" i="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2 </m:t>
                                    </m:r>
                                  </m:e>
                                </m:d>
                                <m:r>
                                  <a:rPr lang="en-GB" i="0">
                                    <a:solidFill>
                                      <a:schemeClr val="bg1"/>
                                    </a:solidFill>
                                    <a:latin typeface="Cambria Math" panose="02040503050406030204" pitchFamily="18" charset="0"/>
                                  </a:rPr>
                                  <m:t>, </m:t>
                                </m:r>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5</m:t>
                                    </m:r>
                                    <m:r>
                                      <a:rPr lang="en-GB" i="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1 </m:t>
                                    </m:r>
                                  </m:e>
                                </m:d>
                              </m:e>
                            </m:mr>
                            <m:mr>
                              <m:e/>
                            </m:mr>
                          </m:m>
                        </m:e>
                      </m:d>
                    </m:oMath>
                  </m:oMathPara>
                </a14:m>
                <a:endParaRPr lang="en-IN" dirty="0"/>
              </a:p>
            </p:txBody>
          </p:sp>
        </mc:Choice>
        <mc:Fallback xmlns="">
          <p:sp>
            <p:nvSpPr>
              <p:cNvPr id="19" name="TextBox 18">
                <a:extLst>
                  <a:ext uri="{FF2B5EF4-FFF2-40B4-BE49-F238E27FC236}">
                    <a16:creationId xmlns:a16="http://schemas.microsoft.com/office/drawing/2014/main" id="{7166B18E-3813-48A7-B2C9-8DBEC3A04F5F}"/>
                  </a:ext>
                </a:extLst>
              </p:cNvPr>
              <p:cNvSpPr txBox="1">
                <a:spLocks noRot="1" noChangeAspect="1" noMove="1" noResize="1" noEditPoints="1" noAdjustHandles="1" noChangeArrowheads="1" noChangeShapeType="1" noTextEdit="1"/>
              </p:cNvSpPr>
              <p:nvPr/>
            </p:nvSpPr>
            <p:spPr>
              <a:xfrm>
                <a:off x="1594216" y="3672311"/>
                <a:ext cx="8064132" cy="1881092"/>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80251B6-8917-4169-AA79-1FDF50A3F61C}"/>
                  </a:ext>
                </a:extLst>
              </p:cNvPr>
              <p:cNvSpPr txBox="1"/>
              <p:nvPr/>
            </p:nvSpPr>
            <p:spPr>
              <a:xfrm>
                <a:off x="9356305" y="5809929"/>
                <a:ext cx="115430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US" b="0" i="0">
                          <a:latin typeface="Cambria Math" panose="02040503050406030204" pitchFamily="18" charset="0"/>
                        </a:rPr>
                        <m:t>D</m:t>
                      </m:r>
                      <m:r>
                        <a:rPr lang="en-US" b="0" i="0">
                          <a:latin typeface="Cambria Math" panose="02040503050406030204" pitchFamily="18" charset="0"/>
                        </a:rPr>
                        <m:t>=</m:t>
                      </m:r>
                      <m:r>
                        <m:rPr>
                          <m:sty m:val="p"/>
                        </m:rPr>
                        <a:rPr lang="en-US" b="0" i="0">
                          <a:latin typeface="Cambria Math" panose="02040503050406030204" pitchFamily="18" charset="0"/>
                        </a:rPr>
                        <m:t>ϕ</m:t>
                      </m:r>
                    </m:oMath>
                  </m:oMathPara>
                </a14:m>
                <a:endParaRPr lang="en-IN" dirty="0"/>
              </a:p>
            </p:txBody>
          </p:sp>
        </mc:Choice>
        <mc:Fallback xmlns="">
          <p:sp>
            <p:nvSpPr>
              <p:cNvPr id="22" name="TextBox 21">
                <a:extLst>
                  <a:ext uri="{FF2B5EF4-FFF2-40B4-BE49-F238E27FC236}">
                    <a16:creationId xmlns:a16="http://schemas.microsoft.com/office/drawing/2014/main" id="{480251B6-8917-4169-AA79-1FDF50A3F61C}"/>
                  </a:ext>
                </a:extLst>
              </p:cNvPr>
              <p:cNvSpPr txBox="1">
                <a:spLocks noRot="1" noChangeAspect="1" noMove="1" noResize="1" noEditPoints="1" noAdjustHandles="1" noChangeArrowheads="1" noChangeShapeType="1" noTextEdit="1"/>
              </p:cNvSpPr>
              <p:nvPr/>
            </p:nvSpPr>
            <p:spPr>
              <a:xfrm>
                <a:off x="9356305" y="5809929"/>
                <a:ext cx="1154309"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97969D48-1A38-4975-9490-0876BBEE63A0}"/>
                  </a:ext>
                </a:extLst>
              </p:cNvPr>
              <p:cNvSpPr txBox="1"/>
              <p:nvPr/>
            </p:nvSpPr>
            <p:spPr>
              <a:xfrm>
                <a:off x="2533650" y="3799434"/>
                <a:ext cx="633845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ctrlPr>
                            <a:rPr lang="en-IN" sz="2800" i="1" smtClean="0">
                              <a:solidFill>
                                <a:srgbClr val="002060"/>
                              </a:solidFill>
                              <a:latin typeface="Cambria Math" panose="02040503050406030204" pitchFamily="18" charset="0"/>
                            </a:rPr>
                          </m:ctrlPr>
                        </m:dPr>
                        <m:e>
                          <m:r>
                            <a:rPr lang="en-GB" sz="2800" b="0" i="0" smtClean="0">
                              <a:solidFill>
                                <a:srgbClr val="002060"/>
                              </a:solidFill>
                              <a:latin typeface="Cambria Math" panose="02040503050406030204" pitchFamily="18" charset="0"/>
                            </a:rPr>
                            <m:t> </m:t>
                          </m:r>
                          <m:r>
                            <a:rPr lang="en-US" sz="2800" b="0" i="0">
                              <a:solidFill>
                                <a:srgbClr val="002060"/>
                              </a:solidFill>
                              <a:latin typeface="Cambria Math" panose="02040503050406030204" pitchFamily="18" charset="0"/>
                            </a:rPr>
                            <m:t>1</m:t>
                          </m:r>
                          <m:r>
                            <a:rPr lang="en-GB" sz="2800" b="0" i="0" smtClean="0">
                              <a:solidFill>
                                <a:srgbClr val="002060"/>
                              </a:solidFill>
                              <a:latin typeface="Cambria Math" panose="02040503050406030204" pitchFamily="18" charset="0"/>
                            </a:rPr>
                            <m:t>, </m:t>
                          </m:r>
                          <m:r>
                            <a:rPr lang="en-US" sz="2800" b="0" i="0">
                              <a:solidFill>
                                <a:srgbClr val="002060"/>
                              </a:solidFill>
                              <a:latin typeface="Cambria Math" panose="02040503050406030204" pitchFamily="18" charset="0"/>
                            </a:rPr>
                            <m:t>1 </m:t>
                          </m:r>
                        </m:e>
                      </m:d>
                      <m:r>
                        <a:rPr lang="en-GB" sz="2800" i="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US" sz="2800" b="0" i="0">
                              <a:solidFill>
                                <a:srgbClr val="002060"/>
                              </a:solidFill>
                              <a:latin typeface="Cambria Math" panose="02040503050406030204" pitchFamily="18" charset="0"/>
                            </a:rPr>
                            <m:t> 1</m:t>
                          </m:r>
                          <m:r>
                            <a:rPr lang="en-GB" sz="2800" b="0" i="0" smtClean="0">
                              <a:solidFill>
                                <a:srgbClr val="002060"/>
                              </a:solidFill>
                              <a:latin typeface="Cambria Math" panose="02040503050406030204" pitchFamily="18" charset="0"/>
                            </a:rPr>
                            <m:t>, </m:t>
                          </m:r>
                          <m:r>
                            <a:rPr lang="en-US" sz="2800" b="0" i="0">
                              <a:solidFill>
                                <a:srgbClr val="002060"/>
                              </a:solidFill>
                              <a:latin typeface="Cambria Math" panose="02040503050406030204" pitchFamily="18" charset="0"/>
                            </a:rPr>
                            <m:t>2 </m:t>
                          </m:r>
                        </m:e>
                      </m:d>
                      <m:r>
                        <a:rPr lang="en-GB" sz="2800" i="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US" sz="2800" b="0" i="0">
                              <a:solidFill>
                                <a:srgbClr val="002060"/>
                              </a:solidFill>
                              <a:latin typeface="Cambria Math" panose="02040503050406030204" pitchFamily="18" charset="0"/>
                            </a:rPr>
                            <m:t> 1</m:t>
                          </m:r>
                          <m:r>
                            <a:rPr lang="en-GB" sz="2800" i="0">
                              <a:solidFill>
                                <a:srgbClr val="002060"/>
                              </a:solidFill>
                              <a:latin typeface="Cambria Math" panose="02040503050406030204" pitchFamily="18" charset="0"/>
                            </a:rPr>
                            <m:t>, </m:t>
                          </m:r>
                          <m:r>
                            <a:rPr lang="en-US" sz="2800" b="0" i="0">
                              <a:solidFill>
                                <a:srgbClr val="002060"/>
                              </a:solidFill>
                              <a:latin typeface="Cambria Math" panose="02040503050406030204" pitchFamily="18" charset="0"/>
                            </a:rPr>
                            <m:t>3 </m:t>
                          </m:r>
                        </m:e>
                      </m:d>
                      <m:r>
                        <a:rPr lang="en-GB" sz="2800" i="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US" sz="2800" b="0" i="0">
                              <a:solidFill>
                                <a:srgbClr val="002060"/>
                              </a:solidFill>
                              <a:latin typeface="Cambria Math" panose="02040503050406030204" pitchFamily="18" charset="0"/>
                            </a:rPr>
                            <m:t> 1</m:t>
                          </m:r>
                          <m:r>
                            <a:rPr lang="en-GB" sz="2800" i="0">
                              <a:solidFill>
                                <a:srgbClr val="002060"/>
                              </a:solidFill>
                              <a:latin typeface="Cambria Math" panose="02040503050406030204" pitchFamily="18" charset="0"/>
                            </a:rPr>
                            <m:t>, </m:t>
                          </m:r>
                          <m:r>
                            <a:rPr lang="en-US" sz="2800" b="0" i="0">
                              <a:solidFill>
                                <a:srgbClr val="002060"/>
                              </a:solidFill>
                              <a:latin typeface="Cambria Math" panose="02040503050406030204" pitchFamily="18" charset="0"/>
                            </a:rPr>
                            <m:t>4</m:t>
                          </m:r>
                          <m:r>
                            <a:rPr lang="en-GB" sz="2800" b="0" i="0" smtClean="0">
                              <a:solidFill>
                                <a:srgbClr val="002060"/>
                              </a:solidFill>
                              <a:latin typeface="Cambria Math" panose="02040503050406030204" pitchFamily="18" charset="0"/>
                            </a:rPr>
                            <m:t> </m:t>
                          </m:r>
                        </m:e>
                      </m:d>
                      <m:r>
                        <a:rPr lang="en-GB" sz="2800" i="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US" sz="2800" b="0" i="0">
                              <a:solidFill>
                                <a:srgbClr val="002060"/>
                              </a:solidFill>
                              <a:latin typeface="Cambria Math" panose="02040503050406030204" pitchFamily="18" charset="0"/>
                            </a:rPr>
                            <m:t> 1</m:t>
                          </m:r>
                          <m:r>
                            <a:rPr lang="en-GB" sz="2800" i="0">
                              <a:solidFill>
                                <a:srgbClr val="002060"/>
                              </a:solidFill>
                              <a:latin typeface="Cambria Math" panose="02040503050406030204" pitchFamily="18" charset="0"/>
                            </a:rPr>
                            <m:t>, </m:t>
                          </m:r>
                          <m:r>
                            <a:rPr lang="en-US" sz="2800" b="0" i="0">
                              <a:solidFill>
                                <a:srgbClr val="002060"/>
                              </a:solidFill>
                              <a:latin typeface="Cambria Math" panose="02040503050406030204" pitchFamily="18" charset="0"/>
                            </a:rPr>
                            <m:t>5 </m:t>
                          </m:r>
                        </m:e>
                      </m:d>
                      <m:r>
                        <a:rPr lang="en-US" sz="2800" b="0" i="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23" name="TextBox 22">
                <a:extLst>
                  <a:ext uri="{FF2B5EF4-FFF2-40B4-BE49-F238E27FC236}">
                    <a16:creationId xmlns:a16="http://schemas.microsoft.com/office/drawing/2014/main" id="{97969D48-1A38-4975-9490-0876BBEE63A0}"/>
                  </a:ext>
                </a:extLst>
              </p:cNvPr>
              <p:cNvSpPr txBox="1">
                <a:spLocks noRot="1" noChangeAspect="1" noMove="1" noResize="1" noEditPoints="1" noAdjustHandles="1" noChangeArrowheads="1" noChangeShapeType="1" noTextEdit="1"/>
              </p:cNvSpPr>
              <p:nvPr/>
            </p:nvSpPr>
            <p:spPr>
              <a:xfrm>
                <a:off x="2533650" y="3799434"/>
                <a:ext cx="6338455"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D232E07-6BCF-4F2F-9623-D5219E08E275}"/>
                  </a:ext>
                </a:extLst>
              </p:cNvPr>
              <p:cNvSpPr txBox="1"/>
              <p:nvPr/>
            </p:nvSpPr>
            <p:spPr>
              <a:xfrm>
                <a:off x="2533650" y="4370164"/>
                <a:ext cx="633845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ctrlPr>
                            <a:rPr lang="en-IN" sz="2800" i="1" smtClean="0">
                              <a:solidFill>
                                <a:srgbClr val="002060"/>
                              </a:solidFill>
                              <a:latin typeface="Cambria Math" panose="02040503050406030204" pitchFamily="18" charset="0"/>
                            </a:rPr>
                          </m:ctrlPr>
                        </m:dPr>
                        <m:e>
                          <m:r>
                            <a:rPr lang="en-US" sz="2800" i="0">
                              <a:solidFill>
                                <a:srgbClr val="002060"/>
                              </a:solidFill>
                              <a:latin typeface="Cambria Math" panose="02040503050406030204" pitchFamily="18" charset="0"/>
                            </a:rPr>
                            <m:t> 2</m:t>
                          </m:r>
                          <m:r>
                            <a:rPr lang="en-GB" sz="2800" i="0">
                              <a:solidFill>
                                <a:srgbClr val="002060"/>
                              </a:solidFill>
                              <a:latin typeface="Cambria Math" panose="02040503050406030204" pitchFamily="18" charset="0"/>
                            </a:rPr>
                            <m:t>, </m:t>
                          </m:r>
                          <m:r>
                            <a:rPr lang="en-US" sz="2800" i="0">
                              <a:solidFill>
                                <a:srgbClr val="002060"/>
                              </a:solidFill>
                              <a:latin typeface="Cambria Math" panose="02040503050406030204" pitchFamily="18" charset="0"/>
                            </a:rPr>
                            <m:t>1 </m:t>
                          </m:r>
                        </m:e>
                      </m:d>
                      <m:r>
                        <a:rPr lang="en-GB" sz="2800" i="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US" sz="2800" i="0">
                              <a:solidFill>
                                <a:srgbClr val="002060"/>
                              </a:solidFill>
                              <a:latin typeface="Cambria Math" panose="02040503050406030204" pitchFamily="18" charset="0"/>
                            </a:rPr>
                            <m:t> 2</m:t>
                          </m:r>
                          <m:r>
                            <a:rPr lang="en-GB" sz="2800" i="0">
                              <a:solidFill>
                                <a:srgbClr val="002060"/>
                              </a:solidFill>
                              <a:latin typeface="Cambria Math" panose="02040503050406030204" pitchFamily="18" charset="0"/>
                            </a:rPr>
                            <m:t>, </m:t>
                          </m:r>
                          <m:r>
                            <a:rPr lang="en-US" sz="2800" i="0">
                              <a:solidFill>
                                <a:srgbClr val="002060"/>
                              </a:solidFill>
                              <a:latin typeface="Cambria Math" panose="02040503050406030204" pitchFamily="18" charset="0"/>
                            </a:rPr>
                            <m:t>2 </m:t>
                          </m:r>
                        </m:e>
                      </m:d>
                      <m:r>
                        <a:rPr lang="en-GB" sz="2800" i="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US" sz="2800" i="0">
                              <a:solidFill>
                                <a:srgbClr val="002060"/>
                              </a:solidFill>
                              <a:latin typeface="Cambria Math" panose="02040503050406030204" pitchFamily="18" charset="0"/>
                            </a:rPr>
                            <m:t> 2</m:t>
                          </m:r>
                          <m:r>
                            <a:rPr lang="en-GB" sz="2800" i="0">
                              <a:solidFill>
                                <a:srgbClr val="002060"/>
                              </a:solidFill>
                              <a:latin typeface="Cambria Math" panose="02040503050406030204" pitchFamily="18" charset="0"/>
                            </a:rPr>
                            <m:t>, </m:t>
                          </m:r>
                          <m:r>
                            <a:rPr lang="en-US" sz="2800" i="0">
                              <a:solidFill>
                                <a:srgbClr val="002060"/>
                              </a:solidFill>
                              <a:latin typeface="Cambria Math" panose="02040503050406030204" pitchFamily="18" charset="0"/>
                            </a:rPr>
                            <m:t>3 </m:t>
                          </m:r>
                        </m:e>
                      </m:d>
                      <m:r>
                        <a:rPr lang="en-GB" sz="2800" i="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US" sz="2800" i="0">
                              <a:solidFill>
                                <a:srgbClr val="002060"/>
                              </a:solidFill>
                              <a:latin typeface="Cambria Math" panose="02040503050406030204" pitchFamily="18" charset="0"/>
                            </a:rPr>
                            <m:t> 2</m:t>
                          </m:r>
                          <m:r>
                            <a:rPr lang="en-GB" sz="2800" i="0">
                              <a:solidFill>
                                <a:srgbClr val="002060"/>
                              </a:solidFill>
                              <a:latin typeface="Cambria Math" panose="02040503050406030204" pitchFamily="18" charset="0"/>
                            </a:rPr>
                            <m:t>, </m:t>
                          </m:r>
                          <m:r>
                            <a:rPr lang="en-US" sz="2800" i="0">
                              <a:solidFill>
                                <a:srgbClr val="002060"/>
                              </a:solidFill>
                              <a:latin typeface="Cambria Math" panose="02040503050406030204" pitchFamily="18" charset="0"/>
                            </a:rPr>
                            <m:t>4 </m:t>
                          </m:r>
                        </m:e>
                      </m:d>
                      <m:r>
                        <a:rPr lang="en-GB" sz="2800" i="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US" sz="2800" i="0">
                              <a:solidFill>
                                <a:srgbClr val="002060"/>
                              </a:solidFill>
                              <a:latin typeface="Cambria Math" panose="02040503050406030204" pitchFamily="18" charset="0"/>
                            </a:rPr>
                            <m:t> 3</m:t>
                          </m:r>
                          <m:r>
                            <a:rPr lang="en-GB" sz="2800" i="0">
                              <a:solidFill>
                                <a:srgbClr val="002060"/>
                              </a:solidFill>
                              <a:latin typeface="Cambria Math" panose="02040503050406030204" pitchFamily="18" charset="0"/>
                            </a:rPr>
                            <m:t>, </m:t>
                          </m:r>
                          <m:r>
                            <a:rPr lang="en-US" sz="2800" i="0">
                              <a:solidFill>
                                <a:srgbClr val="002060"/>
                              </a:solidFill>
                              <a:latin typeface="Cambria Math" panose="02040503050406030204" pitchFamily="18" charset="0"/>
                            </a:rPr>
                            <m:t>1 </m:t>
                          </m:r>
                        </m:e>
                      </m:d>
                      <m:r>
                        <a:rPr lang="en-US" sz="2800" i="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DD232E07-6BCF-4F2F-9623-D5219E08E275}"/>
                  </a:ext>
                </a:extLst>
              </p:cNvPr>
              <p:cNvSpPr txBox="1">
                <a:spLocks noRot="1" noChangeAspect="1" noMove="1" noResize="1" noEditPoints="1" noAdjustHandles="1" noChangeArrowheads="1" noChangeShapeType="1" noTextEdit="1"/>
              </p:cNvSpPr>
              <p:nvPr/>
            </p:nvSpPr>
            <p:spPr>
              <a:xfrm>
                <a:off x="2533650" y="4370164"/>
                <a:ext cx="6338455"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7C40D45-1602-409E-AA0B-60A95CFA91EF}"/>
                  </a:ext>
                </a:extLst>
              </p:cNvPr>
              <p:cNvSpPr txBox="1"/>
              <p:nvPr/>
            </p:nvSpPr>
            <p:spPr>
              <a:xfrm>
                <a:off x="2533650" y="4940894"/>
                <a:ext cx="633845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ctrlPr>
                            <a:rPr lang="en-IN" sz="2800" i="1" smtClean="0">
                              <a:solidFill>
                                <a:srgbClr val="002060"/>
                              </a:solidFill>
                              <a:latin typeface="Cambria Math" panose="02040503050406030204" pitchFamily="18" charset="0"/>
                            </a:rPr>
                          </m:ctrlPr>
                        </m:dPr>
                        <m:e>
                          <m:r>
                            <a:rPr lang="en-US" sz="2800" i="0">
                              <a:solidFill>
                                <a:srgbClr val="002060"/>
                              </a:solidFill>
                              <a:latin typeface="Cambria Math" panose="02040503050406030204" pitchFamily="18" charset="0"/>
                            </a:rPr>
                            <m:t> 3</m:t>
                          </m:r>
                          <m:r>
                            <a:rPr lang="en-GB" sz="2800" i="0">
                              <a:solidFill>
                                <a:srgbClr val="002060"/>
                              </a:solidFill>
                              <a:latin typeface="Cambria Math" panose="02040503050406030204" pitchFamily="18" charset="0"/>
                            </a:rPr>
                            <m:t>, </m:t>
                          </m:r>
                          <m:r>
                            <a:rPr lang="en-US" sz="2800" i="0">
                              <a:solidFill>
                                <a:srgbClr val="002060"/>
                              </a:solidFill>
                              <a:latin typeface="Cambria Math" panose="02040503050406030204" pitchFamily="18" charset="0"/>
                            </a:rPr>
                            <m:t>2 </m:t>
                          </m:r>
                        </m:e>
                      </m:d>
                      <m:r>
                        <a:rPr lang="en-GB" sz="2800" i="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US" sz="2800" i="0">
                              <a:solidFill>
                                <a:srgbClr val="002060"/>
                              </a:solidFill>
                              <a:latin typeface="Cambria Math" panose="02040503050406030204" pitchFamily="18" charset="0"/>
                            </a:rPr>
                            <m:t> 3</m:t>
                          </m:r>
                          <m:r>
                            <a:rPr lang="en-GB" sz="2800" i="0">
                              <a:solidFill>
                                <a:srgbClr val="002060"/>
                              </a:solidFill>
                              <a:latin typeface="Cambria Math" panose="02040503050406030204" pitchFamily="18" charset="0"/>
                            </a:rPr>
                            <m:t>, </m:t>
                          </m:r>
                          <m:r>
                            <a:rPr lang="en-US" sz="2800" i="0">
                              <a:solidFill>
                                <a:srgbClr val="002060"/>
                              </a:solidFill>
                              <a:latin typeface="Cambria Math" panose="02040503050406030204" pitchFamily="18" charset="0"/>
                            </a:rPr>
                            <m:t>3 </m:t>
                          </m:r>
                        </m:e>
                      </m:d>
                      <m:r>
                        <a:rPr lang="en-GB" sz="2800" i="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US" sz="2800" i="0">
                              <a:solidFill>
                                <a:srgbClr val="002060"/>
                              </a:solidFill>
                              <a:latin typeface="Cambria Math" panose="02040503050406030204" pitchFamily="18" charset="0"/>
                            </a:rPr>
                            <m:t> 4</m:t>
                          </m:r>
                          <m:r>
                            <a:rPr lang="en-GB" sz="2800" i="0">
                              <a:solidFill>
                                <a:srgbClr val="002060"/>
                              </a:solidFill>
                              <a:latin typeface="Cambria Math" panose="02040503050406030204" pitchFamily="18" charset="0"/>
                            </a:rPr>
                            <m:t>, </m:t>
                          </m:r>
                          <m:r>
                            <a:rPr lang="en-US" sz="2800" i="0">
                              <a:solidFill>
                                <a:srgbClr val="002060"/>
                              </a:solidFill>
                              <a:latin typeface="Cambria Math" panose="02040503050406030204" pitchFamily="18" charset="0"/>
                            </a:rPr>
                            <m:t>1 </m:t>
                          </m:r>
                        </m:e>
                      </m:d>
                      <m:r>
                        <a:rPr lang="en-GB" sz="2800" i="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US" sz="2800" i="0">
                              <a:solidFill>
                                <a:srgbClr val="002060"/>
                              </a:solidFill>
                              <a:latin typeface="Cambria Math" panose="02040503050406030204" pitchFamily="18" charset="0"/>
                            </a:rPr>
                            <m:t> 4</m:t>
                          </m:r>
                          <m:r>
                            <a:rPr lang="en-GB" sz="2800" i="0">
                              <a:solidFill>
                                <a:srgbClr val="002060"/>
                              </a:solidFill>
                              <a:latin typeface="Cambria Math" panose="02040503050406030204" pitchFamily="18" charset="0"/>
                            </a:rPr>
                            <m:t>, </m:t>
                          </m:r>
                          <m:r>
                            <a:rPr lang="en-US" sz="2800" i="0">
                              <a:solidFill>
                                <a:srgbClr val="002060"/>
                              </a:solidFill>
                              <a:latin typeface="Cambria Math" panose="02040503050406030204" pitchFamily="18" charset="0"/>
                            </a:rPr>
                            <m:t>2 </m:t>
                          </m:r>
                        </m:e>
                      </m:d>
                      <m:r>
                        <a:rPr lang="en-GB" sz="2800" i="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US" sz="2800" i="0">
                              <a:solidFill>
                                <a:srgbClr val="002060"/>
                              </a:solidFill>
                              <a:latin typeface="Cambria Math" panose="02040503050406030204" pitchFamily="18" charset="0"/>
                            </a:rPr>
                            <m:t> 5</m:t>
                          </m:r>
                          <m:r>
                            <a:rPr lang="en-GB" sz="2800" i="0">
                              <a:solidFill>
                                <a:srgbClr val="002060"/>
                              </a:solidFill>
                              <a:latin typeface="Cambria Math" panose="02040503050406030204" pitchFamily="18" charset="0"/>
                            </a:rPr>
                            <m:t>, </m:t>
                          </m:r>
                          <m:r>
                            <a:rPr lang="en-US" sz="2800" i="0">
                              <a:solidFill>
                                <a:srgbClr val="002060"/>
                              </a:solidFill>
                              <a:latin typeface="Cambria Math" panose="02040503050406030204" pitchFamily="18" charset="0"/>
                            </a:rPr>
                            <m:t>1 </m:t>
                          </m:r>
                        </m:e>
                      </m:d>
                    </m:oMath>
                  </m:oMathPara>
                </a14:m>
                <a:endParaRPr lang="en-IN" sz="2800" dirty="0">
                  <a:solidFill>
                    <a:srgbClr val="002060"/>
                  </a:solidFill>
                </a:endParaRPr>
              </a:p>
            </p:txBody>
          </p:sp>
        </mc:Choice>
        <mc:Fallback xmlns="">
          <p:sp>
            <p:nvSpPr>
              <p:cNvPr id="25" name="TextBox 24">
                <a:extLst>
                  <a:ext uri="{FF2B5EF4-FFF2-40B4-BE49-F238E27FC236}">
                    <a16:creationId xmlns:a16="http://schemas.microsoft.com/office/drawing/2014/main" id="{B7C40D45-1602-409E-AA0B-60A95CFA91EF}"/>
                  </a:ext>
                </a:extLst>
              </p:cNvPr>
              <p:cNvSpPr txBox="1">
                <a:spLocks noRot="1" noChangeAspect="1" noMove="1" noResize="1" noEditPoints="1" noAdjustHandles="1" noChangeArrowheads="1" noChangeShapeType="1" noTextEdit="1"/>
              </p:cNvSpPr>
              <p:nvPr/>
            </p:nvSpPr>
            <p:spPr>
              <a:xfrm>
                <a:off x="2533650" y="4940894"/>
                <a:ext cx="6338455"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88C6350-A95D-4F7D-B0E5-C0B603801DB9}"/>
                  </a:ext>
                </a:extLst>
              </p:cNvPr>
              <p:cNvSpPr txBox="1"/>
              <p:nvPr/>
            </p:nvSpPr>
            <p:spPr>
              <a:xfrm>
                <a:off x="1594218" y="3233833"/>
                <a:ext cx="10193924" cy="522000"/>
              </a:xfrm>
              <a:prstGeom prst="rect">
                <a:avLst/>
              </a:prstGeom>
              <a:noFill/>
              <a:ln>
                <a:noFill/>
              </a:ln>
            </p:spPr>
            <p:txBody>
              <a:bodyPr vert="horz" wrap="square" lIns="91440" tIns="45720" rIns="91440" bIns="45720" numCol="1" anchor="t" anchorCtr="0" compatLnSpc="1">
                <a:prstTxWarp prst="textNoShape">
                  <a:avLst/>
                </a:prstTxWarp>
              </a:bodyPr>
              <a:lstStyle>
                <a:defPPr>
                  <a:defRPr lang="en-US"/>
                </a:defPPr>
                <a:lvl1pPr algn="just">
                  <a:lnSpc>
                    <a:spcPct val="100000"/>
                  </a:lnSpc>
                  <a:spcBef>
                    <a:spcPts val="7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tabLst>
                    <a:tab pos="1162050" algn="l"/>
                    <a:tab pos="1352550" algn="l"/>
                  </a:tabLst>
                </a:pPr>
                <a:r>
                  <a:rPr lang="en-US" dirty="0">
                    <a:solidFill>
                      <a:srgbClr val="002060"/>
                    </a:solidFill>
                  </a:rPr>
                  <a:t>Event </a:t>
                </a:r>
                <a14:m>
                  <m:oMath xmlns:m="http://schemas.openxmlformats.org/officeDocument/2006/math">
                    <m:r>
                      <m:rPr>
                        <m:sty m:val="p"/>
                      </m:rPr>
                      <a:rPr lang="en-US" dirty="0">
                        <a:solidFill>
                          <a:srgbClr val="002060"/>
                        </a:solidFill>
                        <a:latin typeface="Cambria Math" panose="02040503050406030204" pitchFamily="18" charset="0"/>
                      </a:rPr>
                      <m:t>C</m:t>
                    </m:r>
                  </m:oMath>
                </a14:m>
                <a:r>
                  <a:rPr lang="en-US" dirty="0">
                    <a:solidFill>
                      <a:srgbClr val="002060"/>
                    </a:solidFill>
                  </a:rPr>
                  <a:t>	:	The sum of the number on the dice is any number from </a:t>
                </a:r>
                <a14:m>
                  <m:oMath xmlns:m="http://schemas.openxmlformats.org/officeDocument/2006/math">
                    <m:r>
                      <a:rPr lang="en-US" dirty="0">
                        <a:solidFill>
                          <a:srgbClr val="002060"/>
                        </a:solidFill>
                        <a:latin typeface="Cambria Math" panose="02040503050406030204" pitchFamily="18" charset="0"/>
                      </a:rPr>
                      <m:t>2</m:t>
                    </m:r>
                  </m:oMath>
                </a14:m>
                <a:r>
                  <a:rPr lang="en-US" dirty="0">
                    <a:solidFill>
                      <a:srgbClr val="002060"/>
                    </a:solidFill>
                  </a:rPr>
                  <a:t> to </a:t>
                </a:r>
                <a14:m>
                  <m:oMath xmlns:m="http://schemas.openxmlformats.org/officeDocument/2006/math">
                    <m:r>
                      <a:rPr lang="en-US" dirty="0">
                        <a:solidFill>
                          <a:srgbClr val="002060"/>
                        </a:solidFill>
                        <a:latin typeface="Cambria Math" panose="02040503050406030204" pitchFamily="18" charset="0"/>
                      </a:rPr>
                      <m:t>6</m:t>
                    </m:r>
                  </m:oMath>
                </a14:m>
                <a:r>
                  <a:rPr lang="en-US" dirty="0">
                    <a:solidFill>
                      <a:srgbClr val="002060"/>
                    </a:solidFill>
                  </a:rPr>
                  <a:t>.</a:t>
                </a:r>
                <a:endParaRPr lang="en-IN" dirty="0">
                  <a:solidFill>
                    <a:srgbClr val="002060"/>
                  </a:solidFill>
                </a:endParaRPr>
              </a:p>
            </p:txBody>
          </p:sp>
        </mc:Choice>
        <mc:Fallback xmlns="">
          <p:sp>
            <p:nvSpPr>
              <p:cNvPr id="26" name="TextBox 25">
                <a:extLst>
                  <a:ext uri="{FF2B5EF4-FFF2-40B4-BE49-F238E27FC236}">
                    <a16:creationId xmlns:a16="http://schemas.microsoft.com/office/drawing/2014/main" id="{688C6350-A95D-4F7D-B0E5-C0B603801DB9}"/>
                  </a:ext>
                </a:extLst>
              </p:cNvPr>
              <p:cNvSpPr txBox="1">
                <a:spLocks noRot="1" noChangeAspect="1" noMove="1" noResize="1" noEditPoints="1" noAdjustHandles="1" noChangeArrowheads="1" noChangeShapeType="1" noTextEdit="1"/>
              </p:cNvSpPr>
              <p:nvPr/>
            </p:nvSpPr>
            <p:spPr>
              <a:xfrm>
                <a:off x="1594218" y="3233833"/>
                <a:ext cx="10193924" cy="522000"/>
              </a:xfrm>
              <a:prstGeom prst="rect">
                <a:avLst/>
              </a:prstGeom>
              <a:blipFill>
                <a:blip r:embed="rId15"/>
                <a:stretch>
                  <a:fillRect l="-1256" t="-10465" r="-60" b="-32558"/>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6424334-9A79-400E-AFD2-CF44B2F1D916}"/>
                  </a:ext>
                </a:extLst>
              </p:cNvPr>
              <p:cNvSpPr txBox="1"/>
              <p:nvPr/>
            </p:nvSpPr>
            <p:spPr>
              <a:xfrm>
                <a:off x="1594218" y="5815020"/>
                <a:ext cx="7685889" cy="522000"/>
              </a:xfrm>
              <a:prstGeom prst="rect">
                <a:avLst/>
              </a:prstGeom>
              <a:noFill/>
              <a:ln>
                <a:noFill/>
              </a:ln>
            </p:spPr>
            <p:txBody>
              <a:bodyPr vert="horz" wrap="square" lIns="91440" tIns="45720" rIns="91440" bIns="45720" numCol="1" anchor="t" anchorCtr="0" compatLnSpc="1">
                <a:prstTxWarp prst="textNoShape">
                  <a:avLst/>
                </a:prstTxWarp>
              </a:bodyPr>
              <a:lstStyle>
                <a:defPPr>
                  <a:defRPr lang="en-US"/>
                </a:defPPr>
                <a:lvl1pPr algn="just">
                  <a:lnSpc>
                    <a:spcPct val="100000"/>
                  </a:lnSpc>
                  <a:spcBef>
                    <a:spcPts val="7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tabLst>
                    <a:tab pos="1162050" algn="l"/>
                    <a:tab pos="1352550" algn="l"/>
                  </a:tabLst>
                </a:pPr>
                <a:r>
                  <a:rPr lang="en-US" dirty="0">
                    <a:solidFill>
                      <a:srgbClr val="002060"/>
                    </a:solidFill>
                  </a:rPr>
                  <a:t>Event </a:t>
                </a:r>
                <a14:m>
                  <m:oMath xmlns:m="http://schemas.openxmlformats.org/officeDocument/2006/math">
                    <m:r>
                      <m:rPr>
                        <m:sty m:val="p"/>
                      </m:rPr>
                      <a:rPr lang="en-US" dirty="0">
                        <a:solidFill>
                          <a:srgbClr val="002060"/>
                        </a:solidFill>
                        <a:latin typeface="Cambria Math" panose="02040503050406030204" pitchFamily="18" charset="0"/>
                      </a:rPr>
                      <m:t>D</m:t>
                    </m:r>
                  </m:oMath>
                </a14:m>
                <a:r>
                  <a:rPr lang="en-US" dirty="0">
                    <a:solidFill>
                      <a:srgbClr val="002060"/>
                    </a:solidFill>
                  </a:rPr>
                  <a:t>	:	The sum of the numbers on the dice is </a:t>
                </a:r>
                <a14:m>
                  <m:oMath xmlns:m="http://schemas.openxmlformats.org/officeDocument/2006/math">
                    <m:r>
                      <a:rPr lang="en-US">
                        <a:solidFill>
                          <a:srgbClr val="002060"/>
                        </a:solidFill>
                        <a:latin typeface="Cambria Math" panose="02040503050406030204" pitchFamily="18" charset="0"/>
                      </a:rPr>
                      <m:t>13</m:t>
                    </m:r>
                  </m:oMath>
                </a14:m>
                <a:r>
                  <a:rPr lang="en-US" dirty="0">
                    <a:solidFill>
                      <a:srgbClr val="002060"/>
                    </a:solidFill>
                  </a:rPr>
                  <a:t>.</a:t>
                </a:r>
                <a:endParaRPr lang="en-IN" dirty="0">
                  <a:solidFill>
                    <a:srgbClr val="002060"/>
                  </a:solidFill>
                </a:endParaRPr>
              </a:p>
            </p:txBody>
          </p:sp>
        </mc:Choice>
        <mc:Fallback xmlns="">
          <p:sp>
            <p:nvSpPr>
              <p:cNvPr id="27" name="TextBox 26">
                <a:extLst>
                  <a:ext uri="{FF2B5EF4-FFF2-40B4-BE49-F238E27FC236}">
                    <a16:creationId xmlns:a16="http://schemas.microsoft.com/office/drawing/2014/main" id="{46424334-9A79-400E-AFD2-CF44B2F1D916}"/>
                  </a:ext>
                </a:extLst>
              </p:cNvPr>
              <p:cNvSpPr txBox="1">
                <a:spLocks noRot="1" noChangeAspect="1" noMove="1" noResize="1" noEditPoints="1" noAdjustHandles="1" noChangeArrowheads="1" noChangeShapeType="1" noTextEdit="1"/>
              </p:cNvSpPr>
              <p:nvPr/>
            </p:nvSpPr>
            <p:spPr>
              <a:xfrm>
                <a:off x="1594218" y="5815020"/>
                <a:ext cx="7685889" cy="522000"/>
              </a:xfrm>
              <a:prstGeom prst="rect">
                <a:avLst/>
              </a:prstGeom>
              <a:blipFill>
                <a:blip r:embed="rId16"/>
                <a:stretch>
                  <a:fillRect l="-1667" t="-11628" b="-32558"/>
                </a:stretch>
              </a:blipFill>
              <a:ln>
                <a:noFill/>
              </a:ln>
            </p:spPr>
            <p:txBody>
              <a:bodyPr/>
              <a:lstStyle/>
              <a:p>
                <a:r>
                  <a:rPr lang="en-IN">
                    <a:noFill/>
                  </a:rPr>
                  <a:t> </a:t>
                </a:r>
              </a:p>
            </p:txBody>
          </p:sp>
        </mc:Fallback>
      </mc:AlternateContent>
      <p:sp>
        <p:nvSpPr>
          <p:cNvPr id="21" name="Rectangle: Rounded Corners 20">
            <a:extLst>
              <a:ext uri="{FF2B5EF4-FFF2-40B4-BE49-F238E27FC236}">
                <a16:creationId xmlns:a16="http://schemas.microsoft.com/office/drawing/2014/main" id="{A5902103-D784-4E85-9ADE-B055DDF136DE}"/>
              </a:ext>
            </a:extLst>
          </p:cNvPr>
          <p:cNvSpPr/>
          <p:nvPr/>
        </p:nvSpPr>
        <p:spPr>
          <a:xfrm>
            <a:off x="2430618" y="2391581"/>
            <a:ext cx="947921" cy="324000"/>
          </a:xfrm>
          <a:prstGeom prst="roundRect">
            <a:avLst>
              <a:gd name="adj" fmla="val 15230"/>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Rounded Corners 28">
            <a:extLst>
              <a:ext uri="{FF2B5EF4-FFF2-40B4-BE49-F238E27FC236}">
                <a16:creationId xmlns:a16="http://schemas.microsoft.com/office/drawing/2014/main" id="{3902860E-21BA-44A4-B924-B4383A05934C}"/>
              </a:ext>
            </a:extLst>
          </p:cNvPr>
          <p:cNvSpPr/>
          <p:nvPr/>
        </p:nvSpPr>
        <p:spPr>
          <a:xfrm>
            <a:off x="2430618" y="2005218"/>
            <a:ext cx="1988982" cy="324000"/>
          </a:xfrm>
          <a:prstGeom prst="roundRect">
            <a:avLst>
              <a:gd name="adj" fmla="val 15230"/>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ectangle: Rounded Corners 29">
            <a:extLst>
              <a:ext uri="{FF2B5EF4-FFF2-40B4-BE49-F238E27FC236}">
                <a16:creationId xmlns:a16="http://schemas.microsoft.com/office/drawing/2014/main" id="{513F5CF4-C18F-44F1-B34B-3309DD07AD53}"/>
              </a:ext>
            </a:extLst>
          </p:cNvPr>
          <p:cNvSpPr/>
          <p:nvPr/>
        </p:nvSpPr>
        <p:spPr>
          <a:xfrm>
            <a:off x="2430618" y="1614581"/>
            <a:ext cx="3036732" cy="324000"/>
          </a:xfrm>
          <a:prstGeom prst="roundRect">
            <a:avLst>
              <a:gd name="adj" fmla="val 15230"/>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ectangle: Rounded Corners 30">
            <a:extLst>
              <a:ext uri="{FF2B5EF4-FFF2-40B4-BE49-F238E27FC236}">
                <a16:creationId xmlns:a16="http://schemas.microsoft.com/office/drawing/2014/main" id="{B52731D6-B89F-4964-9797-715570BABC6A}"/>
              </a:ext>
            </a:extLst>
          </p:cNvPr>
          <p:cNvSpPr/>
          <p:nvPr/>
        </p:nvSpPr>
        <p:spPr>
          <a:xfrm>
            <a:off x="2430618" y="1240984"/>
            <a:ext cx="4094007" cy="324000"/>
          </a:xfrm>
          <a:prstGeom prst="roundRect">
            <a:avLst>
              <a:gd name="adj" fmla="val 15230"/>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2" name="Rectangle: Rounded Corners 31">
            <a:extLst>
              <a:ext uri="{FF2B5EF4-FFF2-40B4-BE49-F238E27FC236}">
                <a16:creationId xmlns:a16="http://schemas.microsoft.com/office/drawing/2014/main" id="{7E67B07A-96CA-497F-B35D-5EE968EC2B6D}"/>
              </a:ext>
            </a:extLst>
          </p:cNvPr>
          <p:cNvSpPr/>
          <p:nvPr/>
        </p:nvSpPr>
        <p:spPr>
          <a:xfrm>
            <a:off x="2430618" y="851835"/>
            <a:ext cx="5141757" cy="324000"/>
          </a:xfrm>
          <a:prstGeom prst="roundRect">
            <a:avLst>
              <a:gd name="adj" fmla="val 15230"/>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873700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left)">
                                      <p:cBhvr>
                                        <p:cTn id="11" dur="500"/>
                                        <p:tgtEl>
                                          <p:spTgt spid="3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wipe(left)">
                                      <p:cBhvr>
                                        <p:cTn id="16" dur="500"/>
                                        <p:tgtEl>
                                          <p:spTgt spid="3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wipe(left)">
                                      <p:cBhvr>
                                        <p:cTn id="21" dur="500"/>
                                        <p:tgtEl>
                                          <p:spTgt spid="3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wipe(left)">
                                      <p:cBhvr>
                                        <p:cTn id="26" dur="500"/>
                                        <p:tgtEl>
                                          <p:spTgt spid="2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left)">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3"/>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grpId="0" nodeType="afterEffect">
                                  <p:stCondLst>
                                    <p:cond delay="500"/>
                                  </p:stCondLst>
                                  <p:childTnLst>
                                    <p:set>
                                      <p:cBhvr>
                                        <p:cTn id="38" dur="1" fill="hold">
                                          <p:stCondLst>
                                            <p:cond delay="0"/>
                                          </p:stCondLst>
                                        </p:cTn>
                                        <p:tgtEl>
                                          <p:spTgt spid="24"/>
                                        </p:tgtEl>
                                        <p:attrNameLst>
                                          <p:attrName>style.visibility</p:attrName>
                                        </p:attrNameLst>
                                      </p:cBhvr>
                                      <p:to>
                                        <p:strVal val="visible"/>
                                      </p:to>
                                    </p:set>
                                  </p:childTnLst>
                                </p:cTn>
                              </p:par>
                            </p:childTnLst>
                          </p:cTn>
                        </p:par>
                        <p:par>
                          <p:cTn id="39" fill="hold">
                            <p:stCondLst>
                              <p:cond delay="500"/>
                            </p:stCondLst>
                            <p:childTnLst>
                              <p:par>
                                <p:cTn id="40" presetID="1" presetClass="entr" presetSubtype="0" fill="hold" grpId="0" nodeType="afterEffect">
                                  <p:stCondLst>
                                    <p:cond delay="500"/>
                                  </p:stCondLst>
                                  <p:childTnLst>
                                    <p:set>
                                      <p:cBhvr>
                                        <p:cTn id="41" dur="1" fill="hold">
                                          <p:stCondLst>
                                            <p:cond delay="0"/>
                                          </p:stCondLst>
                                        </p:cTn>
                                        <p:tgtEl>
                                          <p:spTgt spid="25"/>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xit" presetSubtype="0" fill="hold" grpId="1" nodeType="clickEffect">
                                  <p:stCondLst>
                                    <p:cond delay="0"/>
                                  </p:stCondLst>
                                  <p:childTnLst>
                                    <p:set>
                                      <p:cBhvr>
                                        <p:cTn id="45" dur="1" fill="hold">
                                          <p:stCondLst>
                                            <p:cond delay="0"/>
                                          </p:stCondLst>
                                        </p:cTn>
                                        <p:tgtEl>
                                          <p:spTgt spid="32"/>
                                        </p:tgtEl>
                                        <p:attrNameLst>
                                          <p:attrName>style.visibility</p:attrName>
                                        </p:attrNameLst>
                                      </p:cBhvr>
                                      <p:to>
                                        <p:strVal val="hidden"/>
                                      </p:to>
                                    </p:set>
                                  </p:childTnLst>
                                </p:cTn>
                              </p:par>
                              <p:par>
                                <p:cTn id="46" presetID="1" presetClass="exit" presetSubtype="0" fill="hold" grpId="1" nodeType="withEffect">
                                  <p:stCondLst>
                                    <p:cond delay="0"/>
                                  </p:stCondLst>
                                  <p:childTnLst>
                                    <p:set>
                                      <p:cBhvr>
                                        <p:cTn id="47" dur="1" fill="hold">
                                          <p:stCondLst>
                                            <p:cond delay="0"/>
                                          </p:stCondLst>
                                        </p:cTn>
                                        <p:tgtEl>
                                          <p:spTgt spid="31"/>
                                        </p:tgtEl>
                                        <p:attrNameLst>
                                          <p:attrName>style.visibility</p:attrName>
                                        </p:attrNameLst>
                                      </p:cBhvr>
                                      <p:to>
                                        <p:strVal val="hidden"/>
                                      </p:to>
                                    </p:set>
                                  </p:childTnLst>
                                </p:cTn>
                              </p:par>
                              <p:par>
                                <p:cTn id="48" presetID="1" presetClass="exit" presetSubtype="0" fill="hold" grpId="1" nodeType="withEffect">
                                  <p:stCondLst>
                                    <p:cond delay="0"/>
                                  </p:stCondLst>
                                  <p:childTnLst>
                                    <p:set>
                                      <p:cBhvr>
                                        <p:cTn id="49" dur="1" fill="hold">
                                          <p:stCondLst>
                                            <p:cond delay="0"/>
                                          </p:stCondLst>
                                        </p:cTn>
                                        <p:tgtEl>
                                          <p:spTgt spid="30"/>
                                        </p:tgtEl>
                                        <p:attrNameLst>
                                          <p:attrName>style.visibility</p:attrName>
                                        </p:attrNameLst>
                                      </p:cBhvr>
                                      <p:to>
                                        <p:strVal val="hidden"/>
                                      </p:to>
                                    </p:set>
                                  </p:childTnLst>
                                </p:cTn>
                              </p:par>
                              <p:par>
                                <p:cTn id="50" presetID="1" presetClass="exit" presetSubtype="0" fill="hold" grpId="1" nodeType="withEffect">
                                  <p:stCondLst>
                                    <p:cond delay="0"/>
                                  </p:stCondLst>
                                  <p:childTnLst>
                                    <p:set>
                                      <p:cBhvr>
                                        <p:cTn id="51" dur="1" fill="hold">
                                          <p:stCondLst>
                                            <p:cond delay="0"/>
                                          </p:stCondLst>
                                        </p:cTn>
                                        <p:tgtEl>
                                          <p:spTgt spid="29"/>
                                        </p:tgtEl>
                                        <p:attrNameLst>
                                          <p:attrName>style.visibility</p:attrName>
                                        </p:attrNameLst>
                                      </p:cBhvr>
                                      <p:to>
                                        <p:strVal val="hidden"/>
                                      </p:to>
                                    </p:set>
                                  </p:childTnLst>
                                </p:cTn>
                              </p:par>
                              <p:par>
                                <p:cTn id="52" presetID="1" presetClass="exit" presetSubtype="0" fill="hold" grpId="1" nodeType="withEffect">
                                  <p:stCondLst>
                                    <p:cond delay="0"/>
                                  </p:stCondLst>
                                  <p:childTnLst>
                                    <p:set>
                                      <p:cBhvr>
                                        <p:cTn id="53" dur="1" fill="hold">
                                          <p:stCondLst>
                                            <p:cond delay="0"/>
                                          </p:stCondLst>
                                        </p:cTn>
                                        <p:tgtEl>
                                          <p:spTgt spid="21"/>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2" grpId="0" animBg="1"/>
      <p:bldP spid="23" grpId="0"/>
      <p:bldP spid="24" grpId="0"/>
      <p:bldP spid="25" grpId="0"/>
      <p:bldP spid="21" grpId="0" animBg="1"/>
      <p:bldP spid="21" grpId="1" animBg="1"/>
      <p:bldP spid="29" grpId="0" animBg="1"/>
      <p:bldP spid="29" grpId="1" animBg="1"/>
      <p:bldP spid="30" grpId="0" animBg="1"/>
      <p:bldP spid="30" grpId="1" animBg="1"/>
      <p:bldP spid="31" grpId="0" animBg="1"/>
      <p:bldP spid="31" grpId="1" animBg="1"/>
      <p:bldP spid="32" grpId="0" animBg="1"/>
      <p:bldP spid="32" grpId="1"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248354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Aft>
                    <a:spcPts val="300"/>
                  </a:spcAft>
                </a:pPr>
                <a:r>
                  <a:rPr lang="en-GB" dirty="0"/>
                  <a:t>Consider the experiment of rolling a die. The following events are defined:</a:t>
                </a:r>
              </a:p>
              <a:p>
                <a:pPr>
                  <a:spcAft>
                    <a:spcPts val="300"/>
                  </a:spcAft>
                </a:pPr>
                <a14:m>
                  <m:oMath xmlns:m="http://schemas.openxmlformats.org/officeDocument/2006/math">
                    <m:r>
                      <m:rPr>
                        <m:sty m:val="p"/>
                      </m:rPr>
                      <a:rPr lang="en-US" i="0" dirty="0" smtClean="0">
                        <a:latin typeface="Cambria Math" panose="02040503050406030204" pitchFamily="18" charset="0"/>
                      </a:rPr>
                      <m:t>A</m:t>
                    </m:r>
                  </m:oMath>
                </a14:m>
                <a:r>
                  <a:rPr lang="en-US" dirty="0"/>
                  <a:t> : getting a prime number </a:t>
                </a:r>
                <a:endParaRPr lang="en-IN" dirty="0"/>
              </a:p>
              <a:p>
                <a:pPr>
                  <a:spcAft>
                    <a:spcPts val="300"/>
                  </a:spcAft>
                </a:pPr>
                <a14:m>
                  <m:oMath xmlns:m="http://schemas.openxmlformats.org/officeDocument/2006/math">
                    <m:r>
                      <m:rPr>
                        <m:sty m:val="p"/>
                      </m:rPr>
                      <a:rPr lang="en-US" i="0" dirty="0" smtClean="0">
                        <a:latin typeface="Cambria Math" panose="02040503050406030204" pitchFamily="18" charset="0"/>
                      </a:rPr>
                      <m:t>B</m:t>
                    </m:r>
                  </m:oMath>
                </a14:m>
                <a:r>
                  <a:rPr lang="en-US" dirty="0"/>
                  <a:t> : getting an odd number. </a:t>
                </a:r>
                <a:endParaRPr lang="en-IN" dirty="0"/>
              </a:p>
              <a:p>
                <a:pPr>
                  <a:spcAft>
                    <a:spcPts val="300"/>
                  </a:spcAft>
                </a:pPr>
                <a:r>
                  <a:rPr lang="en-US" dirty="0"/>
                  <a:t>Write the sets representing the events</a:t>
                </a:r>
              </a:p>
              <a:p>
                <a:pPr>
                  <a:spcAft>
                    <a:spcPts val="300"/>
                  </a:spcAft>
                </a:pPr>
                <a:r>
                  <a:rPr lang="en-GB" sz="2800" b="1" dirty="0">
                    <a:solidFill>
                      <a:schemeClr val="bg1"/>
                    </a:solidFill>
                  </a:rPr>
                  <a:t>(1)</a:t>
                </a:r>
                <a:r>
                  <a:rPr lang="en-GB" sz="2800" b="0" dirty="0">
                    <a:solidFill>
                      <a:schemeClr val="bg1"/>
                    </a:solidFill>
                  </a:rPr>
                  <a:t>  </a:t>
                </a:r>
                <a14:m>
                  <m:oMath xmlns:m="http://schemas.openxmlformats.org/officeDocument/2006/math">
                    <m:r>
                      <m:rPr>
                        <m:sty m:val="p"/>
                      </m:rPr>
                      <a:rPr lang="en-GB" sz="2800" b="0" i="0" dirty="0" smtClean="0">
                        <a:solidFill>
                          <a:schemeClr val="bg1"/>
                        </a:solidFill>
                        <a:latin typeface="Cambria Math" panose="02040503050406030204" pitchFamily="18" charset="0"/>
                      </a:rPr>
                      <m:t>A</m:t>
                    </m:r>
                  </m:oMath>
                </a14:m>
                <a:r>
                  <a:rPr lang="en-IN" sz="2800" dirty="0">
                    <a:solidFill>
                      <a:schemeClr val="bg1"/>
                    </a:solidFill>
                  </a:rPr>
                  <a:t> or </a:t>
                </a:r>
                <a14:m>
                  <m:oMath xmlns:m="http://schemas.openxmlformats.org/officeDocument/2006/math">
                    <m:r>
                      <m:rPr>
                        <m:sty m:val="p"/>
                      </m:rPr>
                      <a:rPr lang="en-IN" sz="2800" i="0" dirty="0" smtClean="0">
                        <a:solidFill>
                          <a:schemeClr val="bg1"/>
                        </a:solidFill>
                        <a:latin typeface="Cambria Math" panose="02040503050406030204" pitchFamily="18" charset="0"/>
                      </a:rPr>
                      <m:t>B</m:t>
                    </m:r>
                  </m:oMath>
                </a14:m>
                <a:r>
                  <a:rPr lang="en-GB" b="1" dirty="0"/>
                  <a:t>     (2)</a:t>
                </a:r>
                <a:r>
                  <a:rPr lang="en-GB" dirty="0"/>
                  <a:t>  </a:t>
                </a:r>
                <a14:m>
                  <m:oMath xmlns:m="http://schemas.openxmlformats.org/officeDocument/2006/math">
                    <m:r>
                      <m:rPr>
                        <m:sty m:val="p"/>
                      </m:rPr>
                      <a:rPr lang="en-GB" dirty="0">
                        <a:latin typeface="Cambria Math" panose="02040503050406030204" pitchFamily="18" charset="0"/>
                      </a:rPr>
                      <m:t>A</m:t>
                    </m:r>
                  </m:oMath>
                </a14:m>
                <a:r>
                  <a:rPr lang="en-IN" dirty="0"/>
                  <a:t> and </a:t>
                </a:r>
                <a14:m>
                  <m:oMath xmlns:m="http://schemas.openxmlformats.org/officeDocument/2006/math">
                    <m:r>
                      <m:rPr>
                        <m:sty m:val="p"/>
                      </m:rPr>
                      <a:rPr lang="en-IN" dirty="0">
                        <a:latin typeface="Cambria Math" panose="02040503050406030204" pitchFamily="18" charset="0"/>
                      </a:rPr>
                      <m:t>B</m:t>
                    </m:r>
                  </m:oMath>
                </a14:m>
                <a:r>
                  <a:rPr lang="en-GB" b="1" dirty="0"/>
                  <a:t>     (3)</a:t>
                </a:r>
                <a:r>
                  <a:rPr lang="en-GB" dirty="0"/>
                  <a:t>  </a:t>
                </a:r>
                <a14:m>
                  <m:oMath xmlns:m="http://schemas.openxmlformats.org/officeDocument/2006/math">
                    <m:r>
                      <m:rPr>
                        <m:sty m:val="p"/>
                      </m:rPr>
                      <a:rPr lang="en-GB" dirty="0">
                        <a:latin typeface="Cambria Math" panose="02040503050406030204" pitchFamily="18" charset="0"/>
                      </a:rPr>
                      <m:t>A</m:t>
                    </m:r>
                  </m:oMath>
                </a14:m>
                <a:r>
                  <a:rPr lang="en-IN" dirty="0"/>
                  <a:t> but not </a:t>
                </a:r>
                <a14:m>
                  <m:oMath xmlns:m="http://schemas.openxmlformats.org/officeDocument/2006/math">
                    <m:r>
                      <m:rPr>
                        <m:sty m:val="p"/>
                      </m:rPr>
                      <a:rPr lang="en-IN" dirty="0">
                        <a:latin typeface="Cambria Math" panose="02040503050406030204" pitchFamily="18" charset="0"/>
                      </a:rPr>
                      <m:t>B</m:t>
                    </m:r>
                  </m:oMath>
                </a14:m>
                <a:r>
                  <a:rPr lang="en-GB" b="1" dirty="0"/>
                  <a:t>     (4) </a:t>
                </a:r>
                <a:r>
                  <a:rPr lang="en-GB" dirty="0"/>
                  <a:t> not </a:t>
                </a:r>
                <a14:m>
                  <m:oMath xmlns:m="http://schemas.openxmlformats.org/officeDocument/2006/math">
                    <m:r>
                      <m:rPr>
                        <m:sty m:val="p"/>
                      </m:rPr>
                      <a:rPr lang="en-GB" dirty="0">
                        <a:latin typeface="Cambria Math" panose="02040503050406030204" pitchFamily="18" charset="0"/>
                      </a:rPr>
                      <m:t>A</m:t>
                    </m:r>
                  </m:oMath>
                </a14:m>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2483540"/>
              </a:xfrm>
              <a:prstGeom prst="rect">
                <a:avLst/>
              </a:prstGeom>
              <a:blipFill>
                <a:blip r:embed="rId2"/>
                <a:stretch>
                  <a:fillRect l="-1074" b="-4902"/>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latin typeface="+mn-lt"/>
              </a:rPr>
              <a:t>Method </a:t>
            </a:r>
            <a:r>
              <a:rPr lang="en-GB" dirty="0"/>
              <a:t>2.1</a:t>
            </a:r>
            <a:r>
              <a:rPr lang="en-GB" dirty="0">
                <a:latin typeface="+mn-lt"/>
              </a:rPr>
              <a:t> ⇝ Example 7</a:t>
            </a:r>
            <a:endParaRPr lang="en-US" dirty="0">
              <a:latin typeface="+mn-lt"/>
            </a:endParaRPr>
          </a:p>
        </p:txBody>
      </p:sp>
      <p:sp>
        <p:nvSpPr>
          <p:cNvPr id="4" name="Content Placeholder 2"/>
          <p:cNvSpPr txBox="1">
            <a:spLocks/>
          </p:cNvSpPr>
          <p:nvPr/>
        </p:nvSpPr>
        <p:spPr>
          <a:xfrm>
            <a:off x="131178" y="3487785"/>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862A7DF-5FF3-464C-A2B6-3F7BCD5A890A}"/>
                  </a:ext>
                </a:extLst>
              </p:cNvPr>
              <p:cNvSpPr txBox="1"/>
              <p:nvPr/>
            </p:nvSpPr>
            <p:spPr>
              <a:xfrm>
                <a:off x="5559186" y="3489292"/>
                <a:ext cx="2425332" cy="52200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US" b="0" i="0" smtClean="0">
                          <a:latin typeface="Cambria Math" panose="02040503050406030204" pitchFamily="18" charset="0"/>
                        </a:rPr>
                        <m:t>A</m:t>
                      </m:r>
                      <m:r>
                        <a:rPr lang="en-US" b="0" i="0" smtClean="0">
                          <a:latin typeface="Cambria Math" panose="02040503050406030204" pitchFamily="18" charset="0"/>
                        </a:rPr>
                        <m:t>=</m:t>
                      </m:r>
                      <m:d>
                        <m:dPr>
                          <m:begChr m:val="{"/>
                          <m:endChr m:val="}"/>
                          <m:ctrlPr>
                            <a:rPr lang="en-IN" i="1">
                              <a:latin typeface="Cambria Math" panose="02040503050406030204" pitchFamily="18" charset="0"/>
                            </a:rPr>
                          </m:ctrlPr>
                        </m:dPr>
                        <m:e>
                          <m:r>
                            <a:rPr lang="en-GB" b="0" i="0" smtClean="0">
                              <a:latin typeface="Cambria Math" panose="02040503050406030204" pitchFamily="18" charset="0"/>
                            </a:rPr>
                            <m:t> 2</m:t>
                          </m:r>
                          <m:r>
                            <a:rPr lang="en-GB" i="0">
                              <a:latin typeface="Cambria Math" panose="02040503050406030204" pitchFamily="18" charset="0"/>
                            </a:rPr>
                            <m:t>, </m:t>
                          </m:r>
                          <m:r>
                            <a:rPr lang="en-GB" i="0" smtClean="0">
                              <a:latin typeface="Cambria Math" panose="02040503050406030204" pitchFamily="18" charset="0"/>
                            </a:rPr>
                            <m:t>3</m:t>
                          </m:r>
                          <m:r>
                            <a:rPr lang="en-GB" i="0">
                              <a:latin typeface="Cambria Math" panose="02040503050406030204" pitchFamily="18" charset="0"/>
                            </a:rPr>
                            <m:t>, </m:t>
                          </m:r>
                          <m:r>
                            <a:rPr lang="en-GB" i="0" smtClean="0">
                              <a:latin typeface="Cambria Math" panose="02040503050406030204" pitchFamily="18" charset="0"/>
                            </a:rPr>
                            <m:t>5</m:t>
                          </m:r>
                          <m:r>
                            <a:rPr lang="en-GB" b="0" i="0" smtClean="0">
                              <a:latin typeface="Cambria Math" panose="02040503050406030204" pitchFamily="18" charset="0"/>
                            </a:rPr>
                            <m:t> </m:t>
                          </m:r>
                        </m:e>
                      </m:d>
                      <m:r>
                        <a:rPr lang="en-IN" b="0" i="1" smtClean="0">
                          <a:latin typeface="Cambria Math" panose="02040503050406030204" pitchFamily="18" charset="0"/>
                        </a:rPr>
                        <m:t>,</m:t>
                      </m:r>
                    </m:oMath>
                  </m:oMathPara>
                </a14:m>
                <a:endParaRPr lang="en-IN" dirty="0">
                  <a:latin typeface="+mn-lt"/>
                </a:endParaRPr>
              </a:p>
            </p:txBody>
          </p:sp>
        </mc:Choice>
        <mc:Fallback xmlns="">
          <p:sp>
            <p:nvSpPr>
              <p:cNvPr id="31" name="TextBox 30">
                <a:extLst>
                  <a:ext uri="{FF2B5EF4-FFF2-40B4-BE49-F238E27FC236}">
                    <a16:creationId xmlns:a16="http://schemas.microsoft.com/office/drawing/2014/main" id="{F862A7DF-5FF3-464C-A2B6-3F7BCD5A890A}"/>
                  </a:ext>
                </a:extLst>
              </p:cNvPr>
              <p:cNvSpPr txBox="1">
                <a:spLocks noRot="1" noChangeAspect="1" noMove="1" noResize="1" noEditPoints="1" noAdjustHandles="1" noChangeArrowheads="1" noChangeShapeType="1" noTextEdit="1"/>
              </p:cNvSpPr>
              <p:nvPr/>
            </p:nvSpPr>
            <p:spPr>
              <a:xfrm>
                <a:off x="5559186" y="3489292"/>
                <a:ext cx="2425332" cy="52200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012D79C-50B2-4093-B12E-0D862A483D19}"/>
                  </a:ext>
                </a:extLst>
              </p:cNvPr>
              <p:cNvSpPr txBox="1"/>
              <p:nvPr/>
            </p:nvSpPr>
            <p:spPr>
              <a:xfrm>
                <a:off x="8791117" y="3489292"/>
                <a:ext cx="2425332" cy="52200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smtClean="0">
                          <a:latin typeface="Cambria Math" panose="02040503050406030204" pitchFamily="18" charset="0"/>
                        </a:rPr>
                        <m:t>B</m:t>
                      </m:r>
                      <m:r>
                        <a:rPr lang="en-US" b="0" i="0" smtClean="0">
                          <a:latin typeface="Cambria Math" panose="02040503050406030204" pitchFamily="18" charset="0"/>
                        </a:rPr>
                        <m:t>=</m:t>
                      </m:r>
                      <m:d>
                        <m:dPr>
                          <m:begChr m:val="{"/>
                          <m:endChr m:val="}"/>
                          <m:ctrlPr>
                            <a:rPr lang="en-IN" i="1">
                              <a:latin typeface="Cambria Math" panose="02040503050406030204" pitchFamily="18" charset="0"/>
                            </a:rPr>
                          </m:ctrlPr>
                        </m:dPr>
                        <m:e>
                          <m:r>
                            <a:rPr lang="en-GB" b="0" i="0" smtClean="0">
                              <a:latin typeface="Cambria Math" panose="02040503050406030204" pitchFamily="18" charset="0"/>
                            </a:rPr>
                            <m:t> 1</m:t>
                          </m:r>
                          <m:r>
                            <a:rPr lang="en-GB" i="0">
                              <a:latin typeface="Cambria Math" panose="02040503050406030204" pitchFamily="18" charset="0"/>
                            </a:rPr>
                            <m:t>, </m:t>
                          </m:r>
                          <m:r>
                            <a:rPr lang="en-GB" i="0" smtClean="0">
                              <a:latin typeface="Cambria Math" panose="02040503050406030204" pitchFamily="18" charset="0"/>
                            </a:rPr>
                            <m:t>3</m:t>
                          </m:r>
                          <m:r>
                            <a:rPr lang="en-GB" i="0">
                              <a:latin typeface="Cambria Math" panose="02040503050406030204" pitchFamily="18" charset="0"/>
                            </a:rPr>
                            <m:t>, </m:t>
                          </m:r>
                          <m:r>
                            <a:rPr lang="en-GB" i="0" smtClean="0">
                              <a:latin typeface="Cambria Math" panose="02040503050406030204" pitchFamily="18" charset="0"/>
                            </a:rPr>
                            <m:t>5</m:t>
                          </m:r>
                          <m:r>
                            <a:rPr lang="en-GB" b="0" i="0" smtClean="0">
                              <a:latin typeface="Cambria Math" panose="02040503050406030204" pitchFamily="18" charset="0"/>
                            </a:rPr>
                            <m:t> </m:t>
                          </m:r>
                        </m:e>
                      </m:d>
                    </m:oMath>
                  </m:oMathPara>
                </a14:m>
                <a:endParaRPr lang="en-IN" dirty="0">
                  <a:latin typeface="+mn-lt"/>
                </a:endParaRPr>
              </a:p>
            </p:txBody>
          </p:sp>
        </mc:Choice>
        <mc:Fallback xmlns="">
          <p:sp>
            <p:nvSpPr>
              <p:cNvPr id="32" name="TextBox 31">
                <a:extLst>
                  <a:ext uri="{FF2B5EF4-FFF2-40B4-BE49-F238E27FC236}">
                    <a16:creationId xmlns:a16="http://schemas.microsoft.com/office/drawing/2014/main" id="{E012D79C-50B2-4093-B12E-0D862A483D19}"/>
                  </a:ext>
                </a:extLst>
              </p:cNvPr>
              <p:cNvSpPr txBox="1">
                <a:spLocks noRot="1" noChangeAspect="1" noMove="1" noResize="1" noEditPoints="1" noAdjustHandles="1" noChangeArrowheads="1" noChangeShapeType="1" noTextEdit="1"/>
              </p:cNvSpPr>
              <p:nvPr/>
            </p:nvSpPr>
            <p:spPr>
              <a:xfrm>
                <a:off x="8791117" y="3489292"/>
                <a:ext cx="2425332" cy="52200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D04B86D1-0636-4D1E-ABB5-36A567C1D976}"/>
                  </a:ext>
                </a:extLst>
              </p:cNvPr>
              <p:cNvSpPr txBox="1"/>
              <p:nvPr/>
            </p:nvSpPr>
            <p:spPr>
              <a:xfrm>
                <a:off x="1594217" y="3489292"/>
                <a:ext cx="3625482" cy="52200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smtClean="0">
                          <a:latin typeface="Cambria Math" panose="02040503050406030204" pitchFamily="18" charset="0"/>
                        </a:rPr>
                        <m:t>S</m:t>
                      </m:r>
                      <m:r>
                        <a:rPr lang="en-US" b="0" i="0" smtClean="0">
                          <a:latin typeface="Cambria Math" panose="02040503050406030204" pitchFamily="18" charset="0"/>
                        </a:rPr>
                        <m:t>=</m:t>
                      </m:r>
                      <m:d>
                        <m:dPr>
                          <m:begChr m:val="{"/>
                          <m:endChr m:val="}"/>
                          <m:ctrlPr>
                            <a:rPr lang="en-IN" i="1">
                              <a:latin typeface="Cambria Math" panose="02040503050406030204" pitchFamily="18" charset="0"/>
                            </a:rPr>
                          </m:ctrlPr>
                        </m:dPr>
                        <m:e>
                          <m:r>
                            <a:rPr lang="en-GB" b="0" i="0" smtClean="0">
                              <a:latin typeface="Cambria Math" panose="02040503050406030204" pitchFamily="18" charset="0"/>
                            </a:rPr>
                            <m:t> 1</m:t>
                          </m:r>
                          <m:r>
                            <a:rPr lang="en-GB" i="0">
                              <a:latin typeface="Cambria Math" panose="02040503050406030204" pitchFamily="18" charset="0"/>
                            </a:rPr>
                            <m:t>, </m:t>
                          </m:r>
                          <m:r>
                            <a:rPr lang="en-GB" b="0" i="0" smtClean="0">
                              <a:latin typeface="Cambria Math" panose="02040503050406030204" pitchFamily="18" charset="0"/>
                            </a:rPr>
                            <m:t>2</m:t>
                          </m:r>
                          <m:r>
                            <a:rPr lang="en-GB" i="0">
                              <a:latin typeface="Cambria Math" panose="02040503050406030204" pitchFamily="18" charset="0"/>
                            </a:rPr>
                            <m:t>, </m:t>
                          </m:r>
                          <m:r>
                            <a:rPr lang="en-GB" i="0" smtClean="0">
                              <a:latin typeface="Cambria Math" panose="02040503050406030204" pitchFamily="18" charset="0"/>
                            </a:rPr>
                            <m:t>3</m:t>
                          </m:r>
                          <m:r>
                            <a:rPr lang="en-GB" i="0">
                              <a:latin typeface="Cambria Math" panose="02040503050406030204" pitchFamily="18" charset="0"/>
                            </a:rPr>
                            <m:t>, </m:t>
                          </m:r>
                          <m:r>
                            <a:rPr lang="en-GB" b="0" i="0" smtClean="0">
                              <a:latin typeface="Cambria Math" panose="02040503050406030204" pitchFamily="18" charset="0"/>
                            </a:rPr>
                            <m:t>4</m:t>
                          </m:r>
                          <m:r>
                            <a:rPr lang="en-GB" i="0">
                              <a:latin typeface="Cambria Math" panose="02040503050406030204" pitchFamily="18" charset="0"/>
                            </a:rPr>
                            <m:t>, </m:t>
                          </m:r>
                          <m:r>
                            <a:rPr lang="en-GB" b="0" i="0" smtClean="0">
                              <a:latin typeface="Cambria Math" panose="02040503050406030204" pitchFamily="18" charset="0"/>
                            </a:rPr>
                            <m:t>5</m:t>
                          </m:r>
                          <m:r>
                            <a:rPr lang="en-GB" i="0">
                              <a:latin typeface="Cambria Math" panose="02040503050406030204" pitchFamily="18" charset="0"/>
                            </a:rPr>
                            <m:t>, </m:t>
                          </m:r>
                          <m:r>
                            <a:rPr lang="en-GB" b="0" i="0" smtClean="0">
                              <a:latin typeface="Cambria Math" panose="02040503050406030204" pitchFamily="18" charset="0"/>
                            </a:rPr>
                            <m:t>6 </m:t>
                          </m:r>
                        </m:e>
                      </m:d>
                      <m:r>
                        <a:rPr lang="en-IN" b="0" i="1" smtClean="0">
                          <a:latin typeface="Cambria Math" panose="02040503050406030204" pitchFamily="18" charset="0"/>
                        </a:rPr>
                        <m:t>,</m:t>
                      </m:r>
                    </m:oMath>
                  </m:oMathPara>
                </a14:m>
                <a:endParaRPr lang="en-IN" dirty="0">
                  <a:latin typeface="+mn-lt"/>
                </a:endParaRPr>
              </a:p>
            </p:txBody>
          </p:sp>
        </mc:Choice>
        <mc:Fallback xmlns="">
          <p:sp>
            <p:nvSpPr>
              <p:cNvPr id="33" name="TextBox 32">
                <a:extLst>
                  <a:ext uri="{FF2B5EF4-FFF2-40B4-BE49-F238E27FC236}">
                    <a16:creationId xmlns:a16="http://schemas.microsoft.com/office/drawing/2014/main" id="{D04B86D1-0636-4D1E-ABB5-36A567C1D976}"/>
                  </a:ext>
                </a:extLst>
              </p:cNvPr>
              <p:cNvSpPr txBox="1">
                <a:spLocks noRot="1" noChangeAspect="1" noMove="1" noResize="1" noEditPoints="1" noAdjustHandles="1" noChangeArrowheads="1" noChangeShapeType="1" noTextEdit="1"/>
              </p:cNvSpPr>
              <p:nvPr/>
            </p:nvSpPr>
            <p:spPr>
              <a:xfrm>
                <a:off x="1594217" y="3489292"/>
                <a:ext cx="3625482" cy="52200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248C45FD-E0C5-4D45-BE00-26D6EAD9F22E}"/>
                  </a:ext>
                </a:extLst>
              </p:cNvPr>
              <p:cNvSpPr txBox="1"/>
              <p:nvPr/>
            </p:nvSpPr>
            <p:spPr>
              <a:xfrm>
                <a:off x="1594217" y="4128762"/>
                <a:ext cx="206735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b="1" dirty="0">
                    <a:latin typeface="+mj-lt"/>
                  </a:rPr>
                  <a:t>(1)  </a:t>
                </a:r>
                <a14:m>
                  <m:oMath xmlns:m="http://schemas.openxmlformats.org/officeDocument/2006/math">
                    <m:r>
                      <a:rPr lang="en-GB" b="1" i="0" dirty="0" smtClean="0">
                        <a:solidFill>
                          <a:srgbClr val="002060"/>
                        </a:solidFill>
                        <a:latin typeface="Cambria Math" panose="02040503050406030204" pitchFamily="18" charset="0"/>
                      </a:rPr>
                      <m:t>𝐀</m:t>
                    </m:r>
                  </m:oMath>
                </a14:m>
                <a:r>
                  <a:rPr lang="en-IN" b="1" dirty="0">
                    <a:solidFill>
                      <a:srgbClr val="002060"/>
                    </a:solidFill>
                    <a:latin typeface="+mj-lt"/>
                  </a:rPr>
                  <a:t> or </a:t>
                </a:r>
                <a14:m>
                  <m:oMath xmlns:m="http://schemas.openxmlformats.org/officeDocument/2006/math">
                    <m:r>
                      <a:rPr lang="en-IN" b="1" i="0" dirty="0">
                        <a:solidFill>
                          <a:srgbClr val="002060"/>
                        </a:solidFill>
                        <a:latin typeface="Cambria Math" panose="02040503050406030204" pitchFamily="18" charset="0"/>
                      </a:rPr>
                      <m:t>𝐁</m:t>
                    </m:r>
                  </m:oMath>
                </a14:m>
                <a:endParaRPr lang="en-IN" b="1" dirty="0">
                  <a:solidFill>
                    <a:srgbClr val="002060"/>
                  </a:solidFill>
                  <a:latin typeface="+mj-lt"/>
                </a:endParaRPr>
              </a:p>
            </p:txBody>
          </p:sp>
        </mc:Choice>
        <mc:Fallback xmlns="">
          <p:sp>
            <p:nvSpPr>
              <p:cNvPr id="34" name="TextBox 33">
                <a:extLst>
                  <a:ext uri="{FF2B5EF4-FFF2-40B4-BE49-F238E27FC236}">
                    <a16:creationId xmlns:a16="http://schemas.microsoft.com/office/drawing/2014/main" id="{248C45FD-E0C5-4D45-BE00-26D6EAD9F22E}"/>
                  </a:ext>
                </a:extLst>
              </p:cNvPr>
              <p:cNvSpPr txBox="1">
                <a:spLocks noRot="1" noChangeAspect="1" noMove="1" noResize="1" noEditPoints="1" noAdjustHandles="1" noChangeArrowheads="1" noChangeShapeType="1" noTextEdit="1"/>
              </p:cNvSpPr>
              <p:nvPr/>
            </p:nvSpPr>
            <p:spPr>
              <a:xfrm>
                <a:off x="1594217" y="4128762"/>
                <a:ext cx="2067359" cy="523220"/>
              </a:xfrm>
              <a:prstGeom prst="rect">
                <a:avLst/>
              </a:prstGeom>
              <a:blipFill>
                <a:blip r:embed="rId6"/>
                <a:stretch>
                  <a:fillRect l="-6195" t="-10465"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669988D2-9566-4A34-B97E-42911E3C7034}"/>
                  </a:ext>
                </a:extLst>
              </p:cNvPr>
              <p:cNvSpPr txBox="1"/>
              <p:nvPr/>
            </p:nvSpPr>
            <p:spPr>
              <a:xfrm>
                <a:off x="2162109" y="4626224"/>
                <a:ext cx="105735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i="0" dirty="0" smtClean="0">
                          <a:solidFill>
                            <a:srgbClr val="002060"/>
                          </a:solidFill>
                          <a:latin typeface="Cambria Math" panose="02040503050406030204" pitchFamily="18" charset="0"/>
                        </a:rPr>
                        <m:t>A</m:t>
                      </m:r>
                      <m:r>
                        <a:rPr lang="en-GB" b="0" i="0" dirty="0" smtClean="0">
                          <a:solidFill>
                            <a:srgbClr val="002060"/>
                          </a:solidFill>
                          <a:latin typeface="Cambria Math" panose="02040503050406030204" pitchFamily="18" charset="0"/>
                        </a:rPr>
                        <m:t>∪</m:t>
                      </m:r>
                      <m:r>
                        <m:rPr>
                          <m:sty m:val="p"/>
                        </m:rPr>
                        <a:rPr lang="en-IN" i="0" dirty="0">
                          <a:solidFill>
                            <a:srgbClr val="002060"/>
                          </a:solidFill>
                          <a:latin typeface="Cambria Math" panose="02040503050406030204" pitchFamily="18" charset="0"/>
                        </a:rPr>
                        <m:t>B</m:t>
                      </m:r>
                    </m:oMath>
                  </m:oMathPara>
                </a14:m>
                <a:endParaRPr lang="en-IN" dirty="0">
                  <a:solidFill>
                    <a:srgbClr val="002060"/>
                  </a:solidFill>
                  <a:latin typeface="+mn-lt"/>
                </a:endParaRPr>
              </a:p>
            </p:txBody>
          </p:sp>
        </mc:Choice>
        <mc:Fallback xmlns="">
          <p:sp>
            <p:nvSpPr>
              <p:cNvPr id="35" name="TextBox 34">
                <a:extLst>
                  <a:ext uri="{FF2B5EF4-FFF2-40B4-BE49-F238E27FC236}">
                    <a16:creationId xmlns:a16="http://schemas.microsoft.com/office/drawing/2014/main" id="{669988D2-9566-4A34-B97E-42911E3C7034}"/>
                  </a:ext>
                </a:extLst>
              </p:cNvPr>
              <p:cNvSpPr txBox="1">
                <a:spLocks noRot="1" noChangeAspect="1" noMove="1" noResize="1" noEditPoints="1" noAdjustHandles="1" noChangeArrowheads="1" noChangeShapeType="1" noTextEdit="1"/>
              </p:cNvSpPr>
              <p:nvPr/>
            </p:nvSpPr>
            <p:spPr>
              <a:xfrm>
                <a:off x="2162109" y="4626224"/>
                <a:ext cx="1057353"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C8C6B501-A9D5-48FD-86CE-26DFE0808489}"/>
                  </a:ext>
                </a:extLst>
              </p:cNvPr>
              <p:cNvSpPr txBox="1"/>
              <p:nvPr/>
            </p:nvSpPr>
            <p:spPr>
              <a:xfrm>
                <a:off x="3071527" y="4626224"/>
                <a:ext cx="2425332"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US" b="0" i="0" smtClean="0">
                          <a:latin typeface="Cambria Math" panose="02040503050406030204" pitchFamily="18" charset="0"/>
                        </a:rPr>
                        <m:t>=</m:t>
                      </m:r>
                      <m:d>
                        <m:dPr>
                          <m:begChr m:val="{"/>
                          <m:endChr m:val="}"/>
                          <m:ctrlPr>
                            <a:rPr lang="en-IN" i="1">
                              <a:latin typeface="Cambria Math" panose="02040503050406030204" pitchFamily="18" charset="0"/>
                            </a:rPr>
                          </m:ctrlPr>
                        </m:dPr>
                        <m:e>
                          <m:r>
                            <a:rPr lang="en-GB" b="0" i="0" smtClean="0">
                              <a:latin typeface="Cambria Math" panose="02040503050406030204" pitchFamily="18" charset="0"/>
                            </a:rPr>
                            <m:t> 1</m:t>
                          </m:r>
                          <m:r>
                            <a:rPr lang="en-GB" i="0">
                              <a:latin typeface="Cambria Math" panose="02040503050406030204" pitchFamily="18" charset="0"/>
                            </a:rPr>
                            <m:t>, </m:t>
                          </m:r>
                          <m:r>
                            <a:rPr lang="en-GB" b="0" i="0" smtClean="0">
                              <a:latin typeface="Cambria Math" panose="02040503050406030204" pitchFamily="18" charset="0"/>
                            </a:rPr>
                            <m:t>2</m:t>
                          </m:r>
                          <m:r>
                            <a:rPr lang="en-GB" i="0">
                              <a:latin typeface="Cambria Math" panose="02040503050406030204" pitchFamily="18" charset="0"/>
                            </a:rPr>
                            <m:t>, </m:t>
                          </m:r>
                          <m:r>
                            <a:rPr lang="en-GB" i="0" smtClean="0">
                              <a:latin typeface="Cambria Math" panose="02040503050406030204" pitchFamily="18" charset="0"/>
                            </a:rPr>
                            <m:t>3</m:t>
                          </m:r>
                          <m:r>
                            <a:rPr lang="en-GB" i="0">
                              <a:latin typeface="Cambria Math" panose="02040503050406030204" pitchFamily="18" charset="0"/>
                            </a:rPr>
                            <m:t>, </m:t>
                          </m:r>
                          <m:r>
                            <a:rPr lang="en-GB" i="0" smtClean="0">
                              <a:latin typeface="Cambria Math" panose="02040503050406030204" pitchFamily="18" charset="0"/>
                            </a:rPr>
                            <m:t>5</m:t>
                          </m:r>
                          <m:r>
                            <a:rPr lang="en-GB" b="0" i="0" smtClean="0">
                              <a:latin typeface="Cambria Math" panose="02040503050406030204" pitchFamily="18" charset="0"/>
                            </a:rPr>
                            <m:t> </m:t>
                          </m:r>
                        </m:e>
                      </m:d>
                    </m:oMath>
                  </m:oMathPara>
                </a14:m>
                <a:endParaRPr lang="en-IN" dirty="0">
                  <a:latin typeface="+mn-lt"/>
                </a:endParaRPr>
              </a:p>
            </p:txBody>
          </p:sp>
        </mc:Choice>
        <mc:Fallback xmlns="">
          <p:sp>
            <p:nvSpPr>
              <p:cNvPr id="37" name="TextBox 36">
                <a:extLst>
                  <a:ext uri="{FF2B5EF4-FFF2-40B4-BE49-F238E27FC236}">
                    <a16:creationId xmlns:a16="http://schemas.microsoft.com/office/drawing/2014/main" id="{C8C6B501-A9D5-48FD-86CE-26DFE0808489}"/>
                  </a:ext>
                </a:extLst>
              </p:cNvPr>
              <p:cNvSpPr txBox="1">
                <a:spLocks noRot="1" noChangeAspect="1" noMove="1" noResize="1" noEditPoints="1" noAdjustHandles="1" noChangeArrowheads="1" noChangeShapeType="1" noTextEdit="1"/>
              </p:cNvSpPr>
              <p:nvPr/>
            </p:nvSpPr>
            <p:spPr>
              <a:xfrm>
                <a:off x="3071527" y="4626224"/>
                <a:ext cx="2425332"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A5307C7-2149-4E4B-BE04-2F7549C309C0}"/>
                  </a:ext>
                </a:extLst>
              </p:cNvPr>
              <p:cNvSpPr txBox="1"/>
              <p:nvPr/>
            </p:nvSpPr>
            <p:spPr>
              <a:xfrm>
                <a:off x="1594217" y="5477191"/>
                <a:ext cx="216341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b="1" dirty="0">
                    <a:latin typeface="+mj-lt"/>
                  </a:rPr>
                  <a:t>(2)  </a:t>
                </a:r>
                <a14:m>
                  <m:oMath xmlns:m="http://schemas.openxmlformats.org/officeDocument/2006/math">
                    <m:r>
                      <a:rPr lang="en-GB" b="1" i="1" dirty="0">
                        <a:latin typeface="Cambria Math" panose="02040503050406030204" pitchFamily="18" charset="0"/>
                      </a:rPr>
                      <m:t>𝐀</m:t>
                    </m:r>
                  </m:oMath>
                </a14:m>
                <a:r>
                  <a:rPr lang="en-IN" b="1" dirty="0">
                    <a:latin typeface="+mj-lt"/>
                  </a:rPr>
                  <a:t> and </a:t>
                </a:r>
                <a14:m>
                  <m:oMath xmlns:m="http://schemas.openxmlformats.org/officeDocument/2006/math">
                    <m:r>
                      <a:rPr lang="en-IN" b="1" i="1" dirty="0">
                        <a:latin typeface="Cambria Math" panose="02040503050406030204" pitchFamily="18" charset="0"/>
                      </a:rPr>
                      <m:t>𝐁</m:t>
                    </m:r>
                  </m:oMath>
                </a14:m>
                <a:endParaRPr lang="en-IN" b="1" dirty="0">
                  <a:solidFill>
                    <a:srgbClr val="002060"/>
                  </a:solidFill>
                  <a:latin typeface="+mj-lt"/>
                </a:endParaRPr>
              </a:p>
            </p:txBody>
          </p:sp>
        </mc:Choice>
        <mc:Fallback xmlns="">
          <p:sp>
            <p:nvSpPr>
              <p:cNvPr id="38" name="TextBox 37">
                <a:extLst>
                  <a:ext uri="{FF2B5EF4-FFF2-40B4-BE49-F238E27FC236}">
                    <a16:creationId xmlns:a16="http://schemas.microsoft.com/office/drawing/2014/main" id="{0A5307C7-2149-4E4B-BE04-2F7549C309C0}"/>
                  </a:ext>
                </a:extLst>
              </p:cNvPr>
              <p:cNvSpPr txBox="1">
                <a:spLocks noRot="1" noChangeAspect="1" noMove="1" noResize="1" noEditPoints="1" noAdjustHandles="1" noChangeArrowheads="1" noChangeShapeType="1" noTextEdit="1"/>
              </p:cNvSpPr>
              <p:nvPr/>
            </p:nvSpPr>
            <p:spPr>
              <a:xfrm>
                <a:off x="1594217" y="5477191"/>
                <a:ext cx="2163413" cy="523220"/>
              </a:xfrm>
              <a:prstGeom prst="rect">
                <a:avLst/>
              </a:prstGeom>
              <a:blipFill>
                <a:blip r:embed="rId9"/>
                <a:stretch>
                  <a:fillRect l="-5932" t="-10465"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455057DB-3417-40EC-AF70-9BE46E4B6C0A}"/>
                  </a:ext>
                </a:extLst>
              </p:cNvPr>
              <p:cNvSpPr txBox="1"/>
              <p:nvPr/>
            </p:nvSpPr>
            <p:spPr>
              <a:xfrm>
                <a:off x="2162109" y="5990161"/>
                <a:ext cx="10276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i="0" dirty="0" smtClean="0">
                          <a:solidFill>
                            <a:srgbClr val="002060"/>
                          </a:solidFill>
                          <a:latin typeface="Cambria Math" panose="02040503050406030204" pitchFamily="18" charset="0"/>
                        </a:rPr>
                        <m:t>A</m:t>
                      </m:r>
                      <m:r>
                        <a:rPr lang="en-GB" b="0" i="0" dirty="0" smtClean="0">
                          <a:solidFill>
                            <a:srgbClr val="002060"/>
                          </a:solidFill>
                          <a:latin typeface="Cambria Math" panose="02040503050406030204" pitchFamily="18" charset="0"/>
                        </a:rPr>
                        <m:t>∩</m:t>
                      </m:r>
                      <m:r>
                        <m:rPr>
                          <m:sty m:val="p"/>
                        </m:rPr>
                        <a:rPr lang="en-IN" i="0" dirty="0">
                          <a:solidFill>
                            <a:srgbClr val="002060"/>
                          </a:solidFill>
                          <a:latin typeface="Cambria Math" panose="02040503050406030204" pitchFamily="18" charset="0"/>
                        </a:rPr>
                        <m:t>B</m:t>
                      </m:r>
                    </m:oMath>
                  </m:oMathPara>
                </a14:m>
                <a:endParaRPr lang="en-IN" dirty="0">
                  <a:solidFill>
                    <a:srgbClr val="002060"/>
                  </a:solidFill>
                  <a:latin typeface="+mn-lt"/>
                </a:endParaRPr>
              </a:p>
            </p:txBody>
          </p:sp>
        </mc:Choice>
        <mc:Fallback xmlns="">
          <p:sp>
            <p:nvSpPr>
              <p:cNvPr id="39" name="TextBox 38">
                <a:extLst>
                  <a:ext uri="{FF2B5EF4-FFF2-40B4-BE49-F238E27FC236}">
                    <a16:creationId xmlns:a16="http://schemas.microsoft.com/office/drawing/2014/main" id="{455057DB-3417-40EC-AF70-9BE46E4B6C0A}"/>
                  </a:ext>
                </a:extLst>
              </p:cNvPr>
              <p:cNvSpPr txBox="1">
                <a:spLocks noRot="1" noChangeAspect="1" noMove="1" noResize="1" noEditPoints="1" noAdjustHandles="1" noChangeArrowheads="1" noChangeShapeType="1" noTextEdit="1"/>
              </p:cNvSpPr>
              <p:nvPr/>
            </p:nvSpPr>
            <p:spPr>
              <a:xfrm>
                <a:off x="2162109" y="5990161"/>
                <a:ext cx="1027627"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6D31B5F-C2AD-4367-A933-ED74276D6D5E}"/>
                  </a:ext>
                </a:extLst>
              </p:cNvPr>
              <p:cNvSpPr txBox="1"/>
              <p:nvPr/>
            </p:nvSpPr>
            <p:spPr>
              <a:xfrm>
                <a:off x="3071527" y="5990161"/>
                <a:ext cx="164238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US" b="0" i="0" smtClean="0">
                          <a:latin typeface="Cambria Math" panose="02040503050406030204" pitchFamily="18" charset="0"/>
                        </a:rPr>
                        <m:t>=</m:t>
                      </m:r>
                      <m:d>
                        <m:dPr>
                          <m:begChr m:val="{"/>
                          <m:endChr m:val="}"/>
                          <m:ctrlPr>
                            <a:rPr lang="en-IN" i="1">
                              <a:latin typeface="Cambria Math" panose="02040503050406030204" pitchFamily="18" charset="0"/>
                            </a:rPr>
                          </m:ctrlPr>
                        </m:dPr>
                        <m:e>
                          <m:r>
                            <a:rPr lang="en-GB" b="0" i="0" smtClean="0">
                              <a:latin typeface="Cambria Math" panose="02040503050406030204" pitchFamily="18" charset="0"/>
                            </a:rPr>
                            <m:t> </m:t>
                          </m:r>
                          <m:r>
                            <a:rPr lang="en-GB" i="0" smtClean="0">
                              <a:latin typeface="Cambria Math" panose="02040503050406030204" pitchFamily="18" charset="0"/>
                            </a:rPr>
                            <m:t>3</m:t>
                          </m:r>
                          <m:r>
                            <a:rPr lang="en-GB" i="0">
                              <a:latin typeface="Cambria Math" panose="02040503050406030204" pitchFamily="18" charset="0"/>
                            </a:rPr>
                            <m:t>, </m:t>
                          </m:r>
                          <m:r>
                            <a:rPr lang="en-GB" i="0" smtClean="0">
                              <a:latin typeface="Cambria Math" panose="02040503050406030204" pitchFamily="18" charset="0"/>
                            </a:rPr>
                            <m:t>5</m:t>
                          </m:r>
                          <m:r>
                            <a:rPr lang="en-GB" b="0" i="0" smtClean="0">
                              <a:latin typeface="Cambria Math" panose="02040503050406030204" pitchFamily="18" charset="0"/>
                            </a:rPr>
                            <m:t> </m:t>
                          </m:r>
                        </m:e>
                      </m:d>
                    </m:oMath>
                  </m:oMathPara>
                </a14:m>
                <a:endParaRPr lang="en-IN" dirty="0">
                  <a:latin typeface="+mn-lt"/>
                </a:endParaRPr>
              </a:p>
            </p:txBody>
          </p:sp>
        </mc:Choice>
        <mc:Fallback xmlns="">
          <p:sp>
            <p:nvSpPr>
              <p:cNvPr id="40" name="TextBox 39">
                <a:extLst>
                  <a:ext uri="{FF2B5EF4-FFF2-40B4-BE49-F238E27FC236}">
                    <a16:creationId xmlns:a16="http://schemas.microsoft.com/office/drawing/2014/main" id="{A6D31B5F-C2AD-4367-A933-ED74276D6D5E}"/>
                  </a:ext>
                </a:extLst>
              </p:cNvPr>
              <p:cNvSpPr txBox="1">
                <a:spLocks noRot="1" noChangeAspect="1" noMove="1" noResize="1" noEditPoints="1" noAdjustHandles="1" noChangeArrowheads="1" noChangeShapeType="1" noTextEdit="1"/>
              </p:cNvSpPr>
              <p:nvPr/>
            </p:nvSpPr>
            <p:spPr>
              <a:xfrm>
                <a:off x="3071527" y="5990161"/>
                <a:ext cx="1642383"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75940E68-2855-40D6-A870-E01F30564564}"/>
                  </a:ext>
                </a:extLst>
              </p:cNvPr>
              <p:cNvSpPr txBox="1"/>
              <p:nvPr/>
            </p:nvSpPr>
            <p:spPr>
              <a:xfrm>
                <a:off x="5588912" y="4123019"/>
                <a:ext cx="2425332"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b="1" dirty="0">
                    <a:latin typeface="+mn-lt"/>
                  </a:rPr>
                  <a:t>(3)  </a:t>
                </a:r>
                <a14:m>
                  <m:oMath xmlns:m="http://schemas.openxmlformats.org/officeDocument/2006/math">
                    <m:r>
                      <a:rPr lang="en-GB" b="1" i="0" dirty="0">
                        <a:latin typeface="Cambria Math" panose="02040503050406030204" pitchFamily="18" charset="0"/>
                      </a:rPr>
                      <m:t>𝐀</m:t>
                    </m:r>
                  </m:oMath>
                </a14:m>
                <a:r>
                  <a:rPr lang="en-GB" b="1" dirty="0">
                    <a:latin typeface="+mn-lt"/>
                  </a:rPr>
                  <a:t> but not </a:t>
                </a:r>
                <a14:m>
                  <m:oMath xmlns:m="http://schemas.openxmlformats.org/officeDocument/2006/math">
                    <m:r>
                      <a:rPr lang="en-GB" b="1" i="0" dirty="0">
                        <a:latin typeface="Cambria Math" panose="02040503050406030204" pitchFamily="18" charset="0"/>
                      </a:rPr>
                      <m:t>𝐁</m:t>
                    </m:r>
                  </m:oMath>
                </a14:m>
                <a:endParaRPr lang="en-IN" b="1" dirty="0">
                  <a:solidFill>
                    <a:srgbClr val="002060"/>
                  </a:solidFill>
                  <a:latin typeface="+mn-lt"/>
                </a:endParaRPr>
              </a:p>
            </p:txBody>
          </p:sp>
        </mc:Choice>
        <mc:Fallback xmlns="">
          <p:sp>
            <p:nvSpPr>
              <p:cNvPr id="41" name="TextBox 40">
                <a:extLst>
                  <a:ext uri="{FF2B5EF4-FFF2-40B4-BE49-F238E27FC236}">
                    <a16:creationId xmlns:a16="http://schemas.microsoft.com/office/drawing/2014/main" id="{75940E68-2855-40D6-A870-E01F30564564}"/>
                  </a:ext>
                </a:extLst>
              </p:cNvPr>
              <p:cNvSpPr txBox="1">
                <a:spLocks noRot="1" noChangeAspect="1" noMove="1" noResize="1" noEditPoints="1" noAdjustHandles="1" noChangeArrowheads="1" noChangeShapeType="1" noTextEdit="1"/>
              </p:cNvSpPr>
              <p:nvPr/>
            </p:nvSpPr>
            <p:spPr>
              <a:xfrm>
                <a:off x="5588912" y="4123019"/>
                <a:ext cx="2425332" cy="523220"/>
              </a:xfrm>
              <a:prstGeom prst="rect">
                <a:avLst/>
              </a:prstGeom>
              <a:blipFill>
                <a:blip r:embed="rId12"/>
                <a:stretch>
                  <a:fillRect l="-5276" t="-10465"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67C676B6-87D7-42ED-A197-3B00E59A264F}"/>
                  </a:ext>
                </a:extLst>
              </p:cNvPr>
              <p:cNvSpPr txBox="1"/>
              <p:nvPr/>
            </p:nvSpPr>
            <p:spPr>
              <a:xfrm>
                <a:off x="6142210" y="5988329"/>
                <a:ext cx="118594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i="0" dirty="0" smtClean="0">
                          <a:solidFill>
                            <a:srgbClr val="002060"/>
                          </a:solidFill>
                          <a:latin typeface="Cambria Math" panose="02040503050406030204" pitchFamily="18" charset="0"/>
                        </a:rPr>
                        <m:t>A</m:t>
                      </m:r>
                      <m:r>
                        <a:rPr lang="en-GB" b="0" i="0" dirty="0" smtClean="0">
                          <a:solidFill>
                            <a:srgbClr val="002060"/>
                          </a:solidFill>
                          <a:latin typeface="Cambria Math" panose="02040503050406030204" pitchFamily="18" charset="0"/>
                        </a:rPr>
                        <m:t>−</m:t>
                      </m:r>
                      <m:r>
                        <m:rPr>
                          <m:sty m:val="p"/>
                        </m:rPr>
                        <a:rPr lang="en-IN" i="0" dirty="0">
                          <a:solidFill>
                            <a:srgbClr val="002060"/>
                          </a:solidFill>
                          <a:latin typeface="Cambria Math" panose="02040503050406030204" pitchFamily="18" charset="0"/>
                        </a:rPr>
                        <m:t>B</m:t>
                      </m:r>
                    </m:oMath>
                  </m:oMathPara>
                </a14:m>
                <a:endParaRPr lang="en-IN" dirty="0">
                  <a:solidFill>
                    <a:srgbClr val="002060"/>
                  </a:solidFill>
                  <a:latin typeface="+mn-lt"/>
                </a:endParaRPr>
              </a:p>
            </p:txBody>
          </p:sp>
        </mc:Choice>
        <mc:Fallback xmlns="">
          <p:sp>
            <p:nvSpPr>
              <p:cNvPr id="42" name="TextBox 41">
                <a:extLst>
                  <a:ext uri="{FF2B5EF4-FFF2-40B4-BE49-F238E27FC236}">
                    <a16:creationId xmlns:a16="http://schemas.microsoft.com/office/drawing/2014/main" id="{67C676B6-87D7-42ED-A197-3B00E59A264F}"/>
                  </a:ext>
                </a:extLst>
              </p:cNvPr>
              <p:cNvSpPr txBox="1">
                <a:spLocks noRot="1" noChangeAspect="1" noMove="1" noResize="1" noEditPoints="1" noAdjustHandles="1" noChangeArrowheads="1" noChangeShapeType="1" noTextEdit="1"/>
              </p:cNvSpPr>
              <p:nvPr/>
            </p:nvSpPr>
            <p:spPr>
              <a:xfrm>
                <a:off x="6142210" y="5988329"/>
                <a:ext cx="1185949"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E4013EED-AA7B-487D-B8F5-99D6EEF2845A}"/>
                  </a:ext>
                </a:extLst>
              </p:cNvPr>
              <p:cNvSpPr txBox="1"/>
              <p:nvPr/>
            </p:nvSpPr>
            <p:spPr>
              <a:xfrm>
                <a:off x="7184107" y="5988329"/>
                <a:ext cx="118595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US" b="0" i="0" smtClean="0">
                          <a:latin typeface="Cambria Math" panose="02040503050406030204" pitchFamily="18" charset="0"/>
                        </a:rPr>
                        <m:t>=</m:t>
                      </m:r>
                      <m:d>
                        <m:dPr>
                          <m:begChr m:val="{"/>
                          <m:endChr m:val="}"/>
                          <m:ctrlPr>
                            <a:rPr lang="en-IN" i="1">
                              <a:latin typeface="Cambria Math" panose="02040503050406030204" pitchFamily="18" charset="0"/>
                            </a:rPr>
                          </m:ctrlPr>
                        </m:dPr>
                        <m:e>
                          <m:r>
                            <a:rPr lang="en-GB" b="0" i="0" smtClean="0">
                              <a:latin typeface="Cambria Math" panose="02040503050406030204" pitchFamily="18" charset="0"/>
                            </a:rPr>
                            <m:t> 2 </m:t>
                          </m:r>
                        </m:e>
                      </m:d>
                    </m:oMath>
                  </m:oMathPara>
                </a14:m>
                <a:endParaRPr lang="en-IN" dirty="0">
                  <a:latin typeface="+mn-lt"/>
                </a:endParaRPr>
              </a:p>
            </p:txBody>
          </p:sp>
        </mc:Choice>
        <mc:Fallback xmlns="">
          <p:sp>
            <p:nvSpPr>
              <p:cNvPr id="43" name="TextBox 42">
                <a:extLst>
                  <a:ext uri="{FF2B5EF4-FFF2-40B4-BE49-F238E27FC236}">
                    <a16:creationId xmlns:a16="http://schemas.microsoft.com/office/drawing/2014/main" id="{E4013EED-AA7B-487D-B8F5-99D6EEF2845A}"/>
                  </a:ext>
                </a:extLst>
              </p:cNvPr>
              <p:cNvSpPr txBox="1">
                <a:spLocks noRot="1" noChangeAspect="1" noMove="1" noResize="1" noEditPoints="1" noAdjustHandles="1" noChangeArrowheads="1" noChangeShapeType="1" noTextEdit="1"/>
              </p:cNvSpPr>
              <p:nvPr/>
            </p:nvSpPr>
            <p:spPr>
              <a:xfrm>
                <a:off x="7184107" y="5988329"/>
                <a:ext cx="1185954" cy="523220"/>
              </a:xfrm>
              <a:prstGeom prst="rect">
                <a:avLst/>
              </a:prstGeom>
              <a:blipFill>
                <a:blip r:embed="rId14"/>
                <a:stretch>
                  <a:fillRect/>
                </a:stretch>
              </a:blipFill>
            </p:spPr>
            <p:txBody>
              <a:bodyPr/>
              <a:lstStyle/>
              <a:p>
                <a:r>
                  <a:rPr lang="en-IN">
                    <a:noFill/>
                  </a:rPr>
                  <a:t> </a:t>
                </a:r>
              </a:p>
            </p:txBody>
          </p:sp>
        </mc:Fallback>
      </mc:AlternateContent>
      <p:sp>
        <p:nvSpPr>
          <p:cNvPr id="48" name="TextBox 47">
            <a:extLst>
              <a:ext uri="{FF2B5EF4-FFF2-40B4-BE49-F238E27FC236}">
                <a16:creationId xmlns:a16="http://schemas.microsoft.com/office/drawing/2014/main" id="{A9A1FEBA-D677-446B-AF13-5AF2D4A748B4}"/>
              </a:ext>
            </a:extLst>
          </p:cNvPr>
          <p:cNvSpPr txBox="1"/>
          <p:nvPr/>
        </p:nvSpPr>
        <p:spPr>
          <a:xfrm>
            <a:off x="5648066" y="5988329"/>
            <a:ext cx="504456"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b="1" dirty="0">
                <a:solidFill>
                  <a:srgbClr val="FF0000"/>
                </a:solidFill>
                <a:latin typeface="+mn-lt"/>
              </a:rPr>
              <a:t>or</a:t>
            </a:r>
            <a:endParaRPr lang="en-IN" b="1" dirty="0">
              <a:solidFill>
                <a:srgbClr val="FF0000"/>
              </a:solidFill>
              <a:latin typeface="+mn-lt"/>
            </a:endParaRP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75FD59C8-8B75-40F8-AAF7-D4DA77DA1AD5}"/>
                  </a:ext>
                </a:extLst>
              </p:cNvPr>
              <p:cNvSpPr txBox="1"/>
              <p:nvPr/>
            </p:nvSpPr>
            <p:spPr>
              <a:xfrm>
                <a:off x="6140648" y="5255308"/>
                <a:ext cx="118595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i="0" dirty="0" smtClean="0">
                          <a:solidFill>
                            <a:srgbClr val="002060"/>
                          </a:solidFill>
                          <a:latin typeface="Cambria Math" panose="02040503050406030204" pitchFamily="18" charset="0"/>
                        </a:rPr>
                        <m:t>A</m:t>
                      </m:r>
                      <m:r>
                        <a:rPr lang="en-GB" b="0" i="0" dirty="0" smtClean="0">
                          <a:solidFill>
                            <a:srgbClr val="002060"/>
                          </a:solidFill>
                          <a:latin typeface="Cambria Math" panose="02040503050406030204" pitchFamily="18" charset="0"/>
                        </a:rPr>
                        <m:t>∩</m:t>
                      </m:r>
                      <m:sSup>
                        <m:sSupPr>
                          <m:ctrlPr>
                            <a:rPr lang="en-GB" b="0" i="1" dirty="0" smtClean="0">
                              <a:solidFill>
                                <a:srgbClr val="002060"/>
                              </a:solidFill>
                              <a:latin typeface="Cambria Math" panose="02040503050406030204" pitchFamily="18" charset="0"/>
                            </a:rPr>
                          </m:ctrlPr>
                        </m:sSupPr>
                        <m:e>
                          <m:r>
                            <m:rPr>
                              <m:sty m:val="p"/>
                            </m:rPr>
                            <a:rPr lang="en-IN" i="0" dirty="0">
                              <a:solidFill>
                                <a:srgbClr val="002060"/>
                              </a:solidFill>
                              <a:latin typeface="Cambria Math" panose="02040503050406030204" pitchFamily="18" charset="0"/>
                            </a:rPr>
                            <m:t>B</m:t>
                          </m:r>
                        </m:e>
                        <m:sup>
                          <m:r>
                            <a:rPr lang="en-GB" b="0" i="0" dirty="0" smtClean="0">
                              <a:solidFill>
                                <a:srgbClr val="002060"/>
                              </a:solidFill>
                              <a:latin typeface="Cambria Math" panose="02040503050406030204" pitchFamily="18" charset="0"/>
                            </a:rPr>
                            <m:t>′</m:t>
                          </m:r>
                        </m:sup>
                      </m:sSup>
                    </m:oMath>
                  </m:oMathPara>
                </a14:m>
                <a:endParaRPr lang="en-IN" dirty="0">
                  <a:solidFill>
                    <a:srgbClr val="002060"/>
                  </a:solidFill>
                  <a:latin typeface="+mn-lt"/>
                </a:endParaRPr>
              </a:p>
            </p:txBody>
          </p:sp>
        </mc:Choice>
        <mc:Fallback xmlns="">
          <p:sp>
            <p:nvSpPr>
              <p:cNvPr id="51" name="TextBox 50">
                <a:extLst>
                  <a:ext uri="{FF2B5EF4-FFF2-40B4-BE49-F238E27FC236}">
                    <a16:creationId xmlns:a16="http://schemas.microsoft.com/office/drawing/2014/main" id="{75FD59C8-8B75-40F8-AAF7-D4DA77DA1AD5}"/>
                  </a:ext>
                </a:extLst>
              </p:cNvPr>
              <p:cNvSpPr txBox="1">
                <a:spLocks noRot="1" noChangeAspect="1" noMove="1" noResize="1" noEditPoints="1" noAdjustHandles="1" noChangeArrowheads="1" noChangeShapeType="1" noTextEdit="1"/>
              </p:cNvSpPr>
              <p:nvPr/>
            </p:nvSpPr>
            <p:spPr>
              <a:xfrm>
                <a:off x="6140648" y="5255308"/>
                <a:ext cx="1185953"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CC9A9B26-F56B-4123-B081-3DDA59D4162A}"/>
                  </a:ext>
                </a:extLst>
              </p:cNvPr>
              <p:cNvSpPr txBox="1"/>
              <p:nvPr/>
            </p:nvSpPr>
            <p:spPr>
              <a:xfrm>
                <a:off x="6129107" y="4627444"/>
                <a:ext cx="2448000" cy="52200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sSup>
                        <m:sSupPr>
                          <m:ctrlPr>
                            <a:rPr lang="en-GB" b="0" i="1" smtClean="0">
                              <a:latin typeface="Cambria Math" panose="02040503050406030204" pitchFamily="18" charset="0"/>
                            </a:rPr>
                          </m:ctrlPr>
                        </m:sSupPr>
                        <m:e>
                          <m:r>
                            <m:rPr>
                              <m:sty m:val="p"/>
                            </m:rPr>
                            <a:rPr lang="en-GB" b="0" i="0" smtClean="0">
                              <a:latin typeface="Cambria Math" panose="02040503050406030204" pitchFamily="18" charset="0"/>
                            </a:rPr>
                            <m:t>B</m:t>
                          </m:r>
                        </m:e>
                        <m:sup>
                          <m:r>
                            <a:rPr lang="en-GB" b="0" i="0" smtClean="0">
                              <a:latin typeface="Cambria Math" panose="02040503050406030204" pitchFamily="18" charset="0"/>
                            </a:rPr>
                            <m:t>′</m:t>
                          </m:r>
                        </m:sup>
                      </m:sSup>
                      <m:r>
                        <a:rPr lang="en-US" b="0" i="0" smtClean="0">
                          <a:latin typeface="Cambria Math" panose="02040503050406030204" pitchFamily="18" charset="0"/>
                        </a:rPr>
                        <m:t>=</m:t>
                      </m:r>
                      <m:d>
                        <m:dPr>
                          <m:begChr m:val="{"/>
                          <m:endChr m:val="}"/>
                          <m:ctrlPr>
                            <a:rPr lang="en-IN" i="1">
                              <a:latin typeface="Cambria Math" panose="02040503050406030204" pitchFamily="18" charset="0"/>
                            </a:rPr>
                          </m:ctrlPr>
                        </m:dPr>
                        <m:e>
                          <m:r>
                            <a:rPr lang="en-GB" b="0" i="0" smtClean="0">
                              <a:latin typeface="Cambria Math" panose="02040503050406030204" pitchFamily="18" charset="0"/>
                            </a:rPr>
                            <m:t> 2</m:t>
                          </m:r>
                          <m:r>
                            <a:rPr lang="en-GB" i="0">
                              <a:latin typeface="Cambria Math" panose="02040503050406030204" pitchFamily="18" charset="0"/>
                            </a:rPr>
                            <m:t>, </m:t>
                          </m:r>
                          <m:r>
                            <a:rPr lang="en-GB" b="0" i="0" smtClean="0">
                              <a:latin typeface="Cambria Math" panose="02040503050406030204" pitchFamily="18" charset="0"/>
                            </a:rPr>
                            <m:t>4</m:t>
                          </m:r>
                          <m:r>
                            <a:rPr lang="en-GB" i="0">
                              <a:latin typeface="Cambria Math" panose="02040503050406030204" pitchFamily="18" charset="0"/>
                            </a:rPr>
                            <m:t>, </m:t>
                          </m:r>
                          <m:r>
                            <a:rPr lang="en-GB" b="0" i="0" smtClean="0">
                              <a:latin typeface="Cambria Math" panose="02040503050406030204" pitchFamily="18" charset="0"/>
                            </a:rPr>
                            <m:t>6 </m:t>
                          </m:r>
                        </m:e>
                      </m:d>
                    </m:oMath>
                  </m:oMathPara>
                </a14:m>
                <a:endParaRPr lang="en-IN" dirty="0">
                  <a:latin typeface="+mn-lt"/>
                </a:endParaRPr>
              </a:p>
            </p:txBody>
          </p:sp>
        </mc:Choice>
        <mc:Fallback xmlns="">
          <p:sp>
            <p:nvSpPr>
              <p:cNvPr id="52" name="TextBox 51">
                <a:extLst>
                  <a:ext uri="{FF2B5EF4-FFF2-40B4-BE49-F238E27FC236}">
                    <a16:creationId xmlns:a16="http://schemas.microsoft.com/office/drawing/2014/main" id="{CC9A9B26-F56B-4123-B081-3DDA59D4162A}"/>
                  </a:ext>
                </a:extLst>
              </p:cNvPr>
              <p:cNvSpPr txBox="1">
                <a:spLocks noRot="1" noChangeAspect="1" noMove="1" noResize="1" noEditPoints="1" noAdjustHandles="1" noChangeArrowheads="1" noChangeShapeType="1" noTextEdit="1"/>
              </p:cNvSpPr>
              <p:nvPr/>
            </p:nvSpPr>
            <p:spPr>
              <a:xfrm>
                <a:off x="6129107" y="4627444"/>
                <a:ext cx="2448000" cy="52200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256452DF-25CD-4474-B57B-BA275B96BDD5}"/>
                  </a:ext>
                </a:extLst>
              </p:cNvPr>
              <p:cNvSpPr txBox="1"/>
              <p:nvPr/>
            </p:nvSpPr>
            <p:spPr>
              <a:xfrm>
                <a:off x="7184107" y="5255308"/>
                <a:ext cx="118595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US" b="0" i="0" smtClean="0">
                          <a:latin typeface="Cambria Math" panose="02040503050406030204" pitchFamily="18" charset="0"/>
                        </a:rPr>
                        <m:t>=</m:t>
                      </m:r>
                      <m:d>
                        <m:dPr>
                          <m:begChr m:val="{"/>
                          <m:endChr m:val="}"/>
                          <m:ctrlPr>
                            <a:rPr lang="en-IN" i="1">
                              <a:latin typeface="Cambria Math" panose="02040503050406030204" pitchFamily="18" charset="0"/>
                            </a:rPr>
                          </m:ctrlPr>
                        </m:dPr>
                        <m:e>
                          <m:r>
                            <a:rPr lang="en-GB" b="0" i="0" smtClean="0">
                              <a:latin typeface="Cambria Math" panose="02040503050406030204" pitchFamily="18" charset="0"/>
                            </a:rPr>
                            <m:t> 2 </m:t>
                          </m:r>
                        </m:e>
                      </m:d>
                    </m:oMath>
                  </m:oMathPara>
                </a14:m>
                <a:endParaRPr lang="en-IN" dirty="0">
                  <a:latin typeface="+mn-lt"/>
                </a:endParaRPr>
              </a:p>
            </p:txBody>
          </p:sp>
        </mc:Choice>
        <mc:Fallback xmlns="">
          <p:sp>
            <p:nvSpPr>
              <p:cNvPr id="53" name="TextBox 52">
                <a:extLst>
                  <a:ext uri="{FF2B5EF4-FFF2-40B4-BE49-F238E27FC236}">
                    <a16:creationId xmlns:a16="http://schemas.microsoft.com/office/drawing/2014/main" id="{256452DF-25CD-4474-B57B-BA275B96BDD5}"/>
                  </a:ext>
                </a:extLst>
              </p:cNvPr>
              <p:cNvSpPr txBox="1">
                <a:spLocks noRot="1" noChangeAspect="1" noMove="1" noResize="1" noEditPoints="1" noAdjustHandles="1" noChangeArrowheads="1" noChangeShapeType="1" noTextEdit="1"/>
              </p:cNvSpPr>
              <p:nvPr/>
            </p:nvSpPr>
            <p:spPr>
              <a:xfrm>
                <a:off x="7184107" y="5255308"/>
                <a:ext cx="1185954" cy="523220"/>
              </a:xfrm>
              <a:prstGeom prst="rect">
                <a:avLst/>
              </a:prstGeom>
              <a:blipFill>
                <a:blip r:embed="rId17"/>
                <a:stretch>
                  <a:fillRect/>
                </a:stretch>
              </a:blipFill>
            </p:spPr>
            <p:txBody>
              <a:bodyPr/>
              <a:lstStyle/>
              <a:p>
                <a:r>
                  <a:rPr lang="en-IN">
                    <a:noFill/>
                  </a:rPr>
                  <a:t> </a:t>
                </a:r>
              </a:p>
            </p:txBody>
          </p:sp>
        </mc:Fallback>
      </mc:AlternateContent>
      <p:cxnSp>
        <p:nvCxnSpPr>
          <p:cNvPr id="5" name="Straight Connector 4">
            <a:extLst>
              <a:ext uri="{FF2B5EF4-FFF2-40B4-BE49-F238E27FC236}">
                <a16:creationId xmlns:a16="http://schemas.microsoft.com/office/drawing/2014/main" id="{D399E456-C2D2-45C1-824D-B1DC13AEFB9C}"/>
              </a:ext>
            </a:extLst>
          </p:cNvPr>
          <p:cNvCxnSpPr>
            <a:cxnSpLocks/>
          </p:cNvCxnSpPr>
          <p:nvPr/>
        </p:nvCxnSpPr>
        <p:spPr>
          <a:xfrm flipH="1">
            <a:off x="5559186" y="4133700"/>
            <a:ext cx="0" cy="241224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B153FB26-D0CD-46AC-8B08-769159FE25EC}"/>
                  </a:ext>
                </a:extLst>
              </p:cNvPr>
              <p:cNvSpPr txBox="1"/>
              <p:nvPr/>
            </p:nvSpPr>
            <p:spPr>
              <a:xfrm>
                <a:off x="8866802" y="4133700"/>
                <a:ext cx="206735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b="1" dirty="0">
                    <a:latin typeface="+mn-lt"/>
                  </a:rPr>
                  <a:t>(4)  not </a:t>
                </a:r>
                <a14:m>
                  <m:oMath xmlns:m="http://schemas.openxmlformats.org/officeDocument/2006/math">
                    <m:r>
                      <a:rPr lang="en-GB" b="1" i="1" dirty="0">
                        <a:latin typeface="Cambria Math" panose="02040503050406030204" pitchFamily="18" charset="0"/>
                      </a:rPr>
                      <m:t>𝐀</m:t>
                    </m:r>
                  </m:oMath>
                </a14:m>
                <a:endParaRPr lang="en-IN" b="1" dirty="0">
                  <a:solidFill>
                    <a:srgbClr val="002060"/>
                  </a:solidFill>
                  <a:latin typeface="+mn-lt"/>
                </a:endParaRPr>
              </a:p>
            </p:txBody>
          </p:sp>
        </mc:Choice>
        <mc:Fallback xmlns="">
          <p:sp>
            <p:nvSpPr>
              <p:cNvPr id="36" name="TextBox 35">
                <a:extLst>
                  <a:ext uri="{FF2B5EF4-FFF2-40B4-BE49-F238E27FC236}">
                    <a16:creationId xmlns:a16="http://schemas.microsoft.com/office/drawing/2014/main" id="{B153FB26-D0CD-46AC-8B08-769159FE25EC}"/>
                  </a:ext>
                </a:extLst>
              </p:cNvPr>
              <p:cNvSpPr txBox="1">
                <a:spLocks noRot="1" noChangeAspect="1" noMove="1" noResize="1" noEditPoints="1" noAdjustHandles="1" noChangeArrowheads="1" noChangeShapeType="1" noTextEdit="1"/>
              </p:cNvSpPr>
              <p:nvPr/>
            </p:nvSpPr>
            <p:spPr>
              <a:xfrm>
                <a:off x="8866802" y="4133700"/>
                <a:ext cx="2067359" cy="523220"/>
              </a:xfrm>
              <a:prstGeom prst="rect">
                <a:avLst/>
              </a:prstGeom>
              <a:blipFill>
                <a:blip r:embed="rId18"/>
                <a:stretch>
                  <a:fillRect l="-6195" t="-10465"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35F4FFB-0317-4249-B5B3-8ABF6BDB83B4}"/>
                  </a:ext>
                </a:extLst>
              </p:cNvPr>
              <p:cNvSpPr txBox="1"/>
              <p:nvPr/>
            </p:nvSpPr>
            <p:spPr>
              <a:xfrm>
                <a:off x="9407031" y="4626224"/>
                <a:ext cx="50634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sSup>
                        <m:sSupPr>
                          <m:ctrlPr>
                            <a:rPr lang="en-GB" b="0" i="1" dirty="0" smtClean="0">
                              <a:solidFill>
                                <a:srgbClr val="002060"/>
                              </a:solidFill>
                              <a:latin typeface="Cambria Math" panose="02040503050406030204" pitchFamily="18" charset="0"/>
                            </a:rPr>
                          </m:ctrlPr>
                        </m:sSupPr>
                        <m:e>
                          <m:r>
                            <m:rPr>
                              <m:sty m:val="p"/>
                            </m:rPr>
                            <a:rPr lang="en-GB" b="0" i="0" dirty="0" smtClean="0">
                              <a:solidFill>
                                <a:srgbClr val="002060"/>
                              </a:solidFill>
                              <a:latin typeface="Cambria Math" panose="02040503050406030204" pitchFamily="18" charset="0"/>
                            </a:rPr>
                            <m:t>A</m:t>
                          </m:r>
                        </m:e>
                        <m:sup>
                          <m:r>
                            <a:rPr lang="en-GB" b="0" i="0" dirty="0" smtClean="0">
                              <a:solidFill>
                                <a:srgbClr val="002060"/>
                              </a:solidFill>
                              <a:latin typeface="Cambria Math" panose="02040503050406030204" pitchFamily="18" charset="0"/>
                            </a:rPr>
                            <m:t>′</m:t>
                          </m:r>
                        </m:sup>
                      </m:sSup>
                    </m:oMath>
                  </m:oMathPara>
                </a14:m>
                <a:endParaRPr lang="en-IN" dirty="0">
                  <a:solidFill>
                    <a:srgbClr val="002060"/>
                  </a:solidFill>
                  <a:latin typeface="+mn-lt"/>
                </a:endParaRPr>
              </a:p>
            </p:txBody>
          </p:sp>
        </mc:Choice>
        <mc:Fallback xmlns="">
          <p:sp>
            <p:nvSpPr>
              <p:cNvPr id="49" name="TextBox 48">
                <a:extLst>
                  <a:ext uri="{FF2B5EF4-FFF2-40B4-BE49-F238E27FC236}">
                    <a16:creationId xmlns:a16="http://schemas.microsoft.com/office/drawing/2014/main" id="{635F4FFB-0317-4249-B5B3-8ABF6BDB83B4}"/>
                  </a:ext>
                </a:extLst>
              </p:cNvPr>
              <p:cNvSpPr txBox="1">
                <a:spLocks noRot="1" noChangeAspect="1" noMove="1" noResize="1" noEditPoints="1" noAdjustHandles="1" noChangeArrowheads="1" noChangeShapeType="1" noTextEdit="1"/>
              </p:cNvSpPr>
              <p:nvPr/>
            </p:nvSpPr>
            <p:spPr>
              <a:xfrm>
                <a:off x="9407031" y="4626224"/>
                <a:ext cx="506341"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5BE4321-2025-4464-B45B-0B86467E93CC}"/>
                  </a:ext>
                </a:extLst>
              </p:cNvPr>
              <p:cNvSpPr txBox="1"/>
              <p:nvPr/>
            </p:nvSpPr>
            <p:spPr>
              <a:xfrm>
                <a:off x="9831612" y="5255308"/>
                <a:ext cx="1935928"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US" b="0" i="0" smtClean="0">
                          <a:latin typeface="Cambria Math" panose="02040503050406030204" pitchFamily="18" charset="0"/>
                        </a:rPr>
                        <m:t>=</m:t>
                      </m:r>
                      <m:d>
                        <m:dPr>
                          <m:begChr m:val="{"/>
                          <m:endChr m:val="}"/>
                          <m:ctrlPr>
                            <a:rPr lang="en-IN" i="1">
                              <a:latin typeface="Cambria Math" panose="02040503050406030204" pitchFamily="18" charset="0"/>
                            </a:rPr>
                          </m:ctrlPr>
                        </m:dPr>
                        <m:e>
                          <m:r>
                            <a:rPr lang="en-GB" b="0" i="0" smtClean="0">
                              <a:latin typeface="Cambria Math" panose="02040503050406030204" pitchFamily="18" charset="0"/>
                            </a:rPr>
                            <m:t> 1</m:t>
                          </m:r>
                          <m:r>
                            <a:rPr lang="en-GB">
                              <a:latin typeface="Cambria Math" panose="02040503050406030204" pitchFamily="18" charset="0"/>
                            </a:rPr>
                            <m:t>, </m:t>
                          </m:r>
                          <m:r>
                            <a:rPr lang="en-GB" b="0" i="0" smtClean="0">
                              <a:latin typeface="Cambria Math" panose="02040503050406030204" pitchFamily="18" charset="0"/>
                            </a:rPr>
                            <m:t>4</m:t>
                          </m:r>
                          <m:r>
                            <a:rPr lang="en-GB" i="0">
                              <a:latin typeface="Cambria Math" panose="02040503050406030204" pitchFamily="18" charset="0"/>
                            </a:rPr>
                            <m:t>, </m:t>
                          </m:r>
                          <m:r>
                            <a:rPr lang="en-GB" b="0" i="0" smtClean="0">
                              <a:latin typeface="Cambria Math" panose="02040503050406030204" pitchFamily="18" charset="0"/>
                            </a:rPr>
                            <m:t>6 </m:t>
                          </m:r>
                        </m:e>
                      </m:d>
                    </m:oMath>
                  </m:oMathPara>
                </a14:m>
                <a:endParaRPr lang="en-IN" dirty="0">
                  <a:latin typeface="+mn-lt"/>
                </a:endParaRPr>
              </a:p>
            </p:txBody>
          </p:sp>
        </mc:Choice>
        <mc:Fallback xmlns="">
          <p:sp>
            <p:nvSpPr>
              <p:cNvPr id="50" name="TextBox 49">
                <a:extLst>
                  <a:ext uri="{FF2B5EF4-FFF2-40B4-BE49-F238E27FC236}">
                    <a16:creationId xmlns:a16="http://schemas.microsoft.com/office/drawing/2014/main" id="{E5BE4321-2025-4464-B45B-0B86467E93CC}"/>
                  </a:ext>
                </a:extLst>
              </p:cNvPr>
              <p:cNvSpPr txBox="1">
                <a:spLocks noRot="1" noChangeAspect="1" noMove="1" noResize="1" noEditPoints="1" noAdjustHandles="1" noChangeArrowheads="1" noChangeShapeType="1" noTextEdit="1"/>
              </p:cNvSpPr>
              <p:nvPr/>
            </p:nvSpPr>
            <p:spPr>
              <a:xfrm>
                <a:off x="9831612" y="5255308"/>
                <a:ext cx="1935928"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140262F2-3721-4A9A-B695-46995E820301}"/>
                  </a:ext>
                </a:extLst>
              </p:cNvPr>
              <p:cNvSpPr txBox="1"/>
              <p:nvPr/>
            </p:nvSpPr>
            <p:spPr>
              <a:xfrm>
                <a:off x="9835051" y="4626224"/>
                <a:ext cx="1421158"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0" dirty="0" smtClean="0">
                          <a:solidFill>
                            <a:srgbClr val="002060"/>
                          </a:solidFill>
                          <a:latin typeface="Cambria Math" panose="02040503050406030204" pitchFamily="18" charset="0"/>
                        </a:rPr>
                        <m:t>=</m:t>
                      </m:r>
                      <m:r>
                        <m:rPr>
                          <m:sty m:val="p"/>
                        </m:rPr>
                        <a:rPr lang="en-GB" b="0" i="0" dirty="0" smtClean="0">
                          <a:solidFill>
                            <a:srgbClr val="002060"/>
                          </a:solidFill>
                          <a:latin typeface="Cambria Math" panose="02040503050406030204" pitchFamily="18" charset="0"/>
                        </a:rPr>
                        <m:t>S</m:t>
                      </m:r>
                      <m:r>
                        <a:rPr lang="en-GB" b="0" i="0" dirty="0" smtClean="0">
                          <a:solidFill>
                            <a:srgbClr val="002060"/>
                          </a:solidFill>
                          <a:latin typeface="Cambria Math" panose="02040503050406030204" pitchFamily="18" charset="0"/>
                        </a:rPr>
                        <m:t>−</m:t>
                      </m:r>
                      <m:r>
                        <m:rPr>
                          <m:sty m:val="p"/>
                        </m:rPr>
                        <a:rPr lang="en-GB" i="0" dirty="0" smtClean="0">
                          <a:solidFill>
                            <a:srgbClr val="002060"/>
                          </a:solidFill>
                          <a:latin typeface="Cambria Math" panose="02040503050406030204" pitchFamily="18" charset="0"/>
                        </a:rPr>
                        <m:t>A</m:t>
                      </m:r>
                    </m:oMath>
                  </m:oMathPara>
                </a14:m>
                <a:endParaRPr lang="en-IN" dirty="0">
                  <a:solidFill>
                    <a:srgbClr val="002060"/>
                  </a:solidFill>
                  <a:latin typeface="+mn-lt"/>
                </a:endParaRPr>
              </a:p>
            </p:txBody>
          </p:sp>
        </mc:Choice>
        <mc:Fallback xmlns="">
          <p:sp>
            <p:nvSpPr>
              <p:cNvPr id="54" name="TextBox 53">
                <a:extLst>
                  <a:ext uri="{FF2B5EF4-FFF2-40B4-BE49-F238E27FC236}">
                    <a16:creationId xmlns:a16="http://schemas.microsoft.com/office/drawing/2014/main" id="{140262F2-3721-4A9A-B695-46995E820301}"/>
                  </a:ext>
                </a:extLst>
              </p:cNvPr>
              <p:cNvSpPr txBox="1">
                <a:spLocks noRot="1" noChangeAspect="1" noMove="1" noResize="1" noEditPoints="1" noAdjustHandles="1" noChangeArrowheads="1" noChangeShapeType="1" noTextEdit="1"/>
              </p:cNvSpPr>
              <p:nvPr/>
            </p:nvSpPr>
            <p:spPr>
              <a:xfrm>
                <a:off x="9835051" y="4626224"/>
                <a:ext cx="1421158" cy="523220"/>
              </a:xfrm>
              <a:prstGeom prst="rect">
                <a:avLst/>
              </a:prstGeom>
              <a:blipFill>
                <a:blip r:embed="rId21"/>
                <a:stretch>
                  <a:fillRect/>
                </a:stretch>
              </a:blipFill>
            </p:spPr>
            <p:txBody>
              <a:bodyPr/>
              <a:lstStyle/>
              <a:p>
                <a:r>
                  <a:rPr lang="en-IN">
                    <a:noFill/>
                  </a:rPr>
                  <a:t> </a:t>
                </a:r>
              </a:p>
            </p:txBody>
          </p:sp>
        </mc:Fallback>
      </mc:AlternateContent>
      <p:cxnSp>
        <p:nvCxnSpPr>
          <p:cNvPr id="55" name="Straight Connector 54">
            <a:extLst>
              <a:ext uri="{FF2B5EF4-FFF2-40B4-BE49-F238E27FC236}">
                <a16:creationId xmlns:a16="http://schemas.microsoft.com/office/drawing/2014/main" id="{8F400288-443F-4E93-ABFB-AC4E807B150F}"/>
              </a:ext>
            </a:extLst>
          </p:cNvPr>
          <p:cNvCxnSpPr>
            <a:cxnSpLocks/>
          </p:cNvCxnSpPr>
          <p:nvPr/>
        </p:nvCxnSpPr>
        <p:spPr>
          <a:xfrm>
            <a:off x="8791117" y="4133700"/>
            <a:ext cx="0" cy="241224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6277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wipe(up)">
                                      <p:cBhvr>
                                        <p:cTn id="47" dur="500"/>
                                        <p:tgtEl>
                                          <p:spTgt spid="5"/>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1"/>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51"/>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52"/>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53"/>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48"/>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42"/>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43"/>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22" presetClass="entr" presetSubtype="1" fill="hold" nodeType="clickEffect">
                                  <p:stCondLst>
                                    <p:cond delay="0"/>
                                  </p:stCondLst>
                                  <p:childTnLst>
                                    <p:set>
                                      <p:cBhvr>
                                        <p:cTn id="79" dur="1" fill="hold">
                                          <p:stCondLst>
                                            <p:cond delay="0"/>
                                          </p:stCondLst>
                                        </p:cTn>
                                        <p:tgtEl>
                                          <p:spTgt spid="55"/>
                                        </p:tgtEl>
                                        <p:attrNameLst>
                                          <p:attrName>style.visibility</p:attrName>
                                        </p:attrNameLst>
                                      </p:cBhvr>
                                      <p:to>
                                        <p:strVal val="visible"/>
                                      </p:to>
                                    </p:set>
                                    <p:animEffect transition="in" filter="wipe(up)">
                                      <p:cBhvr>
                                        <p:cTn id="80" dur="500"/>
                                        <p:tgtEl>
                                          <p:spTgt spid="55"/>
                                        </p:tgtEl>
                                      </p:cBhvr>
                                    </p:animEffec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6"/>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49"/>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5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1" grpId="0" animBg="1"/>
      <p:bldP spid="32" grpId="0" animBg="1"/>
      <p:bldP spid="33" grpId="0" animBg="1"/>
      <p:bldP spid="34" grpId="0"/>
      <p:bldP spid="35" grpId="0"/>
      <p:bldP spid="37" grpId="0" animBg="1"/>
      <p:bldP spid="38" grpId="0"/>
      <p:bldP spid="39" grpId="0"/>
      <p:bldP spid="40" grpId="0" animBg="1"/>
      <p:bldP spid="41" grpId="0"/>
      <p:bldP spid="42" grpId="0"/>
      <p:bldP spid="43" grpId="0" animBg="1"/>
      <p:bldP spid="48" grpId="0"/>
      <p:bldP spid="51" grpId="0"/>
      <p:bldP spid="52" grpId="0" animBg="1"/>
      <p:bldP spid="53" grpId="0" animBg="1"/>
      <p:bldP spid="36" grpId="0"/>
      <p:bldP spid="49" grpId="0"/>
      <p:bldP spid="50" grpId="0" animBg="1"/>
      <p:bldP spid="54"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Method 2.2</a:t>
            </a:r>
            <a:br>
              <a:rPr lang="en-IN" dirty="0"/>
            </a:br>
            <a:r>
              <a:rPr lang="en-GB" dirty="0"/>
              <a:t>Probability of an Event</a:t>
            </a:r>
            <a:endParaRPr lang="en-IN" dirty="0"/>
          </a:p>
        </p:txBody>
      </p:sp>
      <p:sp>
        <p:nvSpPr>
          <p:cNvPr id="4" name="Text Placeholder 3">
            <a:extLst>
              <a:ext uri="{FF2B5EF4-FFF2-40B4-BE49-F238E27FC236}">
                <a16:creationId xmlns:a16="http://schemas.microsoft.com/office/drawing/2014/main" id="{4AF66629-F349-43A0-B5A5-A51D2BBB7435}"/>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571760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Probability of an Event</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r>
                  <a:rPr lang="en-GB" dirty="0"/>
                  <a:t>The probability of an event </a:t>
                </a:r>
                <a14:m>
                  <m:oMath xmlns:m="http://schemas.openxmlformats.org/officeDocument/2006/math">
                    <m:r>
                      <a:rPr lang="en-GB" b="1" i="0" dirty="0" smtClean="0">
                        <a:solidFill>
                          <a:srgbClr val="FF0000"/>
                        </a:solidFill>
                        <a:latin typeface="Cambria Math" panose="02040503050406030204" pitchFamily="18" charset="0"/>
                      </a:rPr>
                      <m:t>𝐄</m:t>
                    </m:r>
                  </m:oMath>
                </a14:m>
                <a:r>
                  <a:rPr lang="en-GB" dirty="0"/>
                  <a:t> is denoted as </a:t>
                </a:r>
                <a14:m>
                  <m:oMath xmlns:m="http://schemas.openxmlformats.org/officeDocument/2006/math">
                    <m:r>
                      <a:rPr lang="en-GB" b="1" i="0" dirty="0" smtClean="0">
                        <a:solidFill>
                          <a:srgbClr val="FF0000"/>
                        </a:solidFill>
                        <a:latin typeface="Cambria Math" panose="02040503050406030204" pitchFamily="18" charset="0"/>
                      </a:rPr>
                      <m:t>𝐏</m:t>
                    </m:r>
                    <m:d>
                      <m:dPr>
                        <m:ctrlPr>
                          <a:rPr lang="en-GB" b="1" i="1" dirty="0" smtClean="0">
                            <a:solidFill>
                              <a:srgbClr val="FF0000"/>
                            </a:solidFill>
                            <a:latin typeface="Cambria Math" panose="02040503050406030204" pitchFamily="18" charset="0"/>
                          </a:rPr>
                        </m:ctrlPr>
                      </m:dPr>
                      <m:e>
                        <m:r>
                          <a:rPr lang="en-GB" b="1" i="0" dirty="0" smtClean="0">
                            <a:solidFill>
                              <a:srgbClr val="FF0000"/>
                            </a:solidFill>
                            <a:latin typeface="Cambria Math" panose="02040503050406030204" pitchFamily="18" charset="0"/>
                          </a:rPr>
                          <m:t>𝐄</m:t>
                        </m:r>
                      </m:e>
                    </m:d>
                  </m:oMath>
                </a14:m>
                <a:r>
                  <a:rPr lang="en-GB" dirty="0"/>
                  <a:t>, read as “probability of event </a:t>
                </a:r>
                <a14:m>
                  <m:oMath xmlns:m="http://schemas.openxmlformats.org/officeDocument/2006/math">
                    <m:r>
                      <m:rPr>
                        <m:sty m:val="p"/>
                      </m:rPr>
                      <a:rPr lang="en-GB" i="0" dirty="0" smtClean="0">
                        <a:latin typeface="Cambria Math" panose="02040503050406030204" pitchFamily="18" charset="0"/>
                      </a:rPr>
                      <m:t>E</m:t>
                    </m:r>
                  </m:oMath>
                </a14:m>
                <a:r>
                  <a:rPr lang="en-GB" dirty="0"/>
                  <a:t>” and defined as follow:</a:t>
                </a:r>
              </a:p>
              <a:p>
                <a:pPr marL="266700" indent="0">
                  <a:buNone/>
                </a:pPr>
                <a14:m>
                  <m:oMathPara xmlns:m="http://schemas.openxmlformats.org/officeDocument/2006/math">
                    <m:oMathParaPr>
                      <m:jc m:val="left"/>
                    </m:oMathParaPr>
                    <m:oMath xmlns:m="http://schemas.openxmlformats.org/officeDocument/2006/math">
                      <m:r>
                        <m:rPr>
                          <m:sty m:val="p"/>
                        </m:rPr>
                        <a:rPr lang="en-GB" i="0" dirty="0" smtClean="0">
                          <a:latin typeface="Cambria Math" panose="02040503050406030204" pitchFamily="18" charset="0"/>
                        </a:rPr>
                        <m:t>P</m:t>
                      </m:r>
                      <m:d>
                        <m:dPr>
                          <m:ctrlPr>
                            <a:rPr lang="en-GB" i="1" dirty="0" smtClean="0">
                              <a:latin typeface="Cambria Math" panose="02040503050406030204" pitchFamily="18" charset="0"/>
                            </a:rPr>
                          </m:ctrlPr>
                        </m:dPr>
                        <m:e>
                          <m:r>
                            <m:rPr>
                              <m:sty m:val="p"/>
                            </m:rPr>
                            <a:rPr lang="en-GB" i="0" dirty="0" smtClean="0">
                              <a:latin typeface="Cambria Math" panose="02040503050406030204" pitchFamily="18" charset="0"/>
                            </a:rPr>
                            <m:t>E</m:t>
                          </m:r>
                        </m:e>
                      </m:d>
                      <m:r>
                        <a:rPr lang="en-GB" i="0" dirty="0" smtClean="0">
                          <a:latin typeface="Cambria Math" panose="02040503050406030204" pitchFamily="18" charset="0"/>
                        </a:rPr>
                        <m:t>=</m:t>
                      </m:r>
                      <m:f>
                        <m:fPr>
                          <m:ctrlPr>
                            <a:rPr lang="en-GB" i="1" dirty="0" smtClean="0">
                              <a:latin typeface="Cambria Math" panose="02040503050406030204" pitchFamily="18" charset="0"/>
                            </a:rPr>
                          </m:ctrlPr>
                        </m:fPr>
                        <m:num>
                          <m:r>
                            <a:rPr lang="en-GB" i="0" dirty="0" smtClean="0">
                              <a:latin typeface="Cambria Math" panose="02040503050406030204" pitchFamily="18" charset="0"/>
                            </a:rPr>
                            <m:t> </m:t>
                          </m:r>
                          <m:r>
                            <m:rPr>
                              <m:sty m:val="p"/>
                            </m:rPr>
                            <a:rPr lang="en-GB" i="0" dirty="0" smtClean="0">
                              <a:latin typeface="Cambria Math" panose="02040503050406030204" pitchFamily="18" charset="0"/>
                            </a:rPr>
                            <m:t>number</m:t>
                          </m:r>
                          <m:r>
                            <a:rPr lang="en-GB" i="0" dirty="0" smtClean="0">
                              <a:latin typeface="Cambria Math" panose="02040503050406030204" pitchFamily="18" charset="0"/>
                            </a:rPr>
                            <m:t> </m:t>
                          </m:r>
                          <m:r>
                            <m:rPr>
                              <m:sty m:val="p"/>
                            </m:rPr>
                            <a:rPr lang="en-GB" i="0" dirty="0" smtClean="0">
                              <a:latin typeface="Cambria Math" panose="02040503050406030204" pitchFamily="18" charset="0"/>
                            </a:rPr>
                            <m:t>of</m:t>
                          </m:r>
                          <m:r>
                            <a:rPr lang="en-GB" i="0" dirty="0" smtClean="0">
                              <a:latin typeface="Cambria Math" panose="02040503050406030204" pitchFamily="18" charset="0"/>
                            </a:rPr>
                            <m:t> </m:t>
                          </m:r>
                          <m:r>
                            <m:rPr>
                              <m:sty m:val="p"/>
                            </m:rPr>
                            <a:rPr lang="en-GB" i="0" dirty="0" smtClean="0">
                              <a:latin typeface="Cambria Math" panose="02040503050406030204" pitchFamily="18" charset="0"/>
                            </a:rPr>
                            <m:t>elements</m:t>
                          </m:r>
                          <m:r>
                            <a:rPr lang="en-GB" i="0" dirty="0" smtClean="0">
                              <a:latin typeface="Cambria Math" panose="02040503050406030204" pitchFamily="18" charset="0"/>
                            </a:rPr>
                            <m:t> </m:t>
                          </m:r>
                          <m:r>
                            <m:rPr>
                              <m:sty m:val="p"/>
                            </m:rPr>
                            <a:rPr lang="en-GB" i="0" dirty="0" smtClean="0">
                              <a:latin typeface="Cambria Math" panose="02040503050406030204" pitchFamily="18" charset="0"/>
                            </a:rPr>
                            <m:t>in</m:t>
                          </m:r>
                          <m:r>
                            <a:rPr lang="en-GB" i="0" dirty="0" smtClean="0">
                              <a:latin typeface="Cambria Math" panose="02040503050406030204" pitchFamily="18" charset="0"/>
                            </a:rPr>
                            <m:t> </m:t>
                          </m:r>
                          <m:r>
                            <m:rPr>
                              <m:sty m:val="p"/>
                            </m:rPr>
                            <a:rPr lang="en-GB" i="0" dirty="0" smtClean="0">
                              <a:latin typeface="Cambria Math" panose="02040503050406030204" pitchFamily="18" charset="0"/>
                            </a:rPr>
                            <m:t>E</m:t>
                          </m:r>
                          <m:r>
                            <a:rPr lang="en-GB" i="0" dirty="0" smtClean="0">
                              <a:latin typeface="Cambria Math" panose="02040503050406030204" pitchFamily="18" charset="0"/>
                            </a:rPr>
                            <m:t> </m:t>
                          </m:r>
                        </m:num>
                        <m:den>
                          <m:r>
                            <a:rPr lang="en-GB" i="0" dirty="0" smtClean="0">
                              <a:latin typeface="Cambria Math" panose="02040503050406030204" pitchFamily="18" charset="0"/>
                            </a:rPr>
                            <m:t> </m:t>
                          </m:r>
                          <m:r>
                            <m:rPr>
                              <m:sty m:val="p"/>
                            </m:rPr>
                            <a:rPr lang="en-GB" i="0" dirty="0" smtClean="0">
                              <a:latin typeface="Cambria Math" panose="02040503050406030204" pitchFamily="18" charset="0"/>
                            </a:rPr>
                            <m:t>number</m:t>
                          </m:r>
                          <m:r>
                            <a:rPr lang="en-GB" i="0" dirty="0" smtClean="0">
                              <a:latin typeface="Cambria Math" panose="02040503050406030204" pitchFamily="18" charset="0"/>
                            </a:rPr>
                            <m:t> </m:t>
                          </m:r>
                          <m:r>
                            <m:rPr>
                              <m:sty m:val="p"/>
                            </m:rPr>
                            <a:rPr lang="en-GB" i="0" dirty="0" smtClean="0">
                              <a:latin typeface="Cambria Math" panose="02040503050406030204" pitchFamily="18" charset="0"/>
                            </a:rPr>
                            <m:t>of</m:t>
                          </m:r>
                          <m:r>
                            <a:rPr lang="en-GB" i="0" dirty="0" smtClean="0">
                              <a:latin typeface="Cambria Math" panose="02040503050406030204" pitchFamily="18" charset="0"/>
                            </a:rPr>
                            <m:t> </m:t>
                          </m:r>
                          <m:r>
                            <m:rPr>
                              <m:sty m:val="p"/>
                            </m:rPr>
                            <a:rPr lang="en-GB" i="0" dirty="0" smtClean="0">
                              <a:latin typeface="Cambria Math" panose="02040503050406030204" pitchFamily="18" charset="0"/>
                            </a:rPr>
                            <m:t>elements</m:t>
                          </m:r>
                          <m:r>
                            <a:rPr lang="en-GB" i="0" dirty="0" smtClean="0">
                              <a:latin typeface="Cambria Math" panose="02040503050406030204" pitchFamily="18" charset="0"/>
                            </a:rPr>
                            <m:t> </m:t>
                          </m:r>
                          <m:r>
                            <m:rPr>
                              <m:sty m:val="p"/>
                            </m:rPr>
                            <a:rPr lang="en-GB" i="0" dirty="0" smtClean="0">
                              <a:latin typeface="Cambria Math" panose="02040503050406030204" pitchFamily="18" charset="0"/>
                            </a:rPr>
                            <m:t>in</m:t>
                          </m:r>
                          <m:r>
                            <a:rPr lang="en-GB" i="0" dirty="0" smtClean="0">
                              <a:latin typeface="Cambria Math" panose="02040503050406030204" pitchFamily="18" charset="0"/>
                            </a:rPr>
                            <m:t> </m:t>
                          </m:r>
                          <m:r>
                            <m:rPr>
                              <m:sty m:val="p"/>
                            </m:rPr>
                            <a:rPr lang="en-GB" i="0" dirty="0" smtClean="0">
                              <a:latin typeface="Cambria Math" panose="02040503050406030204" pitchFamily="18" charset="0"/>
                            </a:rPr>
                            <m:t>S</m:t>
                          </m:r>
                          <m:r>
                            <a:rPr lang="en-GB" i="0" dirty="0" smtClean="0">
                              <a:latin typeface="Cambria Math" panose="02040503050406030204" pitchFamily="18" charset="0"/>
                            </a:rPr>
                            <m:t> </m:t>
                          </m:r>
                        </m:den>
                      </m:f>
                      <m:r>
                        <a:rPr lang="en-GB" i="0" dirty="0" smtClean="0">
                          <a:latin typeface="Cambria Math" panose="02040503050406030204" pitchFamily="18" charset="0"/>
                        </a:rPr>
                        <m:t>=</m:t>
                      </m:r>
                      <m:f>
                        <m:fPr>
                          <m:ctrlPr>
                            <a:rPr lang="en-GB" b="1" i="1" dirty="0" smtClean="0">
                              <a:solidFill>
                                <a:srgbClr val="FF0000"/>
                              </a:solidFill>
                              <a:latin typeface="Cambria Math" panose="02040503050406030204" pitchFamily="18" charset="0"/>
                            </a:rPr>
                          </m:ctrlPr>
                        </m:fPr>
                        <m:num>
                          <m:r>
                            <a:rPr lang="en-GB" b="1" i="0" dirty="0" smtClean="0">
                              <a:solidFill>
                                <a:srgbClr val="FF0000"/>
                              </a:solidFill>
                              <a:latin typeface="Cambria Math" panose="02040503050406030204" pitchFamily="18" charset="0"/>
                            </a:rPr>
                            <m:t> </m:t>
                          </m:r>
                          <m:r>
                            <a:rPr lang="en-GB" b="1" i="0" dirty="0" smtClean="0">
                              <a:solidFill>
                                <a:srgbClr val="FF0000"/>
                              </a:solidFill>
                              <a:latin typeface="Cambria Math" panose="02040503050406030204" pitchFamily="18" charset="0"/>
                            </a:rPr>
                            <m:t>𝐧</m:t>
                          </m:r>
                          <m:d>
                            <m:dPr>
                              <m:ctrlPr>
                                <a:rPr lang="en-GB" b="1" i="1" dirty="0" smtClean="0">
                                  <a:solidFill>
                                    <a:srgbClr val="FF0000"/>
                                  </a:solidFill>
                                  <a:latin typeface="Cambria Math" panose="02040503050406030204" pitchFamily="18" charset="0"/>
                                </a:rPr>
                              </m:ctrlPr>
                            </m:dPr>
                            <m:e>
                              <m:r>
                                <a:rPr lang="en-GB" b="1" i="0" dirty="0" smtClean="0">
                                  <a:solidFill>
                                    <a:srgbClr val="FF0000"/>
                                  </a:solidFill>
                                  <a:latin typeface="Cambria Math" panose="02040503050406030204" pitchFamily="18" charset="0"/>
                                </a:rPr>
                                <m:t>𝐄</m:t>
                              </m:r>
                            </m:e>
                          </m:d>
                          <m:r>
                            <a:rPr lang="en-GB" b="1" i="0" dirty="0" smtClean="0">
                              <a:solidFill>
                                <a:srgbClr val="FF0000"/>
                              </a:solidFill>
                              <a:latin typeface="Cambria Math" panose="02040503050406030204" pitchFamily="18" charset="0"/>
                            </a:rPr>
                            <m:t> </m:t>
                          </m:r>
                        </m:num>
                        <m:den>
                          <m:r>
                            <a:rPr lang="en-GB" b="1" i="0" dirty="0" smtClean="0">
                              <a:solidFill>
                                <a:srgbClr val="FF0000"/>
                              </a:solidFill>
                              <a:latin typeface="Cambria Math" panose="02040503050406030204" pitchFamily="18" charset="0"/>
                            </a:rPr>
                            <m:t> </m:t>
                          </m:r>
                          <m:r>
                            <a:rPr lang="en-GB" b="1" i="0" dirty="0" smtClean="0">
                              <a:solidFill>
                                <a:srgbClr val="FF0000"/>
                              </a:solidFill>
                              <a:latin typeface="Cambria Math" panose="02040503050406030204" pitchFamily="18" charset="0"/>
                            </a:rPr>
                            <m:t>𝐧</m:t>
                          </m:r>
                          <m:d>
                            <m:dPr>
                              <m:ctrlPr>
                                <a:rPr lang="en-GB" b="1" i="1" dirty="0" smtClean="0">
                                  <a:solidFill>
                                    <a:srgbClr val="FF0000"/>
                                  </a:solidFill>
                                  <a:latin typeface="Cambria Math" panose="02040503050406030204" pitchFamily="18" charset="0"/>
                                </a:rPr>
                              </m:ctrlPr>
                            </m:dPr>
                            <m:e>
                              <m:r>
                                <a:rPr lang="en-GB" b="1" i="0" dirty="0" smtClean="0">
                                  <a:solidFill>
                                    <a:srgbClr val="FF0000"/>
                                  </a:solidFill>
                                  <a:latin typeface="Cambria Math" panose="02040503050406030204" pitchFamily="18" charset="0"/>
                                </a:rPr>
                                <m:t>𝐒</m:t>
                              </m:r>
                            </m:e>
                          </m:d>
                          <m:r>
                            <a:rPr lang="en-GB" b="1" i="0" dirty="0" smtClean="0">
                              <a:solidFill>
                                <a:srgbClr val="FF0000"/>
                              </a:solidFill>
                              <a:latin typeface="Cambria Math" panose="02040503050406030204" pitchFamily="18" charset="0"/>
                            </a:rPr>
                            <m:t> </m:t>
                          </m:r>
                        </m:den>
                      </m:f>
                    </m:oMath>
                  </m:oMathPara>
                </a14:m>
                <a:endParaRPr lang="en-GB" b="1" dirty="0"/>
              </a:p>
              <a:p>
                <a:pPr marL="268288" indent="0">
                  <a:buNone/>
                </a:pPr>
                <a:r>
                  <a:rPr lang="en-GB" b="1" dirty="0">
                    <a:solidFill>
                      <a:srgbClr val="FF0000"/>
                    </a:solidFill>
                  </a:rPr>
                  <a:t>or</a:t>
                </a:r>
              </a:p>
              <a:p>
                <a:pPr marL="266700" indent="0">
                  <a:buNone/>
                </a:pPr>
                <a14:m>
                  <m:oMathPara xmlns:m="http://schemas.openxmlformats.org/officeDocument/2006/math">
                    <m:oMathParaPr>
                      <m:jc m:val="left"/>
                    </m:oMathParaPr>
                    <m:oMath xmlns:m="http://schemas.openxmlformats.org/officeDocument/2006/math">
                      <m:r>
                        <m:rPr>
                          <m:sty m:val="p"/>
                        </m:rPr>
                        <a:rPr lang="en-GB" i="0" dirty="0" smtClean="0">
                          <a:latin typeface="Cambria Math" panose="02040503050406030204" pitchFamily="18" charset="0"/>
                        </a:rPr>
                        <m:t>P</m:t>
                      </m:r>
                      <m:r>
                        <a:rPr lang="en-GB" i="0" dirty="0" smtClean="0">
                          <a:latin typeface="Cambria Math" panose="02040503050406030204" pitchFamily="18" charset="0"/>
                        </a:rPr>
                        <m:t>(</m:t>
                      </m:r>
                      <m:r>
                        <m:rPr>
                          <m:sty m:val="p"/>
                        </m:rPr>
                        <a:rPr lang="en-GB" i="0" dirty="0" smtClean="0">
                          <a:latin typeface="Cambria Math" panose="02040503050406030204" pitchFamily="18" charset="0"/>
                        </a:rPr>
                        <m:t>E</m:t>
                      </m:r>
                      <m:r>
                        <a:rPr lang="en-GB" i="0" dirty="0" smtClean="0">
                          <a:latin typeface="Cambria Math" panose="02040503050406030204" pitchFamily="18" charset="0"/>
                        </a:rPr>
                        <m:t>)=</m:t>
                      </m:r>
                      <m:f>
                        <m:fPr>
                          <m:ctrlPr>
                            <a:rPr lang="en-GB" i="1" dirty="0" smtClean="0">
                              <a:latin typeface="Cambria Math" panose="02040503050406030204" pitchFamily="18" charset="0"/>
                            </a:rPr>
                          </m:ctrlPr>
                        </m:fPr>
                        <m:num>
                          <m:r>
                            <a:rPr lang="en-GB" i="0" dirty="0" smtClean="0">
                              <a:latin typeface="Cambria Math" panose="02040503050406030204" pitchFamily="18" charset="0"/>
                            </a:rPr>
                            <m:t> </m:t>
                          </m:r>
                          <m:r>
                            <m:rPr>
                              <m:sty m:val="p"/>
                            </m:rPr>
                            <a:rPr lang="en-GB" i="0" dirty="0" smtClean="0">
                              <a:latin typeface="Cambria Math" panose="02040503050406030204" pitchFamily="18" charset="0"/>
                            </a:rPr>
                            <m:t>number</m:t>
                          </m:r>
                          <m:r>
                            <a:rPr lang="en-GB" i="0" dirty="0" smtClean="0">
                              <a:latin typeface="Cambria Math" panose="02040503050406030204" pitchFamily="18" charset="0"/>
                            </a:rPr>
                            <m:t> </m:t>
                          </m:r>
                          <m:r>
                            <m:rPr>
                              <m:sty m:val="p"/>
                            </m:rPr>
                            <a:rPr lang="en-GB" i="0" dirty="0" smtClean="0">
                              <a:latin typeface="Cambria Math" panose="02040503050406030204" pitchFamily="18" charset="0"/>
                            </a:rPr>
                            <m:t>of</m:t>
                          </m:r>
                          <m:r>
                            <a:rPr lang="en-GB" i="0" dirty="0" smtClean="0">
                              <a:latin typeface="Cambria Math" panose="02040503050406030204" pitchFamily="18" charset="0"/>
                            </a:rPr>
                            <m:t> </m:t>
                          </m:r>
                          <m:r>
                            <m:rPr>
                              <m:sty m:val="p"/>
                            </m:rPr>
                            <a:rPr lang="en-GB" i="0" dirty="0" smtClean="0">
                              <a:latin typeface="Cambria Math" panose="02040503050406030204" pitchFamily="18" charset="0"/>
                            </a:rPr>
                            <m:t>outcomes</m:t>
                          </m:r>
                          <m:r>
                            <a:rPr lang="en-GB" i="0" dirty="0" smtClean="0">
                              <a:latin typeface="Cambria Math" panose="02040503050406030204" pitchFamily="18" charset="0"/>
                            </a:rPr>
                            <m:t> </m:t>
                          </m:r>
                          <m:r>
                            <m:rPr>
                              <m:sty m:val="p"/>
                            </m:rPr>
                            <a:rPr lang="en-GB" i="0" dirty="0" smtClean="0">
                              <a:latin typeface="Cambria Math" panose="02040503050406030204" pitchFamily="18" charset="0"/>
                            </a:rPr>
                            <m:t>favourable</m:t>
                          </m:r>
                          <m:r>
                            <a:rPr lang="en-GB" i="0" dirty="0" smtClean="0">
                              <a:latin typeface="Cambria Math" panose="02040503050406030204" pitchFamily="18" charset="0"/>
                            </a:rPr>
                            <m:t> </m:t>
                          </m:r>
                          <m:r>
                            <m:rPr>
                              <m:sty m:val="p"/>
                            </m:rPr>
                            <a:rPr lang="en-GB" i="0" dirty="0" smtClean="0">
                              <a:latin typeface="Cambria Math" panose="02040503050406030204" pitchFamily="18" charset="0"/>
                            </a:rPr>
                            <m:t>to</m:t>
                          </m:r>
                          <m:r>
                            <a:rPr lang="en-GB" i="0" dirty="0" smtClean="0">
                              <a:latin typeface="Cambria Math" panose="02040503050406030204" pitchFamily="18" charset="0"/>
                            </a:rPr>
                            <m:t> </m:t>
                          </m:r>
                          <m:r>
                            <m:rPr>
                              <m:sty m:val="p"/>
                            </m:rPr>
                            <a:rPr lang="en-GB" i="0" dirty="0" smtClean="0">
                              <a:latin typeface="Cambria Math" panose="02040503050406030204" pitchFamily="18" charset="0"/>
                            </a:rPr>
                            <m:t>E</m:t>
                          </m:r>
                          <m:r>
                            <a:rPr lang="en-GB" i="0" dirty="0" smtClean="0">
                              <a:latin typeface="Cambria Math" panose="02040503050406030204" pitchFamily="18" charset="0"/>
                            </a:rPr>
                            <m:t> </m:t>
                          </m:r>
                        </m:num>
                        <m:den>
                          <m:r>
                            <a:rPr lang="en-GB" i="0" dirty="0" smtClean="0">
                              <a:latin typeface="Cambria Math" panose="02040503050406030204" pitchFamily="18" charset="0"/>
                            </a:rPr>
                            <m:t> </m:t>
                          </m:r>
                          <m:r>
                            <m:rPr>
                              <m:sty m:val="p"/>
                            </m:rPr>
                            <a:rPr lang="en-GB" i="0" dirty="0" smtClean="0">
                              <a:latin typeface="Cambria Math" panose="02040503050406030204" pitchFamily="18" charset="0"/>
                            </a:rPr>
                            <m:t>total</m:t>
                          </m:r>
                          <m:r>
                            <a:rPr lang="en-GB" i="0" dirty="0" smtClean="0">
                              <a:latin typeface="Cambria Math" panose="02040503050406030204" pitchFamily="18" charset="0"/>
                            </a:rPr>
                            <m:t> </m:t>
                          </m:r>
                          <m:r>
                            <m:rPr>
                              <m:sty m:val="p"/>
                            </m:rPr>
                            <a:rPr lang="en-GB" i="0" dirty="0" smtClean="0">
                              <a:latin typeface="Cambria Math" panose="02040503050406030204" pitchFamily="18" charset="0"/>
                            </a:rPr>
                            <m:t>number</m:t>
                          </m:r>
                          <m:r>
                            <a:rPr lang="en-GB" i="0" dirty="0" smtClean="0">
                              <a:latin typeface="Cambria Math" panose="02040503050406030204" pitchFamily="18" charset="0"/>
                            </a:rPr>
                            <m:t> </m:t>
                          </m:r>
                          <m:r>
                            <m:rPr>
                              <m:sty m:val="p"/>
                            </m:rPr>
                            <a:rPr lang="en-GB" i="0" dirty="0" smtClean="0">
                              <a:latin typeface="Cambria Math" panose="02040503050406030204" pitchFamily="18" charset="0"/>
                            </a:rPr>
                            <m:t>of</m:t>
                          </m:r>
                          <m:r>
                            <a:rPr lang="en-GB" i="0" dirty="0" smtClean="0">
                              <a:latin typeface="Cambria Math" panose="02040503050406030204" pitchFamily="18" charset="0"/>
                            </a:rPr>
                            <m:t> </m:t>
                          </m:r>
                          <m:r>
                            <m:rPr>
                              <m:sty m:val="p"/>
                            </m:rPr>
                            <a:rPr lang="en-GB" i="0" dirty="0" smtClean="0">
                              <a:latin typeface="Cambria Math" panose="02040503050406030204" pitchFamily="18" charset="0"/>
                            </a:rPr>
                            <m:t>all</m:t>
                          </m:r>
                          <m:r>
                            <a:rPr lang="en-GB" i="0" dirty="0" smtClean="0">
                              <a:latin typeface="Cambria Math" panose="02040503050406030204" pitchFamily="18" charset="0"/>
                            </a:rPr>
                            <m:t> </m:t>
                          </m:r>
                          <m:r>
                            <m:rPr>
                              <m:sty m:val="p"/>
                            </m:rPr>
                            <a:rPr lang="en-GB" i="0" dirty="0" smtClean="0">
                              <a:latin typeface="Cambria Math" panose="02040503050406030204" pitchFamily="18" charset="0"/>
                            </a:rPr>
                            <m:t>possible</m:t>
                          </m:r>
                          <m:r>
                            <a:rPr lang="en-GB" i="0" dirty="0" smtClean="0">
                              <a:latin typeface="Cambria Math" panose="02040503050406030204" pitchFamily="18" charset="0"/>
                            </a:rPr>
                            <m:t> </m:t>
                          </m:r>
                          <m:r>
                            <m:rPr>
                              <m:sty m:val="p"/>
                            </m:rPr>
                            <a:rPr lang="en-GB" i="0" dirty="0" smtClean="0">
                              <a:latin typeface="Cambria Math" panose="02040503050406030204" pitchFamily="18" charset="0"/>
                            </a:rPr>
                            <m:t>outcomes</m:t>
                          </m:r>
                          <m:r>
                            <a:rPr lang="en-GB" i="0" dirty="0" smtClean="0">
                              <a:latin typeface="Cambria Math" panose="02040503050406030204" pitchFamily="18" charset="0"/>
                            </a:rPr>
                            <m:t> </m:t>
                          </m:r>
                          <m:r>
                            <m:rPr>
                              <m:sty m:val="p"/>
                            </m:rPr>
                            <a:rPr lang="en-GB" i="0" dirty="0" smtClean="0">
                              <a:latin typeface="Cambria Math" panose="02040503050406030204" pitchFamily="18" charset="0"/>
                            </a:rPr>
                            <m:t>of</m:t>
                          </m:r>
                          <m:r>
                            <a:rPr lang="en-GB" i="0" dirty="0" smtClean="0">
                              <a:latin typeface="Cambria Math" panose="02040503050406030204" pitchFamily="18" charset="0"/>
                            </a:rPr>
                            <m:t> </m:t>
                          </m:r>
                          <m:r>
                            <m:rPr>
                              <m:sty m:val="p"/>
                            </m:rPr>
                            <a:rPr lang="en-GB" i="0" dirty="0" smtClean="0">
                              <a:latin typeface="Cambria Math" panose="02040503050406030204" pitchFamily="18" charset="0"/>
                            </a:rPr>
                            <m:t>the</m:t>
                          </m:r>
                          <m:r>
                            <a:rPr lang="en-GB" i="0" dirty="0" smtClean="0">
                              <a:latin typeface="Cambria Math" panose="02040503050406030204" pitchFamily="18" charset="0"/>
                            </a:rPr>
                            <m:t> </m:t>
                          </m:r>
                          <m:r>
                            <m:rPr>
                              <m:sty m:val="p"/>
                            </m:rPr>
                            <a:rPr lang="en-GB" i="0" dirty="0" smtClean="0">
                              <a:latin typeface="Cambria Math" panose="02040503050406030204" pitchFamily="18" charset="0"/>
                            </a:rPr>
                            <m:t>experiment</m:t>
                          </m:r>
                          <m:r>
                            <a:rPr lang="en-GB" i="0" dirty="0" smtClean="0">
                              <a:latin typeface="Cambria Math" panose="02040503050406030204" pitchFamily="18" charset="0"/>
                            </a:rPr>
                            <m:t> </m:t>
                          </m:r>
                        </m:den>
                      </m:f>
                    </m:oMath>
                  </m:oMathPara>
                </a14:m>
                <a:endParaRPr lang="en-GB"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2004639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r>
                  <a:rPr lang="en-US" dirty="0"/>
                  <a:t>A box contains </a:t>
                </a:r>
                <a14:m>
                  <m:oMath xmlns:m="http://schemas.openxmlformats.org/officeDocument/2006/math">
                    <m:r>
                      <a:rPr lang="en-US" i="1" dirty="0" smtClean="0">
                        <a:latin typeface="Cambria Math" panose="02040503050406030204" pitchFamily="18" charset="0"/>
                      </a:rPr>
                      <m:t>3</m:t>
                    </m:r>
                  </m:oMath>
                </a14:m>
                <a:r>
                  <a:rPr lang="en-US" dirty="0"/>
                  <a:t> blue, </a:t>
                </a:r>
                <a14:m>
                  <m:oMath xmlns:m="http://schemas.openxmlformats.org/officeDocument/2006/math">
                    <m:r>
                      <a:rPr lang="en-US" i="1" dirty="0" smtClean="0">
                        <a:latin typeface="Cambria Math" panose="02040503050406030204" pitchFamily="18" charset="0"/>
                      </a:rPr>
                      <m:t>2 </m:t>
                    </m:r>
                  </m:oMath>
                </a14:m>
                <a:r>
                  <a:rPr lang="en-US" dirty="0"/>
                  <a:t>white, and </a:t>
                </a:r>
                <a14:m>
                  <m:oMath xmlns:m="http://schemas.openxmlformats.org/officeDocument/2006/math">
                    <m:r>
                      <a:rPr lang="en-US" i="1" dirty="0" smtClean="0">
                        <a:latin typeface="Cambria Math" panose="02040503050406030204" pitchFamily="18" charset="0"/>
                      </a:rPr>
                      <m:t>4 </m:t>
                    </m:r>
                  </m:oMath>
                </a14:m>
                <a:r>
                  <a:rPr lang="en-US" dirty="0"/>
                  <a:t>red marbles. A marble is drawn at random from the box, what is the probability that it will be white?</a:t>
                </a:r>
                <a:endParaRPr lang="en-IN" dirty="0"/>
              </a:p>
              <a:p>
                <a:pPr marL="266700" lvl="1" indent="0">
                  <a:buNone/>
                </a:pPr>
                <a:r>
                  <a:rPr lang="en-US" dirty="0"/>
                  <a:t>Number of all possible outcomes </a:t>
                </a:r>
                <a14:m>
                  <m:oMath xmlns:m="http://schemas.openxmlformats.org/officeDocument/2006/math">
                    <m:r>
                      <a:rPr lang="en-US">
                        <a:latin typeface="Cambria Math" panose="02040503050406030204" pitchFamily="18" charset="0"/>
                      </a:rPr>
                      <m:t>=</m:t>
                    </m:r>
                  </m:oMath>
                </a14:m>
                <a:endParaRPr lang="en-IN" dirty="0"/>
              </a:p>
              <a:p>
                <a:pPr marL="266700" lvl="1" indent="0">
                  <a:buNone/>
                </a:pPr>
                <a14:m>
                  <m:oMathPara xmlns:m="http://schemas.openxmlformats.org/officeDocument/2006/math">
                    <m:oMathParaPr>
                      <m:jc m:val="left"/>
                    </m:oMathParaPr>
                    <m:oMath xmlns:m="http://schemas.openxmlformats.org/officeDocument/2006/math">
                      <m:r>
                        <m:rPr>
                          <m:sty m:val="p"/>
                        </m:rPr>
                        <a:rPr lang="en-US" i="0" dirty="0" smtClean="0">
                          <a:latin typeface="Cambria Math" panose="02040503050406030204" pitchFamily="18" charset="0"/>
                        </a:rPr>
                        <m:t>S</m:t>
                      </m:r>
                      <m:r>
                        <a:rPr lang="en-US" i="0" dirty="0" smtClean="0">
                          <a:latin typeface="Cambria Math" panose="02040503050406030204" pitchFamily="18" charset="0"/>
                        </a:rPr>
                        <m:t>=</m:t>
                      </m:r>
                      <m:d>
                        <m:dPr>
                          <m:begChr m:val="{"/>
                          <m:endChr m:val="}"/>
                          <m:ctrlPr>
                            <a:rPr lang="en-IN" i="1" dirty="0" smtClean="0">
                              <a:latin typeface="Cambria Math" panose="02040503050406030204" pitchFamily="18" charset="0"/>
                            </a:rPr>
                          </m:ctrlPr>
                        </m:dPr>
                        <m:e>
                          <m:r>
                            <a:rPr lang="en-US" i="0" dirty="0" smtClean="0">
                              <a:latin typeface="Cambria Math" panose="02040503050406030204" pitchFamily="18" charset="0"/>
                            </a:rPr>
                            <m:t> </m:t>
                          </m:r>
                          <m:sSub>
                            <m:sSubPr>
                              <m:ctrlPr>
                                <a:rPr lang="en-IN" i="1" dirty="0">
                                  <a:latin typeface="Cambria Math" panose="02040503050406030204" pitchFamily="18" charset="0"/>
                                </a:rPr>
                              </m:ctrlPr>
                            </m:sSubPr>
                            <m:e>
                              <m:r>
                                <m:rPr>
                                  <m:sty m:val="p"/>
                                </m:rPr>
                                <a:rPr lang="en-US" i="0" dirty="0">
                                  <a:latin typeface="Cambria Math" panose="02040503050406030204" pitchFamily="18" charset="0"/>
                                </a:rPr>
                                <m:t>B</m:t>
                              </m:r>
                            </m:e>
                            <m:sub>
                              <m:r>
                                <a:rPr lang="en-US" i="0" dirty="0">
                                  <a:latin typeface="Cambria Math" panose="02040503050406030204" pitchFamily="18" charset="0"/>
                                </a:rPr>
                                <m:t>1</m:t>
                              </m:r>
                            </m:sub>
                          </m:sSub>
                          <m:r>
                            <a:rPr lang="en-IN" dirty="0">
                              <a:latin typeface="Cambria Math" panose="02040503050406030204" pitchFamily="18" charset="0"/>
                            </a:rPr>
                            <m:t>,</m:t>
                          </m:r>
                          <m:r>
                            <a:rPr lang="en-IN" i="1" dirty="0">
                              <a:latin typeface="Cambria Math" panose="02040503050406030204" pitchFamily="18" charset="0"/>
                            </a:rPr>
                            <m:t> </m:t>
                          </m:r>
                          <m:sSub>
                            <m:sSubPr>
                              <m:ctrlPr>
                                <a:rPr lang="en-IN" i="1" dirty="0">
                                  <a:latin typeface="Cambria Math" panose="02040503050406030204" pitchFamily="18" charset="0"/>
                                </a:rPr>
                              </m:ctrlPr>
                            </m:sSubPr>
                            <m:e>
                              <m:r>
                                <m:rPr>
                                  <m:sty m:val="p"/>
                                </m:rPr>
                                <a:rPr lang="en-US" i="0" dirty="0">
                                  <a:latin typeface="Cambria Math" panose="02040503050406030204" pitchFamily="18" charset="0"/>
                                </a:rPr>
                                <m:t>B</m:t>
                              </m:r>
                            </m:e>
                            <m:sub>
                              <m:r>
                                <a:rPr lang="en-US" i="0" dirty="0">
                                  <a:latin typeface="Cambria Math" panose="02040503050406030204" pitchFamily="18" charset="0"/>
                                </a:rPr>
                                <m:t>2</m:t>
                              </m:r>
                            </m:sub>
                          </m:sSub>
                          <m:r>
                            <a:rPr lang="en-IN" dirty="0">
                              <a:latin typeface="Cambria Math" panose="02040503050406030204" pitchFamily="18" charset="0"/>
                            </a:rPr>
                            <m:t>,</m:t>
                          </m:r>
                          <m:r>
                            <a:rPr lang="en-IN" i="1" dirty="0">
                              <a:latin typeface="Cambria Math" panose="02040503050406030204" pitchFamily="18" charset="0"/>
                            </a:rPr>
                            <m:t> </m:t>
                          </m:r>
                          <m:sSub>
                            <m:sSubPr>
                              <m:ctrlPr>
                                <a:rPr lang="en-IN" i="1" dirty="0">
                                  <a:latin typeface="Cambria Math" panose="02040503050406030204" pitchFamily="18" charset="0"/>
                                </a:rPr>
                              </m:ctrlPr>
                            </m:sSubPr>
                            <m:e>
                              <m:r>
                                <m:rPr>
                                  <m:sty m:val="p"/>
                                </m:rPr>
                                <a:rPr lang="en-US" i="0" dirty="0">
                                  <a:latin typeface="Cambria Math" panose="02040503050406030204" pitchFamily="18" charset="0"/>
                                </a:rPr>
                                <m:t>B</m:t>
                              </m:r>
                            </m:e>
                            <m:sub>
                              <m:r>
                                <a:rPr lang="en-US" i="0" dirty="0">
                                  <a:latin typeface="Cambria Math" panose="02040503050406030204" pitchFamily="18" charset="0"/>
                                </a:rPr>
                                <m:t>3</m:t>
                              </m:r>
                            </m:sub>
                          </m:sSub>
                          <m:r>
                            <a:rPr lang="en-IN" dirty="0">
                              <a:latin typeface="Cambria Math" panose="02040503050406030204" pitchFamily="18" charset="0"/>
                            </a:rPr>
                            <m:t>,</m:t>
                          </m:r>
                          <m:r>
                            <a:rPr lang="en-IN" i="1" dirty="0">
                              <a:latin typeface="Cambria Math" panose="02040503050406030204" pitchFamily="18" charset="0"/>
                            </a:rPr>
                            <m:t> </m:t>
                          </m:r>
                          <m:sSub>
                            <m:sSubPr>
                              <m:ctrlPr>
                                <a:rPr lang="en-IN" i="1" dirty="0">
                                  <a:latin typeface="Cambria Math" panose="02040503050406030204" pitchFamily="18" charset="0"/>
                                </a:rPr>
                              </m:ctrlPr>
                            </m:sSubPr>
                            <m:e>
                              <m:r>
                                <m:rPr>
                                  <m:sty m:val="p"/>
                                </m:rPr>
                                <a:rPr lang="en-US" i="0" dirty="0">
                                  <a:latin typeface="Cambria Math" panose="02040503050406030204" pitchFamily="18" charset="0"/>
                                </a:rPr>
                                <m:t>W</m:t>
                              </m:r>
                            </m:e>
                            <m:sub>
                              <m:r>
                                <a:rPr lang="en-US" i="0" dirty="0">
                                  <a:latin typeface="Cambria Math" panose="02040503050406030204" pitchFamily="18" charset="0"/>
                                </a:rPr>
                                <m:t>1</m:t>
                              </m:r>
                            </m:sub>
                          </m:sSub>
                          <m:r>
                            <a:rPr lang="en-IN" dirty="0">
                              <a:latin typeface="Cambria Math" panose="02040503050406030204" pitchFamily="18" charset="0"/>
                            </a:rPr>
                            <m:t>,</m:t>
                          </m:r>
                          <m:r>
                            <a:rPr lang="en-IN" i="1" dirty="0">
                              <a:latin typeface="Cambria Math" panose="02040503050406030204" pitchFamily="18" charset="0"/>
                            </a:rPr>
                            <m:t> </m:t>
                          </m:r>
                          <m:sSub>
                            <m:sSubPr>
                              <m:ctrlPr>
                                <a:rPr lang="en-IN" i="1" dirty="0">
                                  <a:latin typeface="Cambria Math" panose="02040503050406030204" pitchFamily="18" charset="0"/>
                                </a:rPr>
                              </m:ctrlPr>
                            </m:sSubPr>
                            <m:e>
                              <m:r>
                                <m:rPr>
                                  <m:sty m:val="p"/>
                                </m:rPr>
                                <a:rPr lang="en-US" i="0" dirty="0">
                                  <a:latin typeface="Cambria Math" panose="02040503050406030204" pitchFamily="18" charset="0"/>
                                </a:rPr>
                                <m:t>W</m:t>
                              </m:r>
                            </m:e>
                            <m:sub>
                              <m:r>
                                <a:rPr lang="en-US" i="0" dirty="0">
                                  <a:latin typeface="Cambria Math" panose="02040503050406030204" pitchFamily="18" charset="0"/>
                                </a:rPr>
                                <m:t>2</m:t>
                              </m:r>
                            </m:sub>
                          </m:sSub>
                          <m:r>
                            <a:rPr lang="en-IN" dirty="0">
                              <a:latin typeface="Cambria Math" panose="02040503050406030204" pitchFamily="18" charset="0"/>
                            </a:rPr>
                            <m:t>,</m:t>
                          </m:r>
                          <m:r>
                            <a:rPr lang="en-IN" i="1" dirty="0">
                              <a:latin typeface="Cambria Math" panose="02040503050406030204" pitchFamily="18" charset="0"/>
                            </a:rPr>
                            <m:t> </m:t>
                          </m:r>
                          <m:sSub>
                            <m:sSubPr>
                              <m:ctrlPr>
                                <a:rPr lang="en-IN" i="1" dirty="0">
                                  <a:latin typeface="Cambria Math" panose="02040503050406030204" pitchFamily="18" charset="0"/>
                                </a:rPr>
                              </m:ctrlPr>
                            </m:sSubPr>
                            <m:e>
                              <m:r>
                                <m:rPr>
                                  <m:sty m:val="p"/>
                                </m:rPr>
                                <a:rPr lang="en-US" i="0" dirty="0">
                                  <a:latin typeface="Cambria Math" panose="02040503050406030204" pitchFamily="18" charset="0"/>
                                </a:rPr>
                                <m:t>R</m:t>
                              </m:r>
                            </m:e>
                            <m:sub>
                              <m:r>
                                <a:rPr lang="en-US" i="0" dirty="0">
                                  <a:latin typeface="Cambria Math" panose="02040503050406030204" pitchFamily="18" charset="0"/>
                                </a:rPr>
                                <m:t>1</m:t>
                              </m:r>
                            </m:sub>
                          </m:sSub>
                          <m:r>
                            <a:rPr lang="en-IN" dirty="0">
                              <a:latin typeface="Cambria Math" panose="02040503050406030204" pitchFamily="18" charset="0"/>
                            </a:rPr>
                            <m:t>,</m:t>
                          </m:r>
                          <m:r>
                            <a:rPr lang="en-IN" i="1" dirty="0">
                              <a:latin typeface="Cambria Math" panose="02040503050406030204" pitchFamily="18" charset="0"/>
                            </a:rPr>
                            <m:t> </m:t>
                          </m:r>
                          <m:sSub>
                            <m:sSubPr>
                              <m:ctrlPr>
                                <a:rPr lang="en-IN" i="1" dirty="0">
                                  <a:latin typeface="Cambria Math" panose="02040503050406030204" pitchFamily="18" charset="0"/>
                                </a:rPr>
                              </m:ctrlPr>
                            </m:sSubPr>
                            <m:e>
                              <m:r>
                                <m:rPr>
                                  <m:sty m:val="p"/>
                                </m:rPr>
                                <a:rPr lang="en-US" i="0" dirty="0">
                                  <a:latin typeface="Cambria Math" panose="02040503050406030204" pitchFamily="18" charset="0"/>
                                </a:rPr>
                                <m:t>R</m:t>
                              </m:r>
                            </m:e>
                            <m:sub>
                              <m:r>
                                <a:rPr lang="en-US" i="0" dirty="0">
                                  <a:latin typeface="Cambria Math" panose="02040503050406030204" pitchFamily="18" charset="0"/>
                                </a:rPr>
                                <m:t>2</m:t>
                              </m:r>
                            </m:sub>
                          </m:sSub>
                          <m:r>
                            <a:rPr lang="en-IN" dirty="0">
                              <a:latin typeface="Cambria Math" panose="02040503050406030204" pitchFamily="18" charset="0"/>
                            </a:rPr>
                            <m:t>,</m:t>
                          </m:r>
                          <m:r>
                            <a:rPr lang="en-IN" i="1" dirty="0">
                              <a:latin typeface="Cambria Math" panose="02040503050406030204" pitchFamily="18" charset="0"/>
                            </a:rPr>
                            <m:t> </m:t>
                          </m:r>
                          <m:sSub>
                            <m:sSubPr>
                              <m:ctrlPr>
                                <a:rPr lang="en-IN" i="1" dirty="0">
                                  <a:latin typeface="Cambria Math" panose="02040503050406030204" pitchFamily="18" charset="0"/>
                                </a:rPr>
                              </m:ctrlPr>
                            </m:sSubPr>
                            <m:e>
                              <m:r>
                                <m:rPr>
                                  <m:sty m:val="p"/>
                                </m:rPr>
                                <a:rPr lang="en-US" i="0" dirty="0">
                                  <a:latin typeface="Cambria Math" panose="02040503050406030204" pitchFamily="18" charset="0"/>
                                </a:rPr>
                                <m:t>R</m:t>
                              </m:r>
                            </m:e>
                            <m:sub>
                              <m:r>
                                <a:rPr lang="en-US" i="0" dirty="0">
                                  <a:latin typeface="Cambria Math" panose="02040503050406030204" pitchFamily="18" charset="0"/>
                                </a:rPr>
                                <m:t>3</m:t>
                              </m:r>
                            </m:sub>
                          </m:sSub>
                          <m:r>
                            <a:rPr lang="en-IN" dirty="0">
                              <a:latin typeface="Cambria Math" panose="02040503050406030204" pitchFamily="18" charset="0"/>
                            </a:rPr>
                            <m:t>,</m:t>
                          </m:r>
                          <m:r>
                            <a:rPr lang="en-IN" i="1" dirty="0">
                              <a:latin typeface="Cambria Math" panose="02040503050406030204" pitchFamily="18" charset="0"/>
                            </a:rPr>
                            <m:t> </m:t>
                          </m:r>
                          <m:sSub>
                            <m:sSubPr>
                              <m:ctrlPr>
                                <a:rPr lang="en-IN" i="1" dirty="0">
                                  <a:latin typeface="Cambria Math" panose="02040503050406030204" pitchFamily="18" charset="0"/>
                                </a:rPr>
                              </m:ctrlPr>
                            </m:sSubPr>
                            <m:e>
                              <m:r>
                                <m:rPr>
                                  <m:sty m:val="p"/>
                                </m:rPr>
                                <a:rPr lang="en-US" i="0" dirty="0">
                                  <a:latin typeface="Cambria Math" panose="02040503050406030204" pitchFamily="18" charset="0"/>
                                </a:rPr>
                                <m:t>R</m:t>
                              </m:r>
                            </m:e>
                            <m:sub>
                              <m:r>
                                <a:rPr lang="en-US" i="0" dirty="0">
                                  <a:latin typeface="Cambria Math" panose="02040503050406030204" pitchFamily="18" charset="0"/>
                                </a:rPr>
                                <m:t>4</m:t>
                              </m:r>
                            </m:sub>
                          </m:sSub>
                          <m:r>
                            <a:rPr lang="en-US" i="0" dirty="0">
                              <a:latin typeface="Cambria Math" panose="02040503050406030204" pitchFamily="18" charset="0"/>
                            </a:rPr>
                            <m:t> </m:t>
                          </m:r>
                        </m:e>
                      </m:d>
                    </m:oMath>
                  </m:oMathPara>
                </a14:m>
                <a:endParaRPr lang="en-IN" dirty="0"/>
              </a:p>
              <a:p>
                <a:pPr marL="266700" lvl="1" indent="0">
                  <a:buNone/>
                </a:pPr>
                <a:r>
                  <a:rPr lang="en-US" dirty="0"/>
                  <a:t>i.e., </a:t>
                </a:r>
                <a14:m>
                  <m:oMath xmlns:m="http://schemas.openxmlformats.org/officeDocument/2006/math">
                    <m:r>
                      <m:rPr>
                        <m:sty m:val="p"/>
                      </m:rPr>
                      <a:rPr lang="en-US">
                        <a:latin typeface="Cambria Math" panose="02040503050406030204" pitchFamily="18" charset="0"/>
                      </a:rPr>
                      <m:t>n</m:t>
                    </m:r>
                    <m:d>
                      <m:dPr>
                        <m:ctrlPr>
                          <a:rPr lang="en-IN" i="1">
                            <a:latin typeface="Cambria Math" panose="02040503050406030204" pitchFamily="18" charset="0"/>
                          </a:rPr>
                        </m:ctrlPr>
                      </m:dPr>
                      <m:e>
                        <m:r>
                          <m:rPr>
                            <m:sty m:val="p"/>
                          </m:rPr>
                          <a:rPr lang="en-US">
                            <a:latin typeface="Cambria Math" panose="02040503050406030204" pitchFamily="18" charset="0"/>
                          </a:rPr>
                          <m:t>S</m:t>
                        </m:r>
                      </m:e>
                    </m:d>
                    <m:r>
                      <a:rPr lang="en-US">
                        <a:latin typeface="Cambria Math" panose="02040503050406030204" pitchFamily="18" charset="0"/>
                      </a:rPr>
                      <m:t>=9</m:t>
                    </m:r>
                  </m:oMath>
                </a14:m>
                <a:endParaRPr lang="en-IN" dirty="0"/>
              </a:p>
              <a:p>
                <a:pPr marL="266700" lvl="1" indent="0">
                  <a:buNone/>
                </a:pPr>
                <a:r>
                  <a:rPr lang="en-US" dirty="0"/>
                  <a:t>Let </a:t>
                </a:r>
                <a14:m>
                  <m:oMath xmlns:m="http://schemas.openxmlformats.org/officeDocument/2006/math">
                    <m:r>
                      <m:rPr>
                        <m:sty m:val="p"/>
                      </m:rPr>
                      <a:rPr lang="en-US" i="0" dirty="0" smtClean="0">
                        <a:latin typeface="Cambria Math" panose="02040503050406030204" pitchFamily="18" charset="0"/>
                      </a:rPr>
                      <m:t>W</m:t>
                    </m:r>
                  </m:oMath>
                </a14:m>
                <a:r>
                  <a:rPr lang="en-US" dirty="0"/>
                  <a:t> be the event that marble is white</a:t>
                </a:r>
              </a:p>
              <a:p>
                <a:pPr marL="266700" lvl="1" indent="0">
                  <a:buNone/>
                </a:pPr>
                <a14:m>
                  <m:oMathPara xmlns:m="http://schemas.openxmlformats.org/officeDocument/2006/math">
                    <m:oMathParaPr>
                      <m:jc m:val="left"/>
                    </m:oMathParaPr>
                    <m:oMath xmlns:m="http://schemas.openxmlformats.org/officeDocument/2006/math">
                      <m:r>
                        <m:rPr>
                          <m:sty m:val="p"/>
                        </m:rPr>
                        <a:rPr lang="en-US">
                          <a:latin typeface="Cambria Math" panose="02040503050406030204" pitchFamily="18" charset="0"/>
                        </a:rPr>
                        <m:t>W</m:t>
                      </m:r>
                      <m:r>
                        <a:rPr lang="en-US">
                          <a:latin typeface="Cambria Math" panose="02040503050406030204" pitchFamily="18" charset="0"/>
                        </a:rPr>
                        <m:t>=</m:t>
                      </m:r>
                      <m:d>
                        <m:dPr>
                          <m:begChr m:val="{"/>
                          <m:endChr m:val="}"/>
                          <m:ctrlPr>
                            <a:rPr lang="en-IN" i="1">
                              <a:latin typeface="Cambria Math" panose="02040503050406030204" pitchFamily="18" charset="0"/>
                            </a:rPr>
                          </m:ctrlPr>
                        </m:dPr>
                        <m:e>
                          <m:r>
                            <a:rPr lang="en-US" i="1">
                              <a:latin typeface="Cambria Math" panose="02040503050406030204" pitchFamily="18" charset="0"/>
                            </a:rPr>
                            <m:t> </m:t>
                          </m:r>
                          <m:sSub>
                            <m:sSubPr>
                              <m:ctrlPr>
                                <a:rPr lang="en-IN" i="1">
                                  <a:latin typeface="Cambria Math" panose="02040503050406030204" pitchFamily="18" charset="0"/>
                                </a:rPr>
                              </m:ctrlPr>
                            </m:sSubPr>
                            <m:e>
                              <m:r>
                                <m:rPr>
                                  <m:sty m:val="p"/>
                                </m:rPr>
                                <a:rPr lang="en-US">
                                  <a:latin typeface="Cambria Math" panose="02040503050406030204" pitchFamily="18" charset="0"/>
                                </a:rPr>
                                <m:t>W</m:t>
                              </m:r>
                            </m:e>
                            <m:sub>
                              <m:r>
                                <a:rPr lang="en-US">
                                  <a:latin typeface="Cambria Math" panose="02040503050406030204" pitchFamily="18" charset="0"/>
                                </a:rPr>
                                <m:t>1</m:t>
                              </m:r>
                            </m:sub>
                          </m:sSub>
                          <m:r>
                            <a:rPr lang="en-US">
                              <a:latin typeface="Cambria Math" panose="02040503050406030204" pitchFamily="18" charset="0"/>
                            </a:rPr>
                            <m:t>,</m:t>
                          </m:r>
                          <m:r>
                            <a:rPr lang="en-US" i="1">
                              <a:latin typeface="Cambria Math" panose="02040503050406030204" pitchFamily="18" charset="0"/>
                            </a:rPr>
                            <m:t> </m:t>
                          </m:r>
                          <m:sSub>
                            <m:sSubPr>
                              <m:ctrlPr>
                                <a:rPr lang="en-IN" i="1">
                                  <a:latin typeface="Cambria Math" panose="02040503050406030204" pitchFamily="18" charset="0"/>
                                </a:rPr>
                              </m:ctrlPr>
                            </m:sSubPr>
                            <m:e>
                              <m:r>
                                <m:rPr>
                                  <m:sty m:val="p"/>
                                </m:rPr>
                                <a:rPr lang="en-US">
                                  <a:latin typeface="Cambria Math" panose="02040503050406030204" pitchFamily="18" charset="0"/>
                                </a:rPr>
                                <m:t>W</m:t>
                              </m:r>
                            </m:e>
                            <m:sub>
                              <m:r>
                                <a:rPr lang="en-US">
                                  <a:latin typeface="Cambria Math" panose="02040503050406030204" pitchFamily="18" charset="0"/>
                                </a:rPr>
                                <m:t>2</m:t>
                              </m:r>
                            </m:sub>
                          </m:sSub>
                          <m:r>
                            <a:rPr lang="en-US" i="1">
                              <a:latin typeface="Cambria Math" panose="02040503050406030204" pitchFamily="18" charset="0"/>
                            </a:rPr>
                            <m:t> </m:t>
                          </m:r>
                        </m:e>
                      </m:d>
                    </m:oMath>
                  </m:oMathPara>
                </a14:m>
                <a:endParaRPr lang="en-IN" dirty="0"/>
              </a:p>
              <a:p>
                <a:pPr marL="266700" lvl="1" indent="0">
                  <a:buNone/>
                </a:pPr>
                <a:r>
                  <a:rPr lang="en-US" dirty="0"/>
                  <a:t>i.e., </a:t>
                </a:r>
                <a14:m>
                  <m:oMath xmlns:m="http://schemas.openxmlformats.org/officeDocument/2006/math">
                    <m:r>
                      <m:rPr>
                        <m:sty m:val="p"/>
                      </m:rPr>
                      <a:rPr lang="en-US">
                        <a:latin typeface="Cambria Math" panose="02040503050406030204" pitchFamily="18" charset="0"/>
                      </a:rPr>
                      <m:t>n</m:t>
                    </m:r>
                    <m:d>
                      <m:dPr>
                        <m:ctrlPr>
                          <a:rPr lang="en-IN" i="1">
                            <a:latin typeface="Cambria Math" panose="02040503050406030204" pitchFamily="18" charset="0"/>
                          </a:rPr>
                        </m:ctrlPr>
                      </m:dPr>
                      <m:e>
                        <m:r>
                          <m:rPr>
                            <m:sty m:val="p"/>
                          </m:rPr>
                          <a:rPr lang="en-US">
                            <a:latin typeface="Cambria Math" panose="02040503050406030204" pitchFamily="18" charset="0"/>
                          </a:rPr>
                          <m:t>W</m:t>
                        </m:r>
                      </m:e>
                    </m:d>
                    <m:r>
                      <a:rPr lang="en-US">
                        <a:latin typeface="Cambria Math" panose="02040503050406030204" pitchFamily="18" charset="0"/>
                      </a:rPr>
                      <m:t>=</m:t>
                    </m:r>
                    <m:r>
                      <a:rPr lang="en-US" smtClean="0">
                        <a:latin typeface="Cambria Math" panose="02040503050406030204" pitchFamily="18" charset="0"/>
                      </a:rPr>
                      <m:t>2</m:t>
                    </m:r>
                  </m:oMath>
                </a14:m>
                <a:endParaRPr lang="en-IN"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563CC6C-7933-472A-ADD0-3C06EA6EFF4F}"/>
                  </a:ext>
                </a:extLst>
              </p:cNvPr>
              <p:cNvSpPr txBox="1"/>
              <p:nvPr/>
            </p:nvSpPr>
            <p:spPr>
              <a:xfrm>
                <a:off x="8069262" y="3470369"/>
                <a:ext cx="1356633" cy="523220"/>
              </a:xfrm>
              <a:prstGeom prst="rect">
                <a:avLst/>
              </a:prstGeom>
              <a:noFill/>
            </p:spPr>
            <p:txBody>
              <a:bodyPr wrap="square">
                <a:spAutoFit/>
              </a:bodyPr>
              <a:lstStyle/>
              <a:p>
                <a:pPr marL="0" lvl="1">
                  <a:buNone/>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W</m:t>
                          </m:r>
                        </m:e>
                      </m:d>
                    </m:oMath>
                  </m:oMathPara>
                </a14:m>
                <a:endParaRPr lang="en-IN" sz="2800" dirty="0">
                  <a:solidFill>
                    <a:srgbClr val="002060"/>
                  </a:solidFill>
                </a:endParaRPr>
              </a:p>
            </p:txBody>
          </p:sp>
        </mc:Choice>
        <mc:Fallback xmlns="">
          <p:sp>
            <p:nvSpPr>
              <p:cNvPr id="5" name="TextBox 4">
                <a:extLst>
                  <a:ext uri="{FF2B5EF4-FFF2-40B4-BE49-F238E27FC236}">
                    <a16:creationId xmlns:a16="http://schemas.microsoft.com/office/drawing/2014/main" id="{8563CC6C-7933-472A-ADD0-3C06EA6EFF4F}"/>
                  </a:ext>
                </a:extLst>
              </p:cNvPr>
              <p:cNvSpPr txBox="1">
                <a:spLocks noRot="1" noChangeAspect="1" noMove="1" noResize="1" noEditPoints="1" noAdjustHandles="1" noChangeArrowheads="1" noChangeShapeType="1" noTextEdit="1"/>
              </p:cNvSpPr>
              <p:nvPr/>
            </p:nvSpPr>
            <p:spPr>
              <a:xfrm>
                <a:off x="8069262" y="3470369"/>
                <a:ext cx="1356633"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CD04434-F191-4B4E-BBF4-46465B4DC39F}"/>
                  </a:ext>
                </a:extLst>
              </p:cNvPr>
              <p:cNvSpPr txBox="1"/>
              <p:nvPr/>
            </p:nvSpPr>
            <p:spPr>
              <a:xfrm>
                <a:off x="9425895" y="4447233"/>
                <a:ext cx="990826" cy="901785"/>
              </a:xfrm>
              <a:prstGeom prst="rect">
                <a:avLst/>
              </a:prstGeom>
              <a:noFill/>
            </p:spPr>
            <p:txBody>
              <a:bodyPr wrap="square">
                <a:spAutoFit/>
              </a:bodyPr>
              <a:lstStyle/>
              <a:p>
                <a:pPr marL="0" lvl="1">
                  <a:buNone/>
                </a:pPr>
                <a14:m>
                  <m:oMathPara xmlns:m="http://schemas.openxmlformats.org/officeDocument/2006/math">
                    <m:oMathParaPr>
                      <m:jc m:val="left"/>
                    </m:oMathParaPr>
                    <m:oMath xmlns:m="http://schemas.openxmlformats.org/officeDocument/2006/math">
                      <m:r>
                        <a:rPr lang="en-US" sz="2800" i="1">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i="1">
                              <a:solidFill>
                                <a:srgbClr val="002060"/>
                              </a:solidFill>
                              <a:latin typeface="Cambria Math" panose="02040503050406030204" pitchFamily="18" charset="0"/>
                            </a:rPr>
                            <m:t>2</m:t>
                          </m:r>
                        </m:num>
                        <m:den>
                          <m:r>
                            <a:rPr lang="en-US" sz="2800" i="1">
                              <a:solidFill>
                                <a:srgbClr val="002060"/>
                              </a:solidFill>
                              <a:latin typeface="Cambria Math" panose="02040503050406030204" pitchFamily="18" charset="0"/>
                            </a:rPr>
                            <m:t> 9 </m:t>
                          </m:r>
                        </m:den>
                      </m:f>
                    </m:oMath>
                  </m:oMathPara>
                </a14:m>
                <a:endParaRPr lang="en-GB" sz="2800" dirty="0">
                  <a:solidFill>
                    <a:srgbClr val="002060"/>
                  </a:solidFill>
                </a:endParaRPr>
              </a:p>
            </p:txBody>
          </p:sp>
        </mc:Choice>
        <mc:Fallback xmlns="">
          <p:sp>
            <p:nvSpPr>
              <p:cNvPr id="6" name="TextBox 5">
                <a:extLst>
                  <a:ext uri="{FF2B5EF4-FFF2-40B4-BE49-F238E27FC236}">
                    <a16:creationId xmlns:a16="http://schemas.microsoft.com/office/drawing/2014/main" id="{FCD04434-F191-4B4E-BBF4-46465B4DC39F}"/>
                  </a:ext>
                </a:extLst>
              </p:cNvPr>
              <p:cNvSpPr txBox="1">
                <a:spLocks noRot="1" noChangeAspect="1" noMove="1" noResize="1" noEditPoints="1" noAdjustHandles="1" noChangeArrowheads="1" noChangeShapeType="1" noTextEdit="1"/>
              </p:cNvSpPr>
              <p:nvPr/>
            </p:nvSpPr>
            <p:spPr>
              <a:xfrm>
                <a:off x="9425895" y="4447233"/>
                <a:ext cx="990826" cy="90178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E8A34B9-E04B-4E3F-B93A-D9CAB8C21FAF}"/>
                  </a:ext>
                </a:extLst>
              </p:cNvPr>
              <p:cNvSpPr txBox="1"/>
              <p:nvPr/>
            </p:nvSpPr>
            <p:spPr>
              <a:xfrm>
                <a:off x="9387795" y="3227735"/>
                <a:ext cx="1497012" cy="989438"/>
              </a:xfrm>
              <a:prstGeom prst="rect">
                <a:avLst/>
              </a:prstGeom>
              <a:noFill/>
            </p:spPr>
            <p:txBody>
              <a:bodyPr wrap="square">
                <a:spAutoFit/>
              </a:bodyPr>
              <a:lstStyle/>
              <a:p>
                <a:pPr marL="0" lvl="1">
                  <a:buNone/>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n</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W</m:t>
                              </m:r>
                            </m:e>
                          </m:d>
                          <m:r>
                            <a:rPr lang="en-US" sz="2800">
                              <a:solidFill>
                                <a:srgbClr val="002060"/>
                              </a:solidFill>
                              <a:latin typeface="Cambria Math" panose="02040503050406030204" pitchFamily="18" charset="0"/>
                            </a:rPr>
                            <m:t> </m:t>
                          </m:r>
                        </m:num>
                        <m:den>
                          <m:r>
                            <m:rPr>
                              <m:sty m:val="p"/>
                            </m:rPr>
                            <a:rPr lang="en-US" sz="2800">
                              <a:solidFill>
                                <a:srgbClr val="002060"/>
                              </a:solidFill>
                              <a:latin typeface="Cambria Math" panose="02040503050406030204" pitchFamily="18" charset="0"/>
                            </a:rPr>
                            <m:t>n</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S</m:t>
                              </m:r>
                            </m:e>
                          </m:d>
                          <m:r>
                            <a:rPr lang="en-US" sz="2800">
                              <a:solidFill>
                                <a:srgbClr val="002060"/>
                              </a:solidFill>
                              <a:latin typeface="Cambria Math" panose="02040503050406030204" pitchFamily="18" charset="0"/>
                            </a:rPr>
                            <m:t> </m:t>
                          </m:r>
                        </m:den>
                      </m:f>
                    </m:oMath>
                  </m:oMathPara>
                </a14:m>
                <a:endParaRPr lang="en-GB" sz="2800" dirty="0">
                  <a:solidFill>
                    <a:srgbClr val="002060"/>
                  </a:solidFill>
                </a:endParaRPr>
              </a:p>
            </p:txBody>
          </p:sp>
        </mc:Choice>
        <mc:Fallback xmlns="">
          <p:sp>
            <p:nvSpPr>
              <p:cNvPr id="7" name="TextBox 6">
                <a:extLst>
                  <a:ext uri="{FF2B5EF4-FFF2-40B4-BE49-F238E27FC236}">
                    <a16:creationId xmlns:a16="http://schemas.microsoft.com/office/drawing/2014/main" id="{BE8A34B9-E04B-4E3F-B93A-D9CAB8C21FAF}"/>
                  </a:ext>
                </a:extLst>
              </p:cNvPr>
              <p:cNvSpPr txBox="1">
                <a:spLocks noRot="1" noChangeAspect="1" noMove="1" noResize="1" noEditPoints="1" noAdjustHandles="1" noChangeArrowheads="1" noChangeShapeType="1" noTextEdit="1"/>
              </p:cNvSpPr>
              <p:nvPr/>
            </p:nvSpPr>
            <p:spPr>
              <a:xfrm>
                <a:off x="9387795" y="3227735"/>
                <a:ext cx="1497012" cy="989438"/>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387797-9EC5-49EA-AA9A-A4363D9197AB}"/>
                  </a:ext>
                </a:extLst>
              </p:cNvPr>
              <p:cNvSpPr txBox="1"/>
              <p:nvPr/>
            </p:nvSpPr>
            <p:spPr>
              <a:xfrm>
                <a:off x="5386078" y="2122030"/>
                <a:ext cx="2443472" cy="523220"/>
              </a:xfrm>
              <a:prstGeom prst="rect">
                <a:avLst/>
              </a:prstGeom>
            </p:spPr>
            <p:txBody>
              <a:bodyPr vert="horz" lIns="91440" tIns="45720" rIns="91440" bIns="45720" rtlCol="0">
                <a:noAutofit/>
              </a:bodyPr>
              <a:lstStyle>
                <a:defPPr>
                  <a:defRPr lang="en-US"/>
                </a:defPPr>
                <a:lvl1pPr lvl="0" indent="0" algn="just">
                  <a:lnSpc>
                    <a:spcPct val="100000"/>
                  </a:lnSpc>
                  <a:spcBef>
                    <a:spcPts val="0"/>
                  </a:spcBef>
                  <a:buClr>
                    <a:schemeClr val="accent6"/>
                  </a:buClr>
                  <a:buFont typeface="Wingdings 3" panose="05040102010807070707" pitchFamily="18" charset="2"/>
                  <a:buNone/>
                  <a:defRPr sz="2800">
                    <a:solidFill>
                      <a:srgbClr val="002060"/>
                    </a:solidFill>
                  </a:defRPr>
                </a:lvl1pPr>
                <a:lvl2pPr marL="623888" lvl="1" indent="-352425" algn="just">
                  <a:lnSpc>
                    <a:spcPct val="125000"/>
                  </a:lnSpc>
                  <a:spcBef>
                    <a:spcPts val="1000"/>
                  </a:spcBef>
                  <a:buClr>
                    <a:schemeClr val="accent6"/>
                  </a:buClr>
                  <a:buFont typeface="Wingdings 3" panose="05040102010807070707" pitchFamily="18" charset="2"/>
                  <a:buChar char=""/>
                  <a:defRPr sz="2800">
                    <a:solidFill>
                      <a:srgbClr val="002060"/>
                    </a:solidFill>
                  </a:defRPr>
                </a:lvl2pPr>
                <a:lvl3pPr marL="900113" indent="-228600" algn="just">
                  <a:lnSpc>
                    <a:spcPct val="125000"/>
                  </a:lnSpc>
                  <a:spcBef>
                    <a:spcPts val="1000"/>
                  </a:spcBef>
                  <a:buClr>
                    <a:schemeClr val="accent6"/>
                  </a:buClr>
                  <a:buFont typeface="Wingdings" panose="05000000000000000000" pitchFamily="2" charset="2"/>
                  <a:buChar char="§"/>
                  <a:defRPr sz="2800">
                    <a:solidFill>
                      <a:srgbClr val="002060"/>
                    </a:solidFill>
                  </a:defRPr>
                </a:lvl3pPr>
                <a:lvl4pPr marL="1262063" indent="-228600" algn="just">
                  <a:lnSpc>
                    <a:spcPct val="125000"/>
                  </a:lnSpc>
                  <a:spcBef>
                    <a:spcPts val="1000"/>
                  </a:spcBef>
                  <a:buClr>
                    <a:schemeClr val="accent6"/>
                  </a:buClr>
                  <a:buFont typeface="Arial" panose="020B0604020202020204" pitchFamily="34" charset="0"/>
                  <a:buChar char="•"/>
                  <a:defRPr sz="2800">
                    <a:solidFill>
                      <a:srgbClr val="002060"/>
                    </a:solidFill>
                  </a:defRPr>
                </a:lvl4pPr>
                <a:lvl5pPr marL="1612900" indent="-228600" algn="just">
                  <a:lnSpc>
                    <a:spcPct val="125000"/>
                  </a:lnSpc>
                  <a:spcBef>
                    <a:spcPts val="1000"/>
                  </a:spcBef>
                  <a:buClr>
                    <a:schemeClr val="accent6"/>
                  </a:buClr>
                  <a:buFont typeface="Arial" panose="020B0604020202020204" pitchFamily="34" charset="0"/>
                  <a:buChar char="•"/>
                  <a:defRPr sz="2800">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3+2+4=9</m:t>
                      </m:r>
                    </m:oMath>
                  </m:oMathPara>
                </a14:m>
                <a:endParaRPr lang="en-IN" dirty="0"/>
              </a:p>
            </p:txBody>
          </p:sp>
        </mc:Choice>
        <mc:Fallback xmlns="">
          <p:sp>
            <p:nvSpPr>
              <p:cNvPr id="10" name="TextBox 9">
                <a:extLst>
                  <a:ext uri="{FF2B5EF4-FFF2-40B4-BE49-F238E27FC236}">
                    <a16:creationId xmlns:a16="http://schemas.microsoft.com/office/drawing/2014/main" id="{15387797-9EC5-49EA-AA9A-A4363D9197AB}"/>
                  </a:ext>
                </a:extLst>
              </p:cNvPr>
              <p:cNvSpPr txBox="1">
                <a:spLocks noRot="1" noChangeAspect="1" noMove="1" noResize="1" noEditPoints="1" noAdjustHandles="1" noChangeArrowheads="1" noChangeShapeType="1" noTextEdit="1"/>
              </p:cNvSpPr>
              <p:nvPr/>
            </p:nvSpPr>
            <p:spPr>
              <a:xfrm>
                <a:off x="5386078" y="2122030"/>
                <a:ext cx="2443472" cy="523220"/>
              </a:xfrm>
              <a:prstGeom prst="rect">
                <a:avLst/>
              </a:prstGeom>
              <a:blipFill>
                <a:blip r:embed="rId6"/>
                <a:stretch>
                  <a:fillRect/>
                </a:stretch>
              </a:blipFill>
            </p:spPr>
            <p:txBody>
              <a:bodyPr/>
              <a:lstStyle/>
              <a:p>
                <a:r>
                  <a:rPr lang="en-IN">
                    <a:noFill/>
                  </a:rPr>
                  <a:t> </a:t>
                </a:r>
              </a:p>
            </p:txBody>
          </p:sp>
        </mc:Fallback>
      </mc:AlternateContent>
      <p:cxnSp>
        <p:nvCxnSpPr>
          <p:cNvPr id="12" name="Straight Connector 11">
            <a:extLst>
              <a:ext uri="{FF2B5EF4-FFF2-40B4-BE49-F238E27FC236}">
                <a16:creationId xmlns:a16="http://schemas.microsoft.com/office/drawing/2014/main" id="{ECB3F2F0-6B91-49C2-9DC4-8E6C1F44141D}"/>
              </a:ext>
            </a:extLst>
          </p:cNvPr>
          <p:cNvCxnSpPr/>
          <p:nvPr/>
        </p:nvCxnSpPr>
        <p:spPr>
          <a:xfrm>
            <a:off x="7531100" y="2703572"/>
            <a:ext cx="0" cy="315153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1612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up)">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5"/>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p:bldP spid="6" grpId="0"/>
      <p:bldP spid="7" grpId="0"/>
      <p:bldP spid="10" grpId="0"/>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Some Important Results</a:t>
            </a:r>
            <a:endParaRPr lang="en-US" dirty="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dirty="0">
                    <a:effectLst/>
                  </a:rPr>
                  <a:t>For any event </a:t>
                </a:r>
                <a14:m>
                  <m:oMath xmlns:m="http://schemas.openxmlformats.org/officeDocument/2006/math">
                    <m:r>
                      <m:rPr>
                        <m:sty m:val="p"/>
                      </m:rPr>
                      <a:rPr lang="en-US" i="0" dirty="0" smtClean="0">
                        <a:effectLst/>
                        <a:latin typeface="Cambria Math" panose="02040503050406030204" pitchFamily="18" charset="0"/>
                      </a:rPr>
                      <m:t>A</m:t>
                    </m:r>
                  </m:oMath>
                </a14:m>
                <a:r>
                  <a:rPr lang="en-US" dirty="0">
                    <a:effectLst/>
                  </a:rPr>
                  <a:t>, </a:t>
                </a:r>
                <a14:m>
                  <m:oMath xmlns:m="http://schemas.openxmlformats.org/officeDocument/2006/math">
                    <m:r>
                      <a:rPr lang="en-US">
                        <a:effectLst/>
                        <a:latin typeface="Cambria Math" panose="02040503050406030204" pitchFamily="18" charset="0"/>
                      </a:rPr>
                      <m:t>0≤</m:t>
                    </m:r>
                    <m:r>
                      <m:rPr>
                        <m:sty m:val="p"/>
                      </m:rPr>
                      <a:rPr lang="en-US">
                        <a:effectLst/>
                        <a:latin typeface="Cambria Math" panose="02040503050406030204" pitchFamily="18" charset="0"/>
                      </a:rPr>
                      <m:t>P</m:t>
                    </m:r>
                    <m:d>
                      <m:dPr>
                        <m:ctrlPr>
                          <a:rPr lang="en-IN" i="1">
                            <a:effectLst/>
                            <a:latin typeface="Cambria Math" panose="02040503050406030204" pitchFamily="18" charset="0"/>
                          </a:rPr>
                        </m:ctrlPr>
                      </m:dPr>
                      <m:e>
                        <m:r>
                          <m:rPr>
                            <m:sty m:val="p"/>
                          </m:rPr>
                          <a:rPr lang="en-US">
                            <a:effectLst/>
                            <a:latin typeface="Cambria Math" panose="02040503050406030204" pitchFamily="18" charset="0"/>
                          </a:rPr>
                          <m:t>A</m:t>
                        </m:r>
                      </m:e>
                    </m:d>
                    <m:r>
                      <a:rPr lang="en-US">
                        <a:effectLst/>
                        <a:latin typeface="Cambria Math" panose="02040503050406030204" pitchFamily="18" charset="0"/>
                      </a:rPr>
                      <m:t>≤1</m:t>
                    </m:r>
                  </m:oMath>
                </a14:m>
                <a:r>
                  <a:rPr lang="en-US" dirty="0">
                    <a:effectLst/>
                  </a:rPr>
                  <a:t>.</a:t>
                </a:r>
                <a:endParaRPr lang="en-IN" dirty="0">
                  <a:effectLst/>
                </a:endParaRPr>
              </a:p>
              <a:p>
                <a:pPr lvl="0"/>
                <a14:m>
                  <m:oMath xmlns:m="http://schemas.openxmlformats.org/officeDocument/2006/math">
                    <m:r>
                      <m:rPr>
                        <m:sty m:val="p"/>
                      </m:rPr>
                      <a:rPr lang="en-US">
                        <a:effectLst/>
                        <a:latin typeface="Cambria Math" panose="02040503050406030204" pitchFamily="18" charset="0"/>
                      </a:rPr>
                      <m:t>P</m:t>
                    </m:r>
                    <m:d>
                      <m:dPr>
                        <m:ctrlPr>
                          <a:rPr lang="en-IN" i="1">
                            <a:effectLst/>
                            <a:latin typeface="Cambria Math" panose="02040503050406030204" pitchFamily="18" charset="0"/>
                          </a:rPr>
                        </m:ctrlPr>
                      </m:dPr>
                      <m:e>
                        <m:r>
                          <m:rPr>
                            <m:sty m:val="p"/>
                          </m:rPr>
                          <a:rPr lang="en-US">
                            <a:effectLst/>
                            <a:latin typeface="Cambria Math" panose="02040503050406030204" pitchFamily="18" charset="0"/>
                          </a:rPr>
                          <m:t>A</m:t>
                        </m:r>
                      </m:e>
                    </m:d>
                    <m:r>
                      <a:rPr lang="en-US">
                        <a:effectLst/>
                        <a:latin typeface="Cambria Math" panose="02040503050406030204" pitchFamily="18" charset="0"/>
                      </a:rPr>
                      <m:t>=</m:t>
                    </m:r>
                    <m:r>
                      <a:rPr lang="en-US" b="1" i="1" smtClean="0">
                        <a:solidFill>
                          <a:srgbClr val="FF0000"/>
                        </a:solidFill>
                        <a:effectLst/>
                        <a:latin typeface="Cambria Math" panose="02040503050406030204" pitchFamily="18" charset="0"/>
                      </a:rPr>
                      <m:t>𝟎</m:t>
                    </m:r>
                  </m:oMath>
                </a14:m>
                <a:r>
                  <a:rPr lang="en-US" dirty="0">
                    <a:effectLst/>
                  </a:rPr>
                  <a:t> if and only if event </a:t>
                </a:r>
                <a14:m>
                  <m:oMath xmlns:m="http://schemas.openxmlformats.org/officeDocument/2006/math">
                    <m:r>
                      <m:rPr>
                        <m:sty m:val="p"/>
                      </m:rPr>
                      <a:rPr lang="en-US" i="0" dirty="0" smtClean="0">
                        <a:effectLst/>
                        <a:latin typeface="Cambria Math" panose="02040503050406030204" pitchFamily="18" charset="0"/>
                      </a:rPr>
                      <m:t>A</m:t>
                    </m:r>
                  </m:oMath>
                </a14:m>
                <a:r>
                  <a:rPr lang="en-US" dirty="0">
                    <a:effectLst/>
                  </a:rPr>
                  <a:t> is </a:t>
                </a:r>
                <a:r>
                  <a:rPr lang="en-US" b="1" dirty="0">
                    <a:solidFill>
                      <a:srgbClr val="FF0000"/>
                    </a:solidFill>
                    <a:effectLst/>
                  </a:rPr>
                  <a:t>impossible</a:t>
                </a:r>
                <a:r>
                  <a:rPr lang="en-US" dirty="0">
                    <a:effectLst/>
                  </a:rPr>
                  <a:t> event.</a:t>
                </a:r>
                <a:endParaRPr lang="en-IN" dirty="0">
                  <a:effectLst/>
                </a:endParaRPr>
              </a:p>
              <a:p>
                <a:pPr lvl="0"/>
                <a14:m>
                  <m:oMath xmlns:m="http://schemas.openxmlformats.org/officeDocument/2006/math">
                    <m:r>
                      <m:rPr>
                        <m:sty m:val="p"/>
                      </m:rPr>
                      <a:rPr lang="en-US">
                        <a:effectLst/>
                        <a:latin typeface="Cambria Math" panose="02040503050406030204" pitchFamily="18" charset="0"/>
                      </a:rPr>
                      <m:t>P</m:t>
                    </m:r>
                    <m:d>
                      <m:dPr>
                        <m:ctrlPr>
                          <a:rPr lang="en-IN" i="1">
                            <a:effectLst/>
                            <a:latin typeface="Cambria Math" panose="02040503050406030204" pitchFamily="18" charset="0"/>
                          </a:rPr>
                        </m:ctrlPr>
                      </m:dPr>
                      <m:e>
                        <m:r>
                          <m:rPr>
                            <m:sty m:val="p"/>
                          </m:rPr>
                          <a:rPr lang="en-US">
                            <a:effectLst/>
                            <a:latin typeface="Cambria Math" panose="02040503050406030204" pitchFamily="18" charset="0"/>
                          </a:rPr>
                          <m:t>A</m:t>
                        </m:r>
                      </m:e>
                    </m:d>
                    <m:r>
                      <a:rPr lang="en-US">
                        <a:effectLst/>
                        <a:latin typeface="Cambria Math" panose="02040503050406030204" pitchFamily="18" charset="0"/>
                      </a:rPr>
                      <m:t>=</m:t>
                    </m:r>
                    <m:r>
                      <a:rPr lang="en-US" b="1" i="1" smtClean="0">
                        <a:solidFill>
                          <a:srgbClr val="FF0000"/>
                        </a:solidFill>
                        <a:effectLst/>
                        <a:latin typeface="Cambria Math" panose="02040503050406030204" pitchFamily="18" charset="0"/>
                      </a:rPr>
                      <m:t>𝟏</m:t>
                    </m:r>
                  </m:oMath>
                </a14:m>
                <a:r>
                  <a:rPr lang="en-US" dirty="0">
                    <a:effectLst/>
                  </a:rPr>
                  <a:t> if and only if event </a:t>
                </a:r>
                <a14:m>
                  <m:oMath xmlns:m="http://schemas.openxmlformats.org/officeDocument/2006/math">
                    <m:r>
                      <m:rPr>
                        <m:sty m:val="p"/>
                      </m:rPr>
                      <a:rPr lang="en-US" i="0" dirty="0" smtClean="0">
                        <a:effectLst/>
                        <a:latin typeface="Cambria Math" panose="02040503050406030204" pitchFamily="18" charset="0"/>
                      </a:rPr>
                      <m:t>A</m:t>
                    </m:r>
                  </m:oMath>
                </a14:m>
                <a:r>
                  <a:rPr lang="en-US" dirty="0">
                    <a:effectLst/>
                  </a:rPr>
                  <a:t> is </a:t>
                </a:r>
                <a:r>
                  <a:rPr lang="en-US" b="1" dirty="0">
                    <a:solidFill>
                      <a:srgbClr val="FF0000"/>
                    </a:solidFill>
                    <a:effectLst/>
                  </a:rPr>
                  <a:t>certain</a:t>
                </a:r>
                <a:r>
                  <a:rPr lang="en-US" dirty="0">
                    <a:effectLst/>
                  </a:rPr>
                  <a:t> event.</a:t>
                </a:r>
                <a:endParaRPr lang="en-IN" dirty="0">
                  <a:effectLst/>
                </a:endParaRPr>
              </a:p>
              <a:p>
                <a:pPr lvl="0"/>
                <a14:m>
                  <m:oMath xmlns:m="http://schemas.openxmlformats.org/officeDocument/2006/math">
                    <m:r>
                      <m:rPr>
                        <m:sty m:val="p"/>
                      </m:rPr>
                      <a:rPr lang="en-US">
                        <a:effectLst/>
                        <a:latin typeface="Cambria Math" panose="02040503050406030204" pitchFamily="18" charset="0"/>
                      </a:rPr>
                      <m:t>P</m:t>
                    </m:r>
                    <m:d>
                      <m:dPr>
                        <m:ctrlPr>
                          <a:rPr lang="en-IN" i="1">
                            <a:effectLst/>
                            <a:latin typeface="Cambria Math" panose="02040503050406030204" pitchFamily="18" charset="0"/>
                          </a:rPr>
                        </m:ctrlPr>
                      </m:dPr>
                      <m:e>
                        <m:sSup>
                          <m:sSupPr>
                            <m:ctrlPr>
                              <a:rPr lang="en-IN" i="1">
                                <a:effectLst/>
                                <a:latin typeface="Cambria Math" panose="02040503050406030204" pitchFamily="18" charset="0"/>
                              </a:rPr>
                            </m:ctrlPr>
                          </m:sSupPr>
                          <m:e>
                            <m:r>
                              <m:rPr>
                                <m:sty m:val="p"/>
                              </m:rPr>
                              <a:rPr lang="en-US">
                                <a:effectLst/>
                                <a:latin typeface="Cambria Math" panose="02040503050406030204" pitchFamily="18" charset="0"/>
                              </a:rPr>
                              <m:t>A</m:t>
                            </m:r>
                          </m:e>
                          <m:sup>
                            <m:r>
                              <a:rPr lang="en-US" i="1">
                                <a:effectLst/>
                                <a:latin typeface="Cambria Math" panose="02040503050406030204" pitchFamily="18" charset="0"/>
                              </a:rPr>
                              <m:t>′</m:t>
                            </m:r>
                          </m:sup>
                        </m:sSup>
                      </m:e>
                    </m:d>
                    <m:r>
                      <a:rPr lang="en-US">
                        <a:effectLst/>
                        <a:latin typeface="Cambria Math" panose="02040503050406030204" pitchFamily="18" charset="0"/>
                      </a:rPr>
                      <m:t>=1</m:t>
                    </m:r>
                    <m:r>
                      <a:rPr lang="en-US" i="1">
                        <a:effectLst/>
                        <a:latin typeface="Cambria Math" panose="02040503050406030204" pitchFamily="18" charset="0"/>
                      </a:rPr>
                      <m:t>−</m:t>
                    </m:r>
                    <m:r>
                      <m:rPr>
                        <m:sty m:val="p"/>
                      </m:rPr>
                      <a:rPr lang="en-US">
                        <a:effectLst/>
                        <a:latin typeface="Cambria Math" panose="02040503050406030204" pitchFamily="18" charset="0"/>
                      </a:rPr>
                      <m:t>P</m:t>
                    </m:r>
                    <m:d>
                      <m:dPr>
                        <m:ctrlPr>
                          <a:rPr lang="en-IN" i="1">
                            <a:effectLst/>
                            <a:latin typeface="Cambria Math" panose="02040503050406030204" pitchFamily="18" charset="0"/>
                          </a:rPr>
                        </m:ctrlPr>
                      </m:dPr>
                      <m:e>
                        <m:r>
                          <m:rPr>
                            <m:sty m:val="p"/>
                          </m:rPr>
                          <a:rPr lang="en-US">
                            <a:effectLst/>
                            <a:latin typeface="Cambria Math" panose="02040503050406030204" pitchFamily="18" charset="0"/>
                          </a:rPr>
                          <m:t>A</m:t>
                        </m:r>
                      </m:e>
                    </m:d>
                  </m:oMath>
                </a14:m>
                <a:endParaRPr lang="en-IN" i="1" dirty="0">
                  <a:effectLst/>
                  <a:latin typeface="Cambria Math" panose="02040503050406030204" pitchFamily="18" charset="0"/>
                </a:endParaRPr>
              </a:p>
              <a:p>
                <a:pPr marL="1352550" lvl="0" indent="0">
                  <a:buNone/>
                </a:pPr>
                <a14:m>
                  <m:oMathPara xmlns:m="http://schemas.openxmlformats.org/officeDocument/2006/math">
                    <m:oMathParaPr>
                      <m:jc m:val="left"/>
                    </m:oMathParaPr>
                    <m:oMath xmlns:m="http://schemas.openxmlformats.org/officeDocument/2006/math">
                      <m:r>
                        <m:rPr>
                          <m:nor/>
                        </m:rPr>
                        <a:rPr lang="en-US" b="1" dirty="0">
                          <a:solidFill>
                            <a:srgbClr val="FF0000"/>
                          </a:solidFill>
                          <a:effectLst/>
                        </a:rPr>
                        <m:t>or</m:t>
                      </m:r>
                    </m:oMath>
                  </m:oMathPara>
                </a14:m>
                <a:endParaRPr lang="en-IN" dirty="0">
                  <a:solidFill>
                    <a:srgbClr val="FF0000"/>
                  </a:solidFill>
                  <a:effectLst/>
                </a:endParaRPr>
              </a:p>
              <a:p>
                <a:pPr marL="266700" indent="0">
                  <a:buNone/>
                </a:pPr>
                <a14:m>
                  <m:oMathPara xmlns:m="http://schemas.openxmlformats.org/officeDocument/2006/math">
                    <m:oMathParaPr>
                      <m:jc m:val="left"/>
                    </m:oMathParaPr>
                    <m:oMath xmlns:m="http://schemas.openxmlformats.org/officeDocument/2006/math">
                      <m:r>
                        <m:rPr>
                          <m:sty m:val="p"/>
                        </m:rPr>
                        <a:rPr lang="en-US">
                          <a:effectLst/>
                          <a:latin typeface="Cambria Math" panose="02040503050406030204" pitchFamily="18" charset="0"/>
                        </a:rPr>
                        <m:t>P</m:t>
                      </m:r>
                      <m:d>
                        <m:dPr>
                          <m:ctrlPr>
                            <a:rPr lang="en-IN" i="1">
                              <a:effectLst/>
                              <a:latin typeface="Cambria Math" panose="02040503050406030204" pitchFamily="18" charset="0"/>
                            </a:rPr>
                          </m:ctrlPr>
                        </m:dPr>
                        <m:e>
                          <m:r>
                            <m:rPr>
                              <m:sty m:val="p"/>
                            </m:rPr>
                            <a:rPr lang="en-US">
                              <a:effectLst/>
                              <a:latin typeface="Cambria Math" panose="02040503050406030204" pitchFamily="18" charset="0"/>
                            </a:rPr>
                            <m:t>A</m:t>
                          </m:r>
                        </m:e>
                      </m:d>
                      <m:r>
                        <a:rPr lang="en-US">
                          <a:effectLst/>
                          <a:latin typeface="Cambria Math" panose="02040503050406030204" pitchFamily="18" charset="0"/>
                        </a:rPr>
                        <m:t>=1</m:t>
                      </m:r>
                      <m:r>
                        <a:rPr lang="en-US" i="1">
                          <a:effectLst/>
                          <a:latin typeface="Cambria Math" panose="02040503050406030204" pitchFamily="18" charset="0"/>
                        </a:rPr>
                        <m:t>−</m:t>
                      </m:r>
                      <m:r>
                        <m:rPr>
                          <m:sty m:val="p"/>
                        </m:rPr>
                        <a:rPr lang="en-US">
                          <a:effectLst/>
                          <a:latin typeface="Cambria Math" panose="02040503050406030204" pitchFamily="18" charset="0"/>
                        </a:rPr>
                        <m:t>P</m:t>
                      </m:r>
                      <m:d>
                        <m:dPr>
                          <m:ctrlPr>
                            <a:rPr lang="en-IN" i="1">
                              <a:effectLst/>
                              <a:latin typeface="Cambria Math" panose="02040503050406030204" pitchFamily="18" charset="0"/>
                            </a:rPr>
                          </m:ctrlPr>
                        </m:dPr>
                        <m:e>
                          <m:sSup>
                            <m:sSupPr>
                              <m:ctrlPr>
                                <a:rPr lang="en-IN" i="1">
                                  <a:effectLst/>
                                  <a:latin typeface="Cambria Math" panose="02040503050406030204" pitchFamily="18" charset="0"/>
                                </a:rPr>
                              </m:ctrlPr>
                            </m:sSupPr>
                            <m:e>
                              <m:r>
                                <m:rPr>
                                  <m:sty m:val="p"/>
                                </m:rPr>
                                <a:rPr lang="en-US">
                                  <a:effectLst/>
                                  <a:latin typeface="Cambria Math" panose="02040503050406030204" pitchFamily="18" charset="0"/>
                                </a:rPr>
                                <m:t>A</m:t>
                              </m:r>
                            </m:e>
                            <m:sup>
                              <m:r>
                                <a:rPr lang="en-US" i="1">
                                  <a:effectLst/>
                                  <a:latin typeface="Cambria Math" panose="02040503050406030204" pitchFamily="18" charset="0"/>
                                </a:rPr>
                                <m:t>′</m:t>
                              </m:r>
                            </m:sup>
                          </m:sSup>
                        </m:e>
                      </m:d>
                    </m:oMath>
                  </m:oMathPara>
                </a14:m>
                <a:endParaRPr lang="en-IN" i="1" dirty="0">
                  <a:effectLst/>
                  <a:latin typeface="Cambria Math" panose="02040503050406030204" pitchFamily="18" charset="0"/>
                </a:endParaRPr>
              </a:p>
              <a:p>
                <a:pPr lvl="0" fontAlgn="base"/>
                <a:r>
                  <a:rPr lang="en-US" dirty="0">
                    <a:effectLst>
                      <a:glow>
                        <a:srgbClr val="000000"/>
                      </a:glow>
                      <a:reflection stA="0" endPos="0" fadeDir="0" sx="0" sy="0"/>
                    </a:effectLst>
                  </a:rPr>
                  <a:t>If </a:t>
                </a:r>
                <a14:m>
                  <m:oMath xmlns:m="http://schemas.openxmlformats.org/officeDocument/2006/math">
                    <m:r>
                      <m:rPr>
                        <m:sty m:val="p"/>
                      </m:rPr>
                      <a:rPr lang="en-US" i="0" dirty="0" smtClean="0">
                        <a:effectLst>
                          <a:glow>
                            <a:srgbClr val="000000"/>
                          </a:glow>
                          <a:reflection stA="0" endPos="0" fadeDir="0" sx="0" sy="0"/>
                        </a:effectLst>
                        <a:latin typeface="Cambria Math" panose="02040503050406030204" pitchFamily="18" charset="0"/>
                      </a:rPr>
                      <m:t>A</m:t>
                    </m:r>
                  </m:oMath>
                </a14:m>
                <a:r>
                  <a:rPr lang="en-US" dirty="0">
                    <a:effectLst>
                      <a:glow>
                        <a:srgbClr val="000000"/>
                      </a:glow>
                      <a:reflection stA="0" endPos="0" fadeDir="0" sx="0" sy="0"/>
                    </a:effectLst>
                  </a:rPr>
                  <a:t> and </a:t>
                </a:r>
                <a14:m>
                  <m:oMath xmlns:m="http://schemas.openxmlformats.org/officeDocument/2006/math">
                    <m:r>
                      <m:rPr>
                        <m:sty m:val="p"/>
                      </m:rPr>
                      <a:rPr lang="en-US" i="0" dirty="0" smtClean="0">
                        <a:effectLst>
                          <a:glow>
                            <a:srgbClr val="000000"/>
                          </a:glow>
                          <a:reflection stA="0" endPos="0" fadeDir="0" sx="0" sy="0"/>
                        </a:effectLst>
                        <a:latin typeface="Cambria Math" panose="02040503050406030204" pitchFamily="18" charset="0"/>
                      </a:rPr>
                      <m:t>B</m:t>
                    </m:r>
                  </m:oMath>
                </a14:m>
                <a:r>
                  <a:rPr lang="en-US" dirty="0">
                    <a:effectLst>
                      <a:glow>
                        <a:srgbClr val="000000"/>
                      </a:glow>
                      <a:reflection stA="0" endPos="0" fadeDir="0" sx="0" sy="0"/>
                    </a:effectLst>
                  </a:rPr>
                  <a:t> are </a:t>
                </a:r>
                <a:r>
                  <a:rPr lang="en-US" b="1" dirty="0">
                    <a:solidFill>
                      <a:srgbClr val="FF0000"/>
                    </a:solidFill>
                    <a:effectLst>
                      <a:glow>
                        <a:srgbClr val="000000"/>
                      </a:glow>
                      <a:reflection stA="0" endPos="0" fadeDir="0" sx="0" sy="0"/>
                    </a:effectLst>
                  </a:rPr>
                  <a:t>mutually exclusive</a:t>
                </a:r>
                <a:r>
                  <a:rPr lang="en-US" dirty="0">
                    <a:effectLst>
                      <a:glow>
                        <a:srgbClr val="000000"/>
                      </a:glow>
                      <a:reflection stA="0" endPos="0" fadeDir="0" sx="0" sy="0"/>
                    </a:effectLst>
                  </a:rPr>
                  <a:t> events, </a:t>
                </a:r>
                <a14:m>
                  <m:oMath xmlns:m="http://schemas.openxmlformats.org/officeDocument/2006/math">
                    <m:r>
                      <m:rPr>
                        <m:sty m:val="p"/>
                      </m:rPr>
                      <a:rPr lang="en-US">
                        <a:effectLst>
                          <a:glow>
                            <a:srgbClr val="000000"/>
                          </a:glow>
                          <a:reflection stA="0" endPos="0" fadeDir="0" sx="0" sy="0"/>
                        </a:effectLst>
                        <a:latin typeface="Cambria Math" panose="02040503050406030204" pitchFamily="18" charset="0"/>
                      </a:rPr>
                      <m:t>P</m:t>
                    </m:r>
                    <m:d>
                      <m:dPr>
                        <m:ctrlPr>
                          <a:rPr lang="en-IN" i="1">
                            <a:effectLst>
                              <a:glow>
                                <a:srgbClr val="000000"/>
                              </a:glow>
                              <a:reflection stA="0" endPos="0" fadeDir="0" sx="0" sy="0"/>
                            </a:effectLst>
                            <a:latin typeface="Cambria Math" panose="02040503050406030204" pitchFamily="18" charset="0"/>
                          </a:rPr>
                        </m:ctrlPr>
                      </m:dPr>
                      <m:e>
                        <m:r>
                          <m:rPr>
                            <m:sty m:val="p"/>
                          </m:rPr>
                          <a:rPr lang="en-US">
                            <a:effectLst>
                              <a:glow>
                                <a:srgbClr val="000000"/>
                              </a:glow>
                              <a:reflection stA="0" endPos="0" fadeDir="0" sx="0" sy="0"/>
                            </a:effectLst>
                            <a:latin typeface="Cambria Math" panose="02040503050406030204" pitchFamily="18" charset="0"/>
                          </a:rPr>
                          <m:t>A</m:t>
                        </m:r>
                        <m:r>
                          <a:rPr lang="en-US" b="0" smtClean="0">
                            <a:solidFill>
                              <a:srgbClr val="FF0000"/>
                            </a:solidFill>
                            <a:effectLst>
                              <a:glow>
                                <a:srgbClr val="000000"/>
                              </a:glow>
                              <a:reflection stA="0" endPos="0" fadeDir="0" sx="0" sy="0"/>
                            </a:effectLst>
                            <a:latin typeface="Cambria Math" panose="02040503050406030204" pitchFamily="18" charset="0"/>
                          </a:rPr>
                          <m:t>∩</m:t>
                        </m:r>
                        <m:r>
                          <m:rPr>
                            <m:sty m:val="p"/>
                          </m:rPr>
                          <a:rPr lang="en-US">
                            <a:effectLst>
                              <a:glow>
                                <a:srgbClr val="000000"/>
                              </a:glow>
                              <a:reflection stA="0" endPos="0" fadeDir="0" sx="0" sy="0"/>
                            </a:effectLst>
                            <a:latin typeface="Cambria Math" panose="02040503050406030204" pitchFamily="18" charset="0"/>
                          </a:rPr>
                          <m:t>B</m:t>
                        </m:r>
                      </m:e>
                    </m:d>
                    <m:r>
                      <a:rPr lang="en-US">
                        <a:effectLst>
                          <a:glow>
                            <a:srgbClr val="000000"/>
                          </a:glow>
                          <a:reflection stA="0" endPos="0" fadeDir="0" sx="0" sy="0"/>
                        </a:effectLst>
                        <a:latin typeface="Cambria Math" panose="02040503050406030204" pitchFamily="18" charset="0"/>
                      </a:rPr>
                      <m:t>=</m:t>
                    </m:r>
                    <m:r>
                      <a:rPr lang="en-US" b="1" i="1" smtClean="0">
                        <a:solidFill>
                          <a:srgbClr val="FF0000"/>
                        </a:solidFill>
                        <a:effectLst>
                          <a:glow>
                            <a:srgbClr val="000000"/>
                          </a:glow>
                          <a:reflection stA="0" endPos="0" fadeDir="0" sx="0" sy="0"/>
                        </a:effectLst>
                        <a:latin typeface="Cambria Math" panose="02040503050406030204" pitchFamily="18" charset="0"/>
                      </a:rPr>
                      <m:t>𝟎</m:t>
                    </m:r>
                  </m:oMath>
                </a14:m>
                <a:r>
                  <a:rPr lang="en-US" dirty="0">
                    <a:effectLst>
                      <a:glow>
                        <a:srgbClr val="000000"/>
                      </a:glow>
                      <a:reflection stA="0" endPos="0" fadeDir="0" sx="0" sy="0"/>
                    </a:effectLst>
                  </a:rPr>
                  <a:t>.</a:t>
                </a:r>
                <a:endParaRPr lang="en-IN" dirty="0">
                  <a:effectLst>
                    <a:glow>
                      <a:srgbClr val="000000"/>
                    </a:glow>
                    <a:reflection stA="0" endPos="0" fadeDir="0" sx="0" sy="0"/>
                  </a:effectLst>
                </a:endParaRPr>
              </a:p>
              <a:p>
                <a:r>
                  <a:rPr lang="en-US" dirty="0">
                    <a:effectLst/>
                  </a:rPr>
                  <a:t>If </a:t>
                </a:r>
                <a14:m>
                  <m:oMath xmlns:m="http://schemas.openxmlformats.org/officeDocument/2006/math">
                    <m:r>
                      <m:rPr>
                        <m:sty m:val="p"/>
                      </m:rPr>
                      <a:rPr lang="en-US" i="0" dirty="0" smtClean="0">
                        <a:effectLst/>
                        <a:latin typeface="Cambria Math" panose="02040503050406030204" pitchFamily="18" charset="0"/>
                      </a:rPr>
                      <m:t>A</m:t>
                    </m:r>
                  </m:oMath>
                </a14:m>
                <a:r>
                  <a:rPr lang="en-US" dirty="0">
                    <a:effectLst/>
                  </a:rPr>
                  <a:t> and </a:t>
                </a:r>
                <a14:m>
                  <m:oMath xmlns:m="http://schemas.openxmlformats.org/officeDocument/2006/math">
                    <m:r>
                      <m:rPr>
                        <m:sty m:val="p"/>
                      </m:rPr>
                      <a:rPr lang="en-US" i="0" dirty="0" smtClean="0">
                        <a:effectLst/>
                        <a:latin typeface="Cambria Math" panose="02040503050406030204" pitchFamily="18" charset="0"/>
                      </a:rPr>
                      <m:t>B</m:t>
                    </m:r>
                  </m:oMath>
                </a14:m>
                <a:r>
                  <a:rPr lang="en-US" dirty="0">
                    <a:effectLst/>
                  </a:rPr>
                  <a:t> are </a:t>
                </a:r>
                <a:r>
                  <a:rPr lang="en-US" b="1" dirty="0">
                    <a:solidFill>
                      <a:srgbClr val="FF0000"/>
                    </a:solidFill>
                    <a:effectLst/>
                  </a:rPr>
                  <a:t>mutually exhaustive</a:t>
                </a:r>
                <a:r>
                  <a:rPr lang="en-US" dirty="0">
                    <a:effectLst/>
                  </a:rPr>
                  <a:t> events, </a:t>
                </a:r>
                <a14:m>
                  <m:oMath xmlns:m="http://schemas.openxmlformats.org/officeDocument/2006/math">
                    <m:r>
                      <m:rPr>
                        <m:sty m:val="p"/>
                      </m:rPr>
                      <a:rPr lang="en-US">
                        <a:effectLst/>
                        <a:latin typeface="Cambria Math" panose="02040503050406030204" pitchFamily="18" charset="0"/>
                      </a:rPr>
                      <m:t>P</m:t>
                    </m:r>
                    <m:d>
                      <m:dPr>
                        <m:ctrlPr>
                          <a:rPr lang="en-IN" i="1">
                            <a:effectLst/>
                            <a:latin typeface="Cambria Math" panose="02040503050406030204" pitchFamily="18" charset="0"/>
                          </a:rPr>
                        </m:ctrlPr>
                      </m:dPr>
                      <m:e>
                        <m:r>
                          <m:rPr>
                            <m:sty m:val="p"/>
                          </m:rPr>
                          <a:rPr lang="en-US">
                            <a:effectLst/>
                            <a:latin typeface="Cambria Math" panose="02040503050406030204" pitchFamily="18" charset="0"/>
                          </a:rPr>
                          <m:t>A</m:t>
                        </m:r>
                        <m:r>
                          <a:rPr lang="en-US" smtClean="0">
                            <a:solidFill>
                              <a:srgbClr val="FF0000"/>
                            </a:solidFill>
                            <a:effectLst/>
                            <a:latin typeface="Cambria Math" panose="02040503050406030204" pitchFamily="18" charset="0"/>
                          </a:rPr>
                          <m:t>∪</m:t>
                        </m:r>
                        <m:r>
                          <m:rPr>
                            <m:sty m:val="p"/>
                          </m:rPr>
                          <a:rPr lang="en-US">
                            <a:effectLst/>
                            <a:latin typeface="Cambria Math" panose="02040503050406030204" pitchFamily="18" charset="0"/>
                          </a:rPr>
                          <m:t>B</m:t>
                        </m:r>
                      </m:e>
                    </m:d>
                    <m:r>
                      <a:rPr lang="en-US">
                        <a:effectLst/>
                        <a:latin typeface="Cambria Math" panose="02040503050406030204" pitchFamily="18" charset="0"/>
                      </a:rPr>
                      <m:t>=</m:t>
                    </m:r>
                    <m:r>
                      <a:rPr lang="en-US" b="1" i="1" smtClean="0">
                        <a:solidFill>
                          <a:srgbClr val="FF0000"/>
                        </a:solidFill>
                        <a:effectLst/>
                        <a:latin typeface="Cambria Math" panose="02040503050406030204" pitchFamily="18" charset="0"/>
                      </a:rPr>
                      <m:t>𝟏</m:t>
                    </m:r>
                  </m:oMath>
                </a14:m>
                <a:endParaRPr lang="en-IN" b="1" dirty="0">
                  <a:effectLst/>
                </a:endParaRP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p:spTree>
    <p:extLst>
      <p:ext uri="{BB962C8B-B14F-4D97-AF65-F5344CB8AC3E}">
        <p14:creationId xmlns:p14="http://schemas.microsoft.com/office/powerpoint/2010/main" val="4213304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711200"/>
          </a:xfrm>
        </p:spPr>
        <p:txBody>
          <a:bodyPr/>
          <a:lstStyle/>
          <a:p>
            <a:r>
              <a:rPr lang="en-US" dirty="0"/>
              <a:t>Some Important Results</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131180" y="863444"/>
                <a:ext cx="11929641" cy="5590565"/>
              </a:xfrm>
            </p:spPr>
            <p:txBody>
              <a:bodyPr/>
              <a:lstStyle/>
              <a:p>
                <a:pPr lvl="0"/>
                <a:r>
                  <a:rPr lang="en-US" dirty="0"/>
                  <a:t>The probability that </a:t>
                </a:r>
                <a:r>
                  <a:rPr lang="en-US" b="1" dirty="0">
                    <a:solidFill>
                      <a:srgbClr val="FF0000"/>
                    </a:solidFill>
                  </a:rPr>
                  <a:t>at least one </a:t>
                </a:r>
                <a:r>
                  <a:rPr lang="en-US" dirty="0"/>
                  <a:t>out of the events </a:t>
                </a:r>
                <a14:m>
                  <m:oMath xmlns:m="http://schemas.openxmlformats.org/officeDocument/2006/math">
                    <m:r>
                      <m:rPr>
                        <m:sty m:val="p"/>
                      </m:rPr>
                      <a:rPr lang="en-US" i="0" dirty="0" smtClean="0">
                        <a:latin typeface="Cambria Math" panose="02040503050406030204" pitchFamily="18" charset="0"/>
                      </a:rPr>
                      <m:t>A</m:t>
                    </m:r>
                  </m:oMath>
                </a14:m>
                <a:r>
                  <a:rPr lang="en-US" dirty="0"/>
                  <a:t> and </a:t>
                </a:r>
                <a14:m>
                  <m:oMath xmlns:m="http://schemas.openxmlformats.org/officeDocument/2006/math">
                    <m:r>
                      <m:rPr>
                        <m:sty m:val="p"/>
                      </m:rPr>
                      <a:rPr lang="en-US" i="0" dirty="0" smtClean="0">
                        <a:latin typeface="Cambria Math" panose="02040503050406030204" pitchFamily="18" charset="0"/>
                      </a:rPr>
                      <m:t>B</m:t>
                    </m:r>
                  </m:oMath>
                </a14:m>
                <a:r>
                  <a:rPr lang="en-US" dirty="0"/>
                  <a:t> will occur is,</a:t>
                </a:r>
                <a:endParaRPr lang="en-IN" dirty="0"/>
              </a:p>
              <a:p>
                <a:pPr lvl="1"/>
                <a14:m>
                  <m:oMath xmlns:m="http://schemas.openxmlformats.org/officeDocument/2006/math">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B</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oMath>
                </a14:m>
                <a:endParaRPr lang="en-IN" dirty="0"/>
              </a:p>
              <a:p>
                <a:pPr lvl="0"/>
                <a:r>
                  <a:rPr lang="en-US" dirty="0"/>
                  <a:t>The probability that </a:t>
                </a:r>
                <a:r>
                  <a:rPr lang="en-US" b="1" dirty="0">
                    <a:solidFill>
                      <a:srgbClr val="FF0000"/>
                    </a:solidFill>
                  </a:rPr>
                  <a:t>only event </a:t>
                </a:r>
                <a14:m>
                  <m:oMath xmlns:m="http://schemas.openxmlformats.org/officeDocument/2006/math">
                    <m:r>
                      <a:rPr lang="en-US" b="1" i="0" dirty="0" smtClean="0">
                        <a:solidFill>
                          <a:srgbClr val="FF0000"/>
                        </a:solidFill>
                        <a:latin typeface="Cambria Math" panose="02040503050406030204" pitchFamily="18" charset="0"/>
                      </a:rPr>
                      <m:t>𝐀</m:t>
                    </m:r>
                  </m:oMath>
                </a14:m>
                <a:r>
                  <a:rPr lang="en-US" b="1" dirty="0">
                    <a:solidFill>
                      <a:srgbClr val="FF0000"/>
                    </a:solidFill>
                  </a:rPr>
                  <a:t> </a:t>
                </a:r>
                <a:r>
                  <a:rPr lang="en-US" dirty="0"/>
                  <a:t>out of the events </a:t>
                </a:r>
                <a14:m>
                  <m:oMath xmlns:m="http://schemas.openxmlformats.org/officeDocument/2006/math">
                    <m:r>
                      <m:rPr>
                        <m:sty m:val="p"/>
                      </m:rPr>
                      <a:rPr lang="en-US" i="0" dirty="0" smtClean="0">
                        <a:latin typeface="Cambria Math" panose="02040503050406030204" pitchFamily="18" charset="0"/>
                      </a:rPr>
                      <m:t>A</m:t>
                    </m:r>
                  </m:oMath>
                </a14:m>
                <a:r>
                  <a:rPr lang="en-US" dirty="0"/>
                  <a:t> and </a:t>
                </a:r>
                <a14:m>
                  <m:oMath xmlns:m="http://schemas.openxmlformats.org/officeDocument/2006/math">
                    <m:r>
                      <m:rPr>
                        <m:sty m:val="p"/>
                      </m:rPr>
                      <a:rPr lang="en-US" i="0" dirty="0" smtClean="0">
                        <a:latin typeface="Cambria Math" panose="02040503050406030204" pitchFamily="18" charset="0"/>
                      </a:rPr>
                      <m:t>B</m:t>
                    </m:r>
                  </m:oMath>
                </a14:m>
                <a:r>
                  <a:rPr lang="en-US" dirty="0"/>
                  <a:t> will occur is,</a:t>
                </a:r>
                <a:endParaRPr lang="en-IN" dirty="0"/>
              </a:p>
              <a:p>
                <a:pPr lvl="1"/>
                <a14:m>
                  <m:oMath xmlns:m="http://schemas.openxmlformats.org/officeDocument/2006/math">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r>
                          <a:rPr lang="en-US" i="0">
                            <a:latin typeface="Cambria Math" panose="02040503050406030204" pitchFamily="18" charset="0"/>
                          </a:rPr>
                          <m:t>′</m:t>
                        </m:r>
                      </m:e>
                    </m:d>
                    <m:r>
                      <a:rPr lang="en-IN" b="0" i="0" smtClean="0">
                        <a:latin typeface="Cambria Math" panose="02040503050406030204" pitchFamily="18" charset="0"/>
                      </a:rPr>
                      <m:t>=</m:t>
                    </m:r>
                    <m:r>
                      <m:rPr>
                        <m:sty m:val="p"/>
                      </m:rPr>
                      <a:rPr lang="en-IN" b="0" i="0" smtClean="0">
                        <a:latin typeface="Cambria Math" panose="02040503050406030204" pitchFamily="18" charset="0"/>
                      </a:rPr>
                      <m:t>P</m:t>
                    </m:r>
                    <m:d>
                      <m:dPr>
                        <m:ctrlPr>
                          <a:rPr lang="en-IN" b="0" i="1" smtClean="0">
                            <a:latin typeface="Cambria Math" panose="02040503050406030204" pitchFamily="18" charset="0"/>
                          </a:rPr>
                        </m:ctrlPr>
                      </m:dPr>
                      <m:e>
                        <m:r>
                          <m:rPr>
                            <m:sty m:val="p"/>
                          </m:rPr>
                          <a:rPr lang="en-IN" b="0" i="0" smtClean="0">
                            <a:latin typeface="Cambria Math" panose="02040503050406030204" pitchFamily="18" charset="0"/>
                          </a:rPr>
                          <m:t>A</m:t>
                        </m:r>
                        <m:r>
                          <a:rPr lang="en-IN" b="0" i="0" smtClean="0">
                            <a:latin typeface="Cambria Math" panose="02040503050406030204" pitchFamily="18" charset="0"/>
                          </a:rPr>
                          <m:t>−</m:t>
                        </m:r>
                        <m:r>
                          <m:rPr>
                            <m:sty m:val="p"/>
                          </m:rPr>
                          <a:rPr lang="en-IN" b="0" i="0" smtClean="0">
                            <a:latin typeface="Cambria Math" panose="02040503050406030204" pitchFamily="18" charset="0"/>
                          </a:rPr>
                          <m:t>B</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oMath>
                </a14:m>
                <a:endParaRPr lang="en-IN" dirty="0"/>
              </a:p>
              <a:p>
                <a:pPr lvl="0"/>
                <a:r>
                  <a:rPr lang="en-US" dirty="0"/>
                  <a:t>The probability that </a:t>
                </a:r>
                <a:r>
                  <a:rPr lang="en-US" b="1" dirty="0">
                    <a:solidFill>
                      <a:srgbClr val="FF0000"/>
                    </a:solidFill>
                  </a:rPr>
                  <a:t>only event </a:t>
                </a:r>
                <a14:m>
                  <m:oMath xmlns:m="http://schemas.openxmlformats.org/officeDocument/2006/math">
                    <m:r>
                      <a:rPr lang="en-US" b="1" i="0" dirty="0" smtClean="0">
                        <a:solidFill>
                          <a:srgbClr val="FF0000"/>
                        </a:solidFill>
                        <a:latin typeface="Cambria Math" panose="02040503050406030204" pitchFamily="18" charset="0"/>
                      </a:rPr>
                      <m:t>𝐁</m:t>
                    </m:r>
                  </m:oMath>
                </a14:m>
                <a:r>
                  <a:rPr lang="en-US" b="1" dirty="0">
                    <a:solidFill>
                      <a:srgbClr val="FF0000"/>
                    </a:solidFill>
                  </a:rPr>
                  <a:t> </a:t>
                </a:r>
                <a:r>
                  <a:rPr lang="en-US" dirty="0"/>
                  <a:t>out of the events </a:t>
                </a:r>
                <a14:m>
                  <m:oMath xmlns:m="http://schemas.openxmlformats.org/officeDocument/2006/math">
                    <m:r>
                      <m:rPr>
                        <m:sty m:val="p"/>
                      </m:rPr>
                      <a:rPr lang="en-US" i="0" dirty="0" smtClean="0">
                        <a:latin typeface="Cambria Math" panose="02040503050406030204" pitchFamily="18" charset="0"/>
                      </a:rPr>
                      <m:t>A</m:t>
                    </m:r>
                  </m:oMath>
                </a14:m>
                <a:r>
                  <a:rPr lang="en-US" dirty="0"/>
                  <a:t> and </a:t>
                </a:r>
                <a14:m>
                  <m:oMath xmlns:m="http://schemas.openxmlformats.org/officeDocument/2006/math">
                    <m:r>
                      <m:rPr>
                        <m:sty m:val="p"/>
                      </m:rPr>
                      <a:rPr lang="en-US" i="0" dirty="0" smtClean="0">
                        <a:latin typeface="Cambria Math" panose="02040503050406030204" pitchFamily="18" charset="0"/>
                      </a:rPr>
                      <m:t>B</m:t>
                    </m:r>
                  </m:oMath>
                </a14:m>
                <a:r>
                  <a:rPr lang="en-US" dirty="0"/>
                  <a:t> will occur is,</a:t>
                </a:r>
                <a:endParaRPr lang="en-IN" dirty="0"/>
              </a:p>
              <a:p>
                <a:pPr lvl="1"/>
                <a14:m>
                  <m:oMath xmlns:m="http://schemas.openxmlformats.org/officeDocument/2006/math">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r>
                      <a:rPr lang="en-US" i="0">
                        <a:latin typeface="Cambria Math" panose="02040503050406030204" pitchFamily="18" charset="0"/>
                      </a:rPr>
                      <m:t>=</m:t>
                    </m:r>
                    <m:r>
                      <m:rPr>
                        <m:sty m:val="p"/>
                      </m:rPr>
                      <a:rPr lang="en-IN" i="0">
                        <a:latin typeface="Cambria Math" panose="02040503050406030204" pitchFamily="18" charset="0"/>
                      </a:rPr>
                      <m:t>P</m:t>
                    </m:r>
                    <m:d>
                      <m:dPr>
                        <m:ctrlPr>
                          <a:rPr lang="en-IN" i="1">
                            <a:latin typeface="Cambria Math" panose="02040503050406030204" pitchFamily="18" charset="0"/>
                          </a:rPr>
                        </m:ctrlPr>
                      </m:dPr>
                      <m:e>
                        <m:r>
                          <m:rPr>
                            <m:sty m:val="p"/>
                          </m:rPr>
                          <a:rPr lang="en-IN" b="0" i="0" smtClean="0">
                            <a:latin typeface="Cambria Math" panose="02040503050406030204" pitchFamily="18" charset="0"/>
                          </a:rPr>
                          <m:t>B</m:t>
                        </m:r>
                        <m:r>
                          <a:rPr lang="en-IN" i="0">
                            <a:latin typeface="Cambria Math" panose="02040503050406030204" pitchFamily="18" charset="0"/>
                          </a:rPr>
                          <m:t>−</m:t>
                        </m:r>
                        <m:r>
                          <m:rPr>
                            <m:sty m:val="p"/>
                          </m:rPr>
                          <a:rPr lang="en-IN" b="0" i="0" smtClean="0">
                            <a:latin typeface="Cambria Math" panose="02040503050406030204" pitchFamily="18" charset="0"/>
                          </a:rPr>
                          <m:t>A</m:t>
                        </m:r>
                      </m:e>
                    </m:d>
                    <m:r>
                      <a:rPr lang="en-IN" b="0" i="0" smtClean="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B</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oMath>
                </a14:m>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131180" y="863444"/>
                <a:ext cx="11929641" cy="5590565"/>
              </a:xfrm>
              <a:blipFill>
                <a:blip r:embed="rId2"/>
                <a:stretch>
                  <a:fillRect l="-971"/>
                </a:stretch>
              </a:blipFill>
            </p:spPr>
            <p:txBody>
              <a:bodyPr/>
              <a:lstStyle/>
              <a:p>
                <a:r>
                  <a:rPr lang="en-IN">
                    <a:noFill/>
                  </a:rPr>
                  <a:t> </a:t>
                </a:r>
              </a:p>
            </p:txBody>
          </p:sp>
        </mc:Fallback>
      </mc:AlternateContent>
    </p:spTree>
    <p:extLst>
      <p:ext uri="{BB962C8B-B14F-4D97-AF65-F5344CB8AC3E}">
        <p14:creationId xmlns:p14="http://schemas.microsoft.com/office/powerpoint/2010/main" val="4092647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711200"/>
          </a:xfrm>
        </p:spPr>
        <p:txBody>
          <a:bodyPr/>
          <a:lstStyle/>
          <a:p>
            <a:r>
              <a:rPr lang="en-US" dirty="0"/>
              <a:t>Some Important Results</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131180" y="863444"/>
                <a:ext cx="11929641" cy="5590565"/>
              </a:xfrm>
            </p:spPr>
            <p:txBody>
              <a:bodyPr/>
              <a:lstStyle/>
              <a:p>
                <a:pPr lvl="0"/>
                <a:r>
                  <a:rPr lang="en-US" dirty="0"/>
                  <a:t>The probability that </a:t>
                </a:r>
                <a:r>
                  <a:rPr lang="en-US" b="1" dirty="0">
                    <a:solidFill>
                      <a:srgbClr val="FF0000"/>
                    </a:solidFill>
                  </a:rPr>
                  <a:t>none</a:t>
                </a:r>
                <a:r>
                  <a:rPr lang="en-US" dirty="0"/>
                  <a:t> of the event </a:t>
                </a:r>
                <a14:m>
                  <m:oMath xmlns:m="http://schemas.openxmlformats.org/officeDocument/2006/math">
                    <m:r>
                      <m:rPr>
                        <m:sty m:val="p"/>
                      </m:rPr>
                      <a:rPr lang="en-US" i="0" dirty="0">
                        <a:latin typeface="Cambria Math" panose="02040503050406030204" pitchFamily="18" charset="0"/>
                      </a:rPr>
                      <m:t>A</m:t>
                    </m:r>
                  </m:oMath>
                </a14:m>
                <a:r>
                  <a:rPr lang="en-US" dirty="0"/>
                  <a:t> and </a:t>
                </a:r>
                <a14:m>
                  <m:oMath xmlns:m="http://schemas.openxmlformats.org/officeDocument/2006/math">
                    <m:r>
                      <m:rPr>
                        <m:sty m:val="p"/>
                      </m:rPr>
                      <a:rPr lang="en-US" i="0" dirty="0">
                        <a:latin typeface="Cambria Math" panose="02040503050406030204" pitchFamily="18" charset="0"/>
                      </a:rPr>
                      <m:t>B</m:t>
                    </m:r>
                  </m:oMath>
                </a14:m>
                <a:r>
                  <a:rPr lang="en-US" dirty="0"/>
                  <a:t> occur is,</a:t>
                </a:r>
              </a:p>
              <a:p>
                <a:pPr lvl="1"/>
                <a14:m>
                  <m:oMath xmlns:m="http://schemas.openxmlformats.org/officeDocument/2006/math">
                    <m:r>
                      <m:rPr>
                        <m:sty m:val="p"/>
                      </m:rPr>
                      <a:rPr lang="en-US" i="0">
                        <a:latin typeface="Cambria Math" panose="02040503050406030204" pitchFamily="18" charset="0"/>
                      </a:rPr>
                      <m:t>P</m:t>
                    </m:r>
                    <m:d>
                      <m:dPr>
                        <m:ctrlPr>
                          <a:rPr lang="en-IN" i="1">
                            <a:latin typeface="Cambria Math" panose="02040503050406030204" pitchFamily="18" charset="0"/>
                          </a:rPr>
                        </m:ctrlPr>
                      </m:dPr>
                      <m:e>
                        <m:sSup>
                          <m:sSupPr>
                            <m:ctrlPr>
                              <a:rPr lang="en-IN" i="1">
                                <a:latin typeface="Cambria Math" panose="02040503050406030204" pitchFamily="18" charset="0"/>
                              </a:rPr>
                            </m:ctrlPr>
                          </m:sSupPr>
                          <m:e>
                            <m:r>
                              <m:rPr>
                                <m:sty m:val="p"/>
                              </m:rPr>
                              <a:rPr lang="en-US" i="0">
                                <a:latin typeface="Cambria Math" panose="02040503050406030204" pitchFamily="18" charset="0"/>
                              </a:rPr>
                              <m:t>A</m:t>
                            </m:r>
                          </m:e>
                          <m:sup>
                            <m:r>
                              <a:rPr lang="en-US" i="0">
                                <a:latin typeface="Cambria Math" panose="02040503050406030204" pitchFamily="18" charset="0"/>
                              </a:rPr>
                              <m:t>′</m:t>
                            </m:r>
                          </m:sup>
                        </m:sSup>
                        <m:r>
                          <a:rPr lang="en-US" i="0">
                            <a:latin typeface="Cambria Math" panose="02040503050406030204" pitchFamily="18" charset="0"/>
                          </a:rPr>
                          <m:t>∩</m:t>
                        </m:r>
                        <m:sSup>
                          <m:sSupPr>
                            <m:ctrlPr>
                              <a:rPr lang="en-IN" i="1">
                                <a:latin typeface="Cambria Math" panose="02040503050406030204" pitchFamily="18" charset="0"/>
                              </a:rPr>
                            </m:ctrlPr>
                          </m:sSupPr>
                          <m:e>
                            <m:r>
                              <m:rPr>
                                <m:sty m:val="p"/>
                              </m:rPr>
                              <a:rPr lang="en-US" i="0">
                                <a:latin typeface="Cambria Math" panose="02040503050406030204" pitchFamily="18" charset="0"/>
                              </a:rPr>
                              <m:t>B</m:t>
                            </m:r>
                          </m:e>
                          <m:sup>
                            <m:r>
                              <a:rPr lang="en-US" i="0">
                                <a:latin typeface="Cambria Math" panose="02040503050406030204" pitchFamily="18" charset="0"/>
                              </a:rPr>
                              <m:t>′</m:t>
                            </m:r>
                          </m:sup>
                        </m:sSup>
                      </m:e>
                    </m:d>
                    <m:r>
                      <a:rPr lang="en-US" i="0">
                        <a:latin typeface="Cambria Math" panose="02040503050406030204" pitchFamily="18" charset="0"/>
                      </a:rPr>
                      <m:t>=</m:t>
                    </m:r>
                    <m:r>
                      <m:rPr>
                        <m:sty m:val="p"/>
                      </m:rPr>
                      <a:rPr lang="en-US" i="0">
                        <a:latin typeface="Cambria Math" panose="02040503050406030204" pitchFamily="18" charset="0"/>
                      </a:rPr>
                      <m:t>P</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e>
                      <m:sup>
                        <m:r>
                          <a:rPr lang="en-US" i="0">
                            <a:latin typeface="Cambria Math" panose="02040503050406030204" pitchFamily="18" charset="0"/>
                          </a:rPr>
                          <m:t>′</m:t>
                        </m:r>
                      </m:sup>
                    </m:sSup>
                  </m:oMath>
                </a14:m>
                <a:endParaRPr lang="en-IN" dirty="0">
                  <a:latin typeface="Cambria Math" panose="02040503050406030204" pitchFamily="18" charset="0"/>
                </a:endParaRPr>
              </a:p>
              <a:p>
                <a:pPr marL="2247900" lvl="1" indent="0">
                  <a:buNone/>
                </a:pPr>
                <a14:m>
                  <m:oMathPara xmlns:m="http://schemas.openxmlformats.org/officeDocument/2006/math">
                    <m:oMathParaPr>
                      <m:jc m:val="left"/>
                    </m:oMathParaPr>
                    <m:oMath xmlns:m="http://schemas.openxmlformats.org/officeDocument/2006/math">
                      <m:r>
                        <a:rPr lang="en-US" i="0">
                          <a:latin typeface="Cambria Math" panose="02040503050406030204" pitchFamily="18" charset="0"/>
                        </a:rPr>
                        <m:t>=1−</m:t>
                      </m:r>
                      <m:r>
                        <m:rPr>
                          <m:sty m:val="p"/>
                        </m:rPr>
                        <a:rPr lang="en-US" i="0">
                          <a:latin typeface="Cambria Math" panose="02040503050406030204" pitchFamily="18" charset="0"/>
                        </a:rPr>
                        <m:t>P</m:t>
                      </m:r>
                      <m:d>
                        <m:dPr>
                          <m:ctrlPr>
                            <a:rPr lang="en-US"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oMath>
                  </m:oMathPara>
                </a14:m>
                <a:endParaRPr lang="en-IN" dirty="0"/>
              </a:p>
              <a:p>
                <a:r>
                  <a:rPr lang="en-US" dirty="0"/>
                  <a:t>The probability that events </a:t>
                </a:r>
                <a14:m>
                  <m:oMath xmlns:m="http://schemas.openxmlformats.org/officeDocument/2006/math">
                    <m:r>
                      <m:rPr>
                        <m:sty m:val="p"/>
                      </m:rPr>
                      <a:rPr lang="en-US" i="0">
                        <a:latin typeface="Cambria Math" panose="02040503050406030204" pitchFamily="18" charset="0"/>
                      </a:rPr>
                      <m:t>A</m:t>
                    </m:r>
                  </m:oMath>
                </a14:m>
                <a:r>
                  <a:rPr lang="en-US" dirty="0"/>
                  <a:t> and </a:t>
                </a:r>
                <a14:m>
                  <m:oMath xmlns:m="http://schemas.openxmlformats.org/officeDocument/2006/math">
                    <m:r>
                      <m:rPr>
                        <m:sty m:val="p"/>
                      </m:rPr>
                      <a:rPr lang="en-US" i="0">
                        <a:latin typeface="Cambria Math" panose="02040503050406030204" pitchFamily="18" charset="0"/>
                      </a:rPr>
                      <m:t>B</m:t>
                    </m:r>
                  </m:oMath>
                </a14:m>
                <a:r>
                  <a:rPr lang="en-US" dirty="0"/>
                  <a:t> </a:t>
                </a:r>
                <a:r>
                  <a:rPr lang="en-US" b="1" dirty="0">
                    <a:solidFill>
                      <a:srgbClr val="FF0000"/>
                    </a:solidFill>
                  </a:rPr>
                  <a:t>not occur together </a:t>
                </a:r>
                <a:r>
                  <a:rPr lang="en-US" dirty="0"/>
                  <a:t>is,</a:t>
                </a:r>
                <a:endParaRPr lang="en-IN" dirty="0"/>
              </a:p>
              <a:p>
                <a:pPr lvl="1"/>
                <a14:m>
                  <m:oMath xmlns:m="http://schemas.openxmlformats.org/officeDocument/2006/math">
                    <m:r>
                      <m:rPr>
                        <m:sty m:val="p"/>
                      </m:rPr>
                      <a:rPr lang="en-US" i="0" dirty="0">
                        <a:latin typeface="Cambria Math" panose="02040503050406030204" pitchFamily="18" charset="0"/>
                      </a:rPr>
                      <m:t>P</m:t>
                    </m:r>
                    <m:d>
                      <m:dPr>
                        <m:ctrlPr>
                          <a:rPr lang="en-IN" i="1" dirty="0">
                            <a:latin typeface="Cambria Math" panose="02040503050406030204" pitchFamily="18" charset="0"/>
                          </a:rPr>
                        </m:ctrlPr>
                      </m:dPr>
                      <m:e>
                        <m:sSup>
                          <m:sSupPr>
                            <m:ctrlPr>
                              <a:rPr lang="en-IN" i="1" dirty="0">
                                <a:latin typeface="Cambria Math" panose="02040503050406030204" pitchFamily="18" charset="0"/>
                              </a:rPr>
                            </m:ctrlPr>
                          </m:sSupPr>
                          <m:e>
                            <m:r>
                              <m:rPr>
                                <m:sty m:val="p"/>
                              </m:rPr>
                              <a:rPr lang="en-US" i="0" dirty="0">
                                <a:latin typeface="Cambria Math" panose="02040503050406030204" pitchFamily="18" charset="0"/>
                              </a:rPr>
                              <m:t>A</m:t>
                            </m:r>
                          </m:e>
                          <m:sup>
                            <m:r>
                              <a:rPr lang="en-US" i="0" dirty="0">
                                <a:latin typeface="Cambria Math" panose="02040503050406030204" pitchFamily="18" charset="0"/>
                              </a:rPr>
                              <m:t>′</m:t>
                            </m:r>
                          </m:sup>
                        </m:sSup>
                        <m:r>
                          <a:rPr lang="en-US" i="0" dirty="0">
                            <a:latin typeface="Cambria Math" panose="02040503050406030204" pitchFamily="18" charset="0"/>
                          </a:rPr>
                          <m:t>∪</m:t>
                        </m:r>
                        <m:sSup>
                          <m:sSupPr>
                            <m:ctrlPr>
                              <a:rPr lang="en-IN" i="1" dirty="0">
                                <a:latin typeface="Cambria Math" panose="02040503050406030204" pitchFamily="18" charset="0"/>
                              </a:rPr>
                            </m:ctrlPr>
                          </m:sSupPr>
                          <m:e>
                            <m:r>
                              <m:rPr>
                                <m:sty m:val="p"/>
                              </m:rPr>
                              <a:rPr lang="en-US" i="0" dirty="0">
                                <a:latin typeface="Cambria Math" panose="02040503050406030204" pitchFamily="18" charset="0"/>
                              </a:rPr>
                              <m:t>B</m:t>
                            </m:r>
                          </m:e>
                          <m:sup>
                            <m:r>
                              <a:rPr lang="en-US" i="0" dirty="0">
                                <a:latin typeface="Cambria Math" panose="02040503050406030204" pitchFamily="18" charset="0"/>
                              </a:rPr>
                              <m:t>′</m:t>
                            </m:r>
                          </m:sup>
                        </m:sSup>
                      </m:e>
                    </m:d>
                    <m:r>
                      <a:rPr lang="en-US" i="0" dirty="0">
                        <a:latin typeface="Cambria Math" panose="02040503050406030204" pitchFamily="18" charset="0"/>
                      </a:rPr>
                      <m:t>=</m:t>
                    </m:r>
                    <m:r>
                      <m:rPr>
                        <m:sty m:val="p"/>
                      </m:rPr>
                      <a:rPr lang="en-US" i="0" dirty="0">
                        <a:latin typeface="Cambria Math" panose="02040503050406030204" pitchFamily="18" charset="0"/>
                      </a:rPr>
                      <m:t>P</m:t>
                    </m:r>
                    <m:sSup>
                      <m:sSupPr>
                        <m:ctrlPr>
                          <a:rPr lang="en-US" i="1" dirty="0">
                            <a:latin typeface="Cambria Math" panose="02040503050406030204" pitchFamily="18" charset="0"/>
                          </a:rPr>
                        </m:ctrlPr>
                      </m:sSupPr>
                      <m:e>
                        <m:d>
                          <m:dPr>
                            <m:ctrlPr>
                              <a:rPr lang="en-US" i="1" dirty="0">
                                <a:latin typeface="Cambria Math" panose="02040503050406030204" pitchFamily="18" charset="0"/>
                              </a:rPr>
                            </m:ctrlPr>
                          </m:dPr>
                          <m:e>
                            <m:r>
                              <m:rPr>
                                <m:sty m:val="p"/>
                              </m:rPr>
                              <a:rPr lang="en-US" i="0" dirty="0">
                                <a:latin typeface="Cambria Math" panose="02040503050406030204" pitchFamily="18" charset="0"/>
                              </a:rPr>
                              <m:t>A</m:t>
                            </m:r>
                            <m:r>
                              <a:rPr lang="en-US" i="0" dirty="0">
                                <a:latin typeface="Cambria Math" panose="02040503050406030204" pitchFamily="18" charset="0"/>
                              </a:rPr>
                              <m:t>∩</m:t>
                            </m:r>
                            <m:r>
                              <m:rPr>
                                <m:sty m:val="p"/>
                              </m:rPr>
                              <a:rPr lang="en-US" i="0" dirty="0">
                                <a:latin typeface="Cambria Math" panose="02040503050406030204" pitchFamily="18" charset="0"/>
                              </a:rPr>
                              <m:t>B</m:t>
                            </m:r>
                          </m:e>
                        </m:d>
                      </m:e>
                      <m:sup>
                        <m:r>
                          <a:rPr lang="en-US" i="0" dirty="0">
                            <a:latin typeface="Cambria Math" panose="02040503050406030204" pitchFamily="18" charset="0"/>
                          </a:rPr>
                          <m:t>′</m:t>
                        </m:r>
                      </m:sup>
                    </m:sSup>
                  </m:oMath>
                </a14:m>
                <a:endParaRPr lang="en-IN" dirty="0">
                  <a:latin typeface="Cambria Math" panose="02040503050406030204" pitchFamily="18" charset="0"/>
                </a:endParaRPr>
              </a:p>
              <a:p>
                <a:pPr marL="2247900" lvl="1" indent="0">
                  <a:buNone/>
                </a:pPr>
                <a14:m>
                  <m:oMathPara xmlns:m="http://schemas.openxmlformats.org/officeDocument/2006/math">
                    <m:oMathParaPr>
                      <m:jc m:val="left"/>
                    </m:oMathParaPr>
                    <m:oMath xmlns:m="http://schemas.openxmlformats.org/officeDocument/2006/math">
                      <m:r>
                        <a:rPr lang="en-US" i="0" dirty="0">
                          <a:latin typeface="Cambria Math" panose="02040503050406030204" pitchFamily="18" charset="0"/>
                        </a:rPr>
                        <m:t>=1−</m:t>
                      </m:r>
                      <m:r>
                        <m:rPr>
                          <m:sty m:val="p"/>
                        </m:rPr>
                        <a:rPr lang="en-US" i="0" dirty="0">
                          <a:latin typeface="Cambria Math" panose="02040503050406030204" pitchFamily="18" charset="0"/>
                        </a:rPr>
                        <m:t>P</m:t>
                      </m:r>
                      <m:d>
                        <m:dPr>
                          <m:ctrlPr>
                            <a:rPr lang="en-US" i="1" dirty="0">
                              <a:latin typeface="Cambria Math" panose="02040503050406030204" pitchFamily="18" charset="0"/>
                            </a:rPr>
                          </m:ctrlPr>
                        </m:dPr>
                        <m:e>
                          <m:r>
                            <m:rPr>
                              <m:sty m:val="p"/>
                            </m:rPr>
                            <a:rPr lang="en-US" i="0" dirty="0">
                              <a:latin typeface="Cambria Math" panose="02040503050406030204" pitchFamily="18" charset="0"/>
                            </a:rPr>
                            <m:t>A</m:t>
                          </m:r>
                          <m:r>
                            <a:rPr lang="en-US" i="0" dirty="0">
                              <a:latin typeface="Cambria Math" panose="02040503050406030204" pitchFamily="18" charset="0"/>
                            </a:rPr>
                            <m:t>∩</m:t>
                          </m:r>
                          <m:r>
                            <m:rPr>
                              <m:sty m:val="p"/>
                            </m:rPr>
                            <a:rPr lang="en-US" i="0" dirty="0">
                              <a:latin typeface="Cambria Math" panose="02040503050406030204" pitchFamily="18" charset="0"/>
                            </a:rPr>
                            <m:t>B</m:t>
                          </m:r>
                        </m:e>
                      </m:d>
                    </m:oMath>
                  </m:oMathPara>
                </a14:m>
                <a:endParaRPr lang="en-IN"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131180" y="863444"/>
                <a:ext cx="11929641" cy="5590565"/>
              </a:xfrm>
              <a:blipFill>
                <a:blip r:embed="rId2"/>
                <a:stretch>
                  <a:fillRect l="-971"/>
                </a:stretch>
              </a:blipFill>
            </p:spPr>
            <p:txBody>
              <a:bodyPr/>
              <a:lstStyle/>
              <a:p>
                <a:r>
                  <a:rPr lang="en-IN">
                    <a:noFill/>
                  </a:rPr>
                  <a:t> </a:t>
                </a:r>
              </a:p>
            </p:txBody>
          </p:sp>
        </mc:Fallback>
      </mc:AlternateContent>
      <p:sp>
        <p:nvSpPr>
          <p:cNvPr id="7" name="TextBox 6">
            <a:extLst>
              <a:ext uri="{FF2B5EF4-FFF2-40B4-BE49-F238E27FC236}">
                <a16:creationId xmlns:a16="http://schemas.microsoft.com/office/drawing/2014/main" id="{FCA5360A-96C3-422F-8B89-834E39A11A71}"/>
              </a:ext>
            </a:extLst>
          </p:cNvPr>
          <p:cNvSpPr txBox="1"/>
          <p:nvPr/>
        </p:nvSpPr>
        <p:spPr>
          <a:xfrm>
            <a:off x="5650706" y="1586984"/>
            <a:ext cx="3100387" cy="523220"/>
          </a:xfrm>
          <a:prstGeom prst="rect">
            <a:avLst/>
          </a:prstGeom>
          <a:noFill/>
        </p:spPr>
        <p:txBody>
          <a:bodyPr wrap="square">
            <a:spAutoFit/>
          </a:bodyPr>
          <a:lstStyle/>
          <a:p>
            <a:r>
              <a:rPr lang="en-IN" sz="2800" b="1" dirty="0">
                <a:solidFill>
                  <a:srgbClr val="002060"/>
                </a:solidFill>
                <a:latin typeface="+mj-lt"/>
              </a:rPr>
              <a:t>(De Morgan’s Rule)</a:t>
            </a:r>
          </a:p>
        </p:txBody>
      </p:sp>
      <p:sp>
        <p:nvSpPr>
          <p:cNvPr id="8" name="TextBox 7">
            <a:extLst>
              <a:ext uri="{FF2B5EF4-FFF2-40B4-BE49-F238E27FC236}">
                <a16:creationId xmlns:a16="http://schemas.microsoft.com/office/drawing/2014/main" id="{509FCC27-0D69-407C-A568-B6E64899A864}"/>
              </a:ext>
            </a:extLst>
          </p:cNvPr>
          <p:cNvSpPr txBox="1"/>
          <p:nvPr/>
        </p:nvSpPr>
        <p:spPr>
          <a:xfrm>
            <a:off x="5650706" y="3397577"/>
            <a:ext cx="3100387" cy="523220"/>
          </a:xfrm>
          <a:prstGeom prst="rect">
            <a:avLst/>
          </a:prstGeom>
          <a:noFill/>
        </p:spPr>
        <p:txBody>
          <a:bodyPr wrap="square">
            <a:spAutoFit/>
          </a:bodyPr>
          <a:lstStyle/>
          <a:p>
            <a:r>
              <a:rPr lang="en-IN" sz="2800" b="1" dirty="0">
                <a:solidFill>
                  <a:srgbClr val="002060"/>
                </a:solidFill>
                <a:latin typeface="+mj-lt"/>
              </a:rPr>
              <a:t>(De Morgan’s Rule)</a:t>
            </a:r>
          </a:p>
        </p:txBody>
      </p:sp>
    </p:spTree>
    <p:extLst>
      <p:ext uri="{BB962C8B-B14F-4D97-AF65-F5344CB8AC3E}">
        <p14:creationId xmlns:p14="http://schemas.microsoft.com/office/powerpoint/2010/main" val="1419703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7" grpId="0"/>
      <p:bldP spid="8" grpId="0"/>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711200"/>
          </a:xfrm>
        </p:spPr>
        <p:txBody>
          <a:bodyPr/>
          <a:lstStyle/>
          <a:p>
            <a:r>
              <a:rPr lang="en-US"/>
              <a:t>Some Important Results</a:t>
            </a:r>
            <a:endParaRPr lang="en-US" dirty="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131180" y="863444"/>
                <a:ext cx="11929641" cy="5590565"/>
              </a:xfrm>
            </p:spPr>
            <p:txBody>
              <a:bodyPr/>
              <a:lstStyle/>
              <a:p>
                <a:pPr lvl="0"/>
                <a:r>
                  <a:rPr lang="en-US" dirty="0"/>
                  <a:t>The probability that </a:t>
                </a:r>
                <a:r>
                  <a:rPr lang="en-US" b="1" dirty="0">
                    <a:solidFill>
                      <a:srgbClr val="FF0000"/>
                    </a:solidFill>
                  </a:rPr>
                  <a:t>at least one</a:t>
                </a:r>
                <a:r>
                  <a:rPr lang="en-US" dirty="0"/>
                  <a:t> of the events </a:t>
                </a:r>
                <a14:m>
                  <m:oMath xmlns:m="http://schemas.openxmlformats.org/officeDocument/2006/math">
                    <m:r>
                      <m:rPr>
                        <m:sty m:val="p"/>
                      </m:rPr>
                      <a:rPr lang="en-US" i="0" dirty="0" smtClean="0">
                        <a:latin typeface="Cambria Math" panose="02040503050406030204" pitchFamily="18" charset="0"/>
                      </a:rPr>
                      <m:t>A</m:t>
                    </m:r>
                  </m:oMath>
                </a14:m>
                <a:r>
                  <a:rPr lang="en-US" dirty="0"/>
                  <a:t>, </a:t>
                </a:r>
                <a14:m>
                  <m:oMath xmlns:m="http://schemas.openxmlformats.org/officeDocument/2006/math">
                    <m:r>
                      <m:rPr>
                        <m:sty m:val="p"/>
                      </m:rPr>
                      <a:rPr lang="en-US" i="0" dirty="0" smtClean="0">
                        <a:latin typeface="Cambria Math" panose="02040503050406030204" pitchFamily="18" charset="0"/>
                      </a:rPr>
                      <m:t>B</m:t>
                    </m:r>
                  </m:oMath>
                </a14:m>
                <a:r>
                  <a:rPr lang="en-US" dirty="0"/>
                  <a:t> and </a:t>
                </a:r>
                <a14:m>
                  <m:oMath xmlns:m="http://schemas.openxmlformats.org/officeDocument/2006/math">
                    <m:r>
                      <m:rPr>
                        <m:sty m:val="p"/>
                      </m:rPr>
                      <a:rPr lang="en-US" i="0" dirty="0" smtClean="0">
                        <a:latin typeface="Cambria Math" panose="02040503050406030204" pitchFamily="18" charset="0"/>
                      </a:rPr>
                      <m:t>C</m:t>
                    </m:r>
                  </m:oMath>
                </a14:m>
                <a:r>
                  <a:rPr lang="en-US" dirty="0"/>
                  <a:t> will occur is, </a:t>
                </a:r>
                <a:endParaRPr lang="en-IN" dirty="0"/>
              </a:p>
              <a:p>
                <a:pPr lvl="1"/>
                <a14:m>
                  <m:oMath xmlns:m="http://schemas.openxmlformats.org/officeDocument/2006/math">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B</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C</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C</m:t>
                        </m:r>
                      </m:e>
                    </m:d>
                  </m:oMath>
                </a14:m>
                <a:endParaRPr lang="en-IN" dirty="0"/>
              </a:p>
              <a:p>
                <a:pPr marL="9410700" indent="0">
                  <a:buNone/>
                </a:pPr>
                <a14:m>
                  <m:oMathPara xmlns:m="http://schemas.openxmlformats.org/officeDocument/2006/math">
                    <m:oMathParaPr>
                      <m:jc m:val="left"/>
                    </m:oMathParaPr>
                    <m:oMath xmlns:m="http://schemas.openxmlformats.org/officeDocument/2006/math">
                      <m:r>
                        <a:rPr lang="en-US" i="0">
                          <a:latin typeface="Cambria Math" panose="02040503050406030204" pitchFamily="18" charset="0"/>
                        </a:rPr>
                        <m:t>+</m:t>
                      </m:r>
                      <m:r>
                        <m:rPr>
                          <m:sty m:val="p"/>
                        </m:rPr>
                        <a:rPr lang="en-US" i="0">
                          <a:latin typeface="Cambria Math" panose="02040503050406030204" pitchFamily="18" charset="0"/>
                        </a:rPr>
                        <m:t>P</m:t>
                      </m:r>
                      <m:d>
                        <m:dPr>
                          <m:ctrlPr>
                            <a:rPr lang="en-US"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e>
                      </m:d>
                    </m:oMath>
                  </m:oMathPara>
                </a14:m>
                <a:endParaRPr lang="en-IN" dirty="0"/>
              </a:p>
              <a:p>
                <a:pPr lvl="0"/>
                <a:r>
                  <a:rPr lang="en-US" dirty="0"/>
                  <a:t>The probability that </a:t>
                </a:r>
                <a:r>
                  <a:rPr lang="en-US" b="1" dirty="0">
                    <a:solidFill>
                      <a:srgbClr val="FF0000"/>
                    </a:solidFill>
                  </a:rPr>
                  <a:t>at least two </a:t>
                </a:r>
                <a:r>
                  <a:rPr lang="en-US" dirty="0"/>
                  <a:t>of the three events occur is,  </a:t>
                </a:r>
                <a:endParaRPr lang="en-IN" dirty="0"/>
              </a:p>
              <a:p>
                <a:pPr lvl="1"/>
                <a14:m>
                  <m:oMath xmlns:m="http://schemas.openxmlformats.org/officeDocument/2006/math">
                    <m:r>
                      <m:rPr>
                        <m:sty m:val="p"/>
                      </m:rPr>
                      <a:rPr lang="en-US" i="0">
                        <a:latin typeface="Cambria Math" panose="02040503050406030204" pitchFamily="18" charset="0"/>
                      </a:rPr>
                      <m:t>P</m:t>
                    </m:r>
                    <m:d>
                      <m:dPr>
                        <m:begChr m:val="["/>
                        <m:endChr m:val="]"/>
                        <m:ctrlPr>
                          <a:rPr lang="en-IN" i="1">
                            <a:latin typeface="Cambria Math" panose="02040503050406030204" pitchFamily="18" charset="0"/>
                          </a:rPr>
                        </m:ctrlPr>
                      </m:dPr>
                      <m:e>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r>
                          <a:rPr lang="en-US" i="0">
                            <a:latin typeface="Cambria Math" panose="02040503050406030204" pitchFamily="18" charset="0"/>
                          </a:rPr>
                          <m:t>∪</m:t>
                        </m:r>
                        <m:d>
                          <m:dPr>
                            <m:ctrlPr>
                              <a:rPr lang="en-IN" i="1">
                                <a:latin typeface="Cambria Math" panose="02040503050406030204" pitchFamily="18" charset="0"/>
                              </a:rPr>
                            </m:ctrlPr>
                          </m:dPr>
                          <m:e>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e>
                        </m:d>
                        <m:r>
                          <a:rPr lang="en-US" i="0">
                            <a:latin typeface="Cambria Math" panose="02040503050406030204" pitchFamily="18" charset="0"/>
                          </a:rPr>
                          <m:t>∪</m:t>
                        </m:r>
                        <m:d>
                          <m:dPr>
                            <m:ctrlPr>
                              <a:rPr lang="en-IN" i="1">
                                <a:latin typeface="Cambria Math" panose="02040503050406030204" pitchFamily="18" charset="0"/>
                              </a:rPr>
                            </m:ctrlPr>
                          </m:dPr>
                          <m:e>
                            <m:r>
                              <m:rPr>
                                <m:sty m:val="p"/>
                              </m:rPr>
                              <a:rPr lang="en-US" i="0">
                                <a:latin typeface="Cambria Math" panose="02040503050406030204" pitchFamily="18" charset="0"/>
                              </a:rPr>
                              <m:t>C</m:t>
                            </m:r>
                            <m:r>
                              <a:rPr lang="en-US" i="0">
                                <a:latin typeface="Cambria Math" panose="02040503050406030204" pitchFamily="18" charset="0"/>
                              </a:rPr>
                              <m:t>∩</m:t>
                            </m:r>
                            <m:r>
                              <m:rPr>
                                <m:sty m:val="p"/>
                              </m:rPr>
                              <a:rPr lang="en-US" i="0">
                                <a:latin typeface="Cambria Math" panose="02040503050406030204" pitchFamily="18" charset="0"/>
                              </a:rPr>
                              <m:t>A</m:t>
                            </m:r>
                          </m:e>
                        </m:d>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C</m:t>
                        </m:r>
                      </m:e>
                    </m:d>
                  </m:oMath>
                </a14:m>
                <a:endParaRPr lang="en-IN" dirty="0"/>
              </a:p>
              <a:p>
                <a:pPr marL="9334500" indent="0">
                  <a:buNone/>
                </a:pPr>
                <a14:m>
                  <m:oMathPara xmlns:m="http://schemas.openxmlformats.org/officeDocument/2006/math">
                    <m:oMathParaPr>
                      <m:jc m:val="left"/>
                    </m:oMathParaPr>
                    <m:oMath xmlns:m="http://schemas.openxmlformats.org/officeDocument/2006/math">
                      <m:r>
                        <a:rPr lang="en-US" i="0">
                          <a:latin typeface="Cambria Math" panose="02040503050406030204" pitchFamily="18" charset="0"/>
                        </a:rPr>
                        <m:t>−2</m:t>
                      </m:r>
                      <m:r>
                        <m:rPr>
                          <m:sty m:val="p"/>
                        </m:rPr>
                        <a:rPr lang="en-US" i="0">
                          <a:latin typeface="Cambria Math" panose="02040503050406030204" pitchFamily="18" charset="0"/>
                        </a:rPr>
                        <m:t>P</m:t>
                      </m:r>
                      <m:d>
                        <m:dPr>
                          <m:ctrlPr>
                            <a:rPr lang="en-US"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e>
                      </m:d>
                    </m:oMath>
                  </m:oMathPara>
                </a14:m>
                <a:endParaRPr lang="en-IN" dirty="0"/>
              </a:p>
              <a:p>
                <a:pPr lvl="0"/>
                <a:r>
                  <a:rPr lang="en-US" dirty="0"/>
                  <a:t>The probability that </a:t>
                </a:r>
                <a:r>
                  <a:rPr lang="en-US" b="1" dirty="0">
                    <a:solidFill>
                      <a:srgbClr val="FF0000"/>
                    </a:solidFill>
                  </a:rPr>
                  <a:t>exactly two </a:t>
                </a:r>
                <a:r>
                  <a:rPr lang="en-US" dirty="0"/>
                  <a:t>of the three events occur is,  </a:t>
                </a:r>
                <a:endParaRPr lang="en-IN" dirty="0"/>
              </a:p>
              <a:p>
                <a:pPr lvl="1"/>
                <a14:m>
                  <m:oMath xmlns:m="http://schemas.openxmlformats.org/officeDocument/2006/math">
                    <m:r>
                      <m:rPr>
                        <m:sty m:val="p"/>
                      </m:rPr>
                      <a:rPr lang="en-US" i="0">
                        <a:latin typeface="Cambria Math" panose="02040503050406030204" pitchFamily="18" charset="0"/>
                      </a:rPr>
                      <m:t>P</m:t>
                    </m:r>
                    <m:r>
                      <a:rPr lang="en-US" i="0">
                        <a:latin typeface="Cambria Math" panose="02040503050406030204" pitchFamily="18" charset="0"/>
                      </a:rPr>
                      <m:t> </m:t>
                    </m:r>
                    <m:d>
                      <m:dPr>
                        <m:begChr m:val="["/>
                        <m:endChr m:val="]"/>
                        <m:ctrlPr>
                          <a:rPr lang="en-IN" i="1">
                            <a:latin typeface="Cambria Math" panose="02040503050406030204" pitchFamily="18" charset="0"/>
                          </a:rPr>
                        </m:ctrlPr>
                      </m:dPr>
                      <m:e>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r>
                              <a:rPr lang="en-US" i="0">
                                <a:latin typeface="Cambria Math" panose="02040503050406030204" pitchFamily="18" charset="0"/>
                              </a:rPr>
                              <m:t>∩</m:t>
                            </m:r>
                            <m:sSup>
                              <m:sSupPr>
                                <m:ctrlPr>
                                  <a:rPr lang="en-IN" i="1">
                                    <a:latin typeface="Cambria Math" panose="02040503050406030204" pitchFamily="18" charset="0"/>
                                  </a:rPr>
                                </m:ctrlPr>
                              </m:sSupPr>
                              <m:e>
                                <m:r>
                                  <m:rPr>
                                    <m:sty m:val="p"/>
                                  </m:rPr>
                                  <a:rPr lang="en-US" i="0">
                                    <a:latin typeface="Cambria Math" panose="02040503050406030204" pitchFamily="18" charset="0"/>
                                  </a:rPr>
                                  <m:t>C</m:t>
                                </m:r>
                              </m:e>
                              <m:sup>
                                <m:r>
                                  <a:rPr lang="en-US" i="0">
                                    <a:latin typeface="Cambria Math" panose="02040503050406030204" pitchFamily="18" charset="0"/>
                                  </a:rPr>
                                  <m:t>′</m:t>
                                </m:r>
                              </m:sup>
                            </m:sSup>
                          </m:e>
                        </m:d>
                        <m:r>
                          <a:rPr lang="en-US" i="0">
                            <a:latin typeface="Cambria Math" panose="02040503050406030204" pitchFamily="18" charset="0"/>
                          </a:rPr>
                          <m:t> ∪ </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sSup>
                              <m:sSupPr>
                                <m:ctrlPr>
                                  <a:rPr lang="en-IN" i="1">
                                    <a:latin typeface="Cambria Math" panose="02040503050406030204" pitchFamily="18" charset="0"/>
                                  </a:rPr>
                                </m:ctrlPr>
                              </m:sSupPr>
                              <m:e>
                                <m:r>
                                  <m:rPr>
                                    <m:sty m:val="p"/>
                                  </m:rPr>
                                  <a:rPr lang="en-US" i="0">
                                    <a:latin typeface="Cambria Math" panose="02040503050406030204" pitchFamily="18" charset="0"/>
                                  </a:rPr>
                                  <m:t>B</m:t>
                                </m:r>
                              </m:e>
                              <m:sup>
                                <m:r>
                                  <a:rPr lang="en-US" i="0">
                                    <a:latin typeface="Cambria Math" panose="02040503050406030204" pitchFamily="18" charset="0"/>
                                  </a:rPr>
                                  <m:t>′</m:t>
                                </m:r>
                              </m:sup>
                            </m:sSup>
                            <m:r>
                              <a:rPr lang="en-US" i="0">
                                <a:latin typeface="Cambria Math" panose="02040503050406030204" pitchFamily="18" charset="0"/>
                              </a:rPr>
                              <m:t>∩</m:t>
                            </m:r>
                            <m:r>
                              <m:rPr>
                                <m:sty m:val="p"/>
                              </m:rPr>
                              <a:rPr lang="en-US" i="0">
                                <a:latin typeface="Cambria Math" panose="02040503050406030204" pitchFamily="18" charset="0"/>
                              </a:rPr>
                              <m:t>C</m:t>
                            </m:r>
                          </m:e>
                        </m:d>
                        <m:r>
                          <a:rPr lang="en-US" i="0">
                            <a:latin typeface="Cambria Math" panose="02040503050406030204" pitchFamily="18" charset="0"/>
                          </a:rPr>
                          <m:t> ∪ </m:t>
                        </m:r>
                        <m:d>
                          <m:dPr>
                            <m:ctrlPr>
                              <a:rPr lang="en-IN" i="1">
                                <a:latin typeface="Cambria Math" panose="02040503050406030204" pitchFamily="18" charset="0"/>
                              </a:rPr>
                            </m:ctrlPr>
                          </m:dPr>
                          <m:e>
                            <m:sSup>
                              <m:sSupPr>
                                <m:ctrlPr>
                                  <a:rPr lang="en-IN" i="1">
                                    <a:latin typeface="Cambria Math" panose="02040503050406030204" pitchFamily="18" charset="0"/>
                                  </a:rPr>
                                </m:ctrlPr>
                              </m:sSupPr>
                              <m:e>
                                <m:r>
                                  <m:rPr>
                                    <m:sty m:val="p"/>
                                  </m:rPr>
                                  <a:rPr lang="en-US" i="0">
                                    <a:latin typeface="Cambria Math" panose="02040503050406030204" pitchFamily="18" charset="0"/>
                                  </a:rPr>
                                  <m:t>A</m:t>
                                </m:r>
                              </m:e>
                              <m:sup>
                                <m:r>
                                  <a:rPr lang="en-US" i="0">
                                    <a:latin typeface="Cambria Math" panose="02040503050406030204" pitchFamily="18" charset="0"/>
                                  </a:rPr>
                                  <m:t>′</m:t>
                                </m:r>
                              </m:sup>
                            </m:sSup>
                            <m:r>
                              <a:rPr lang="en-US" i="0">
                                <a:latin typeface="Cambria Math" panose="02040503050406030204" pitchFamily="18" charset="0"/>
                              </a:rPr>
                              <m:t>∩</m:t>
                            </m:r>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e>
                        </m:d>
                      </m:e>
                    </m:d>
                  </m:oMath>
                </a14:m>
                <a:endParaRPr lang="en-IN" dirty="0"/>
              </a:p>
              <a:p>
                <a:pPr marL="990600" indent="0">
                  <a:buNone/>
                </a:pPr>
                <a14:m>
                  <m:oMathPara xmlns:m="http://schemas.openxmlformats.org/officeDocument/2006/math">
                    <m:oMathParaPr>
                      <m:jc m:val="left"/>
                    </m:oMathParaPr>
                    <m:oMath xmlns:m="http://schemas.openxmlformats.org/officeDocument/2006/math">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C</m:t>
                          </m:r>
                        </m:e>
                      </m:d>
                      <m:r>
                        <a:rPr lang="en-US" i="0">
                          <a:latin typeface="Cambria Math" panose="02040503050406030204" pitchFamily="18" charset="0"/>
                        </a:rPr>
                        <m:t>−3</m:t>
                      </m:r>
                      <m:r>
                        <m:rPr>
                          <m:sty m:val="p"/>
                        </m:rPr>
                        <a:rPr lang="en-US" i="0">
                          <a:latin typeface="Cambria Math" panose="02040503050406030204" pitchFamily="18" charset="0"/>
                        </a:rPr>
                        <m:t>P</m:t>
                      </m:r>
                      <m:r>
                        <a:rPr lang="en-US" i="0">
                          <a:latin typeface="Cambria Math" panose="02040503050406030204" pitchFamily="18" charset="0"/>
                        </a:rPr>
                        <m:t>(</m:t>
                      </m:r>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r>
                        <a:rPr lang="en-US" i="0">
                          <a:latin typeface="Cambria Math" panose="02040503050406030204" pitchFamily="18" charset="0"/>
                        </a:rPr>
                        <m:t>)</m:t>
                      </m:r>
                    </m:oMath>
                  </m:oMathPara>
                </a14:m>
                <a:endParaRPr lang="en-IN"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131180" y="863444"/>
                <a:ext cx="11929641" cy="5590565"/>
              </a:xfrm>
              <a:blipFill>
                <a:blip r:embed="rId2"/>
                <a:stretch>
                  <a:fillRect l="-971"/>
                </a:stretch>
              </a:blipFill>
            </p:spPr>
            <p:txBody>
              <a:bodyPr/>
              <a:lstStyle/>
              <a:p>
                <a:r>
                  <a:rPr lang="en-IN">
                    <a:noFill/>
                  </a:rPr>
                  <a:t> </a:t>
                </a:r>
              </a:p>
            </p:txBody>
          </p:sp>
        </mc:Fallback>
      </mc:AlternateContent>
    </p:spTree>
    <p:extLst>
      <p:ext uri="{BB962C8B-B14F-4D97-AF65-F5344CB8AC3E}">
        <p14:creationId xmlns:p14="http://schemas.microsoft.com/office/powerpoint/2010/main" val="1745250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711200"/>
          </a:xfrm>
        </p:spPr>
        <p:txBody>
          <a:bodyPr/>
          <a:lstStyle/>
          <a:p>
            <a:r>
              <a:rPr lang="en-US"/>
              <a:t>Some Important Results</a:t>
            </a:r>
            <a:endParaRPr lang="en-US" dirty="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131180" y="863444"/>
                <a:ext cx="11929641" cy="5590565"/>
              </a:xfrm>
            </p:spPr>
            <p:txBody>
              <a:bodyPr/>
              <a:lstStyle/>
              <a:p>
                <a:pPr lvl="0"/>
                <a:r>
                  <a:rPr lang="en-US" dirty="0"/>
                  <a:t>The probability that </a:t>
                </a:r>
                <a:r>
                  <a:rPr lang="en-US" b="1" dirty="0">
                    <a:solidFill>
                      <a:srgbClr val="FF0000"/>
                    </a:solidFill>
                  </a:rPr>
                  <a:t>exactly one </a:t>
                </a:r>
                <a:r>
                  <a:rPr lang="en-US" dirty="0"/>
                  <a:t>of the three events occur is, </a:t>
                </a:r>
                <a:endParaRPr lang="en-IN" dirty="0"/>
              </a:p>
              <a:p>
                <a:pPr lvl="1"/>
                <a14:m>
                  <m:oMath xmlns:m="http://schemas.openxmlformats.org/officeDocument/2006/math">
                    <m:r>
                      <m:rPr>
                        <m:sty m:val="p"/>
                      </m:rPr>
                      <a:rPr lang="en-US" i="0">
                        <a:latin typeface="Cambria Math" panose="02040503050406030204" pitchFamily="18" charset="0"/>
                      </a:rPr>
                      <m:t>P</m:t>
                    </m:r>
                    <m:d>
                      <m:dPr>
                        <m:begChr m:val="["/>
                        <m:endChr m:val="]"/>
                        <m:ctrlPr>
                          <a:rPr lang="en-IN" i="1">
                            <a:latin typeface="Cambria Math" panose="02040503050406030204" pitchFamily="18" charset="0"/>
                          </a:rPr>
                        </m:ctrlPr>
                      </m:dPr>
                      <m:e>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sSup>
                              <m:sSupPr>
                                <m:ctrlPr>
                                  <a:rPr lang="en-IN" i="1">
                                    <a:latin typeface="Cambria Math" panose="02040503050406030204" pitchFamily="18" charset="0"/>
                                  </a:rPr>
                                </m:ctrlPr>
                              </m:sSupPr>
                              <m:e>
                                <m:r>
                                  <m:rPr>
                                    <m:sty m:val="p"/>
                                  </m:rPr>
                                  <a:rPr lang="en-US" i="0">
                                    <a:latin typeface="Cambria Math" panose="02040503050406030204" pitchFamily="18" charset="0"/>
                                  </a:rPr>
                                  <m:t>B</m:t>
                                </m:r>
                              </m:e>
                              <m:sup>
                                <m:r>
                                  <a:rPr lang="en-US" i="0">
                                    <a:latin typeface="Cambria Math" panose="02040503050406030204" pitchFamily="18" charset="0"/>
                                  </a:rPr>
                                  <m:t>′</m:t>
                                </m:r>
                              </m:sup>
                            </m:sSup>
                            <m:r>
                              <a:rPr lang="en-US" i="0">
                                <a:latin typeface="Cambria Math" panose="02040503050406030204" pitchFamily="18" charset="0"/>
                              </a:rPr>
                              <m:t>∩</m:t>
                            </m:r>
                            <m:sSup>
                              <m:sSupPr>
                                <m:ctrlPr>
                                  <a:rPr lang="en-IN" i="1">
                                    <a:latin typeface="Cambria Math" panose="02040503050406030204" pitchFamily="18" charset="0"/>
                                  </a:rPr>
                                </m:ctrlPr>
                              </m:sSupPr>
                              <m:e>
                                <m:r>
                                  <m:rPr>
                                    <m:sty m:val="p"/>
                                  </m:rPr>
                                  <a:rPr lang="en-US" i="0">
                                    <a:latin typeface="Cambria Math" panose="02040503050406030204" pitchFamily="18" charset="0"/>
                                  </a:rPr>
                                  <m:t>C</m:t>
                                </m:r>
                              </m:e>
                              <m:sup>
                                <m:r>
                                  <a:rPr lang="en-US" i="0">
                                    <a:latin typeface="Cambria Math" panose="02040503050406030204" pitchFamily="18" charset="0"/>
                                  </a:rPr>
                                  <m:t>′</m:t>
                                </m:r>
                              </m:sup>
                            </m:sSup>
                          </m:e>
                        </m:d>
                        <m:r>
                          <a:rPr lang="en-US" i="0">
                            <a:latin typeface="Cambria Math" panose="02040503050406030204" pitchFamily="18" charset="0"/>
                          </a:rPr>
                          <m:t> ∪ </m:t>
                        </m:r>
                        <m:d>
                          <m:dPr>
                            <m:ctrlPr>
                              <a:rPr lang="en-IN" i="1">
                                <a:latin typeface="Cambria Math" panose="02040503050406030204" pitchFamily="18" charset="0"/>
                              </a:rPr>
                            </m:ctrlPr>
                          </m:dPr>
                          <m:e>
                            <m:sSup>
                              <m:sSupPr>
                                <m:ctrlPr>
                                  <a:rPr lang="en-IN" i="1">
                                    <a:latin typeface="Cambria Math" panose="02040503050406030204" pitchFamily="18" charset="0"/>
                                  </a:rPr>
                                </m:ctrlPr>
                              </m:sSupPr>
                              <m:e>
                                <m:r>
                                  <m:rPr>
                                    <m:sty m:val="p"/>
                                  </m:rPr>
                                  <a:rPr lang="en-US" i="0">
                                    <a:latin typeface="Cambria Math" panose="02040503050406030204" pitchFamily="18" charset="0"/>
                                  </a:rPr>
                                  <m:t>A</m:t>
                                </m:r>
                              </m:e>
                              <m:sup>
                                <m:r>
                                  <a:rPr lang="en-US" i="0">
                                    <a:latin typeface="Cambria Math" panose="02040503050406030204" pitchFamily="18" charset="0"/>
                                  </a:rPr>
                                  <m:t>′</m:t>
                                </m:r>
                              </m:sup>
                            </m:sSup>
                            <m:r>
                              <a:rPr lang="en-US" i="0">
                                <a:latin typeface="Cambria Math" panose="02040503050406030204" pitchFamily="18" charset="0"/>
                              </a:rPr>
                              <m:t>∩</m:t>
                            </m:r>
                            <m:r>
                              <m:rPr>
                                <m:sty m:val="p"/>
                              </m:rPr>
                              <a:rPr lang="en-US" i="0">
                                <a:latin typeface="Cambria Math" panose="02040503050406030204" pitchFamily="18" charset="0"/>
                              </a:rPr>
                              <m:t>B</m:t>
                            </m:r>
                            <m:r>
                              <a:rPr lang="en-US" i="0">
                                <a:latin typeface="Cambria Math" panose="02040503050406030204" pitchFamily="18" charset="0"/>
                              </a:rPr>
                              <m:t>∩</m:t>
                            </m:r>
                            <m:sSup>
                              <m:sSupPr>
                                <m:ctrlPr>
                                  <a:rPr lang="en-IN" i="1">
                                    <a:latin typeface="Cambria Math" panose="02040503050406030204" pitchFamily="18" charset="0"/>
                                  </a:rPr>
                                </m:ctrlPr>
                              </m:sSupPr>
                              <m:e>
                                <m:r>
                                  <m:rPr>
                                    <m:sty m:val="p"/>
                                  </m:rPr>
                                  <a:rPr lang="en-US" i="0">
                                    <a:latin typeface="Cambria Math" panose="02040503050406030204" pitchFamily="18" charset="0"/>
                                  </a:rPr>
                                  <m:t>C</m:t>
                                </m:r>
                              </m:e>
                              <m:sup>
                                <m:r>
                                  <a:rPr lang="en-US" i="0">
                                    <a:latin typeface="Cambria Math" panose="02040503050406030204" pitchFamily="18" charset="0"/>
                                  </a:rPr>
                                  <m:t>′</m:t>
                                </m:r>
                              </m:sup>
                            </m:sSup>
                          </m:e>
                        </m:d>
                        <m:r>
                          <a:rPr lang="en-US" i="0">
                            <a:latin typeface="Cambria Math" panose="02040503050406030204" pitchFamily="18" charset="0"/>
                          </a:rPr>
                          <m:t> ∪ </m:t>
                        </m:r>
                        <m:d>
                          <m:dPr>
                            <m:ctrlPr>
                              <a:rPr lang="en-IN" i="1">
                                <a:latin typeface="Cambria Math" panose="02040503050406030204" pitchFamily="18" charset="0"/>
                              </a:rPr>
                            </m:ctrlPr>
                          </m:dPr>
                          <m:e>
                            <m:sSup>
                              <m:sSupPr>
                                <m:ctrlPr>
                                  <a:rPr lang="en-IN" i="1">
                                    <a:latin typeface="Cambria Math" panose="02040503050406030204" pitchFamily="18" charset="0"/>
                                  </a:rPr>
                                </m:ctrlPr>
                              </m:sSupPr>
                              <m:e>
                                <m:r>
                                  <m:rPr>
                                    <m:sty m:val="p"/>
                                  </m:rPr>
                                  <a:rPr lang="en-US" i="0">
                                    <a:latin typeface="Cambria Math" panose="02040503050406030204" pitchFamily="18" charset="0"/>
                                  </a:rPr>
                                  <m:t>A</m:t>
                                </m:r>
                              </m:e>
                              <m:sup>
                                <m:r>
                                  <a:rPr lang="en-US" i="0">
                                    <a:latin typeface="Cambria Math" panose="02040503050406030204" pitchFamily="18" charset="0"/>
                                  </a:rPr>
                                  <m:t>′</m:t>
                                </m:r>
                              </m:sup>
                            </m:sSup>
                            <m:r>
                              <a:rPr lang="en-US" i="0">
                                <a:latin typeface="Cambria Math" panose="02040503050406030204" pitchFamily="18" charset="0"/>
                              </a:rPr>
                              <m:t>∩</m:t>
                            </m:r>
                            <m:sSup>
                              <m:sSupPr>
                                <m:ctrlPr>
                                  <a:rPr lang="en-IN" i="1">
                                    <a:latin typeface="Cambria Math" panose="02040503050406030204" pitchFamily="18" charset="0"/>
                                  </a:rPr>
                                </m:ctrlPr>
                              </m:sSupPr>
                              <m:e>
                                <m:r>
                                  <m:rPr>
                                    <m:sty m:val="p"/>
                                  </m:rPr>
                                  <a:rPr lang="en-US" i="0">
                                    <a:latin typeface="Cambria Math" panose="02040503050406030204" pitchFamily="18" charset="0"/>
                                  </a:rPr>
                                  <m:t>B</m:t>
                                </m:r>
                              </m:e>
                              <m:sup>
                                <m:r>
                                  <a:rPr lang="en-US" i="0">
                                    <a:latin typeface="Cambria Math" panose="02040503050406030204" pitchFamily="18" charset="0"/>
                                  </a:rPr>
                                  <m:t>′</m:t>
                                </m:r>
                              </m:sup>
                            </m:sSup>
                            <m:r>
                              <a:rPr lang="en-US" i="0">
                                <a:latin typeface="Cambria Math" panose="02040503050406030204" pitchFamily="18" charset="0"/>
                              </a:rPr>
                              <m:t>∩</m:t>
                            </m:r>
                            <m:r>
                              <m:rPr>
                                <m:sty m:val="p"/>
                              </m:rPr>
                              <a:rPr lang="en-US" i="0">
                                <a:latin typeface="Cambria Math" panose="02040503050406030204" pitchFamily="18" charset="0"/>
                              </a:rPr>
                              <m:t>C</m:t>
                            </m:r>
                          </m:e>
                        </m:d>
                      </m:e>
                    </m:d>
                  </m:oMath>
                </a14:m>
                <a:endParaRPr lang="en-IN" dirty="0"/>
              </a:p>
              <a:p>
                <a:pPr marL="898525" indent="0">
                  <a:buNone/>
                </a:pPr>
                <a14:m>
                  <m:oMathPara xmlns:m="http://schemas.openxmlformats.org/officeDocument/2006/math">
                    <m:oMathParaPr>
                      <m:jc m:val="left"/>
                    </m:oMathParaPr>
                    <m:oMath xmlns:m="http://schemas.openxmlformats.org/officeDocument/2006/math">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B</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C</m:t>
                          </m:r>
                        </m:e>
                      </m:d>
                      <m:r>
                        <a:rPr lang="en-US" i="0">
                          <a:latin typeface="Cambria Math" panose="02040503050406030204" pitchFamily="18" charset="0"/>
                        </a:rPr>
                        <m:t>−2</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r>
                        <a:rPr lang="en-US" i="0">
                          <a:latin typeface="Cambria Math" panose="02040503050406030204" pitchFamily="18" charset="0"/>
                        </a:rPr>
                        <m:t>−2</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e>
                      </m:d>
                      <m:r>
                        <a:rPr lang="en-US" i="0">
                          <a:latin typeface="Cambria Math" panose="02040503050406030204" pitchFamily="18" charset="0"/>
                        </a:rPr>
                        <m:t>−2</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C</m:t>
                          </m:r>
                        </m:e>
                      </m:d>
                    </m:oMath>
                  </m:oMathPara>
                </a14:m>
                <a:endParaRPr lang="en-IN" dirty="0">
                  <a:latin typeface="Cambria Math" panose="02040503050406030204" pitchFamily="18" charset="0"/>
                </a:endParaRPr>
              </a:p>
              <a:p>
                <a:pPr marL="9144000" indent="0">
                  <a:buNone/>
                </a:pPr>
                <a14:m>
                  <m:oMathPara xmlns:m="http://schemas.openxmlformats.org/officeDocument/2006/math">
                    <m:oMathParaPr>
                      <m:jc m:val="left"/>
                    </m:oMathParaPr>
                    <m:oMath xmlns:m="http://schemas.openxmlformats.org/officeDocument/2006/math">
                      <m:r>
                        <a:rPr lang="en-US" i="0">
                          <a:latin typeface="Cambria Math" panose="02040503050406030204" pitchFamily="18" charset="0"/>
                        </a:rPr>
                        <m:t>+3</m:t>
                      </m:r>
                      <m:r>
                        <m:rPr>
                          <m:sty m:val="p"/>
                        </m:rPr>
                        <a:rPr lang="en-US" i="0">
                          <a:latin typeface="Cambria Math" panose="02040503050406030204" pitchFamily="18" charset="0"/>
                        </a:rPr>
                        <m:t>P</m:t>
                      </m:r>
                      <m:r>
                        <a:rPr lang="en-US" i="0">
                          <a:latin typeface="Cambria Math" panose="02040503050406030204" pitchFamily="18" charset="0"/>
                        </a:rPr>
                        <m:t>(</m:t>
                      </m:r>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r>
                        <a:rPr lang="en-US" i="0">
                          <a:latin typeface="Cambria Math" panose="02040503050406030204" pitchFamily="18" charset="0"/>
                        </a:rPr>
                        <m:t>)</m:t>
                      </m:r>
                    </m:oMath>
                  </m:oMathPara>
                </a14:m>
                <a:endParaRPr lang="en-IN" dirty="0"/>
              </a:p>
              <a:p>
                <a:pPr lvl="0"/>
                <a:r>
                  <a:rPr lang="en-US" dirty="0"/>
                  <a:t>The probability that </a:t>
                </a:r>
                <a:r>
                  <a:rPr lang="en-US" b="1" dirty="0">
                    <a:solidFill>
                      <a:srgbClr val="FF0000"/>
                    </a:solidFill>
                  </a:rPr>
                  <a:t>none</a:t>
                </a:r>
                <a:r>
                  <a:rPr lang="en-US" dirty="0"/>
                  <a:t> of the event </a:t>
                </a:r>
                <a14:m>
                  <m:oMath xmlns:m="http://schemas.openxmlformats.org/officeDocument/2006/math">
                    <m:r>
                      <m:rPr>
                        <m:sty m:val="p"/>
                      </m:rPr>
                      <a:rPr lang="en-US" i="0" dirty="0" smtClean="0">
                        <a:latin typeface="Cambria Math" panose="02040503050406030204" pitchFamily="18" charset="0"/>
                      </a:rPr>
                      <m:t>A</m:t>
                    </m:r>
                  </m:oMath>
                </a14:m>
                <a:r>
                  <a:rPr lang="en-US" dirty="0"/>
                  <a:t>, </a:t>
                </a:r>
                <a14:m>
                  <m:oMath xmlns:m="http://schemas.openxmlformats.org/officeDocument/2006/math">
                    <m:r>
                      <m:rPr>
                        <m:sty m:val="p"/>
                      </m:rPr>
                      <a:rPr lang="en-US" i="0" dirty="0" smtClean="0">
                        <a:latin typeface="Cambria Math" panose="02040503050406030204" pitchFamily="18" charset="0"/>
                      </a:rPr>
                      <m:t>B</m:t>
                    </m:r>
                  </m:oMath>
                </a14:m>
                <a:r>
                  <a:rPr lang="en-US" dirty="0"/>
                  <a:t> and </a:t>
                </a:r>
                <a14:m>
                  <m:oMath xmlns:m="http://schemas.openxmlformats.org/officeDocument/2006/math">
                    <m:r>
                      <m:rPr>
                        <m:sty m:val="p"/>
                      </m:rPr>
                      <a:rPr lang="en-US" i="0" dirty="0" smtClean="0">
                        <a:latin typeface="Cambria Math" panose="02040503050406030204" pitchFamily="18" charset="0"/>
                      </a:rPr>
                      <m:t>C</m:t>
                    </m:r>
                  </m:oMath>
                </a14:m>
                <a:r>
                  <a:rPr lang="en-US" dirty="0"/>
                  <a:t> occur is,</a:t>
                </a:r>
                <a:endParaRPr lang="en-IN" dirty="0"/>
              </a:p>
              <a:p>
                <a:pPr lvl="1"/>
                <a14:m>
                  <m:oMath xmlns:m="http://schemas.openxmlformats.org/officeDocument/2006/math">
                    <m:r>
                      <m:rPr>
                        <m:sty m:val="p"/>
                      </m:rPr>
                      <a:rPr lang="en-US" i="0">
                        <a:latin typeface="Cambria Math" panose="02040503050406030204" pitchFamily="18" charset="0"/>
                      </a:rPr>
                      <m:t>P</m:t>
                    </m:r>
                    <m:d>
                      <m:dPr>
                        <m:ctrlPr>
                          <a:rPr lang="en-IN" i="1">
                            <a:latin typeface="Cambria Math" panose="02040503050406030204" pitchFamily="18" charset="0"/>
                          </a:rPr>
                        </m:ctrlPr>
                      </m:dPr>
                      <m:e>
                        <m:sSup>
                          <m:sSupPr>
                            <m:ctrlPr>
                              <a:rPr lang="en-IN" i="1">
                                <a:latin typeface="Cambria Math" panose="02040503050406030204" pitchFamily="18" charset="0"/>
                              </a:rPr>
                            </m:ctrlPr>
                          </m:sSupPr>
                          <m:e>
                            <m:r>
                              <m:rPr>
                                <m:sty m:val="p"/>
                              </m:rPr>
                              <a:rPr lang="en-US" i="0">
                                <a:latin typeface="Cambria Math" panose="02040503050406030204" pitchFamily="18" charset="0"/>
                              </a:rPr>
                              <m:t>A</m:t>
                            </m:r>
                          </m:e>
                          <m:sup>
                            <m:r>
                              <a:rPr lang="en-US" i="0">
                                <a:latin typeface="Cambria Math" panose="02040503050406030204" pitchFamily="18" charset="0"/>
                              </a:rPr>
                              <m:t>′</m:t>
                            </m:r>
                          </m:sup>
                        </m:sSup>
                        <m:r>
                          <a:rPr lang="en-US" i="0">
                            <a:latin typeface="Cambria Math" panose="02040503050406030204" pitchFamily="18" charset="0"/>
                          </a:rPr>
                          <m:t>∩</m:t>
                        </m:r>
                        <m:sSup>
                          <m:sSupPr>
                            <m:ctrlPr>
                              <a:rPr lang="en-IN" i="1">
                                <a:latin typeface="Cambria Math" panose="02040503050406030204" pitchFamily="18" charset="0"/>
                              </a:rPr>
                            </m:ctrlPr>
                          </m:sSupPr>
                          <m:e>
                            <m:r>
                              <m:rPr>
                                <m:sty m:val="p"/>
                              </m:rPr>
                              <a:rPr lang="en-US" i="0">
                                <a:latin typeface="Cambria Math" panose="02040503050406030204" pitchFamily="18" charset="0"/>
                              </a:rPr>
                              <m:t>B</m:t>
                            </m:r>
                          </m:e>
                          <m:sup>
                            <m:r>
                              <a:rPr lang="en-US" i="0">
                                <a:latin typeface="Cambria Math" panose="02040503050406030204" pitchFamily="18" charset="0"/>
                              </a:rPr>
                              <m:t>′</m:t>
                            </m:r>
                          </m:sup>
                        </m:sSup>
                        <m:r>
                          <a:rPr lang="en-US" i="0">
                            <a:latin typeface="Cambria Math" panose="02040503050406030204" pitchFamily="18" charset="0"/>
                          </a:rPr>
                          <m:t>∩</m:t>
                        </m:r>
                        <m:sSup>
                          <m:sSupPr>
                            <m:ctrlPr>
                              <a:rPr lang="en-IN" i="1">
                                <a:latin typeface="Cambria Math" panose="02040503050406030204" pitchFamily="18" charset="0"/>
                              </a:rPr>
                            </m:ctrlPr>
                          </m:sSupPr>
                          <m:e>
                            <m:r>
                              <m:rPr>
                                <m:sty m:val="p"/>
                              </m:rPr>
                              <a:rPr lang="en-US" i="0">
                                <a:latin typeface="Cambria Math" panose="02040503050406030204" pitchFamily="18" charset="0"/>
                              </a:rPr>
                              <m:t>C</m:t>
                            </m:r>
                          </m:e>
                          <m:sup>
                            <m:r>
                              <a:rPr lang="en-US" i="0">
                                <a:latin typeface="Cambria Math" panose="02040503050406030204" pitchFamily="18" charset="0"/>
                              </a:rPr>
                              <m:t>′</m:t>
                            </m:r>
                          </m:sup>
                        </m:sSup>
                      </m:e>
                    </m:d>
                    <m:r>
                      <a:rPr lang="en-US" i="0">
                        <a:latin typeface="Cambria Math" panose="02040503050406030204" pitchFamily="18" charset="0"/>
                      </a:rPr>
                      <m:t>=</m:t>
                    </m:r>
                    <m:r>
                      <m:rPr>
                        <m:sty m:val="p"/>
                      </m:rPr>
                      <a:rPr lang="en-US" i="0">
                        <a:latin typeface="Cambria Math" panose="02040503050406030204" pitchFamily="18" charset="0"/>
                      </a:rPr>
                      <m:t>P</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e>
                        </m:d>
                      </m:e>
                      <m:sup>
                        <m:r>
                          <a:rPr lang="en-US" i="0">
                            <a:latin typeface="Cambria Math" panose="02040503050406030204" pitchFamily="18" charset="0"/>
                          </a:rPr>
                          <m:t>′</m:t>
                        </m:r>
                      </m:sup>
                    </m:sSup>
                    <m:r>
                      <a:rPr lang="en-US" i="0">
                        <a:latin typeface="Cambria Math" panose="02040503050406030204" pitchFamily="18" charset="0"/>
                      </a:rPr>
                      <m:t>=1−</m:t>
                    </m:r>
                    <m:r>
                      <m:rPr>
                        <m:sty m:val="p"/>
                      </m:rPr>
                      <a:rPr lang="en-US" i="0">
                        <a:latin typeface="Cambria Math" panose="02040503050406030204" pitchFamily="18" charset="0"/>
                      </a:rPr>
                      <m:t>P</m:t>
                    </m:r>
                    <m:r>
                      <a:rPr lang="en-US" i="0">
                        <a:latin typeface="Cambria Math" panose="02040503050406030204" pitchFamily="18" charset="0"/>
                      </a:rPr>
                      <m:t>(</m:t>
                    </m:r>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r>
                      <a:rPr lang="en-US" i="0">
                        <a:latin typeface="Cambria Math" panose="02040503050406030204" pitchFamily="18" charset="0"/>
                      </a:rPr>
                      <m:t>)</m:t>
                    </m:r>
                  </m:oMath>
                </a14:m>
                <a:endParaRPr lang="en-IN" dirty="0"/>
              </a:p>
              <a:p>
                <a:pPr lvl="0"/>
                <a:r>
                  <a:rPr lang="en-US" dirty="0"/>
                  <a:t>The probability that events </a:t>
                </a:r>
                <a14:m>
                  <m:oMath xmlns:m="http://schemas.openxmlformats.org/officeDocument/2006/math">
                    <m:r>
                      <m:rPr>
                        <m:sty m:val="p"/>
                      </m:rPr>
                      <a:rPr lang="en-US" i="0" dirty="0" smtClean="0">
                        <a:latin typeface="Cambria Math" panose="02040503050406030204" pitchFamily="18" charset="0"/>
                      </a:rPr>
                      <m:t>A</m:t>
                    </m:r>
                  </m:oMath>
                </a14:m>
                <a:r>
                  <a:rPr lang="en-US" dirty="0"/>
                  <a:t>, </a:t>
                </a:r>
                <a14:m>
                  <m:oMath xmlns:m="http://schemas.openxmlformats.org/officeDocument/2006/math">
                    <m:r>
                      <m:rPr>
                        <m:sty m:val="p"/>
                      </m:rPr>
                      <a:rPr lang="en-US" i="0" dirty="0" smtClean="0">
                        <a:latin typeface="Cambria Math" panose="02040503050406030204" pitchFamily="18" charset="0"/>
                      </a:rPr>
                      <m:t>B</m:t>
                    </m:r>
                  </m:oMath>
                </a14:m>
                <a:r>
                  <a:rPr lang="en-US" dirty="0"/>
                  <a:t> and </a:t>
                </a:r>
                <a14:m>
                  <m:oMath xmlns:m="http://schemas.openxmlformats.org/officeDocument/2006/math">
                    <m:r>
                      <m:rPr>
                        <m:sty m:val="p"/>
                      </m:rPr>
                      <a:rPr lang="en-US" i="0" dirty="0" smtClean="0">
                        <a:latin typeface="Cambria Math" panose="02040503050406030204" pitchFamily="18" charset="0"/>
                      </a:rPr>
                      <m:t>C</m:t>
                    </m:r>
                  </m:oMath>
                </a14:m>
                <a:r>
                  <a:rPr lang="en-US" dirty="0"/>
                  <a:t> </a:t>
                </a:r>
                <a:r>
                  <a:rPr lang="en-US" b="1" dirty="0">
                    <a:solidFill>
                      <a:srgbClr val="FF0000"/>
                    </a:solidFill>
                  </a:rPr>
                  <a:t>not occur together </a:t>
                </a:r>
                <a:r>
                  <a:rPr lang="en-US" dirty="0"/>
                  <a:t>is,</a:t>
                </a:r>
                <a:endParaRPr lang="en-IN" dirty="0"/>
              </a:p>
              <a:p>
                <a:pPr lvl="1"/>
                <a14:m>
                  <m:oMath xmlns:m="http://schemas.openxmlformats.org/officeDocument/2006/math">
                    <m:r>
                      <m:rPr>
                        <m:sty m:val="p"/>
                      </m:rPr>
                      <a:rPr lang="en-US" i="0">
                        <a:latin typeface="Cambria Math" panose="02040503050406030204" pitchFamily="18" charset="0"/>
                      </a:rPr>
                      <m:t>P</m:t>
                    </m:r>
                    <m:d>
                      <m:dPr>
                        <m:ctrlPr>
                          <a:rPr lang="en-IN" i="1">
                            <a:latin typeface="Cambria Math" panose="02040503050406030204" pitchFamily="18" charset="0"/>
                          </a:rPr>
                        </m:ctrlPr>
                      </m:dPr>
                      <m:e>
                        <m:sSup>
                          <m:sSupPr>
                            <m:ctrlPr>
                              <a:rPr lang="en-IN" i="1">
                                <a:latin typeface="Cambria Math" panose="02040503050406030204" pitchFamily="18" charset="0"/>
                              </a:rPr>
                            </m:ctrlPr>
                          </m:sSupPr>
                          <m:e>
                            <m:r>
                              <m:rPr>
                                <m:sty m:val="p"/>
                              </m:rPr>
                              <a:rPr lang="en-US" i="0">
                                <a:latin typeface="Cambria Math" panose="02040503050406030204" pitchFamily="18" charset="0"/>
                              </a:rPr>
                              <m:t>A</m:t>
                            </m:r>
                          </m:e>
                          <m:sup>
                            <m:r>
                              <a:rPr lang="en-US" i="0">
                                <a:latin typeface="Cambria Math" panose="02040503050406030204" pitchFamily="18" charset="0"/>
                              </a:rPr>
                              <m:t>′</m:t>
                            </m:r>
                          </m:sup>
                        </m:sSup>
                        <m:r>
                          <a:rPr lang="en-US" i="0">
                            <a:latin typeface="Cambria Math" panose="02040503050406030204" pitchFamily="18" charset="0"/>
                          </a:rPr>
                          <m:t>∪</m:t>
                        </m:r>
                        <m:sSup>
                          <m:sSupPr>
                            <m:ctrlPr>
                              <a:rPr lang="en-IN" i="1">
                                <a:latin typeface="Cambria Math" panose="02040503050406030204" pitchFamily="18" charset="0"/>
                              </a:rPr>
                            </m:ctrlPr>
                          </m:sSupPr>
                          <m:e>
                            <m:r>
                              <m:rPr>
                                <m:sty m:val="p"/>
                              </m:rPr>
                              <a:rPr lang="en-US" i="0">
                                <a:latin typeface="Cambria Math" panose="02040503050406030204" pitchFamily="18" charset="0"/>
                              </a:rPr>
                              <m:t>B</m:t>
                            </m:r>
                          </m:e>
                          <m:sup>
                            <m:r>
                              <a:rPr lang="en-US" i="0">
                                <a:latin typeface="Cambria Math" panose="02040503050406030204" pitchFamily="18" charset="0"/>
                              </a:rPr>
                              <m:t>′</m:t>
                            </m:r>
                          </m:sup>
                        </m:sSup>
                        <m:r>
                          <a:rPr lang="en-US" i="0">
                            <a:latin typeface="Cambria Math" panose="02040503050406030204" pitchFamily="18" charset="0"/>
                          </a:rPr>
                          <m:t>∪</m:t>
                        </m:r>
                        <m:sSup>
                          <m:sSupPr>
                            <m:ctrlPr>
                              <a:rPr lang="en-IN" i="1">
                                <a:latin typeface="Cambria Math" panose="02040503050406030204" pitchFamily="18" charset="0"/>
                              </a:rPr>
                            </m:ctrlPr>
                          </m:sSupPr>
                          <m:e>
                            <m:r>
                              <m:rPr>
                                <m:sty m:val="p"/>
                              </m:rPr>
                              <a:rPr lang="en-US" i="0">
                                <a:latin typeface="Cambria Math" panose="02040503050406030204" pitchFamily="18" charset="0"/>
                              </a:rPr>
                              <m:t>C</m:t>
                            </m:r>
                          </m:e>
                          <m:sup>
                            <m:r>
                              <a:rPr lang="en-US" i="0">
                                <a:latin typeface="Cambria Math" panose="02040503050406030204" pitchFamily="18" charset="0"/>
                              </a:rPr>
                              <m:t>′</m:t>
                            </m:r>
                          </m:sup>
                        </m:sSup>
                      </m:e>
                    </m:d>
                    <m:r>
                      <a:rPr lang="en-US" i="0">
                        <a:latin typeface="Cambria Math" panose="02040503050406030204" pitchFamily="18" charset="0"/>
                      </a:rPr>
                      <m:t>=</m:t>
                    </m:r>
                    <m:r>
                      <m:rPr>
                        <m:sty m:val="p"/>
                      </m:rPr>
                      <a:rPr lang="en-US" i="0">
                        <a:latin typeface="Cambria Math" panose="02040503050406030204" pitchFamily="18" charset="0"/>
                      </a:rPr>
                      <m:t>P</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e>
                        </m:d>
                      </m:e>
                      <m:sup>
                        <m:r>
                          <a:rPr lang="en-US" i="0">
                            <a:latin typeface="Cambria Math" panose="02040503050406030204" pitchFamily="18" charset="0"/>
                          </a:rPr>
                          <m:t>′</m:t>
                        </m:r>
                      </m:sup>
                    </m:sSup>
                    <m:r>
                      <a:rPr lang="en-US" i="0">
                        <a:latin typeface="Cambria Math" panose="02040503050406030204" pitchFamily="18" charset="0"/>
                      </a:rPr>
                      <m:t>=1−</m:t>
                    </m:r>
                    <m:r>
                      <m:rPr>
                        <m:sty m:val="p"/>
                      </m:rPr>
                      <a:rPr lang="en-US" i="0">
                        <a:latin typeface="Cambria Math" panose="02040503050406030204" pitchFamily="18" charset="0"/>
                      </a:rPr>
                      <m:t>P</m:t>
                    </m:r>
                    <m:r>
                      <a:rPr lang="en-US" i="0">
                        <a:latin typeface="Cambria Math" panose="02040503050406030204" pitchFamily="18" charset="0"/>
                      </a:rPr>
                      <m:t>(</m:t>
                    </m:r>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r>
                      <a:rPr lang="en-US" i="0">
                        <a:latin typeface="Cambria Math" panose="02040503050406030204" pitchFamily="18" charset="0"/>
                      </a:rPr>
                      <m:t>)</m:t>
                    </m:r>
                  </m:oMath>
                </a14:m>
                <a:endParaRPr lang="en-IN"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131180" y="863444"/>
                <a:ext cx="11929641" cy="5590565"/>
              </a:xfrm>
              <a:blipFill>
                <a:blip r:embed="rId2"/>
                <a:stretch>
                  <a:fillRect l="-971"/>
                </a:stretch>
              </a:blipFill>
            </p:spPr>
            <p:txBody>
              <a:bodyPr/>
              <a:lstStyle/>
              <a:p>
                <a:r>
                  <a:rPr lang="en-IN">
                    <a:noFill/>
                  </a:rPr>
                  <a:t> </a:t>
                </a:r>
              </a:p>
            </p:txBody>
          </p:sp>
        </mc:Fallback>
      </mc:AlternateContent>
      <p:sp>
        <p:nvSpPr>
          <p:cNvPr id="6" name="TextBox 5">
            <a:extLst>
              <a:ext uri="{FF2B5EF4-FFF2-40B4-BE49-F238E27FC236}">
                <a16:creationId xmlns:a16="http://schemas.microsoft.com/office/drawing/2014/main" id="{179FC6AC-607A-4E21-B36A-4D4258D09B13}"/>
              </a:ext>
            </a:extLst>
          </p:cNvPr>
          <p:cNvSpPr txBox="1"/>
          <p:nvPr/>
        </p:nvSpPr>
        <p:spPr>
          <a:xfrm>
            <a:off x="9056847" y="4002317"/>
            <a:ext cx="2921794" cy="523220"/>
          </a:xfrm>
          <a:prstGeom prst="rect">
            <a:avLst/>
          </a:prstGeom>
          <a:noFill/>
        </p:spPr>
        <p:txBody>
          <a:bodyPr wrap="square">
            <a:spAutoFit/>
          </a:bodyPr>
          <a:lstStyle/>
          <a:p>
            <a:r>
              <a:rPr lang="en-IN" sz="2800" b="1" dirty="0">
                <a:solidFill>
                  <a:srgbClr val="002060"/>
                </a:solidFill>
                <a:latin typeface="+mj-lt"/>
              </a:rPr>
              <a:t>(De Morgan’s Rule)</a:t>
            </a:r>
          </a:p>
        </p:txBody>
      </p:sp>
      <p:sp>
        <p:nvSpPr>
          <p:cNvPr id="7" name="TextBox 6">
            <a:extLst>
              <a:ext uri="{FF2B5EF4-FFF2-40B4-BE49-F238E27FC236}">
                <a16:creationId xmlns:a16="http://schemas.microsoft.com/office/drawing/2014/main" id="{556DCDB0-E76C-42E1-AD06-109AD5CC4F11}"/>
              </a:ext>
            </a:extLst>
          </p:cNvPr>
          <p:cNvSpPr txBox="1"/>
          <p:nvPr/>
        </p:nvSpPr>
        <p:spPr>
          <a:xfrm>
            <a:off x="9056846" y="5319603"/>
            <a:ext cx="2921794" cy="523220"/>
          </a:xfrm>
          <a:prstGeom prst="rect">
            <a:avLst/>
          </a:prstGeom>
          <a:noFill/>
        </p:spPr>
        <p:txBody>
          <a:bodyPr wrap="square">
            <a:spAutoFit/>
          </a:bodyPr>
          <a:lstStyle/>
          <a:p>
            <a:r>
              <a:rPr lang="en-IN" sz="2800" b="1" dirty="0">
                <a:solidFill>
                  <a:srgbClr val="002060"/>
                </a:solidFill>
                <a:latin typeface="+mj-lt"/>
              </a:rPr>
              <a:t>(De Morgan’s Rule)</a:t>
            </a:r>
          </a:p>
        </p:txBody>
      </p:sp>
    </p:spTree>
    <p:extLst>
      <p:ext uri="{BB962C8B-B14F-4D97-AF65-F5344CB8AC3E}">
        <p14:creationId xmlns:p14="http://schemas.microsoft.com/office/powerpoint/2010/main" val="2431997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6" grpId="0"/>
      <p:bldP spid="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 2.2	</a:t>
            </a:r>
          </a:p>
        </p:txBody>
      </p:sp>
      <p:sp>
        <p:nvSpPr>
          <p:cNvPr id="3" name="Text Placeholder 2"/>
          <p:cNvSpPr>
            <a:spLocks noGrp="1"/>
          </p:cNvSpPr>
          <p:nvPr>
            <p:ph type="body" idx="1"/>
          </p:nvPr>
        </p:nvSpPr>
        <p:spPr>
          <a:xfrm>
            <a:off x="831850" y="4561050"/>
            <a:ext cx="10515600" cy="1500187"/>
          </a:xfrm>
        </p:spPr>
        <p:txBody>
          <a:bodyPr>
            <a:normAutofit/>
          </a:bodyPr>
          <a:lstStyle/>
          <a:p>
            <a:r>
              <a:rPr lang="en-US" sz="2800" dirty="0"/>
              <a:t>Probability of an Event</a:t>
            </a:r>
          </a:p>
        </p:txBody>
      </p:sp>
    </p:spTree>
    <p:extLst>
      <p:ext uri="{BB962C8B-B14F-4D97-AF65-F5344CB8AC3E}">
        <p14:creationId xmlns:p14="http://schemas.microsoft.com/office/powerpoint/2010/main" val="25757645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8"/>
                <a:ext cx="11929645" cy="1163753"/>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0000"/>
                  </a:lnSpc>
                  <a:spcBef>
                    <a:spcPts val="600"/>
                  </a:spcBef>
                </a:pPr>
                <a:r>
                  <a:rPr lang="en-US" dirty="0"/>
                  <a:t>If </a:t>
                </a:r>
                <a14:m>
                  <m:oMath xmlns:m="http://schemas.openxmlformats.org/officeDocument/2006/math">
                    <m:r>
                      <m:rPr>
                        <m:sty m:val="p"/>
                      </m:rPr>
                      <a:rPr lang="en-US" i="0" dirty="0" smtClean="0">
                        <a:latin typeface="Cambria Math" panose="02040503050406030204" pitchFamily="18" charset="0"/>
                      </a:rPr>
                      <m:t>A</m:t>
                    </m:r>
                  </m:oMath>
                </a14:m>
                <a:r>
                  <a:rPr lang="en-US" dirty="0"/>
                  <a:t> and </a:t>
                </a:r>
                <a14:m>
                  <m:oMath xmlns:m="http://schemas.openxmlformats.org/officeDocument/2006/math">
                    <m:r>
                      <m:rPr>
                        <m:sty m:val="p"/>
                      </m:rPr>
                      <a:rPr lang="en-US" i="0" dirty="0" smtClean="0">
                        <a:latin typeface="Cambria Math" panose="02040503050406030204" pitchFamily="18" charset="0"/>
                      </a:rPr>
                      <m:t>B</m:t>
                    </m:r>
                  </m:oMath>
                </a14:m>
                <a:r>
                  <a:rPr lang="en-US" dirty="0"/>
                  <a:t> are two mutually exclusive events with </a:t>
                </a:r>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A</m:t>
                        </m:r>
                      </m:e>
                    </m:d>
                    <m:r>
                      <a:rPr lang="en-US">
                        <a:latin typeface="Cambria Math" panose="02040503050406030204" pitchFamily="18" charset="0"/>
                      </a:rPr>
                      <m:t>=0.30,</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B</m:t>
                        </m:r>
                      </m:e>
                    </m:d>
                    <m:r>
                      <a:rPr lang="en-US">
                        <a:latin typeface="Cambria Math" panose="02040503050406030204" pitchFamily="18" charset="0"/>
                      </a:rPr>
                      <m:t>=0.45</m:t>
                    </m:r>
                  </m:oMath>
                </a14:m>
                <a:r>
                  <a:rPr lang="en-US" dirty="0"/>
                  <a:t>. Find the probability of </a:t>
                </a:r>
                <a14:m>
                  <m:oMath xmlns:m="http://schemas.openxmlformats.org/officeDocument/2006/math">
                    <m:sSup>
                      <m:sSupPr>
                        <m:ctrlPr>
                          <a:rPr lang="en-IN" i="1">
                            <a:latin typeface="Cambria Math" panose="02040503050406030204" pitchFamily="18" charset="0"/>
                          </a:rPr>
                        </m:ctrlPr>
                      </m:sSupPr>
                      <m:e>
                        <m:r>
                          <m:rPr>
                            <m:sty m:val="p"/>
                          </m:rPr>
                          <a:rPr lang="en-US">
                            <a:latin typeface="Cambria Math" panose="02040503050406030204" pitchFamily="18" charset="0"/>
                          </a:rPr>
                          <m:t>A</m:t>
                        </m:r>
                      </m:e>
                      <m:sup>
                        <m:r>
                          <a:rPr lang="en-IN" b="0" i="1" smtClean="0">
                            <a:latin typeface="Cambria Math" panose="02040503050406030204" pitchFamily="18" charset="0"/>
                          </a:rPr>
                          <m:t>′</m:t>
                        </m:r>
                      </m:sup>
                    </m:sSup>
                    <m:r>
                      <a:rPr lang="en-US">
                        <a:latin typeface="Cambria Math" panose="02040503050406030204" pitchFamily="18" charset="0"/>
                      </a:rPr>
                      <m:t>,</m:t>
                    </m:r>
                    <m:r>
                      <a:rPr lang="en-IN" i="1">
                        <a:latin typeface="Cambria Math" panose="02040503050406030204" pitchFamily="18" charset="0"/>
                      </a:rPr>
                      <m:t> </m:t>
                    </m:r>
                    <m:r>
                      <m:rPr>
                        <m:sty m:val="p"/>
                      </m:rPr>
                      <a:rPr lang="en-US">
                        <a:latin typeface="Cambria Math" panose="02040503050406030204" pitchFamily="18" charset="0"/>
                      </a:rPr>
                      <m:t>A</m:t>
                    </m:r>
                    <m:r>
                      <a:rPr lang="en-US">
                        <a:latin typeface="Cambria Math" panose="02040503050406030204" pitchFamily="18" charset="0"/>
                      </a:rPr>
                      <m:t>∩</m:t>
                    </m:r>
                    <m:r>
                      <m:rPr>
                        <m:sty m:val="p"/>
                      </m:rPr>
                      <a:rPr lang="en-US">
                        <a:latin typeface="Cambria Math" panose="02040503050406030204" pitchFamily="18" charset="0"/>
                      </a:rPr>
                      <m:t>B</m:t>
                    </m:r>
                    <m:r>
                      <a:rPr lang="en-US">
                        <a:latin typeface="Cambria Math" panose="02040503050406030204" pitchFamily="18" charset="0"/>
                      </a:rPr>
                      <m:t>,</m:t>
                    </m:r>
                    <m:r>
                      <a:rPr lang="en-IN" i="1">
                        <a:latin typeface="Cambria Math" panose="02040503050406030204" pitchFamily="18" charset="0"/>
                      </a:rPr>
                      <m:t> </m:t>
                    </m:r>
                    <m:r>
                      <m:rPr>
                        <m:sty m:val="p"/>
                      </m:rPr>
                      <a:rPr lang="en-US">
                        <a:latin typeface="Cambria Math" panose="02040503050406030204" pitchFamily="18" charset="0"/>
                      </a:rPr>
                      <m:t>A</m:t>
                    </m:r>
                    <m:r>
                      <a:rPr lang="en-US">
                        <a:latin typeface="Cambria Math" panose="02040503050406030204" pitchFamily="18" charset="0"/>
                      </a:rPr>
                      <m:t>∪</m:t>
                    </m:r>
                    <m:r>
                      <m:rPr>
                        <m:sty m:val="p"/>
                      </m:rPr>
                      <a:rPr lang="en-US">
                        <a:latin typeface="Cambria Math" panose="02040503050406030204" pitchFamily="18" charset="0"/>
                      </a:rPr>
                      <m:t>B</m:t>
                    </m:r>
                    <m:r>
                      <a:rPr lang="en-US">
                        <a:latin typeface="Cambria Math" panose="02040503050406030204" pitchFamily="18" charset="0"/>
                      </a:rPr>
                      <m:t>,</m:t>
                    </m:r>
                    <m:r>
                      <a:rPr lang="en-IN" b="0" i="1" smtClean="0">
                        <a:latin typeface="Cambria Math" panose="02040503050406030204" pitchFamily="18" charset="0"/>
                      </a:rPr>
                      <m:t> </m:t>
                    </m:r>
                    <m:sSup>
                      <m:sSupPr>
                        <m:ctrlPr>
                          <a:rPr lang="en-IN" i="1">
                            <a:latin typeface="Cambria Math" panose="02040503050406030204" pitchFamily="18" charset="0"/>
                          </a:rPr>
                        </m:ctrlPr>
                      </m:sSupPr>
                      <m:e>
                        <m:r>
                          <m:rPr>
                            <m:sty m:val="p"/>
                          </m:rPr>
                          <a:rPr lang="en-US">
                            <a:latin typeface="Cambria Math" panose="02040503050406030204" pitchFamily="18" charset="0"/>
                          </a:rPr>
                          <m:t>A</m:t>
                        </m:r>
                      </m:e>
                      <m:sup>
                        <m:r>
                          <a:rPr lang="en-IN" b="0" i="1" smtClean="0">
                            <a:latin typeface="Cambria Math" panose="02040503050406030204" pitchFamily="18" charset="0"/>
                          </a:rPr>
                          <m:t>′</m:t>
                        </m:r>
                      </m:sup>
                    </m:sSup>
                    <m:r>
                      <a:rPr lang="en-US">
                        <a:latin typeface="Cambria Math" panose="02040503050406030204" pitchFamily="18" charset="0"/>
                      </a:rPr>
                      <m:t>∩</m:t>
                    </m:r>
                    <m:sSup>
                      <m:sSupPr>
                        <m:ctrlPr>
                          <a:rPr lang="en-IN" i="1">
                            <a:latin typeface="Cambria Math" panose="02040503050406030204" pitchFamily="18" charset="0"/>
                          </a:rPr>
                        </m:ctrlPr>
                      </m:sSupPr>
                      <m:e>
                        <m:r>
                          <m:rPr>
                            <m:sty m:val="p"/>
                          </m:rPr>
                          <a:rPr lang="en-US">
                            <a:latin typeface="Cambria Math" panose="02040503050406030204" pitchFamily="18" charset="0"/>
                          </a:rPr>
                          <m:t>B</m:t>
                        </m:r>
                      </m:e>
                      <m:sup>
                        <m:r>
                          <a:rPr lang="en-IN" b="0" i="1" smtClean="0">
                            <a:latin typeface="Cambria Math" panose="02040503050406030204" pitchFamily="18" charset="0"/>
                          </a:rPr>
                          <m:t>′</m:t>
                        </m:r>
                      </m:sup>
                    </m:sSup>
                    <m:r>
                      <a:rPr lang="en-US">
                        <a:latin typeface="Cambria Math" panose="02040503050406030204" pitchFamily="18" charset="0"/>
                      </a:rPr>
                      <m:t>.</m:t>
                    </m:r>
                  </m:oMath>
                </a14:m>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8"/>
                <a:ext cx="11929645" cy="1163753"/>
              </a:xfrm>
              <a:prstGeom prst="rect">
                <a:avLst/>
              </a:prstGeom>
              <a:blipFill>
                <a:blip r:embed="rId2"/>
                <a:stretch>
                  <a:fillRect l="-1074" t="-1047" r="-1074" b="-7330"/>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2.2 ⇝ Example 1</a:t>
            </a:r>
            <a:endParaRPr lang="en-US" dirty="0"/>
          </a:p>
        </p:txBody>
      </p:sp>
      <p:sp>
        <p:nvSpPr>
          <p:cNvPr id="4" name="Content Placeholder 2"/>
          <p:cNvSpPr txBox="1">
            <a:spLocks/>
          </p:cNvSpPr>
          <p:nvPr/>
        </p:nvSpPr>
        <p:spPr>
          <a:xfrm>
            <a:off x="131178" y="2185674"/>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27" name="TextBox 26">
            <a:extLst>
              <a:ext uri="{FF2B5EF4-FFF2-40B4-BE49-F238E27FC236}">
                <a16:creationId xmlns:a16="http://schemas.microsoft.com/office/drawing/2014/main" id="{10846F01-7E87-4E07-BAA3-01B7131FF28E}"/>
              </a:ext>
            </a:extLst>
          </p:cNvPr>
          <p:cNvSpPr txBox="1"/>
          <p:nvPr/>
        </p:nvSpPr>
        <p:spPr>
          <a:xfrm>
            <a:off x="1594218" y="2185673"/>
            <a:ext cx="215206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Given that,</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9FC683F-5A63-4A5F-A8AC-BE07500555BC}"/>
                  </a:ext>
                </a:extLst>
              </p:cNvPr>
              <p:cNvSpPr txBox="1"/>
              <p:nvPr/>
            </p:nvSpPr>
            <p:spPr>
              <a:xfrm>
                <a:off x="1594218" y="2722420"/>
                <a:ext cx="6925668" cy="523220"/>
              </a:xfrm>
              <a:prstGeom prst="rect">
                <a:avLst/>
              </a:prstGeom>
              <a:noFill/>
            </p:spPr>
            <p:txBody>
              <a:bodyPr wrap="square" anchor="t">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latin typeface="+mj-lt"/>
                  </a:rPr>
                  <a:t>Also, </a:t>
                </a:r>
                <a14:m>
                  <m:oMath xmlns:m="http://schemas.openxmlformats.org/officeDocument/2006/math">
                    <m:r>
                      <m:rPr>
                        <m:sty m:val="p"/>
                      </m:rPr>
                      <a:rPr lang="en-GB" i="0" dirty="0" smtClean="0">
                        <a:latin typeface="Cambria Math" panose="02040503050406030204" pitchFamily="18" charset="0"/>
                      </a:rPr>
                      <m:t>A</m:t>
                    </m:r>
                  </m:oMath>
                </a14:m>
                <a:r>
                  <a:rPr lang="en-GB" dirty="0">
                    <a:latin typeface="+mj-lt"/>
                  </a:rPr>
                  <a:t> and </a:t>
                </a:r>
                <a14:m>
                  <m:oMath xmlns:m="http://schemas.openxmlformats.org/officeDocument/2006/math">
                    <m:r>
                      <m:rPr>
                        <m:sty m:val="p"/>
                      </m:rPr>
                      <a:rPr lang="en-GB" i="0" dirty="0" smtClean="0">
                        <a:latin typeface="Cambria Math" panose="02040503050406030204" pitchFamily="18" charset="0"/>
                      </a:rPr>
                      <m:t>B</m:t>
                    </m:r>
                  </m:oMath>
                </a14:m>
                <a:r>
                  <a:rPr lang="en-GB" dirty="0">
                    <a:latin typeface="+mj-lt"/>
                  </a:rPr>
                  <a:t> are two mutually exclusive events.</a:t>
                </a:r>
                <a:endParaRPr lang="en-IN" dirty="0">
                  <a:latin typeface="+mj-lt"/>
                </a:endParaRPr>
              </a:p>
            </p:txBody>
          </p:sp>
        </mc:Choice>
        <mc:Fallback xmlns="">
          <p:sp>
            <p:nvSpPr>
              <p:cNvPr id="32" name="TextBox 31">
                <a:extLst>
                  <a:ext uri="{FF2B5EF4-FFF2-40B4-BE49-F238E27FC236}">
                    <a16:creationId xmlns:a16="http://schemas.microsoft.com/office/drawing/2014/main" id="{49FC683F-5A63-4A5F-A8AC-BE07500555BC}"/>
                  </a:ext>
                </a:extLst>
              </p:cNvPr>
              <p:cNvSpPr txBox="1">
                <a:spLocks noRot="1" noChangeAspect="1" noMove="1" noResize="1" noEditPoints="1" noAdjustHandles="1" noChangeArrowheads="1" noChangeShapeType="1" noTextEdit="1"/>
              </p:cNvSpPr>
              <p:nvPr/>
            </p:nvSpPr>
            <p:spPr>
              <a:xfrm>
                <a:off x="1594218" y="2722420"/>
                <a:ext cx="6925668" cy="523220"/>
              </a:xfrm>
              <a:prstGeom prst="rect">
                <a:avLst/>
              </a:prstGeom>
              <a:blipFill>
                <a:blip r:embed="rId3"/>
                <a:stretch>
                  <a:fillRect l="-1849" t="-11765" r="-704"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9143807-461E-47F7-8A16-0B7F73CD2A37}"/>
                  </a:ext>
                </a:extLst>
              </p:cNvPr>
              <p:cNvSpPr txBox="1"/>
              <p:nvPr/>
            </p:nvSpPr>
            <p:spPr>
              <a:xfrm>
                <a:off x="8429556" y="2722419"/>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15" name="TextBox 14">
                <a:extLst>
                  <a:ext uri="{FF2B5EF4-FFF2-40B4-BE49-F238E27FC236}">
                    <a16:creationId xmlns:a16="http://schemas.microsoft.com/office/drawing/2014/main" id="{F9143807-461E-47F7-8A16-0B7F73CD2A37}"/>
                  </a:ext>
                </a:extLst>
              </p:cNvPr>
              <p:cNvSpPr txBox="1">
                <a:spLocks noRot="1" noChangeAspect="1" noMove="1" noResize="1" noEditPoints="1" noAdjustHandles="1" noChangeArrowheads="1" noChangeShapeType="1" noTextEdit="1"/>
              </p:cNvSpPr>
              <p:nvPr/>
            </p:nvSpPr>
            <p:spPr>
              <a:xfrm>
                <a:off x="8429556" y="2722419"/>
                <a:ext cx="534127"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81EC877-6698-42F9-8DA9-E2C048B1592B}"/>
                  </a:ext>
                </a:extLst>
              </p:cNvPr>
              <p:cNvSpPr txBox="1"/>
              <p:nvPr/>
            </p:nvSpPr>
            <p:spPr>
              <a:xfrm>
                <a:off x="8963683" y="2722419"/>
                <a:ext cx="1058212"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A</m:t>
                      </m:r>
                      <m:r>
                        <a:rPr lang="en-IN" b="0" i="0" dirty="0" smtClean="0">
                          <a:latin typeface="Cambria Math" panose="02040503050406030204" pitchFamily="18" charset="0"/>
                        </a:rPr>
                        <m:t>∩</m:t>
                      </m:r>
                      <m:r>
                        <m:rPr>
                          <m:sty m:val="p"/>
                        </m:rPr>
                        <a:rPr lang="en-IN" b="0" i="0" dirty="0" smtClean="0">
                          <a:latin typeface="Cambria Math" panose="02040503050406030204" pitchFamily="18" charset="0"/>
                        </a:rPr>
                        <m:t>B</m:t>
                      </m:r>
                    </m:oMath>
                  </m:oMathPara>
                </a14:m>
                <a:endParaRPr lang="en-IN" dirty="0">
                  <a:latin typeface="+mn-lt"/>
                </a:endParaRPr>
              </a:p>
            </p:txBody>
          </p:sp>
        </mc:Choice>
        <mc:Fallback xmlns="">
          <p:sp>
            <p:nvSpPr>
              <p:cNvPr id="16" name="TextBox 15">
                <a:extLst>
                  <a:ext uri="{FF2B5EF4-FFF2-40B4-BE49-F238E27FC236}">
                    <a16:creationId xmlns:a16="http://schemas.microsoft.com/office/drawing/2014/main" id="{981EC877-6698-42F9-8DA9-E2C048B1592B}"/>
                  </a:ext>
                </a:extLst>
              </p:cNvPr>
              <p:cNvSpPr txBox="1">
                <a:spLocks noRot="1" noChangeAspect="1" noMove="1" noResize="1" noEditPoints="1" noAdjustHandles="1" noChangeArrowheads="1" noChangeShapeType="1" noTextEdit="1"/>
              </p:cNvSpPr>
              <p:nvPr/>
            </p:nvSpPr>
            <p:spPr>
              <a:xfrm>
                <a:off x="8963683" y="2722419"/>
                <a:ext cx="1058212"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B50AA5A-AE75-4F3C-B3C8-77698F7751DC}"/>
                  </a:ext>
                </a:extLst>
              </p:cNvPr>
              <p:cNvSpPr txBox="1"/>
              <p:nvPr/>
            </p:nvSpPr>
            <p:spPr>
              <a:xfrm>
                <a:off x="9936170" y="2722419"/>
                <a:ext cx="785368"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m:rPr>
                          <m:sty m:val="p"/>
                        </m:rPr>
                        <a:rPr lang="en-IN" b="0" i="0" dirty="0" smtClean="0">
                          <a:latin typeface="Cambria Math" panose="02040503050406030204" pitchFamily="18" charset="0"/>
                        </a:rPr>
                        <m:t>ϕ</m:t>
                      </m:r>
                    </m:oMath>
                  </m:oMathPara>
                </a14:m>
                <a:endParaRPr lang="en-IN" dirty="0">
                  <a:latin typeface="+mn-lt"/>
                </a:endParaRPr>
              </a:p>
            </p:txBody>
          </p:sp>
        </mc:Choice>
        <mc:Fallback xmlns="">
          <p:sp>
            <p:nvSpPr>
              <p:cNvPr id="17" name="TextBox 16">
                <a:extLst>
                  <a:ext uri="{FF2B5EF4-FFF2-40B4-BE49-F238E27FC236}">
                    <a16:creationId xmlns:a16="http://schemas.microsoft.com/office/drawing/2014/main" id="{3B50AA5A-AE75-4F3C-B3C8-77698F7751DC}"/>
                  </a:ext>
                </a:extLst>
              </p:cNvPr>
              <p:cNvSpPr txBox="1">
                <a:spLocks noRot="1" noChangeAspect="1" noMove="1" noResize="1" noEditPoints="1" noAdjustHandles="1" noChangeArrowheads="1" noChangeShapeType="1" noTextEdit="1"/>
              </p:cNvSpPr>
              <p:nvPr/>
            </p:nvSpPr>
            <p:spPr>
              <a:xfrm>
                <a:off x="9936170" y="2722419"/>
                <a:ext cx="785368"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7987D36-B8B6-46DF-8FAE-E8C9727013A5}"/>
                  </a:ext>
                </a:extLst>
              </p:cNvPr>
              <p:cNvSpPr txBox="1"/>
              <p:nvPr/>
            </p:nvSpPr>
            <p:spPr>
              <a:xfrm>
                <a:off x="3403186" y="2199199"/>
                <a:ext cx="208321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A</m:t>
                          </m:r>
                        </m:e>
                      </m:d>
                      <m:r>
                        <a:rPr lang="en-US">
                          <a:latin typeface="Cambria Math" panose="02040503050406030204" pitchFamily="18" charset="0"/>
                        </a:rPr>
                        <m:t>=0.30</m:t>
                      </m:r>
                    </m:oMath>
                  </m:oMathPara>
                </a14:m>
                <a:endParaRPr lang="en-IN" dirty="0">
                  <a:latin typeface="+mn-lt"/>
                </a:endParaRPr>
              </a:p>
            </p:txBody>
          </p:sp>
        </mc:Choice>
        <mc:Fallback xmlns="">
          <p:sp>
            <p:nvSpPr>
              <p:cNvPr id="20" name="TextBox 19">
                <a:extLst>
                  <a:ext uri="{FF2B5EF4-FFF2-40B4-BE49-F238E27FC236}">
                    <a16:creationId xmlns:a16="http://schemas.microsoft.com/office/drawing/2014/main" id="{E7987D36-B8B6-46DF-8FAE-E8C9727013A5}"/>
                  </a:ext>
                </a:extLst>
              </p:cNvPr>
              <p:cNvSpPr txBox="1">
                <a:spLocks noRot="1" noChangeAspect="1" noMove="1" noResize="1" noEditPoints="1" noAdjustHandles="1" noChangeArrowheads="1" noChangeShapeType="1" noTextEdit="1"/>
              </p:cNvSpPr>
              <p:nvPr/>
            </p:nvSpPr>
            <p:spPr>
              <a:xfrm>
                <a:off x="3403186" y="2199199"/>
                <a:ext cx="2083214"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FA1E75C-709F-4A78-92CC-C1F39AD3F658}"/>
                  </a:ext>
                </a:extLst>
              </p:cNvPr>
              <p:cNvSpPr txBox="1"/>
              <p:nvPr/>
            </p:nvSpPr>
            <p:spPr>
              <a:xfrm>
                <a:off x="5747355" y="2199199"/>
                <a:ext cx="208321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B</m:t>
                          </m:r>
                        </m:e>
                      </m:d>
                      <m:r>
                        <a:rPr lang="en-US">
                          <a:latin typeface="Cambria Math" panose="02040503050406030204" pitchFamily="18" charset="0"/>
                        </a:rPr>
                        <m:t>=0.45</m:t>
                      </m:r>
                    </m:oMath>
                  </m:oMathPara>
                </a14:m>
                <a:endParaRPr lang="en-IN" dirty="0">
                  <a:latin typeface="+mn-lt"/>
                </a:endParaRPr>
              </a:p>
            </p:txBody>
          </p:sp>
        </mc:Choice>
        <mc:Fallback xmlns="">
          <p:sp>
            <p:nvSpPr>
              <p:cNvPr id="22" name="TextBox 21">
                <a:extLst>
                  <a:ext uri="{FF2B5EF4-FFF2-40B4-BE49-F238E27FC236}">
                    <a16:creationId xmlns:a16="http://schemas.microsoft.com/office/drawing/2014/main" id="{5FA1E75C-709F-4A78-92CC-C1F39AD3F658}"/>
                  </a:ext>
                </a:extLst>
              </p:cNvPr>
              <p:cNvSpPr txBox="1">
                <a:spLocks noRot="1" noChangeAspect="1" noMove="1" noResize="1" noEditPoints="1" noAdjustHandles="1" noChangeArrowheads="1" noChangeShapeType="1" noTextEdit="1"/>
              </p:cNvSpPr>
              <p:nvPr/>
            </p:nvSpPr>
            <p:spPr>
              <a:xfrm>
                <a:off x="5747355" y="2199199"/>
                <a:ext cx="2083214" cy="523220"/>
              </a:xfrm>
              <a:prstGeom prst="rect">
                <a:avLst/>
              </a:prstGeom>
              <a:blipFill>
                <a:blip r:embed="rId8"/>
                <a:stretch>
                  <a:fillRect/>
                </a:stretch>
              </a:blipFill>
            </p:spPr>
            <p:txBody>
              <a:bodyPr/>
              <a:lstStyle/>
              <a:p>
                <a:r>
                  <a:rPr lang="en-IN">
                    <a:noFill/>
                  </a:rPr>
                  <a:t> </a:t>
                </a:r>
              </a:p>
            </p:txBody>
          </p:sp>
        </mc:Fallback>
      </mc:AlternateContent>
      <p:sp>
        <p:nvSpPr>
          <p:cNvPr id="23" name="TextBox 22">
            <a:extLst>
              <a:ext uri="{FF2B5EF4-FFF2-40B4-BE49-F238E27FC236}">
                <a16:creationId xmlns:a16="http://schemas.microsoft.com/office/drawing/2014/main" id="{C8C41ABA-0F29-431D-9106-11200C5A28FD}"/>
              </a:ext>
            </a:extLst>
          </p:cNvPr>
          <p:cNvSpPr txBox="1"/>
          <p:nvPr/>
        </p:nvSpPr>
        <p:spPr>
          <a:xfrm>
            <a:off x="1594218" y="3435034"/>
            <a:ext cx="931268"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Now,</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8E84EB0-FB6D-4DEA-BA08-544DEC26DE8A}"/>
                  </a:ext>
                </a:extLst>
              </p:cNvPr>
              <p:cNvSpPr txBox="1"/>
              <p:nvPr/>
            </p:nvSpPr>
            <p:spPr>
              <a:xfrm>
                <a:off x="2525486" y="3429000"/>
                <a:ext cx="1058212"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m:rPr>
                        <m:sty m:val="p"/>
                      </m:rPr>
                      <a:rPr lang="en-IN" b="0" i="0" smtClean="0">
                        <a:latin typeface="Cambria Math" panose="02040503050406030204" pitchFamily="18" charset="0"/>
                      </a:rPr>
                      <m:t>P</m:t>
                    </m:r>
                    <m:d>
                      <m:dPr>
                        <m:ctrlPr>
                          <a:rPr lang="en-IN" b="0" i="1" smtClean="0">
                            <a:latin typeface="Cambria Math" panose="02040503050406030204" pitchFamily="18" charset="0"/>
                          </a:rPr>
                        </m:ctrlPr>
                      </m:dPr>
                      <m:e>
                        <m:sSup>
                          <m:sSupPr>
                            <m:ctrlPr>
                              <a:rPr lang="en-IN" b="0" i="1" smtClean="0">
                                <a:latin typeface="Cambria Math" panose="02040503050406030204" pitchFamily="18" charset="0"/>
                              </a:rPr>
                            </m:ctrlPr>
                          </m:sSupPr>
                          <m:e>
                            <m:r>
                              <m:rPr>
                                <m:sty m:val="p"/>
                              </m:rPr>
                              <a:rPr lang="en-IN" b="0" i="0" smtClean="0">
                                <a:latin typeface="Cambria Math" panose="02040503050406030204" pitchFamily="18" charset="0"/>
                              </a:rPr>
                              <m:t>A</m:t>
                            </m:r>
                          </m:e>
                          <m:sup>
                            <m:r>
                              <a:rPr lang="en-IN" b="0" i="0" smtClean="0">
                                <a:latin typeface="Cambria Math" panose="02040503050406030204" pitchFamily="18" charset="0"/>
                              </a:rPr>
                              <m:t>′</m:t>
                            </m:r>
                          </m:sup>
                        </m:sSup>
                      </m:e>
                    </m:d>
                  </m:oMath>
                </a14:m>
                <a:r>
                  <a:rPr lang="en-IN" dirty="0">
                    <a:latin typeface="+mn-lt"/>
                  </a:rPr>
                  <a:t> </a:t>
                </a:r>
              </a:p>
            </p:txBody>
          </p:sp>
        </mc:Choice>
        <mc:Fallback xmlns="">
          <p:sp>
            <p:nvSpPr>
              <p:cNvPr id="24" name="TextBox 23">
                <a:extLst>
                  <a:ext uri="{FF2B5EF4-FFF2-40B4-BE49-F238E27FC236}">
                    <a16:creationId xmlns:a16="http://schemas.microsoft.com/office/drawing/2014/main" id="{F8E84EB0-FB6D-4DEA-BA08-544DEC26DE8A}"/>
                  </a:ext>
                </a:extLst>
              </p:cNvPr>
              <p:cNvSpPr txBox="1">
                <a:spLocks noRot="1" noChangeAspect="1" noMove="1" noResize="1" noEditPoints="1" noAdjustHandles="1" noChangeArrowheads="1" noChangeShapeType="1" noTextEdit="1"/>
              </p:cNvSpPr>
              <p:nvPr/>
            </p:nvSpPr>
            <p:spPr>
              <a:xfrm>
                <a:off x="2525486" y="3429000"/>
                <a:ext cx="1058212"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BD507FE-FB21-427D-9D1C-3FCDB600155C}"/>
                  </a:ext>
                </a:extLst>
              </p:cNvPr>
              <p:cNvSpPr txBox="1"/>
              <p:nvPr/>
            </p:nvSpPr>
            <p:spPr>
              <a:xfrm>
                <a:off x="3456754" y="3429000"/>
                <a:ext cx="195126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smtClean="0">
                          <a:latin typeface="Cambria Math" panose="02040503050406030204" pitchFamily="18" charset="0"/>
                        </a:rPr>
                        <m:t>=1−</m:t>
                      </m:r>
                      <m:r>
                        <m:rPr>
                          <m:sty m:val="p"/>
                        </m:rPr>
                        <a:rPr lang="en-IN" b="0" i="0" smtClean="0">
                          <a:latin typeface="Cambria Math" panose="02040503050406030204" pitchFamily="18" charset="0"/>
                        </a:rPr>
                        <m:t>P</m:t>
                      </m:r>
                      <m:d>
                        <m:dPr>
                          <m:ctrlPr>
                            <a:rPr lang="en-IN" b="0" i="1" smtClean="0">
                              <a:latin typeface="Cambria Math" panose="02040503050406030204" pitchFamily="18" charset="0"/>
                            </a:rPr>
                          </m:ctrlPr>
                        </m:dPr>
                        <m:e>
                          <m:r>
                            <m:rPr>
                              <m:sty m:val="p"/>
                            </m:rPr>
                            <a:rPr lang="en-IN" b="0" i="0" smtClean="0">
                              <a:latin typeface="Cambria Math" panose="02040503050406030204" pitchFamily="18" charset="0"/>
                            </a:rPr>
                            <m:t>A</m:t>
                          </m:r>
                        </m:e>
                      </m:d>
                    </m:oMath>
                  </m:oMathPara>
                </a14:m>
                <a:endParaRPr lang="en-IN" dirty="0">
                  <a:latin typeface="+mn-lt"/>
                </a:endParaRPr>
              </a:p>
            </p:txBody>
          </p:sp>
        </mc:Choice>
        <mc:Fallback xmlns="">
          <p:sp>
            <p:nvSpPr>
              <p:cNvPr id="25" name="TextBox 24">
                <a:extLst>
                  <a:ext uri="{FF2B5EF4-FFF2-40B4-BE49-F238E27FC236}">
                    <a16:creationId xmlns:a16="http://schemas.microsoft.com/office/drawing/2014/main" id="{CBD507FE-FB21-427D-9D1C-3FCDB600155C}"/>
                  </a:ext>
                </a:extLst>
              </p:cNvPr>
              <p:cNvSpPr txBox="1">
                <a:spLocks noRot="1" noChangeAspect="1" noMove="1" noResize="1" noEditPoints="1" noAdjustHandles="1" noChangeArrowheads="1" noChangeShapeType="1" noTextEdit="1"/>
              </p:cNvSpPr>
              <p:nvPr/>
            </p:nvSpPr>
            <p:spPr>
              <a:xfrm>
                <a:off x="3456754" y="3429000"/>
                <a:ext cx="1951264"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D1246CC-296A-49C1-95DC-47141909894E}"/>
                  </a:ext>
                </a:extLst>
              </p:cNvPr>
              <p:cNvSpPr txBox="1"/>
              <p:nvPr/>
            </p:nvSpPr>
            <p:spPr>
              <a:xfrm>
                <a:off x="3456754" y="3965747"/>
                <a:ext cx="195126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smtClean="0">
                          <a:latin typeface="Cambria Math" panose="02040503050406030204" pitchFamily="18" charset="0"/>
                        </a:rPr>
                        <m:t>=1−</m:t>
                      </m:r>
                      <m:r>
                        <a:rPr lang="en-IN" b="0" i="1" smtClean="0">
                          <a:latin typeface="Cambria Math" panose="02040503050406030204" pitchFamily="18" charset="0"/>
                        </a:rPr>
                        <m:t>0.30</m:t>
                      </m:r>
                    </m:oMath>
                  </m:oMathPara>
                </a14:m>
                <a:endParaRPr lang="en-IN" dirty="0">
                  <a:latin typeface="+mn-lt"/>
                </a:endParaRPr>
              </a:p>
            </p:txBody>
          </p:sp>
        </mc:Choice>
        <mc:Fallback xmlns="">
          <p:sp>
            <p:nvSpPr>
              <p:cNvPr id="26" name="TextBox 25">
                <a:extLst>
                  <a:ext uri="{FF2B5EF4-FFF2-40B4-BE49-F238E27FC236}">
                    <a16:creationId xmlns:a16="http://schemas.microsoft.com/office/drawing/2014/main" id="{0D1246CC-296A-49C1-95DC-47141909894E}"/>
                  </a:ext>
                </a:extLst>
              </p:cNvPr>
              <p:cNvSpPr txBox="1">
                <a:spLocks noRot="1" noChangeAspect="1" noMove="1" noResize="1" noEditPoints="1" noAdjustHandles="1" noChangeArrowheads="1" noChangeShapeType="1" noTextEdit="1"/>
              </p:cNvSpPr>
              <p:nvPr/>
            </p:nvSpPr>
            <p:spPr>
              <a:xfrm>
                <a:off x="3456754" y="3965747"/>
                <a:ext cx="1951264"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57CE035-44E3-4349-9A1A-6CB105224DA9}"/>
                  </a:ext>
                </a:extLst>
              </p:cNvPr>
              <p:cNvSpPr txBox="1"/>
              <p:nvPr/>
            </p:nvSpPr>
            <p:spPr>
              <a:xfrm>
                <a:off x="3456754" y="4502494"/>
                <a:ext cx="1220796"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smtClean="0">
                          <a:latin typeface="Cambria Math" panose="02040503050406030204" pitchFamily="18" charset="0"/>
                        </a:rPr>
                        <m:t>=</m:t>
                      </m:r>
                      <m:r>
                        <a:rPr lang="en-IN" b="0" i="1" smtClean="0">
                          <a:latin typeface="Cambria Math" panose="02040503050406030204" pitchFamily="18" charset="0"/>
                        </a:rPr>
                        <m:t>0.70</m:t>
                      </m:r>
                    </m:oMath>
                  </m:oMathPara>
                </a14:m>
                <a:endParaRPr lang="en-IN" dirty="0">
                  <a:latin typeface="+mn-lt"/>
                </a:endParaRPr>
              </a:p>
            </p:txBody>
          </p:sp>
        </mc:Choice>
        <mc:Fallback xmlns="">
          <p:sp>
            <p:nvSpPr>
              <p:cNvPr id="28" name="TextBox 27">
                <a:extLst>
                  <a:ext uri="{FF2B5EF4-FFF2-40B4-BE49-F238E27FC236}">
                    <a16:creationId xmlns:a16="http://schemas.microsoft.com/office/drawing/2014/main" id="{557CE035-44E3-4349-9A1A-6CB105224DA9}"/>
                  </a:ext>
                </a:extLst>
              </p:cNvPr>
              <p:cNvSpPr txBox="1">
                <a:spLocks noRot="1" noChangeAspect="1" noMove="1" noResize="1" noEditPoints="1" noAdjustHandles="1" noChangeArrowheads="1" noChangeShapeType="1" noTextEdit="1"/>
              </p:cNvSpPr>
              <p:nvPr/>
            </p:nvSpPr>
            <p:spPr>
              <a:xfrm>
                <a:off x="3456754" y="4502494"/>
                <a:ext cx="1220796" cy="523220"/>
              </a:xfrm>
              <a:prstGeom prst="rect">
                <a:avLst/>
              </a:prstGeom>
              <a:blipFill>
                <a:blip r:embed="rId12"/>
                <a:stretch>
                  <a:fillRect/>
                </a:stretch>
              </a:blipFill>
            </p:spPr>
            <p:txBody>
              <a:bodyPr/>
              <a:lstStyle/>
              <a:p>
                <a:r>
                  <a:rPr lang="en-IN">
                    <a:noFill/>
                  </a:rPr>
                  <a:t> </a:t>
                </a:r>
              </a:p>
            </p:txBody>
          </p:sp>
        </mc:Fallback>
      </mc:AlternateContent>
      <p:cxnSp>
        <p:nvCxnSpPr>
          <p:cNvPr id="29" name="Straight Connector 28">
            <a:extLst>
              <a:ext uri="{FF2B5EF4-FFF2-40B4-BE49-F238E27FC236}">
                <a16:creationId xmlns:a16="http://schemas.microsoft.com/office/drawing/2014/main" id="{B6252998-403B-4923-BA73-742B94FB330C}"/>
              </a:ext>
            </a:extLst>
          </p:cNvPr>
          <p:cNvCxnSpPr>
            <a:cxnSpLocks/>
          </p:cNvCxnSpPr>
          <p:nvPr/>
        </p:nvCxnSpPr>
        <p:spPr>
          <a:xfrm>
            <a:off x="5571854" y="3429000"/>
            <a:ext cx="0" cy="3116943"/>
          </a:xfrm>
          <a:prstGeom prst="line">
            <a:avLst/>
          </a:prstGeom>
          <a:ln w="28575" cap="rnd">
            <a:solidFill>
              <a:srgbClr val="FF0000"/>
            </a:solidFill>
            <a:round/>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4E07B08F-46A1-4B49-8D53-9397F595398B}"/>
              </a:ext>
            </a:extLst>
          </p:cNvPr>
          <p:cNvSpPr/>
          <p:nvPr/>
        </p:nvSpPr>
        <p:spPr>
          <a:xfrm>
            <a:off x="3456754" y="4488316"/>
            <a:ext cx="1220794" cy="522000"/>
          </a:xfrm>
          <a:prstGeom prst="roundRect">
            <a:avLst/>
          </a:prstGeom>
          <a:noFill/>
          <a:ln w="28575">
            <a:solidFill>
              <a:srgbClr val="B847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DB6B2C48-BD7B-4720-A736-1A86E09F7EC8}"/>
                  </a:ext>
                </a:extLst>
              </p:cNvPr>
              <p:cNvSpPr txBox="1"/>
              <p:nvPr/>
            </p:nvSpPr>
            <p:spPr>
              <a:xfrm>
                <a:off x="2525486" y="5719149"/>
                <a:ext cx="1591312"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m:rPr>
                        <m:sty m:val="p"/>
                      </m:rPr>
                      <a:rPr lang="en-IN" b="0" i="0" smtClean="0">
                        <a:latin typeface="Cambria Math" panose="02040503050406030204" pitchFamily="18" charset="0"/>
                      </a:rPr>
                      <m:t>P</m:t>
                    </m:r>
                    <m:d>
                      <m:dPr>
                        <m:ctrlPr>
                          <a:rPr lang="en-IN" b="0" i="1" smtClean="0">
                            <a:latin typeface="Cambria Math" panose="02040503050406030204" pitchFamily="18" charset="0"/>
                          </a:rPr>
                        </m:ctrlPr>
                      </m:dPr>
                      <m:e>
                        <m:r>
                          <m:rPr>
                            <m:sty m:val="p"/>
                          </m:rPr>
                          <a:rPr lang="en-IN" dirty="0">
                            <a:latin typeface="Cambria Math" panose="02040503050406030204" pitchFamily="18" charset="0"/>
                          </a:rPr>
                          <m:t>A</m:t>
                        </m:r>
                        <m:r>
                          <a:rPr lang="en-IN" dirty="0">
                            <a:latin typeface="Cambria Math" panose="02040503050406030204" pitchFamily="18" charset="0"/>
                          </a:rPr>
                          <m:t>∩</m:t>
                        </m:r>
                        <m:r>
                          <m:rPr>
                            <m:sty m:val="p"/>
                          </m:rPr>
                          <a:rPr lang="en-IN" dirty="0">
                            <a:latin typeface="Cambria Math" panose="02040503050406030204" pitchFamily="18" charset="0"/>
                          </a:rPr>
                          <m:t>B</m:t>
                        </m:r>
                      </m:e>
                    </m:d>
                  </m:oMath>
                </a14:m>
                <a:r>
                  <a:rPr lang="en-IN" dirty="0">
                    <a:latin typeface="+mn-lt"/>
                  </a:rPr>
                  <a:t> </a:t>
                </a:r>
              </a:p>
            </p:txBody>
          </p:sp>
        </mc:Choice>
        <mc:Fallback xmlns="">
          <p:sp>
            <p:nvSpPr>
              <p:cNvPr id="31" name="TextBox 30">
                <a:extLst>
                  <a:ext uri="{FF2B5EF4-FFF2-40B4-BE49-F238E27FC236}">
                    <a16:creationId xmlns:a16="http://schemas.microsoft.com/office/drawing/2014/main" id="{DB6B2C48-BD7B-4720-A736-1A86E09F7EC8}"/>
                  </a:ext>
                </a:extLst>
              </p:cNvPr>
              <p:cNvSpPr txBox="1">
                <a:spLocks noRot="1" noChangeAspect="1" noMove="1" noResize="1" noEditPoints="1" noAdjustHandles="1" noChangeArrowheads="1" noChangeShapeType="1" noTextEdit="1"/>
              </p:cNvSpPr>
              <p:nvPr/>
            </p:nvSpPr>
            <p:spPr>
              <a:xfrm>
                <a:off x="2525486" y="5719149"/>
                <a:ext cx="1591312"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1FDC1580-5C67-47C7-8A12-FE795E39A03C}"/>
                  </a:ext>
                </a:extLst>
              </p:cNvPr>
              <p:cNvSpPr txBox="1"/>
              <p:nvPr/>
            </p:nvSpPr>
            <p:spPr>
              <a:xfrm>
                <a:off x="3980542" y="5719149"/>
                <a:ext cx="69700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smtClean="0">
                          <a:latin typeface="Cambria Math" panose="02040503050406030204" pitchFamily="18" charset="0"/>
                        </a:rPr>
                        <m:t>=</m:t>
                      </m:r>
                      <m:r>
                        <a:rPr lang="en-IN" b="0" i="1" smtClean="0">
                          <a:latin typeface="Cambria Math" panose="02040503050406030204" pitchFamily="18" charset="0"/>
                        </a:rPr>
                        <m:t>0</m:t>
                      </m:r>
                    </m:oMath>
                  </m:oMathPara>
                </a14:m>
                <a:endParaRPr lang="en-IN" dirty="0">
                  <a:latin typeface="+mn-lt"/>
                </a:endParaRPr>
              </a:p>
            </p:txBody>
          </p:sp>
        </mc:Choice>
        <mc:Fallback xmlns="">
          <p:sp>
            <p:nvSpPr>
              <p:cNvPr id="35" name="TextBox 34">
                <a:extLst>
                  <a:ext uri="{FF2B5EF4-FFF2-40B4-BE49-F238E27FC236}">
                    <a16:creationId xmlns:a16="http://schemas.microsoft.com/office/drawing/2014/main" id="{1FDC1580-5C67-47C7-8A12-FE795E39A03C}"/>
                  </a:ext>
                </a:extLst>
              </p:cNvPr>
              <p:cNvSpPr txBox="1">
                <a:spLocks noRot="1" noChangeAspect="1" noMove="1" noResize="1" noEditPoints="1" noAdjustHandles="1" noChangeArrowheads="1" noChangeShapeType="1" noTextEdit="1"/>
              </p:cNvSpPr>
              <p:nvPr/>
            </p:nvSpPr>
            <p:spPr>
              <a:xfrm>
                <a:off x="3980542" y="5719149"/>
                <a:ext cx="697004" cy="523220"/>
              </a:xfrm>
              <a:prstGeom prst="rect">
                <a:avLst/>
              </a:prstGeom>
              <a:blipFill>
                <a:blip r:embed="rId14"/>
                <a:stretch>
                  <a:fillRect/>
                </a:stretch>
              </a:blipFill>
            </p:spPr>
            <p:txBody>
              <a:bodyPr/>
              <a:lstStyle/>
              <a:p>
                <a:r>
                  <a:rPr lang="en-IN">
                    <a:noFill/>
                  </a:rPr>
                  <a:t> </a:t>
                </a:r>
              </a:p>
            </p:txBody>
          </p:sp>
        </mc:Fallback>
      </mc:AlternateContent>
      <p:sp>
        <p:nvSpPr>
          <p:cNvPr id="9" name="Rectangle: Rounded Corners 8">
            <a:extLst>
              <a:ext uri="{FF2B5EF4-FFF2-40B4-BE49-F238E27FC236}">
                <a16:creationId xmlns:a16="http://schemas.microsoft.com/office/drawing/2014/main" id="{F878A94A-2BA6-4146-A456-183EBBDBAFB4}"/>
              </a:ext>
            </a:extLst>
          </p:cNvPr>
          <p:cNvSpPr/>
          <p:nvPr/>
        </p:nvSpPr>
        <p:spPr>
          <a:xfrm>
            <a:off x="8948449" y="2735946"/>
            <a:ext cx="1773089" cy="523220"/>
          </a:xfrm>
          <a:prstGeom prst="roundRect">
            <a:avLst/>
          </a:prstGeom>
          <a:ln w="28575" cap="rnd">
            <a:solidFill>
              <a:srgbClr val="FF000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C5D57236-C392-40DF-871B-923FBA5375A8}"/>
                  </a:ext>
                </a:extLst>
              </p:cNvPr>
              <p:cNvSpPr txBox="1"/>
              <p:nvPr/>
            </p:nvSpPr>
            <p:spPr>
              <a:xfrm>
                <a:off x="5833578" y="3429000"/>
                <a:ext cx="1592975"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m:rPr>
                        <m:sty m:val="p"/>
                      </m:rPr>
                      <a:rPr lang="en-IN" b="0" i="0" smtClean="0">
                        <a:latin typeface="Cambria Math" panose="02040503050406030204" pitchFamily="18" charset="0"/>
                      </a:rPr>
                      <m:t>P</m:t>
                    </m:r>
                    <m:d>
                      <m:dPr>
                        <m:ctrlPr>
                          <a:rPr lang="en-IN" b="0" i="1" smtClean="0">
                            <a:latin typeface="Cambria Math" panose="02040503050406030204" pitchFamily="18" charset="0"/>
                          </a:rPr>
                        </m:ctrlPr>
                      </m:dPr>
                      <m:e>
                        <m:r>
                          <m:rPr>
                            <m:sty m:val="p"/>
                          </m:rPr>
                          <a:rPr lang="en-IN" dirty="0">
                            <a:latin typeface="Cambria Math" panose="02040503050406030204" pitchFamily="18" charset="0"/>
                          </a:rPr>
                          <m:t>A</m:t>
                        </m:r>
                        <m:r>
                          <a:rPr lang="en-IN" b="0" i="1" dirty="0" smtClean="0">
                            <a:latin typeface="Cambria Math" panose="02040503050406030204" pitchFamily="18" charset="0"/>
                          </a:rPr>
                          <m:t>∪</m:t>
                        </m:r>
                        <m:r>
                          <m:rPr>
                            <m:sty m:val="p"/>
                          </m:rPr>
                          <a:rPr lang="en-IN" dirty="0">
                            <a:latin typeface="Cambria Math" panose="02040503050406030204" pitchFamily="18" charset="0"/>
                          </a:rPr>
                          <m:t>B</m:t>
                        </m:r>
                      </m:e>
                    </m:d>
                  </m:oMath>
                </a14:m>
                <a:r>
                  <a:rPr lang="en-IN" dirty="0">
                    <a:latin typeface="+mn-lt"/>
                  </a:rPr>
                  <a:t> </a:t>
                </a:r>
              </a:p>
            </p:txBody>
          </p:sp>
        </mc:Choice>
        <mc:Fallback xmlns="">
          <p:sp>
            <p:nvSpPr>
              <p:cNvPr id="41" name="TextBox 40">
                <a:extLst>
                  <a:ext uri="{FF2B5EF4-FFF2-40B4-BE49-F238E27FC236}">
                    <a16:creationId xmlns:a16="http://schemas.microsoft.com/office/drawing/2014/main" id="{C5D57236-C392-40DF-871B-923FBA5375A8}"/>
                  </a:ext>
                </a:extLst>
              </p:cNvPr>
              <p:cNvSpPr txBox="1">
                <a:spLocks noRot="1" noChangeAspect="1" noMove="1" noResize="1" noEditPoints="1" noAdjustHandles="1" noChangeArrowheads="1" noChangeShapeType="1" noTextEdit="1"/>
              </p:cNvSpPr>
              <p:nvPr/>
            </p:nvSpPr>
            <p:spPr>
              <a:xfrm>
                <a:off x="5833578" y="3429000"/>
                <a:ext cx="1592975"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ACAA6D1C-79DB-4CEA-A74E-A23591D4AADC}"/>
                  </a:ext>
                </a:extLst>
              </p:cNvPr>
              <p:cNvSpPr txBox="1"/>
              <p:nvPr/>
            </p:nvSpPr>
            <p:spPr>
              <a:xfrm>
                <a:off x="7469131" y="3429000"/>
                <a:ext cx="4178945"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smtClean="0">
                          <a:latin typeface="Cambria Math" panose="02040503050406030204" pitchFamily="18" charset="0"/>
                        </a:rPr>
                        <m:t>=</m:t>
                      </m:r>
                      <m:r>
                        <m:rPr>
                          <m:sty m:val="p"/>
                        </m:rPr>
                        <a:rPr lang="en-IN" b="0" i="0" smtClean="0">
                          <a:latin typeface="Cambria Math" panose="02040503050406030204" pitchFamily="18" charset="0"/>
                        </a:rPr>
                        <m:t>P</m:t>
                      </m:r>
                      <m:d>
                        <m:dPr>
                          <m:ctrlPr>
                            <a:rPr lang="en-IN" b="0" i="1" smtClean="0">
                              <a:latin typeface="Cambria Math" panose="02040503050406030204" pitchFamily="18" charset="0"/>
                            </a:rPr>
                          </m:ctrlPr>
                        </m:dPr>
                        <m:e>
                          <m:r>
                            <m:rPr>
                              <m:sty m:val="p"/>
                            </m:rPr>
                            <a:rPr lang="en-IN" b="0" i="0" smtClean="0">
                              <a:latin typeface="Cambria Math" panose="02040503050406030204" pitchFamily="18" charset="0"/>
                            </a:rPr>
                            <m:t>A</m:t>
                          </m:r>
                        </m:e>
                      </m:d>
                      <m:r>
                        <a:rPr lang="en-IN">
                          <a:latin typeface="Cambria Math" panose="02040503050406030204" pitchFamily="18" charset="0"/>
                        </a:rPr>
                        <m:t>+</m:t>
                      </m:r>
                      <m:r>
                        <m:rPr>
                          <m:sty m:val="p"/>
                        </m:rPr>
                        <a:rPr lang="en-IN">
                          <a:latin typeface="Cambria Math" panose="02040503050406030204" pitchFamily="18" charset="0"/>
                        </a:rPr>
                        <m:t>P</m:t>
                      </m:r>
                      <m:d>
                        <m:dPr>
                          <m:ctrlPr>
                            <a:rPr lang="en-IN" i="1">
                              <a:latin typeface="Cambria Math" panose="02040503050406030204" pitchFamily="18" charset="0"/>
                            </a:rPr>
                          </m:ctrlPr>
                        </m:dPr>
                        <m:e>
                          <m:r>
                            <m:rPr>
                              <m:sty m:val="p"/>
                            </m:rPr>
                            <a:rPr lang="en-IN" b="0" i="0" smtClean="0">
                              <a:latin typeface="Cambria Math" panose="02040503050406030204" pitchFamily="18" charset="0"/>
                            </a:rPr>
                            <m:t>B</m:t>
                          </m:r>
                        </m:e>
                      </m:d>
                      <m:r>
                        <a:rPr lang="en-IN" b="0" i="1" smtClean="0">
                          <a:latin typeface="Cambria Math" panose="02040503050406030204" pitchFamily="18" charset="0"/>
                        </a:rPr>
                        <m:t>−</m:t>
                      </m:r>
                      <m:r>
                        <m:rPr>
                          <m:sty m:val="p"/>
                        </m:rPr>
                        <a:rPr lang="en-IN">
                          <a:latin typeface="Cambria Math" panose="02040503050406030204" pitchFamily="18" charset="0"/>
                        </a:rPr>
                        <m:t>P</m:t>
                      </m:r>
                      <m:d>
                        <m:dPr>
                          <m:ctrlPr>
                            <a:rPr lang="en-IN" i="1">
                              <a:latin typeface="Cambria Math" panose="02040503050406030204" pitchFamily="18" charset="0"/>
                            </a:rPr>
                          </m:ctrlPr>
                        </m:dPr>
                        <m:e>
                          <m:r>
                            <m:rPr>
                              <m:sty m:val="p"/>
                            </m:rPr>
                            <a:rPr lang="en-IN" dirty="0">
                              <a:latin typeface="Cambria Math" panose="02040503050406030204" pitchFamily="18" charset="0"/>
                            </a:rPr>
                            <m:t>A</m:t>
                          </m:r>
                          <m:r>
                            <a:rPr lang="en-IN" dirty="0">
                              <a:latin typeface="Cambria Math" panose="02040503050406030204" pitchFamily="18" charset="0"/>
                            </a:rPr>
                            <m:t>∩</m:t>
                          </m:r>
                          <m:r>
                            <m:rPr>
                              <m:sty m:val="p"/>
                            </m:rPr>
                            <a:rPr lang="en-IN" dirty="0">
                              <a:latin typeface="Cambria Math" panose="02040503050406030204" pitchFamily="18" charset="0"/>
                            </a:rPr>
                            <m:t>B</m:t>
                          </m:r>
                        </m:e>
                      </m:d>
                    </m:oMath>
                  </m:oMathPara>
                </a14:m>
                <a:endParaRPr lang="en-IN" dirty="0">
                  <a:latin typeface="+mn-lt"/>
                </a:endParaRPr>
              </a:p>
            </p:txBody>
          </p:sp>
        </mc:Choice>
        <mc:Fallback xmlns="">
          <p:sp>
            <p:nvSpPr>
              <p:cNvPr id="42" name="TextBox 41">
                <a:extLst>
                  <a:ext uri="{FF2B5EF4-FFF2-40B4-BE49-F238E27FC236}">
                    <a16:creationId xmlns:a16="http://schemas.microsoft.com/office/drawing/2014/main" id="{ACAA6D1C-79DB-4CEA-A74E-A23591D4AADC}"/>
                  </a:ext>
                </a:extLst>
              </p:cNvPr>
              <p:cNvSpPr txBox="1">
                <a:spLocks noRot="1" noChangeAspect="1" noMove="1" noResize="1" noEditPoints="1" noAdjustHandles="1" noChangeArrowheads="1" noChangeShapeType="1" noTextEdit="1"/>
              </p:cNvSpPr>
              <p:nvPr/>
            </p:nvSpPr>
            <p:spPr>
              <a:xfrm>
                <a:off x="7469131" y="3429000"/>
                <a:ext cx="4178945"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FA1084A8-5BBB-4445-8F32-755E927323AB}"/>
                  </a:ext>
                </a:extLst>
              </p:cNvPr>
              <p:cNvSpPr txBox="1"/>
              <p:nvPr/>
            </p:nvSpPr>
            <p:spPr>
              <a:xfrm>
                <a:off x="7469131" y="3982127"/>
                <a:ext cx="303531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smtClean="0">
                          <a:latin typeface="Cambria Math" panose="02040503050406030204" pitchFamily="18" charset="0"/>
                        </a:rPr>
                        <m:t>=</m:t>
                      </m:r>
                      <m:r>
                        <a:rPr lang="en-IN" b="0" i="1" smtClean="0">
                          <a:latin typeface="Cambria Math" panose="02040503050406030204" pitchFamily="18" charset="0"/>
                        </a:rPr>
                        <m:t>0.</m:t>
                      </m:r>
                      <m:r>
                        <a:rPr lang="en-IN" b="0" i="0" smtClean="0">
                          <a:latin typeface="Cambria Math" panose="02040503050406030204" pitchFamily="18" charset="0"/>
                        </a:rPr>
                        <m:t>30</m:t>
                      </m:r>
                      <m:r>
                        <a:rPr lang="en-IN">
                          <a:latin typeface="Cambria Math" panose="02040503050406030204" pitchFamily="18" charset="0"/>
                        </a:rPr>
                        <m:t>+</m:t>
                      </m:r>
                      <m:r>
                        <a:rPr lang="en-IN" i="1" smtClean="0">
                          <a:latin typeface="Cambria Math" panose="02040503050406030204" pitchFamily="18" charset="0"/>
                        </a:rPr>
                        <m:t>0</m:t>
                      </m:r>
                      <m:r>
                        <a:rPr lang="en-IN" b="0" i="1" smtClean="0">
                          <a:latin typeface="Cambria Math" panose="02040503050406030204" pitchFamily="18" charset="0"/>
                        </a:rPr>
                        <m:t>.45−0</m:t>
                      </m:r>
                    </m:oMath>
                  </m:oMathPara>
                </a14:m>
                <a:endParaRPr lang="en-IN" dirty="0">
                  <a:latin typeface="+mn-lt"/>
                </a:endParaRPr>
              </a:p>
            </p:txBody>
          </p:sp>
        </mc:Choice>
        <mc:Fallback xmlns="">
          <p:sp>
            <p:nvSpPr>
              <p:cNvPr id="43" name="TextBox 42">
                <a:extLst>
                  <a:ext uri="{FF2B5EF4-FFF2-40B4-BE49-F238E27FC236}">
                    <a16:creationId xmlns:a16="http://schemas.microsoft.com/office/drawing/2014/main" id="{FA1084A8-5BBB-4445-8F32-755E927323AB}"/>
                  </a:ext>
                </a:extLst>
              </p:cNvPr>
              <p:cNvSpPr txBox="1">
                <a:spLocks noRot="1" noChangeAspect="1" noMove="1" noResize="1" noEditPoints="1" noAdjustHandles="1" noChangeArrowheads="1" noChangeShapeType="1" noTextEdit="1"/>
              </p:cNvSpPr>
              <p:nvPr/>
            </p:nvSpPr>
            <p:spPr>
              <a:xfrm>
                <a:off x="7469131" y="3982127"/>
                <a:ext cx="3035311"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83326494-4502-4FF2-B7CA-CFBEFA1CBD7A}"/>
                  </a:ext>
                </a:extLst>
              </p:cNvPr>
              <p:cNvSpPr txBox="1"/>
              <p:nvPr/>
            </p:nvSpPr>
            <p:spPr>
              <a:xfrm>
                <a:off x="7469130" y="4535254"/>
                <a:ext cx="134094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smtClean="0">
                          <a:latin typeface="Cambria Math" panose="02040503050406030204" pitchFamily="18" charset="0"/>
                        </a:rPr>
                        <m:t>=</m:t>
                      </m:r>
                      <m:r>
                        <a:rPr lang="en-IN" b="0" i="1" smtClean="0">
                          <a:latin typeface="Cambria Math" panose="02040503050406030204" pitchFamily="18" charset="0"/>
                        </a:rPr>
                        <m:t>0.75</m:t>
                      </m:r>
                    </m:oMath>
                  </m:oMathPara>
                </a14:m>
                <a:endParaRPr lang="en-IN" dirty="0">
                  <a:latin typeface="+mn-lt"/>
                </a:endParaRPr>
              </a:p>
            </p:txBody>
          </p:sp>
        </mc:Choice>
        <mc:Fallback xmlns="">
          <p:sp>
            <p:nvSpPr>
              <p:cNvPr id="44" name="TextBox 43">
                <a:extLst>
                  <a:ext uri="{FF2B5EF4-FFF2-40B4-BE49-F238E27FC236}">
                    <a16:creationId xmlns:a16="http://schemas.microsoft.com/office/drawing/2014/main" id="{83326494-4502-4FF2-B7CA-CFBEFA1CBD7A}"/>
                  </a:ext>
                </a:extLst>
              </p:cNvPr>
              <p:cNvSpPr txBox="1">
                <a:spLocks noRot="1" noChangeAspect="1" noMove="1" noResize="1" noEditPoints="1" noAdjustHandles="1" noChangeArrowheads="1" noChangeShapeType="1" noTextEdit="1"/>
              </p:cNvSpPr>
              <p:nvPr/>
            </p:nvSpPr>
            <p:spPr>
              <a:xfrm>
                <a:off x="7469130" y="4535254"/>
                <a:ext cx="1340949" cy="523220"/>
              </a:xfrm>
              <a:prstGeom prst="rect">
                <a:avLst/>
              </a:prstGeom>
              <a:blipFill>
                <a:blip r:embed="rId18"/>
                <a:stretch>
                  <a:fillRect/>
                </a:stretch>
              </a:blipFill>
            </p:spPr>
            <p:txBody>
              <a:bodyPr/>
              <a:lstStyle/>
              <a:p>
                <a:r>
                  <a:rPr lang="en-IN">
                    <a:noFill/>
                  </a:rPr>
                  <a:t> </a:t>
                </a:r>
              </a:p>
            </p:txBody>
          </p:sp>
        </mc:Fallback>
      </mc:AlternateContent>
      <p:sp>
        <p:nvSpPr>
          <p:cNvPr id="45" name="Rectangle: Rounded Corners 44">
            <a:extLst>
              <a:ext uri="{FF2B5EF4-FFF2-40B4-BE49-F238E27FC236}">
                <a16:creationId xmlns:a16="http://schemas.microsoft.com/office/drawing/2014/main" id="{B6102DD0-14E1-413F-AD7C-642092BCF2CC}"/>
              </a:ext>
            </a:extLst>
          </p:cNvPr>
          <p:cNvSpPr/>
          <p:nvPr/>
        </p:nvSpPr>
        <p:spPr>
          <a:xfrm>
            <a:off x="2525486" y="5703751"/>
            <a:ext cx="2152062" cy="522000"/>
          </a:xfrm>
          <a:prstGeom prst="roundRect">
            <a:avLst/>
          </a:prstGeom>
          <a:noFill/>
          <a:ln w="28575">
            <a:solidFill>
              <a:srgbClr val="B847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D5553A6-7262-4D52-AA85-7C1E50DD1888}"/>
                  </a:ext>
                </a:extLst>
              </p:cNvPr>
              <p:cNvSpPr txBox="1"/>
              <p:nvPr/>
            </p:nvSpPr>
            <p:spPr>
              <a:xfrm>
                <a:off x="5735691" y="5118288"/>
                <a:ext cx="173343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m:rPr>
                        <m:sty m:val="p"/>
                      </m:rPr>
                      <a:rPr lang="en-IN" b="0" i="0" smtClean="0">
                        <a:latin typeface="Cambria Math" panose="02040503050406030204" pitchFamily="18" charset="0"/>
                      </a:rPr>
                      <m:t>P</m:t>
                    </m:r>
                    <m:d>
                      <m:dPr>
                        <m:ctrlPr>
                          <a:rPr lang="en-IN" b="0" i="1" smtClean="0">
                            <a:latin typeface="Cambria Math" panose="02040503050406030204" pitchFamily="18" charset="0"/>
                          </a:rPr>
                        </m:ctrlPr>
                      </m:dPr>
                      <m:e>
                        <m:sSup>
                          <m:sSupPr>
                            <m:ctrlPr>
                              <a:rPr lang="en-IN" b="0" i="1" dirty="0" smtClean="0">
                                <a:latin typeface="Cambria Math" panose="02040503050406030204" pitchFamily="18" charset="0"/>
                              </a:rPr>
                            </m:ctrlPr>
                          </m:sSupPr>
                          <m:e>
                            <m:r>
                              <m:rPr>
                                <m:sty m:val="p"/>
                              </m:rPr>
                              <a:rPr lang="en-IN" dirty="0">
                                <a:latin typeface="Cambria Math" panose="02040503050406030204" pitchFamily="18" charset="0"/>
                              </a:rPr>
                              <m:t>A</m:t>
                            </m:r>
                          </m:e>
                          <m:sup>
                            <m:r>
                              <a:rPr lang="en-IN" b="0" i="0" dirty="0" smtClean="0">
                                <a:latin typeface="Cambria Math" panose="02040503050406030204" pitchFamily="18" charset="0"/>
                              </a:rPr>
                              <m:t>′</m:t>
                            </m:r>
                          </m:sup>
                        </m:sSup>
                        <m:r>
                          <a:rPr lang="en-IN" b="0" i="1" dirty="0" smtClean="0">
                            <a:latin typeface="Cambria Math" panose="02040503050406030204" pitchFamily="18" charset="0"/>
                          </a:rPr>
                          <m:t>∩</m:t>
                        </m:r>
                        <m:sSup>
                          <m:sSupPr>
                            <m:ctrlPr>
                              <a:rPr lang="en-IN" b="0" i="1" dirty="0" smtClean="0">
                                <a:latin typeface="Cambria Math" panose="02040503050406030204" pitchFamily="18" charset="0"/>
                              </a:rPr>
                            </m:ctrlPr>
                          </m:sSupPr>
                          <m:e>
                            <m:r>
                              <m:rPr>
                                <m:sty m:val="p"/>
                              </m:rPr>
                              <a:rPr lang="en-IN" dirty="0">
                                <a:latin typeface="Cambria Math" panose="02040503050406030204" pitchFamily="18" charset="0"/>
                              </a:rPr>
                              <m:t>B</m:t>
                            </m:r>
                          </m:e>
                          <m:sup>
                            <m:r>
                              <a:rPr lang="en-IN" b="0" i="0" dirty="0" smtClean="0">
                                <a:latin typeface="Cambria Math" panose="02040503050406030204" pitchFamily="18" charset="0"/>
                              </a:rPr>
                              <m:t>′</m:t>
                            </m:r>
                          </m:sup>
                        </m:sSup>
                      </m:e>
                    </m:d>
                  </m:oMath>
                </a14:m>
                <a:r>
                  <a:rPr lang="en-IN" dirty="0">
                    <a:latin typeface="+mn-lt"/>
                  </a:rPr>
                  <a:t> </a:t>
                </a:r>
              </a:p>
            </p:txBody>
          </p:sp>
        </mc:Choice>
        <mc:Fallback xmlns="">
          <p:sp>
            <p:nvSpPr>
              <p:cNvPr id="46" name="TextBox 45">
                <a:extLst>
                  <a:ext uri="{FF2B5EF4-FFF2-40B4-BE49-F238E27FC236}">
                    <a16:creationId xmlns:a16="http://schemas.microsoft.com/office/drawing/2014/main" id="{4D5553A6-7262-4D52-AA85-7C1E50DD1888}"/>
                  </a:ext>
                </a:extLst>
              </p:cNvPr>
              <p:cNvSpPr txBox="1">
                <a:spLocks noRot="1" noChangeAspect="1" noMove="1" noResize="1" noEditPoints="1" noAdjustHandles="1" noChangeArrowheads="1" noChangeShapeType="1" noTextEdit="1"/>
              </p:cNvSpPr>
              <p:nvPr/>
            </p:nvSpPr>
            <p:spPr>
              <a:xfrm>
                <a:off x="5735691" y="5118288"/>
                <a:ext cx="1733439"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AB05972C-BBEF-445F-BD3F-EB8D882C2567}"/>
                  </a:ext>
                </a:extLst>
              </p:cNvPr>
              <p:cNvSpPr txBox="1"/>
              <p:nvPr/>
            </p:nvSpPr>
            <p:spPr>
              <a:xfrm>
                <a:off x="7471336" y="5118288"/>
                <a:ext cx="2527612"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smtClean="0">
                          <a:latin typeface="Cambria Math" panose="02040503050406030204" pitchFamily="18" charset="0"/>
                        </a:rPr>
                        <m:t>=1−</m:t>
                      </m:r>
                      <m:r>
                        <m:rPr>
                          <m:sty m:val="p"/>
                        </m:rPr>
                        <a:rPr lang="en-IN" b="0" i="0" smtClean="0">
                          <a:latin typeface="Cambria Math" panose="02040503050406030204" pitchFamily="18" charset="0"/>
                        </a:rPr>
                        <m:t>P</m:t>
                      </m:r>
                      <m:d>
                        <m:dPr>
                          <m:ctrlPr>
                            <a:rPr lang="en-IN" i="1">
                              <a:latin typeface="Cambria Math" panose="02040503050406030204" pitchFamily="18" charset="0"/>
                            </a:rPr>
                          </m:ctrlPr>
                        </m:dPr>
                        <m:e>
                          <m:r>
                            <m:rPr>
                              <m:sty m:val="p"/>
                            </m:rPr>
                            <a:rPr lang="en-IN" dirty="0">
                              <a:latin typeface="Cambria Math" panose="02040503050406030204" pitchFamily="18" charset="0"/>
                            </a:rPr>
                            <m:t>A</m:t>
                          </m:r>
                          <m:r>
                            <a:rPr lang="en-IN" i="1" dirty="0">
                              <a:latin typeface="Cambria Math" panose="02040503050406030204" pitchFamily="18" charset="0"/>
                            </a:rPr>
                            <m:t>∪</m:t>
                          </m:r>
                          <m:r>
                            <m:rPr>
                              <m:sty m:val="p"/>
                            </m:rPr>
                            <a:rPr lang="en-IN" dirty="0">
                              <a:latin typeface="Cambria Math" panose="02040503050406030204" pitchFamily="18" charset="0"/>
                            </a:rPr>
                            <m:t>B</m:t>
                          </m:r>
                        </m:e>
                      </m:d>
                    </m:oMath>
                  </m:oMathPara>
                </a14:m>
                <a:endParaRPr lang="en-IN" dirty="0">
                  <a:latin typeface="+mn-lt"/>
                </a:endParaRPr>
              </a:p>
            </p:txBody>
          </p:sp>
        </mc:Choice>
        <mc:Fallback xmlns="">
          <p:sp>
            <p:nvSpPr>
              <p:cNvPr id="47" name="TextBox 46">
                <a:extLst>
                  <a:ext uri="{FF2B5EF4-FFF2-40B4-BE49-F238E27FC236}">
                    <a16:creationId xmlns:a16="http://schemas.microsoft.com/office/drawing/2014/main" id="{AB05972C-BBEF-445F-BD3F-EB8D882C2567}"/>
                  </a:ext>
                </a:extLst>
              </p:cNvPr>
              <p:cNvSpPr txBox="1">
                <a:spLocks noRot="1" noChangeAspect="1" noMove="1" noResize="1" noEditPoints="1" noAdjustHandles="1" noChangeArrowheads="1" noChangeShapeType="1" noTextEdit="1"/>
              </p:cNvSpPr>
              <p:nvPr/>
            </p:nvSpPr>
            <p:spPr>
              <a:xfrm>
                <a:off x="7471336" y="5118288"/>
                <a:ext cx="2527612" cy="523220"/>
              </a:xfrm>
              <a:prstGeom prst="rect">
                <a:avLst/>
              </a:prstGeom>
              <a:blipFill>
                <a:blip r:embed="rId20"/>
                <a:stretch>
                  <a:fillRect/>
                </a:stretch>
              </a:blipFill>
            </p:spPr>
            <p:txBody>
              <a:bodyPr/>
              <a:lstStyle/>
              <a:p>
                <a:r>
                  <a:rPr lang="en-IN">
                    <a:noFill/>
                  </a:rPr>
                  <a:t> </a:t>
                </a:r>
              </a:p>
            </p:txBody>
          </p:sp>
        </mc:Fallback>
      </mc:AlternateContent>
      <p:sp>
        <p:nvSpPr>
          <p:cNvPr id="48" name="Rectangle: Rounded Corners 47">
            <a:extLst>
              <a:ext uri="{FF2B5EF4-FFF2-40B4-BE49-F238E27FC236}">
                <a16:creationId xmlns:a16="http://schemas.microsoft.com/office/drawing/2014/main" id="{094A66F5-7889-42FD-86FA-898E5DA15093}"/>
              </a:ext>
            </a:extLst>
          </p:cNvPr>
          <p:cNvSpPr/>
          <p:nvPr/>
        </p:nvSpPr>
        <p:spPr>
          <a:xfrm>
            <a:off x="7489840" y="4539885"/>
            <a:ext cx="1220794" cy="522000"/>
          </a:xfrm>
          <a:prstGeom prst="roundRect">
            <a:avLst/>
          </a:prstGeom>
          <a:noFill/>
          <a:ln w="28575">
            <a:solidFill>
              <a:srgbClr val="B847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7E306EB8-7655-4E27-BE50-01C2EA2CBBA3}"/>
                  </a:ext>
                </a:extLst>
              </p:cNvPr>
              <p:cNvSpPr txBox="1"/>
              <p:nvPr/>
            </p:nvSpPr>
            <p:spPr>
              <a:xfrm>
                <a:off x="7471336" y="5598466"/>
                <a:ext cx="189205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smtClean="0">
                          <a:latin typeface="Cambria Math" panose="02040503050406030204" pitchFamily="18" charset="0"/>
                        </a:rPr>
                        <m:t>=1−</m:t>
                      </m:r>
                      <m:r>
                        <a:rPr lang="en-IN" b="0" i="1" smtClean="0">
                          <a:latin typeface="Cambria Math" panose="02040503050406030204" pitchFamily="18" charset="0"/>
                        </a:rPr>
                        <m:t>0.75</m:t>
                      </m:r>
                    </m:oMath>
                  </m:oMathPara>
                </a14:m>
                <a:endParaRPr lang="en-IN" dirty="0">
                  <a:latin typeface="+mn-lt"/>
                </a:endParaRPr>
              </a:p>
            </p:txBody>
          </p:sp>
        </mc:Choice>
        <mc:Fallback xmlns="">
          <p:sp>
            <p:nvSpPr>
              <p:cNvPr id="49" name="TextBox 48">
                <a:extLst>
                  <a:ext uri="{FF2B5EF4-FFF2-40B4-BE49-F238E27FC236}">
                    <a16:creationId xmlns:a16="http://schemas.microsoft.com/office/drawing/2014/main" id="{7E306EB8-7655-4E27-BE50-01C2EA2CBBA3}"/>
                  </a:ext>
                </a:extLst>
              </p:cNvPr>
              <p:cNvSpPr txBox="1">
                <a:spLocks noRot="1" noChangeAspect="1" noMove="1" noResize="1" noEditPoints="1" noAdjustHandles="1" noChangeArrowheads="1" noChangeShapeType="1" noTextEdit="1"/>
              </p:cNvSpPr>
              <p:nvPr/>
            </p:nvSpPr>
            <p:spPr>
              <a:xfrm>
                <a:off x="7471336" y="5598466"/>
                <a:ext cx="1892050"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F6CD2C90-F558-492B-A08A-550D15F71BAD}"/>
                  </a:ext>
                </a:extLst>
              </p:cNvPr>
              <p:cNvSpPr txBox="1"/>
              <p:nvPr/>
            </p:nvSpPr>
            <p:spPr>
              <a:xfrm>
                <a:off x="7469130" y="6078644"/>
                <a:ext cx="1266012"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smtClean="0">
                          <a:latin typeface="Cambria Math" panose="02040503050406030204" pitchFamily="18" charset="0"/>
                        </a:rPr>
                        <m:t>=</m:t>
                      </m:r>
                      <m:r>
                        <a:rPr lang="en-IN" b="0" i="1" smtClean="0">
                          <a:latin typeface="Cambria Math" panose="02040503050406030204" pitchFamily="18" charset="0"/>
                        </a:rPr>
                        <m:t>0.25</m:t>
                      </m:r>
                    </m:oMath>
                  </m:oMathPara>
                </a14:m>
                <a:endParaRPr lang="en-IN" dirty="0">
                  <a:latin typeface="+mn-lt"/>
                </a:endParaRPr>
              </a:p>
            </p:txBody>
          </p:sp>
        </mc:Choice>
        <mc:Fallback xmlns="">
          <p:sp>
            <p:nvSpPr>
              <p:cNvPr id="50" name="TextBox 49">
                <a:extLst>
                  <a:ext uri="{FF2B5EF4-FFF2-40B4-BE49-F238E27FC236}">
                    <a16:creationId xmlns:a16="http://schemas.microsoft.com/office/drawing/2014/main" id="{F6CD2C90-F558-492B-A08A-550D15F71BAD}"/>
                  </a:ext>
                </a:extLst>
              </p:cNvPr>
              <p:cNvSpPr txBox="1">
                <a:spLocks noRot="1" noChangeAspect="1" noMove="1" noResize="1" noEditPoints="1" noAdjustHandles="1" noChangeArrowheads="1" noChangeShapeType="1" noTextEdit="1"/>
              </p:cNvSpPr>
              <p:nvPr/>
            </p:nvSpPr>
            <p:spPr>
              <a:xfrm>
                <a:off x="7469130" y="6078644"/>
                <a:ext cx="1266012" cy="523220"/>
              </a:xfrm>
              <a:prstGeom prst="rect">
                <a:avLst/>
              </a:prstGeom>
              <a:blipFill>
                <a:blip r:embed="rId22"/>
                <a:stretch>
                  <a:fillRect/>
                </a:stretch>
              </a:blipFill>
            </p:spPr>
            <p:txBody>
              <a:bodyPr/>
              <a:lstStyle/>
              <a:p>
                <a:r>
                  <a:rPr lang="en-IN">
                    <a:noFill/>
                  </a:rPr>
                  <a:t> </a:t>
                </a:r>
              </a:p>
            </p:txBody>
          </p:sp>
        </mc:Fallback>
      </mc:AlternateContent>
      <p:sp>
        <p:nvSpPr>
          <p:cNvPr id="51" name="Rectangle: Rounded Corners 50">
            <a:extLst>
              <a:ext uri="{FF2B5EF4-FFF2-40B4-BE49-F238E27FC236}">
                <a16:creationId xmlns:a16="http://schemas.microsoft.com/office/drawing/2014/main" id="{0815A49A-E0EA-474B-A503-62DCE91D0519}"/>
              </a:ext>
            </a:extLst>
          </p:cNvPr>
          <p:cNvSpPr/>
          <p:nvPr/>
        </p:nvSpPr>
        <p:spPr>
          <a:xfrm>
            <a:off x="7489840" y="6065788"/>
            <a:ext cx="1220794" cy="522000"/>
          </a:xfrm>
          <a:prstGeom prst="roundRect">
            <a:avLst/>
          </a:prstGeom>
          <a:noFill/>
          <a:ln w="28575">
            <a:solidFill>
              <a:srgbClr val="B847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82363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wipe(up)">
                                      <p:cBhvr>
                                        <p:cTn id="63" dur="500"/>
                                        <p:tgtEl>
                                          <p:spTgt spid="29"/>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31"/>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9"/>
                                        </p:tgtEl>
                                        <p:attrNameLst>
                                          <p:attrName>style.visibility</p:attrName>
                                        </p:attrNameLst>
                                      </p:cBhvr>
                                      <p:to>
                                        <p:strVal val="visible"/>
                                      </p:to>
                                    </p:set>
                                    <p:animEffect transition="in" filter="wipe(left)">
                                      <p:cBhvr>
                                        <p:cTn id="72" dur="500"/>
                                        <p:tgtEl>
                                          <p:spTgt spid="9"/>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5"/>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45"/>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41"/>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42"/>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43"/>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44"/>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48"/>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46"/>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47"/>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49"/>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50"/>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7" grpId="0" animBg="1"/>
      <p:bldP spid="32" grpId="0" animBg="1"/>
      <p:bldP spid="15" grpId="0" animBg="1"/>
      <p:bldP spid="16" grpId="0" animBg="1"/>
      <p:bldP spid="17" grpId="0" animBg="1"/>
      <p:bldP spid="20" grpId="0" animBg="1"/>
      <p:bldP spid="22" grpId="0" animBg="1"/>
      <p:bldP spid="23" grpId="0" animBg="1"/>
      <p:bldP spid="24" grpId="0" animBg="1"/>
      <p:bldP spid="25" grpId="0" animBg="1"/>
      <p:bldP spid="26" grpId="0" animBg="1"/>
      <p:bldP spid="28" grpId="0" animBg="1"/>
      <p:bldP spid="3" grpId="0" animBg="1"/>
      <p:bldP spid="31" grpId="0" animBg="1"/>
      <p:bldP spid="35" grpId="0" animBg="1"/>
      <p:bldP spid="9"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8"/>
            <a:ext cx="11929645" cy="2408761"/>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0000"/>
              </a:lnSpc>
              <a:spcBef>
                <a:spcPts val="6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dirty="0">
                <a:latin typeface="+mj-lt"/>
              </a:rPr>
              <a:t>Two unbiased dice are thrown. Find the probability that:</a:t>
            </a:r>
          </a:p>
          <a:p>
            <a:pPr>
              <a:buClr>
                <a:schemeClr val="bg1"/>
              </a:buClr>
            </a:pPr>
            <a:r>
              <a:rPr lang="en-GB" b="1" dirty="0">
                <a:latin typeface="+mj-lt"/>
              </a:rPr>
              <a:t>(1)</a:t>
            </a:r>
            <a:r>
              <a:rPr lang="en-GB" dirty="0">
                <a:latin typeface="+mj-lt"/>
              </a:rPr>
              <a:t>  The total of the numbers on the dice is greater than </a:t>
            </a:r>
            <a:r>
              <a:rPr lang="en-GB" i="0" dirty="0">
                <a:latin typeface="+mj-lt"/>
              </a:rPr>
              <a:t>8</a:t>
            </a:r>
            <a:r>
              <a:rPr lang="en-GB" dirty="0">
                <a:latin typeface="+mj-lt"/>
              </a:rPr>
              <a:t>.</a:t>
            </a:r>
          </a:p>
        </p:txBody>
      </p:sp>
      <p:sp>
        <p:nvSpPr>
          <p:cNvPr id="2" name="Title 1"/>
          <p:cNvSpPr>
            <a:spLocks noGrp="1"/>
          </p:cNvSpPr>
          <p:nvPr>
            <p:ph type="title"/>
          </p:nvPr>
        </p:nvSpPr>
        <p:spPr/>
        <p:txBody>
          <a:bodyPr/>
          <a:lstStyle/>
          <a:p>
            <a:r>
              <a:rPr lang="en-GB" dirty="0"/>
              <a:t>Method 2.2 ⇝ Example 2</a:t>
            </a:r>
            <a:endParaRPr lang="en-US" dirty="0"/>
          </a:p>
        </p:txBody>
      </p:sp>
      <p:sp>
        <p:nvSpPr>
          <p:cNvPr id="4" name="Content Placeholder 2"/>
          <p:cNvSpPr txBox="1">
            <a:spLocks/>
          </p:cNvSpPr>
          <p:nvPr/>
        </p:nvSpPr>
        <p:spPr>
          <a:xfrm>
            <a:off x="131178" y="3386286"/>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2E2B5BCD-2FB7-49EC-A4FA-BDB71C94E139}"/>
                  </a:ext>
                </a:extLst>
              </p:cNvPr>
              <p:cNvSpPr txBox="1"/>
              <p:nvPr/>
            </p:nvSpPr>
            <p:spPr>
              <a:xfrm>
                <a:off x="5777876" y="4556648"/>
                <a:ext cx="6459934" cy="212782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000" b="0" i="0" smtClean="0">
                          <a:solidFill>
                            <a:srgbClr val="002060"/>
                          </a:solidFill>
                          <a:effectLst/>
                          <a:latin typeface="Cambria Math" panose="02040503050406030204" pitchFamily="18" charset="0"/>
                        </a:rPr>
                        <m:t>S</m:t>
                      </m:r>
                      <m:r>
                        <a:rPr lang="en-IN" sz="2000" b="0" i="0">
                          <a:solidFill>
                            <a:srgbClr val="002060"/>
                          </a:solidFill>
                          <a:effectLst/>
                          <a:latin typeface="Cambria Math" panose="02040503050406030204" pitchFamily="18" charset="0"/>
                        </a:rPr>
                        <m:t>=</m:t>
                      </m:r>
                      <m:d>
                        <m:dPr>
                          <m:begChr m:val="{"/>
                          <m:endChr m:val="}"/>
                          <m:ctrlPr>
                            <a:rPr lang="en-IN" sz="2000" i="1">
                              <a:solidFill>
                                <a:srgbClr val="002060"/>
                              </a:solidFill>
                              <a:effectLst/>
                              <a:latin typeface="Cambria Math" panose="02040503050406030204" pitchFamily="18" charset="0"/>
                            </a:rPr>
                          </m:ctrlPr>
                        </m:dPr>
                        <m:e>
                          <m:eqArr>
                            <m:eqArrPr>
                              <m:ctrlPr>
                                <a:rPr lang="en-IN" sz="2000" i="1">
                                  <a:solidFill>
                                    <a:srgbClr val="002060"/>
                                  </a:solidFill>
                                  <a:effectLst/>
                                  <a:latin typeface="Cambria Math" panose="02040503050406030204" pitchFamily="18" charset="0"/>
                                </a:rPr>
                              </m:ctrlPr>
                            </m:eqArrPr>
                            <m:e>
                              <m:r>
                                <a:rPr lang="en-IN" sz="2000" b="0" i="0" smtClean="0">
                                  <a:solidFill>
                                    <a:srgbClr val="002060"/>
                                  </a:solidFill>
                                  <a:effectLst/>
                                  <a:latin typeface="Cambria Math" panose="02040503050406030204" pitchFamily="18" charset="0"/>
                                </a:rPr>
                                <m:t>&amp; </m:t>
                              </m:r>
                            </m:e>
                            <m:e>
                              <m:r>
                                <a:rPr lang="en-IN" sz="2000" b="0" i="0">
                                  <a:solidFill>
                                    <a:srgbClr val="002060"/>
                                  </a:solidFill>
                                  <a:effectLst/>
                                  <a:latin typeface="Cambria Math" panose="02040503050406030204" pitchFamily="18" charset="0"/>
                                </a:rPr>
                                <m:t>&amp; </m:t>
                              </m:r>
                              <m:m>
                                <m:mPr>
                                  <m:mcs>
                                    <m:mc>
                                      <m:mcPr>
                                        <m:count m:val="1"/>
                                        <m:mcJc m:val="center"/>
                                      </m:mcPr>
                                    </m:mc>
                                  </m:mcs>
                                  <m:ctrlPr>
                                    <a:rPr lang="en-IN" sz="2000" i="1">
                                      <a:solidFill>
                                        <a:srgbClr val="002060"/>
                                      </a:solidFill>
                                      <a:effectLst/>
                                      <a:latin typeface="Cambria Math" panose="02040503050406030204" pitchFamily="18" charset="0"/>
                                    </a:rPr>
                                  </m:ctrlPr>
                                </m:mPr>
                                <m:mr>
                                  <m:e>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1, 1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1, 2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1, 3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1, 4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1, 5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1, 6 </m:t>
                                        </m:r>
                                      </m:e>
                                    </m:d>
                                    <m:r>
                                      <a:rPr lang="en-IN" sz="2000" b="0" i="0">
                                        <a:solidFill>
                                          <a:srgbClr val="002060"/>
                                        </a:solidFill>
                                        <a:effectLst/>
                                        <a:latin typeface="Cambria Math" panose="02040503050406030204" pitchFamily="18" charset="0"/>
                                      </a:rPr>
                                      <m:t>,</m:t>
                                    </m:r>
                                  </m:e>
                                </m:mr>
                                <m:mr>
                                  <m:e>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2, 1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2, 2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2, 3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2, 4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2, 5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2, 6 </m:t>
                                        </m:r>
                                      </m:e>
                                    </m:d>
                                    <m:r>
                                      <a:rPr lang="en-IN" sz="2000" b="0" i="0">
                                        <a:solidFill>
                                          <a:srgbClr val="002060"/>
                                        </a:solidFill>
                                        <a:effectLst/>
                                        <a:latin typeface="Cambria Math" panose="02040503050406030204" pitchFamily="18" charset="0"/>
                                      </a:rPr>
                                      <m:t>,</m:t>
                                    </m:r>
                                  </m:e>
                                </m:mr>
                                <m:mr>
                                  <m:e>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3, 1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3, 2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3, 3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3, 4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3, 5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3, 6 </m:t>
                                        </m:r>
                                      </m:e>
                                    </m:d>
                                    <m:r>
                                      <a:rPr lang="en-IN" sz="2000" b="0" i="0">
                                        <a:solidFill>
                                          <a:srgbClr val="002060"/>
                                        </a:solidFill>
                                        <a:effectLst/>
                                        <a:latin typeface="Cambria Math" panose="02040503050406030204" pitchFamily="18" charset="0"/>
                                      </a:rPr>
                                      <m:t>,</m:t>
                                    </m:r>
                                  </m:e>
                                </m:mr>
                                <m:mr>
                                  <m:e>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4, 1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4, 2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4, 3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4, 4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4, 5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4, 6 </m:t>
                                        </m:r>
                                      </m:e>
                                    </m:d>
                                    <m:r>
                                      <a:rPr lang="en-IN" sz="2000" b="0" i="0">
                                        <a:solidFill>
                                          <a:srgbClr val="002060"/>
                                        </a:solidFill>
                                        <a:effectLst/>
                                        <a:latin typeface="Cambria Math" panose="02040503050406030204" pitchFamily="18" charset="0"/>
                                      </a:rPr>
                                      <m:t>,</m:t>
                                    </m:r>
                                  </m:e>
                                </m:mr>
                                <m:mr>
                                  <m:e>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5, 1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5, 2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5, 3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5, 4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5, 5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5, 6 </m:t>
                                        </m:r>
                                      </m:e>
                                    </m:d>
                                    <m:r>
                                      <a:rPr lang="en-IN" sz="2000" b="0" i="0">
                                        <a:solidFill>
                                          <a:srgbClr val="002060"/>
                                        </a:solidFill>
                                        <a:effectLst/>
                                        <a:latin typeface="Cambria Math" panose="02040503050406030204" pitchFamily="18" charset="0"/>
                                      </a:rPr>
                                      <m:t>,</m:t>
                                    </m:r>
                                  </m:e>
                                </m:mr>
                                <m:mr>
                                  <m:e>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6, 1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6, 2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6, 3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6, 4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6, 5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6, 6 </m:t>
                                        </m:r>
                                      </m:e>
                                    </m:d>
                                  </m:e>
                                </m:mr>
                              </m:m>
                              <m:r>
                                <a:rPr lang="en-IN" sz="2000" b="0" i="0">
                                  <a:solidFill>
                                    <a:srgbClr val="002060"/>
                                  </a:solidFill>
                                  <a:effectLst/>
                                  <a:latin typeface="Cambria Math" panose="02040503050406030204" pitchFamily="18" charset="0"/>
                                </a:rPr>
                                <m:t> </m:t>
                              </m:r>
                            </m:e>
                            <m:e>
                              <m:r>
                                <a:rPr lang="en-IN" sz="2000" b="0" i="0">
                                  <a:solidFill>
                                    <a:srgbClr val="002060"/>
                                  </a:solidFill>
                                  <a:effectLst/>
                                  <a:latin typeface="Cambria Math" panose="02040503050406030204" pitchFamily="18" charset="0"/>
                                </a:rPr>
                                <m:t>&amp; </m:t>
                              </m:r>
                            </m:e>
                          </m:eqArr>
                        </m:e>
                      </m:d>
                    </m:oMath>
                  </m:oMathPara>
                </a14:m>
                <a:endParaRPr lang="en-IN" sz="2000" dirty="0">
                  <a:solidFill>
                    <a:srgbClr val="002060"/>
                  </a:solidFill>
                  <a:effectLst/>
                </a:endParaRPr>
              </a:p>
            </p:txBody>
          </p:sp>
        </mc:Choice>
        <mc:Fallback xmlns="">
          <p:sp>
            <p:nvSpPr>
              <p:cNvPr id="51" name="TextBox 50">
                <a:extLst>
                  <a:ext uri="{FF2B5EF4-FFF2-40B4-BE49-F238E27FC236}">
                    <a16:creationId xmlns:a16="http://schemas.microsoft.com/office/drawing/2014/main" id="{2E2B5BCD-2FB7-49EC-A4FA-BDB71C94E139}"/>
                  </a:ext>
                </a:extLst>
              </p:cNvPr>
              <p:cNvSpPr txBox="1">
                <a:spLocks noRot="1" noChangeAspect="1" noMove="1" noResize="1" noEditPoints="1" noAdjustHandles="1" noChangeArrowheads="1" noChangeShapeType="1" noTextEdit="1"/>
              </p:cNvSpPr>
              <p:nvPr/>
            </p:nvSpPr>
            <p:spPr>
              <a:xfrm>
                <a:off x="5777876" y="4556648"/>
                <a:ext cx="6459934" cy="2127827"/>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3984847C-6F10-4EC5-B58C-C771920BBE50}"/>
                  </a:ext>
                </a:extLst>
              </p:cNvPr>
              <p:cNvSpPr txBox="1"/>
              <p:nvPr/>
            </p:nvSpPr>
            <p:spPr>
              <a:xfrm>
                <a:off x="2451058" y="3386286"/>
                <a:ext cx="179537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GB" b="0" i="0" dirty="0" smtClean="0">
                              <a:latin typeface="Cambria Math" panose="02040503050406030204" pitchFamily="18" charset="0"/>
                            </a:rPr>
                            <m:t>S</m:t>
                          </m:r>
                        </m:e>
                      </m:d>
                      <m:r>
                        <a:rPr lang="en-GB" b="0" i="0" dirty="0" smtClean="0">
                          <a:latin typeface="Cambria Math" panose="02040503050406030204" pitchFamily="18" charset="0"/>
                        </a:rPr>
                        <m:t>=</m:t>
                      </m:r>
                      <m:r>
                        <a:rPr lang="en-IN" b="0" i="0" dirty="0" smtClean="0">
                          <a:latin typeface="Cambria Math" panose="02040503050406030204" pitchFamily="18" charset="0"/>
                        </a:rPr>
                        <m:t>36</m:t>
                      </m:r>
                    </m:oMath>
                  </m:oMathPara>
                </a14:m>
                <a:endParaRPr lang="en-IN" dirty="0">
                  <a:latin typeface="+mn-lt"/>
                </a:endParaRPr>
              </a:p>
            </p:txBody>
          </p:sp>
        </mc:Choice>
        <mc:Fallback xmlns="">
          <p:sp>
            <p:nvSpPr>
              <p:cNvPr id="54" name="TextBox 53">
                <a:extLst>
                  <a:ext uri="{FF2B5EF4-FFF2-40B4-BE49-F238E27FC236}">
                    <a16:creationId xmlns:a16="http://schemas.microsoft.com/office/drawing/2014/main" id="{3984847C-6F10-4EC5-B58C-C771920BBE50}"/>
                  </a:ext>
                </a:extLst>
              </p:cNvPr>
              <p:cNvSpPr txBox="1">
                <a:spLocks noRot="1" noChangeAspect="1" noMove="1" noResize="1" noEditPoints="1" noAdjustHandles="1" noChangeArrowheads="1" noChangeShapeType="1" noTextEdit="1"/>
              </p:cNvSpPr>
              <p:nvPr/>
            </p:nvSpPr>
            <p:spPr>
              <a:xfrm>
                <a:off x="2451058" y="3386286"/>
                <a:ext cx="1795370" cy="523220"/>
              </a:xfrm>
              <a:prstGeom prst="rect">
                <a:avLst/>
              </a:prstGeom>
              <a:blipFill>
                <a:blip r:embed="rId4"/>
                <a:stretch>
                  <a:fillRect/>
                </a:stretch>
              </a:blipFill>
            </p:spPr>
            <p:txBody>
              <a:bodyPr/>
              <a:lstStyle/>
              <a:p>
                <a:r>
                  <a:rPr lang="en-IN">
                    <a:noFill/>
                  </a:rPr>
                  <a:t> </a:t>
                </a:r>
              </a:p>
            </p:txBody>
          </p:sp>
        </mc:Fallback>
      </mc:AlternateContent>
      <p:sp>
        <p:nvSpPr>
          <p:cNvPr id="55" name="TextBox 54">
            <a:extLst>
              <a:ext uri="{FF2B5EF4-FFF2-40B4-BE49-F238E27FC236}">
                <a16:creationId xmlns:a16="http://schemas.microsoft.com/office/drawing/2014/main" id="{D3898D9F-0744-4298-8F6B-C318A13799F3}"/>
              </a:ext>
            </a:extLst>
          </p:cNvPr>
          <p:cNvSpPr txBox="1"/>
          <p:nvPr/>
        </p:nvSpPr>
        <p:spPr>
          <a:xfrm>
            <a:off x="1594218" y="3386286"/>
            <a:ext cx="939432"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Here,</a:t>
            </a: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CFE7D43A-A841-4057-ADB5-081939FF20E3}"/>
                  </a:ext>
                </a:extLst>
              </p:cNvPr>
              <p:cNvSpPr txBox="1"/>
              <p:nvPr/>
            </p:nvSpPr>
            <p:spPr>
              <a:xfrm>
                <a:off x="1594218" y="3995328"/>
                <a:ext cx="146304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Event </a:t>
                </a:r>
                <a14:m>
                  <m:oMath xmlns:m="http://schemas.openxmlformats.org/officeDocument/2006/math">
                    <m:r>
                      <m:rPr>
                        <m:sty m:val="p"/>
                      </m:rPr>
                      <a:rPr lang="en-IN" i="0" dirty="0" smtClean="0">
                        <a:latin typeface="Cambria Math" panose="02040503050406030204" pitchFamily="18" charset="0"/>
                      </a:rPr>
                      <m:t>A</m:t>
                    </m:r>
                  </m:oMath>
                </a14:m>
                <a:r>
                  <a:rPr lang="en-IN" dirty="0">
                    <a:latin typeface="+mn-lt"/>
                  </a:rPr>
                  <a:t> :</a:t>
                </a:r>
              </a:p>
            </p:txBody>
          </p:sp>
        </mc:Choice>
        <mc:Fallback xmlns="">
          <p:sp>
            <p:nvSpPr>
              <p:cNvPr id="57" name="TextBox 56">
                <a:extLst>
                  <a:ext uri="{FF2B5EF4-FFF2-40B4-BE49-F238E27FC236}">
                    <a16:creationId xmlns:a16="http://schemas.microsoft.com/office/drawing/2014/main" id="{CFE7D43A-A841-4057-ADB5-081939FF20E3}"/>
                  </a:ext>
                </a:extLst>
              </p:cNvPr>
              <p:cNvSpPr txBox="1">
                <a:spLocks noRot="1" noChangeAspect="1" noMove="1" noResize="1" noEditPoints="1" noAdjustHandles="1" noChangeArrowheads="1" noChangeShapeType="1" noTextEdit="1"/>
              </p:cNvSpPr>
              <p:nvPr/>
            </p:nvSpPr>
            <p:spPr>
              <a:xfrm>
                <a:off x="1594218" y="3995328"/>
                <a:ext cx="1463040" cy="523220"/>
              </a:xfrm>
              <a:prstGeom prst="rect">
                <a:avLst/>
              </a:prstGeom>
              <a:blipFill>
                <a:blip r:embed="rId5"/>
                <a:stretch>
                  <a:fillRect l="-8750" t="-10465" r="-5000"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980D9811-432F-4143-B362-B4A03749FDE4}"/>
                  </a:ext>
                </a:extLst>
              </p:cNvPr>
              <p:cNvSpPr txBox="1"/>
              <p:nvPr/>
            </p:nvSpPr>
            <p:spPr>
              <a:xfrm>
                <a:off x="2941421" y="3995328"/>
                <a:ext cx="7027818"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latin typeface="+mn-lt"/>
                  </a:rPr>
                  <a:t>Total of the numbers on the dice is greater than </a:t>
                </a:r>
                <a14:m>
                  <m:oMath xmlns:m="http://schemas.openxmlformats.org/officeDocument/2006/math">
                    <m:r>
                      <a:rPr lang="en-GB" i="1" dirty="0" smtClean="0">
                        <a:latin typeface="Cambria Math" panose="02040503050406030204" pitchFamily="18" charset="0"/>
                      </a:rPr>
                      <m:t>8</m:t>
                    </m:r>
                  </m:oMath>
                </a14:m>
                <a:endParaRPr lang="en-IN" dirty="0">
                  <a:latin typeface="+mn-lt"/>
                </a:endParaRPr>
              </a:p>
            </p:txBody>
          </p:sp>
        </mc:Choice>
        <mc:Fallback xmlns="">
          <p:sp>
            <p:nvSpPr>
              <p:cNvPr id="58" name="TextBox 57">
                <a:extLst>
                  <a:ext uri="{FF2B5EF4-FFF2-40B4-BE49-F238E27FC236}">
                    <a16:creationId xmlns:a16="http://schemas.microsoft.com/office/drawing/2014/main" id="{980D9811-432F-4143-B362-B4A03749FDE4}"/>
                  </a:ext>
                </a:extLst>
              </p:cNvPr>
              <p:cNvSpPr txBox="1">
                <a:spLocks noRot="1" noChangeAspect="1" noMove="1" noResize="1" noEditPoints="1" noAdjustHandles="1" noChangeArrowheads="1" noChangeShapeType="1" noTextEdit="1"/>
              </p:cNvSpPr>
              <p:nvPr/>
            </p:nvSpPr>
            <p:spPr>
              <a:xfrm>
                <a:off x="2941421" y="3995328"/>
                <a:ext cx="7027818" cy="523220"/>
              </a:xfrm>
              <a:prstGeom prst="rect">
                <a:avLst/>
              </a:prstGeom>
              <a:blipFill>
                <a:blip r:embed="rId6"/>
                <a:stretch>
                  <a:fillRect l="-1823" t="-10465"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B31C1F2E-4647-41B1-B9FD-DB0F562C3074}"/>
                  </a:ext>
                </a:extLst>
              </p:cNvPr>
              <p:cNvSpPr txBox="1"/>
              <p:nvPr/>
            </p:nvSpPr>
            <p:spPr>
              <a:xfrm>
                <a:off x="10328380" y="3995328"/>
                <a:ext cx="179537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r>
                        <a:rPr lang="en-GB" b="0" i="0" dirty="0" smtClean="0">
                          <a:latin typeface="Cambria Math" panose="02040503050406030204" pitchFamily="18" charset="0"/>
                        </a:rPr>
                        <m:t>=</m:t>
                      </m:r>
                      <m:r>
                        <a:rPr lang="en-IN" b="0" i="0" dirty="0" smtClean="0">
                          <a:latin typeface="Cambria Math" panose="02040503050406030204" pitchFamily="18" charset="0"/>
                        </a:rPr>
                        <m:t>10</m:t>
                      </m:r>
                    </m:oMath>
                  </m:oMathPara>
                </a14:m>
                <a:endParaRPr lang="en-IN" dirty="0">
                  <a:latin typeface="+mn-lt"/>
                </a:endParaRPr>
              </a:p>
            </p:txBody>
          </p:sp>
        </mc:Choice>
        <mc:Fallback xmlns="">
          <p:sp>
            <p:nvSpPr>
              <p:cNvPr id="59" name="TextBox 58">
                <a:extLst>
                  <a:ext uri="{FF2B5EF4-FFF2-40B4-BE49-F238E27FC236}">
                    <a16:creationId xmlns:a16="http://schemas.microsoft.com/office/drawing/2014/main" id="{B31C1F2E-4647-41B1-B9FD-DB0F562C3074}"/>
                  </a:ext>
                </a:extLst>
              </p:cNvPr>
              <p:cNvSpPr txBox="1">
                <a:spLocks noRot="1" noChangeAspect="1" noMove="1" noResize="1" noEditPoints="1" noAdjustHandles="1" noChangeArrowheads="1" noChangeShapeType="1" noTextEdit="1"/>
              </p:cNvSpPr>
              <p:nvPr/>
            </p:nvSpPr>
            <p:spPr>
              <a:xfrm>
                <a:off x="10328380" y="3995328"/>
                <a:ext cx="1795370" cy="523220"/>
              </a:xfrm>
              <a:prstGeom prst="rect">
                <a:avLst/>
              </a:prstGeom>
              <a:blipFill>
                <a:blip r:embed="rId7"/>
                <a:stretch>
                  <a:fillRect/>
                </a:stretch>
              </a:blipFill>
            </p:spPr>
            <p:txBody>
              <a:bodyPr/>
              <a:lstStyle/>
              <a:p>
                <a:r>
                  <a:rPr lang="en-IN">
                    <a:noFill/>
                  </a:rPr>
                  <a:t> </a:t>
                </a:r>
              </a:p>
            </p:txBody>
          </p:sp>
        </mc:Fallback>
      </mc:AlternateContent>
      <p:sp>
        <p:nvSpPr>
          <p:cNvPr id="64" name="Freeform: Shape 63">
            <a:extLst>
              <a:ext uri="{FF2B5EF4-FFF2-40B4-BE49-F238E27FC236}">
                <a16:creationId xmlns:a16="http://schemas.microsoft.com/office/drawing/2014/main" id="{A4A1F4A2-27F7-4E67-BA3A-006AE70165A2}"/>
              </a:ext>
            </a:extLst>
          </p:cNvPr>
          <p:cNvSpPr/>
          <p:nvPr/>
        </p:nvSpPr>
        <p:spPr>
          <a:xfrm>
            <a:off x="8360868" y="5321300"/>
            <a:ext cx="3524727" cy="1244358"/>
          </a:xfrm>
          <a:custGeom>
            <a:avLst/>
            <a:gdLst>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491068 w 3524727"/>
              <a:gd name="connsiteY4" fmla="*/ 326319 h 1294004"/>
              <a:gd name="connsiteX5" fmla="*/ 3487307 w 3524727"/>
              <a:gd name="connsiteY5" fmla="*/ 327078 h 1294004"/>
              <a:gd name="connsiteX6" fmla="*/ 3491068 w 3524727"/>
              <a:gd name="connsiteY6" fmla="*/ 327837 h 1294004"/>
              <a:gd name="connsiteX7" fmla="*/ 3524726 w 3524727"/>
              <a:gd name="connsiteY7" fmla="*/ 378615 h 1294004"/>
              <a:gd name="connsiteX8" fmla="*/ 3524726 w 3524727"/>
              <a:gd name="connsiteY8" fmla="*/ 599046 h 1294004"/>
              <a:gd name="connsiteX9" fmla="*/ 3491068 w 3524727"/>
              <a:gd name="connsiteY9" fmla="*/ 649825 h 1294004"/>
              <a:gd name="connsiteX10" fmla="*/ 3487333 w 3524727"/>
              <a:gd name="connsiteY10" fmla="*/ 650579 h 1294004"/>
              <a:gd name="connsiteX11" fmla="*/ 3491069 w 3524727"/>
              <a:gd name="connsiteY11" fmla="*/ 651333 h 1294004"/>
              <a:gd name="connsiteX12" fmla="*/ 3524727 w 3524727"/>
              <a:gd name="connsiteY12" fmla="*/ 702111 h 1294004"/>
              <a:gd name="connsiteX13" fmla="*/ 3524727 w 3524727"/>
              <a:gd name="connsiteY13" fmla="*/ 922542 h 1294004"/>
              <a:gd name="connsiteX14" fmla="*/ 3508586 w 3524727"/>
              <a:gd name="connsiteY14" fmla="*/ 961510 h 1294004"/>
              <a:gd name="connsiteX15" fmla="*/ 3495248 w 3524727"/>
              <a:gd name="connsiteY15" fmla="*/ 970503 h 1294004"/>
              <a:gd name="connsiteX16" fmla="*/ 3508586 w 3524727"/>
              <a:gd name="connsiteY16" fmla="*/ 979496 h 1294004"/>
              <a:gd name="connsiteX17" fmla="*/ 3524727 w 3524727"/>
              <a:gd name="connsiteY17" fmla="*/ 1018464 h 1294004"/>
              <a:gd name="connsiteX18" fmla="*/ 3524727 w 3524727"/>
              <a:gd name="connsiteY18" fmla="*/ 1238895 h 1294004"/>
              <a:gd name="connsiteX19" fmla="*/ 3469618 w 3524727"/>
              <a:gd name="connsiteY19" fmla="*/ 1294004 h 1294004"/>
              <a:gd name="connsiteX20" fmla="*/ 55109 w 3524727"/>
              <a:gd name="connsiteY20" fmla="*/ 1294004 h 1294004"/>
              <a:gd name="connsiteX21" fmla="*/ 0 w 3524727"/>
              <a:gd name="connsiteY21" fmla="*/ 1238895 h 1294004"/>
              <a:gd name="connsiteX22" fmla="*/ 0 w 3524727"/>
              <a:gd name="connsiteY22" fmla="*/ 1018464 h 1294004"/>
              <a:gd name="connsiteX23" fmla="*/ 55109 w 3524727"/>
              <a:gd name="connsiteY23" fmla="*/ 963355 h 1294004"/>
              <a:gd name="connsiteX24" fmla="*/ 879939 w 3524727"/>
              <a:gd name="connsiteY24" fmla="*/ 963355 h 1294004"/>
              <a:gd name="connsiteX25" fmla="*/ 877202 w 3524727"/>
              <a:gd name="connsiteY25" fmla="*/ 961510 h 1294004"/>
              <a:gd name="connsiteX26" fmla="*/ 861061 w 3524727"/>
              <a:gd name="connsiteY26" fmla="*/ 922542 h 1294004"/>
              <a:gd name="connsiteX27" fmla="*/ 861061 w 3524727"/>
              <a:gd name="connsiteY27" fmla="*/ 702111 h 1294004"/>
              <a:gd name="connsiteX28" fmla="*/ 916170 w 3524727"/>
              <a:gd name="connsiteY28" fmla="*/ 647002 h 1294004"/>
              <a:gd name="connsiteX29" fmla="*/ 1797311 w 3524727"/>
              <a:gd name="connsiteY29" fmla="*/ 647002 h 1294004"/>
              <a:gd name="connsiteX30" fmla="*/ 1783980 w 3524727"/>
              <a:gd name="connsiteY30" fmla="*/ 638014 h 1294004"/>
              <a:gd name="connsiteX31" fmla="*/ 1767839 w 3524727"/>
              <a:gd name="connsiteY31" fmla="*/ 599046 h 1294004"/>
              <a:gd name="connsiteX32" fmla="*/ 1767839 w 3524727"/>
              <a:gd name="connsiteY32" fmla="*/ 378615 h 1294004"/>
              <a:gd name="connsiteX33" fmla="*/ 1822948 w 3524727"/>
              <a:gd name="connsiteY33" fmla="*/ 323506 h 1294004"/>
              <a:gd name="connsiteX34" fmla="*/ 2666482 w 3524727"/>
              <a:gd name="connsiteY34" fmla="*/ 323506 h 1294004"/>
              <a:gd name="connsiteX35" fmla="*/ 2653136 w 3524727"/>
              <a:gd name="connsiteY35" fmla="*/ 314508 h 1294004"/>
              <a:gd name="connsiteX36" fmla="*/ 2636995 w 3524727"/>
              <a:gd name="connsiteY36" fmla="*/ 275540 h 1294004"/>
              <a:gd name="connsiteX37" fmla="*/ 2636995 w 3524727"/>
              <a:gd name="connsiteY37" fmla="*/ 55109 h 1294004"/>
              <a:gd name="connsiteX38" fmla="*/ 2692104 w 3524727"/>
              <a:gd name="connsiteY38"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491068 w 3524727"/>
              <a:gd name="connsiteY4" fmla="*/ 326319 h 1294004"/>
              <a:gd name="connsiteX5" fmla="*/ 3487307 w 3524727"/>
              <a:gd name="connsiteY5" fmla="*/ 327078 h 1294004"/>
              <a:gd name="connsiteX6" fmla="*/ 3524726 w 3524727"/>
              <a:gd name="connsiteY6" fmla="*/ 378615 h 1294004"/>
              <a:gd name="connsiteX7" fmla="*/ 3524726 w 3524727"/>
              <a:gd name="connsiteY7" fmla="*/ 599046 h 1294004"/>
              <a:gd name="connsiteX8" fmla="*/ 3491068 w 3524727"/>
              <a:gd name="connsiteY8" fmla="*/ 649825 h 1294004"/>
              <a:gd name="connsiteX9" fmla="*/ 3487333 w 3524727"/>
              <a:gd name="connsiteY9" fmla="*/ 650579 h 1294004"/>
              <a:gd name="connsiteX10" fmla="*/ 3491069 w 3524727"/>
              <a:gd name="connsiteY10" fmla="*/ 651333 h 1294004"/>
              <a:gd name="connsiteX11" fmla="*/ 3524727 w 3524727"/>
              <a:gd name="connsiteY11" fmla="*/ 702111 h 1294004"/>
              <a:gd name="connsiteX12" fmla="*/ 3524727 w 3524727"/>
              <a:gd name="connsiteY12" fmla="*/ 922542 h 1294004"/>
              <a:gd name="connsiteX13" fmla="*/ 3508586 w 3524727"/>
              <a:gd name="connsiteY13" fmla="*/ 961510 h 1294004"/>
              <a:gd name="connsiteX14" fmla="*/ 3495248 w 3524727"/>
              <a:gd name="connsiteY14" fmla="*/ 970503 h 1294004"/>
              <a:gd name="connsiteX15" fmla="*/ 3508586 w 3524727"/>
              <a:gd name="connsiteY15" fmla="*/ 979496 h 1294004"/>
              <a:gd name="connsiteX16" fmla="*/ 3524727 w 3524727"/>
              <a:gd name="connsiteY16" fmla="*/ 1018464 h 1294004"/>
              <a:gd name="connsiteX17" fmla="*/ 3524727 w 3524727"/>
              <a:gd name="connsiteY17" fmla="*/ 1238895 h 1294004"/>
              <a:gd name="connsiteX18" fmla="*/ 3469618 w 3524727"/>
              <a:gd name="connsiteY18" fmla="*/ 1294004 h 1294004"/>
              <a:gd name="connsiteX19" fmla="*/ 55109 w 3524727"/>
              <a:gd name="connsiteY19" fmla="*/ 1294004 h 1294004"/>
              <a:gd name="connsiteX20" fmla="*/ 0 w 3524727"/>
              <a:gd name="connsiteY20" fmla="*/ 1238895 h 1294004"/>
              <a:gd name="connsiteX21" fmla="*/ 0 w 3524727"/>
              <a:gd name="connsiteY21" fmla="*/ 1018464 h 1294004"/>
              <a:gd name="connsiteX22" fmla="*/ 55109 w 3524727"/>
              <a:gd name="connsiteY22" fmla="*/ 963355 h 1294004"/>
              <a:gd name="connsiteX23" fmla="*/ 879939 w 3524727"/>
              <a:gd name="connsiteY23" fmla="*/ 963355 h 1294004"/>
              <a:gd name="connsiteX24" fmla="*/ 877202 w 3524727"/>
              <a:gd name="connsiteY24" fmla="*/ 961510 h 1294004"/>
              <a:gd name="connsiteX25" fmla="*/ 861061 w 3524727"/>
              <a:gd name="connsiteY25" fmla="*/ 922542 h 1294004"/>
              <a:gd name="connsiteX26" fmla="*/ 861061 w 3524727"/>
              <a:gd name="connsiteY26" fmla="*/ 702111 h 1294004"/>
              <a:gd name="connsiteX27" fmla="*/ 916170 w 3524727"/>
              <a:gd name="connsiteY27" fmla="*/ 647002 h 1294004"/>
              <a:gd name="connsiteX28" fmla="*/ 1797311 w 3524727"/>
              <a:gd name="connsiteY28" fmla="*/ 647002 h 1294004"/>
              <a:gd name="connsiteX29" fmla="*/ 1783980 w 3524727"/>
              <a:gd name="connsiteY29" fmla="*/ 638014 h 1294004"/>
              <a:gd name="connsiteX30" fmla="*/ 1767839 w 3524727"/>
              <a:gd name="connsiteY30" fmla="*/ 599046 h 1294004"/>
              <a:gd name="connsiteX31" fmla="*/ 1767839 w 3524727"/>
              <a:gd name="connsiteY31" fmla="*/ 378615 h 1294004"/>
              <a:gd name="connsiteX32" fmla="*/ 1822948 w 3524727"/>
              <a:gd name="connsiteY32" fmla="*/ 323506 h 1294004"/>
              <a:gd name="connsiteX33" fmla="*/ 2666482 w 3524727"/>
              <a:gd name="connsiteY33" fmla="*/ 323506 h 1294004"/>
              <a:gd name="connsiteX34" fmla="*/ 2653136 w 3524727"/>
              <a:gd name="connsiteY34" fmla="*/ 314508 h 1294004"/>
              <a:gd name="connsiteX35" fmla="*/ 2636995 w 3524727"/>
              <a:gd name="connsiteY35" fmla="*/ 275540 h 1294004"/>
              <a:gd name="connsiteX36" fmla="*/ 2636995 w 3524727"/>
              <a:gd name="connsiteY36" fmla="*/ 55109 h 1294004"/>
              <a:gd name="connsiteX37" fmla="*/ 2692104 w 3524727"/>
              <a:gd name="connsiteY37"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491068 w 3524727"/>
              <a:gd name="connsiteY4" fmla="*/ 326319 h 1294004"/>
              <a:gd name="connsiteX5" fmla="*/ 3524726 w 3524727"/>
              <a:gd name="connsiteY5" fmla="*/ 378615 h 1294004"/>
              <a:gd name="connsiteX6" fmla="*/ 3524726 w 3524727"/>
              <a:gd name="connsiteY6" fmla="*/ 599046 h 1294004"/>
              <a:gd name="connsiteX7" fmla="*/ 3491068 w 3524727"/>
              <a:gd name="connsiteY7" fmla="*/ 649825 h 1294004"/>
              <a:gd name="connsiteX8" fmla="*/ 3487333 w 3524727"/>
              <a:gd name="connsiteY8" fmla="*/ 650579 h 1294004"/>
              <a:gd name="connsiteX9" fmla="*/ 3491069 w 3524727"/>
              <a:gd name="connsiteY9" fmla="*/ 651333 h 1294004"/>
              <a:gd name="connsiteX10" fmla="*/ 3524727 w 3524727"/>
              <a:gd name="connsiteY10" fmla="*/ 702111 h 1294004"/>
              <a:gd name="connsiteX11" fmla="*/ 3524727 w 3524727"/>
              <a:gd name="connsiteY11" fmla="*/ 922542 h 1294004"/>
              <a:gd name="connsiteX12" fmla="*/ 3508586 w 3524727"/>
              <a:gd name="connsiteY12" fmla="*/ 961510 h 1294004"/>
              <a:gd name="connsiteX13" fmla="*/ 3495248 w 3524727"/>
              <a:gd name="connsiteY13" fmla="*/ 970503 h 1294004"/>
              <a:gd name="connsiteX14" fmla="*/ 3508586 w 3524727"/>
              <a:gd name="connsiteY14" fmla="*/ 979496 h 1294004"/>
              <a:gd name="connsiteX15" fmla="*/ 3524727 w 3524727"/>
              <a:gd name="connsiteY15" fmla="*/ 1018464 h 1294004"/>
              <a:gd name="connsiteX16" fmla="*/ 3524727 w 3524727"/>
              <a:gd name="connsiteY16" fmla="*/ 1238895 h 1294004"/>
              <a:gd name="connsiteX17" fmla="*/ 3469618 w 3524727"/>
              <a:gd name="connsiteY17" fmla="*/ 1294004 h 1294004"/>
              <a:gd name="connsiteX18" fmla="*/ 55109 w 3524727"/>
              <a:gd name="connsiteY18" fmla="*/ 1294004 h 1294004"/>
              <a:gd name="connsiteX19" fmla="*/ 0 w 3524727"/>
              <a:gd name="connsiteY19" fmla="*/ 1238895 h 1294004"/>
              <a:gd name="connsiteX20" fmla="*/ 0 w 3524727"/>
              <a:gd name="connsiteY20" fmla="*/ 1018464 h 1294004"/>
              <a:gd name="connsiteX21" fmla="*/ 55109 w 3524727"/>
              <a:gd name="connsiteY21" fmla="*/ 963355 h 1294004"/>
              <a:gd name="connsiteX22" fmla="*/ 879939 w 3524727"/>
              <a:gd name="connsiteY22" fmla="*/ 963355 h 1294004"/>
              <a:gd name="connsiteX23" fmla="*/ 877202 w 3524727"/>
              <a:gd name="connsiteY23" fmla="*/ 961510 h 1294004"/>
              <a:gd name="connsiteX24" fmla="*/ 861061 w 3524727"/>
              <a:gd name="connsiteY24" fmla="*/ 922542 h 1294004"/>
              <a:gd name="connsiteX25" fmla="*/ 861061 w 3524727"/>
              <a:gd name="connsiteY25" fmla="*/ 702111 h 1294004"/>
              <a:gd name="connsiteX26" fmla="*/ 916170 w 3524727"/>
              <a:gd name="connsiteY26" fmla="*/ 647002 h 1294004"/>
              <a:gd name="connsiteX27" fmla="*/ 1797311 w 3524727"/>
              <a:gd name="connsiteY27" fmla="*/ 647002 h 1294004"/>
              <a:gd name="connsiteX28" fmla="*/ 1783980 w 3524727"/>
              <a:gd name="connsiteY28" fmla="*/ 638014 h 1294004"/>
              <a:gd name="connsiteX29" fmla="*/ 1767839 w 3524727"/>
              <a:gd name="connsiteY29" fmla="*/ 599046 h 1294004"/>
              <a:gd name="connsiteX30" fmla="*/ 1767839 w 3524727"/>
              <a:gd name="connsiteY30" fmla="*/ 378615 h 1294004"/>
              <a:gd name="connsiteX31" fmla="*/ 1822948 w 3524727"/>
              <a:gd name="connsiteY31" fmla="*/ 323506 h 1294004"/>
              <a:gd name="connsiteX32" fmla="*/ 2666482 w 3524727"/>
              <a:gd name="connsiteY32" fmla="*/ 323506 h 1294004"/>
              <a:gd name="connsiteX33" fmla="*/ 2653136 w 3524727"/>
              <a:gd name="connsiteY33" fmla="*/ 314508 h 1294004"/>
              <a:gd name="connsiteX34" fmla="*/ 2636995 w 3524727"/>
              <a:gd name="connsiteY34" fmla="*/ 275540 h 1294004"/>
              <a:gd name="connsiteX35" fmla="*/ 2636995 w 3524727"/>
              <a:gd name="connsiteY35" fmla="*/ 55109 h 1294004"/>
              <a:gd name="connsiteX36" fmla="*/ 2692104 w 3524727"/>
              <a:gd name="connsiteY36"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491068 w 3524727"/>
              <a:gd name="connsiteY6" fmla="*/ 649825 h 1294004"/>
              <a:gd name="connsiteX7" fmla="*/ 3487333 w 3524727"/>
              <a:gd name="connsiteY7" fmla="*/ 650579 h 1294004"/>
              <a:gd name="connsiteX8" fmla="*/ 3491069 w 3524727"/>
              <a:gd name="connsiteY8" fmla="*/ 651333 h 1294004"/>
              <a:gd name="connsiteX9" fmla="*/ 3524727 w 3524727"/>
              <a:gd name="connsiteY9" fmla="*/ 702111 h 1294004"/>
              <a:gd name="connsiteX10" fmla="*/ 3524727 w 3524727"/>
              <a:gd name="connsiteY10" fmla="*/ 922542 h 1294004"/>
              <a:gd name="connsiteX11" fmla="*/ 3508586 w 3524727"/>
              <a:gd name="connsiteY11" fmla="*/ 961510 h 1294004"/>
              <a:gd name="connsiteX12" fmla="*/ 3495248 w 3524727"/>
              <a:gd name="connsiteY12" fmla="*/ 970503 h 1294004"/>
              <a:gd name="connsiteX13" fmla="*/ 3508586 w 3524727"/>
              <a:gd name="connsiteY13" fmla="*/ 979496 h 1294004"/>
              <a:gd name="connsiteX14" fmla="*/ 3524727 w 3524727"/>
              <a:gd name="connsiteY14" fmla="*/ 1018464 h 1294004"/>
              <a:gd name="connsiteX15" fmla="*/ 3524727 w 3524727"/>
              <a:gd name="connsiteY15" fmla="*/ 1238895 h 1294004"/>
              <a:gd name="connsiteX16" fmla="*/ 3469618 w 3524727"/>
              <a:gd name="connsiteY16" fmla="*/ 1294004 h 1294004"/>
              <a:gd name="connsiteX17" fmla="*/ 55109 w 3524727"/>
              <a:gd name="connsiteY17" fmla="*/ 1294004 h 1294004"/>
              <a:gd name="connsiteX18" fmla="*/ 0 w 3524727"/>
              <a:gd name="connsiteY18" fmla="*/ 1238895 h 1294004"/>
              <a:gd name="connsiteX19" fmla="*/ 0 w 3524727"/>
              <a:gd name="connsiteY19" fmla="*/ 1018464 h 1294004"/>
              <a:gd name="connsiteX20" fmla="*/ 55109 w 3524727"/>
              <a:gd name="connsiteY20" fmla="*/ 963355 h 1294004"/>
              <a:gd name="connsiteX21" fmla="*/ 879939 w 3524727"/>
              <a:gd name="connsiteY21" fmla="*/ 963355 h 1294004"/>
              <a:gd name="connsiteX22" fmla="*/ 877202 w 3524727"/>
              <a:gd name="connsiteY22" fmla="*/ 961510 h 1294004"/>
              <a:gd name="connsiteX23" fmla="*/ 861061 w 3524727"/>
              <a:gd name="connsiteY23" fmla="*/ 922542 h 1294004"/>
              <a:gd name="connsiteX24" fmla="*/ 861061 w 3524727"/>
              <a:gd name="connsiteY24" fmla="*/ 702111 h 1294004"/>
              <a:gd name="connsiteX25" fmla="*/ 916170 w 3524727"/>
              <a:gd name="connsiteY25" fmla="*/ 647002 h 1294004"/>
              <a:gd name="connsiteX26" fmla="*/ 1797311 w 3524727"/>
              <a:gd name="connsiteY26" fmla="*/ 647002 h 1294004"/>
              <a:gd name="connsiteX27" fmla="*/ 1783980 w 3524727"/>
              <a:gd name="connsiteY27" fmla="*/ 638014 h 1294004"/>
              <a:gd name="connsiteX28" fmla="*/ 1767839 w 3524727"/>
              <a:gd name="connsiteY28" fmla="*/ 599046 h 1294004"/>
              <a:gd name="connsiteX29" fmla="*/ 1767839 w 3524727"/>
              <a:gd name="connsiteY29" fmla="*/ 378615 h 1294004"/>
              <a:gd name="connsiteX30" fmla="*/ 1822948 w 3524727"/>
              <a:gd name="connsiteY30" fmla="*/ 323506 h 1294004"/>
              <a:gd name="connsiteX31" fmla="*/ 2666482 w 3524727"/>
              <a:gd name="connsiteY31" fmla="*/ 323506 h 1294004"/>
              <a:gd name="connsiteX32" fmla="*/ 2653136 w 3524727"/>
              <a:gd name="connsiteY32" fmla="*/ 314508 h 1294004"/>
              <a:gd name="connsiteX33" fmla="*/ 2636995 w 3524727"/>
              <a:gd name="connsiteY33" fmla="*/ 275540 h 1294004"/>
              <a:gd name="connsiteX34" fmla="*/ 2636995 w 3524727"/>
              <a:gd name="connsiteY34" fmla="*/ 55109 h 1294004"/>
              <a:gd name="connsiteX35" fmla="*/ 2692104 w 3524727"/>
              <a:gd name="connsiteY35"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491068 w 3524727"/>
              <a:gd name="connsiteY6" fmla="*/ 649825 h 1294004"/>
              <a:gd name="connsiteX7" fmla="*/ 3487333 w 3524727"/>
              <a:gd name="connsiteY7" fmla="*/ 650579 h 1294004"/>
              <a:gd name="connsiteX8" fmla="*/ 3524727 w 3524727"/>
              <a:gd name="connsiteY8" fmla="*/ 702111 h 1294004"/>
              <a:gd name="connsiteX9" fmla="*/ 3524727 w 3524727"/>
              <a:gd name="connsiteY9" fmla="*/ 922542 h 1294004"/>
              <a:gd name="connsiteX10" fmla="*/ 3508586 w 3524727"/>
              <a:gd name="connsiteY10" fmla="*/ 961510 h 1294004"/>
              <a:gd name="connsiteX11" fmla="*/ 3495248 w 3524727"/>
              <a:gd name="connsiteY11" fmla="*/ 970503 h 1294004"/>
              <a:gd name="connsiteX12" fmla="*/ 3508586 w 3524727"/>
              <a:gd name="connsiteY12" fmla="*/ 979496 h 1294004"/>
              <a:gd name="connsiteX13" fmla="*/ 3524727 w 3524727"/>
              <a:gd name="connsiteY13" fmla="*/ 1018464 h 1294004"/>
              <a:gd name="connsiteX14" fmla="*/ 3524727 w 3524727"/>
              <a:gd name="connsiteY14" fmla="*/ 1238895 h 1294004"/>
              <a:gd name="connsiteX15" fmla="*/ 3469618 w 3524727"/>
              <a:gd name="connsiteY15" fmla="*/ 1294004 h 1294004"/>
              <a:gd name="connsiteX16" fmla="*/ 55109 w 3524727"/>
              <a:gd name="connsiteY16" fmla="*/ 1294004 h 1294004"/>
              <a:gd name="connsiteX17" fmla="*/ 0 w 3524727"/>
              <a:gd name="connsiteY17" fmla="*/ 1238895 h 1294004"/>
              <a:gd name="connsiteX18" fmla="*/ 0 w 3524727"/>
              <a:gd name="connsiteY18" fmla="*/ 1018464 h 1294004"/>
              <a:gd name="connsiteX19" fmla="*/ 55109 w 3524727"/>
              <a:gd name="connsiteY19" fmla="*/ 963355 h 1294004"/>
              <a:gd name="connsiteX20" fmla="*/ 879939 w 3524727"/>
              <a:gd name="connsiteY20" fmla="*/ 963355 h 1294004"/>
              <a:gd name="connsiteX21" fmla="*/ 877202 w 3524727"/>
              <a:gd name="connsiteY21" fmla="*/ 961510 h 1294004"/>
              <a:gd name="connsiteX22" fmla="*/ 861061 w 3524727"/>
              <a:gd name="connsiteY22" fmla="*/ 922542 h 1294004"/>
              <a:gd name="connsiteX23" fmla="*/ 861061 w 3524727"/>
              <a:gd name="connsiteY23" fmla="*/ 702111 h 1294004"/>
              <a:gd name="connsiteX24" fmla="*/ 916170 w 3524727"/>
              <a:gd name="connsiteY24" fmla="*/ 647002 h 1294004"/>
              <a:gd name="connsiteX25" fmla="*/ 1797311 w 3524727"/>
              <a:gd name="connsiteY25" fmla="*/ 647002 h 1294004"/>
              <a:gd name="connsiteX26" fmla="*/ 1783980 w 3524727"/>
              <a:gd name="connsiteY26" fmla="*/ 638014 h 1294004"/>
              <a:gd name="connsiteX27" fmla="*/ 1767839 w 3524727"/>
              <a:gd name="connsiteY27" fmla="*/ 599046 h 1294004"/>
              <a:gd name="connsiteX28" fmla="*/ 1767839 w 3524727"/>
              <a:gd name="connsiteY28" fmla="*/ 378615 h 1294004"/>
              <a:gd name="connsiteX29" fmla="*/ 1822948 w 3524727"/>
              <a:gd name="connsiteY29" fmla="*/ 323506 h 1294004"/>
              <a:gd name="connsiteX30" fmla="*/ 2666482 w 3524727"/>
              <a:gd name="connsiteY30" fmla="*/ 323506 h 1294004"/>
              <a:gd name="connsiteX31" fmla="*/ 2653136 w 3524727"/>
              <a:gd name="connsiteY31" fmla="*/ 314508 h 1294004"/>
              <a:gd name="connsiteX32" fmla="*/ 2636995 w 3524727"/>
              <a:gd name="connsiteY32" fmla="*/ 275540 h 1294004"/>
              <a:gd name="connsiteX33" fmla="*/ 2636995 w 3524727"/>
              <a:gd name="connsiteY33" fmla="*/ 55109 h 1294004"/>
              <a:gd name="connsiteX34" fmla="*/ 2692104 w 3524727"/>
              <a:gd name="connsiteY34"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491068 w 3524727"/>
              <a:gd name="connsiteY6" fmla="*/ 649825 h 1294004"/>
              <a:gd name="connsiteX7" fmla="*/ 3524727 w 3524727"/>
              <a:gd name="connsiteY7" fmla="*/ 702111 h 1294004"/>
              <a:gd name="connsiteX8" fmla="*/ 3524727 w 3524727"/>
              <a:gd name="connsiteY8" fmla="*/ 922542 h 1294004"/>
              <a:gd name="connsiteX9" fmla="*/ 3508586 w 3524727"/>
              <a:gd name="connsiteY9" fmla="*/ 961510 h 1294004"/>
              <a:gd name="connsiteX10" fmla="*/ 3495248 w 3524727"/>
              <a:gd name="connsiteY10" fmla="*/ 970503 h 1294004"/>
              <a:gd name="connsiteX11" fmla="*/ 3508586 w 3524727"/>
              <a:gd name="connsiteY11" fmla="*/ 979496 h 1294004"/>
              <a:gd name="connsiteX12" fmla="*/ 3524727 w 3524727"/>
              <a:gd name="connsiteY12" fmla="*/ 1018464 h 1294004"/>
              <a:gd name="connsiteX13" fmla="*/ 3524727 w 3524727"/>
              <a:gd name="connsiteY13" fmla="*/ 1238895 h 1294004"/>
              <a:gd name="connsiteX14" fmla="*/ 3469618 w 3524727"/>
              <a:gd name="connsiteY14" fmla="*/ 1294004 h 1294004"/>
              <a:gd name="connsiteX15" fmla="*/ 55109 w 3524727"/>
              <a:gd name="connsiteY15" fmla="*/ 1294004 h 1294004"/>
              <a:gd name="connsiteX16" fmla="*/ 0 w 3524727"/>
              <a:gd name="connsiteY16" fmla="*/ 1238895 h 1294004"/>
              <a:gd name="connsiteX17" fmla="*/ 0 w 3524727"/>
              <a:gd name="connsiteY17" fmla="*/ 1018464 h 1294004"/>
              <a:gd name="connsiteX18" fmla="*/ 55109 w 3524727"/>
              <a:gd name="connsiteY18" fmla="*/ 963355 h 1294004"/>
              <a:gd name="connsiteX19" fmla="*/ 879939 w 3524727"/>
              <a:gd name="connsiteY19" fmla="*/ 963355 h 1294004"/>
              <a:gd name="connsiteX20" fmla="*/ 877202 w 3524727"/>
              <a:gd name="connsiteY20" fmla="*/ 961510 h 1294004"/>
              <a:gd name="connsiteX21" fmla="*/ 861061 w 3524727"/>
              <a:gd name="connsiteY21" fmla="*/ 922542 h 1294004"/>
              <a:gd name="connsiteX22" fmla="*/ 861061 w 3524727"/>
              <a:gd name="connsiteY22" fmla="*/ 702111 h 1294004"/>
              <a:gd name="connsiteX23" fmla="*/ 916170 w 3524727"/>
              <a:gd name="connsiteY23" fmla="*/ 647002 h 1294004"/>
              <a:gd name="connsiteX24" fmla="*/ 1797311 w 3524727"/>
              <a:gd name="connsiteY24" fmla="*/ 647002 h 1294004"/>
              <a:gd name="connsiteX25" fmla="*/ 1783980 w 3524727"/>
              <a:gd name="connsiteY25" fmla="*/ 638014 h 1294004"/>
              <a:gd name="connsiteX26" fmla="*/ 1767839 w 3524727"/>
              <a:gd name="connsiteY26" fmla="*/ 599046 h 1294004"/>
              <a:gd name="connsiteX27" fmla="*/ 1767839 w 3524727"/>
              <a:gd name="connsiteY27" fmla="*/ 378615 h 1294004"/>
              <a:gd name="connsiteX28" fmla="*/ 1822948 w 3524727"/>
              <a:gd name="connsiteY28" fmla="*/ 323506 h 1294004"/>
              <a:gd name="connsiteX29" fmla="*/ 2666482 w 3524727"/>
              <a:gd name="connsiteY29" fmla="*/ 323506 h 1294004"/>
              <a:gd name="connsiteX30" fmla="*/ 2653136 w 3524727"/>
              <a:gd name="connsiteY30" fmla="*/ 314508 h 1294004"/>
              <a:gd name="connsiteX31" fmla="*/ 2636995 w 3524727"/>
              <a:gd name="connsiteY31" fmla="*/ 275540 h 1294004"/>
              <a:gd name="connsiteX32" fmla="*/ 2636995 w 3524727"/>
              <a:gd name="connsiteY32" fmla="*/ 55109 h 1294004"/>
              <a:gd name="connsiteX33" fmla="*/ 2692104 w 3524727"/>
              <a:gd name="connsiteY33"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08586 w 3524727"/>
              <a:gd name="connsiteY8" fmla="*/ 961510 h 1294004"/>
              <a:gd name="connsiteX9" fmla="*/ 3495248 w 3524727"/>
              <a:gd name="connsiteY9" fmla="*/ 970503 h 1294004"/>
              <a:gd name="connsiteX10" fmla="*/ 3508586 w 3524727"/>
              <a:gd name="connsiteY10" fmla="*/ 979496 h 1294004"/>
              <a:gd name="connsiteX11" fmla="*/ 3524727 w 3524727"/>
              <a:gd name="connsiteY11" fmla="*/ 1018464 h 1294004"/>
              <a:gd name="connsiteX12" fmla="*/ 3524727 w 3524727"/>
              <a:gd name="connsiteY12" fmla="*/ 1238895 h 1294004"/>
              <a:gd name="connsiteX13" fmla="*/ 3469618 w 3524727"/>
              <a:gd name="connsiteY13" fmla="*/ 1294004 h 1294004"/>
              <a:gd name="connsiteX14" fmla="*/ 55109 w 3524727"/>
              <a:gd name="connsiteY14" fmla="*/ 1294004 h 1294004"/>
              <a:gd name="connsiteX15" fmla="*/ 0 w 3524727"/>
              <a:gd name="connsiteY15" fmla="*/ 1238895 h 1294004"/>
              <a:gd name="connsiteX16" fmla="*/ 0 w 3524727"/>
              <a:gd name="connsiteY16" fmla="*/ 1018464 h 1294004"/>
              <a:gd name="connsiteX17" fmla="*/ 55109 w 3524727"/>
              <a:gd name="connsiteY17" fmla="*/ 963355 h 1294004"/>
              <a:gd name="connsiteX18" fmla="*/ 879939 w 3524727"/>
              <a:gd name="connsiteY18" fmla="*/ 963355 h 1294004"/>
              <a:gd name="connsiteX19" fmla="*/ 877202 w 3524727"/>
              <a:gd name="connsiteY19" fmla="*/ 961510 h 1294004"/>
              <a:gd name="connsiteX20" fmla="*/ 861061 w 3524727"/>
              <a:gd name="connsiteY20" fmla="*/ 922542 h 1294004"/>
              <a:gd name="connsiteX21" fmla="*/ 861061 w 3524727"/>
              <a:gd name="connsiteY21" fmla="*/ 702111 h 1294004"/>
              <a:gd name="connsiteX22" fmla="*/ 916170 w 3524727"/>
              <a:gd name="connsiteY22" fmla="*/ 647002 h 1294004"/>
              <a:gd name="connsiteX23" fmla="*/ 1797311 w 3524727"/>
              <a:gd name="connsiteY23" fmla="*/ 647002 h 1294004"/>
              <a:gd name="connsiteX24" fmla="*/ 1783980 w 3524727"/>
              <a:gd name="connsiteY24" fmla="*/ 638014 h 1294004"/>
              <a:gd name="connsiteX25" fmla="*/ 1767839 w 3524727"/>
              <a:gd name="connsiteY25" fmla="*/ 599046 h 1294004"/>
              <a:gd name="connsiteX26" fmla="*/ 1767839 w 3524727"/>
              <a:gd name="connsiteY26" fmla="*/ 378615 h 1294004"/>
              <a:gd name="connsiteX27" fmla="*/ 1822948 w 3524727"/>
              <a:gd name="connsiteY27" fmla="*/ 323506 h 1294004"/>
              <a:gd name="connsiteX28" fmla="*/ 2666482 w 3524727"/>
              <a:gd name="connsiteY28" fmla="*/ 323506 h 1294004"/>
              <a:gd name="connsiteX29" fmla="*/ 2653136 w 3524727"/>
              <a:gd name="connsiteY29" fmla="*/ 314508 h 1294004"/>
              <a:gd name="connsiteX30" fmla="*/ 2636995 w 3524727"/>
              <a:gd name="connsiteY30" fmla="*/ 275540 h 1294004"/>
              <a:gd name="connsiteX31" fmla="*/ 2636995 w 3524727"/>
              <a:gd name="connsiteY31" fmla="*/ 55109 h 1294004"/>
              <a:gd name="connsiteX32" fmla="*/ 2692104 w 3524727"/>
              <a:gd name="connsiteY32"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08586 w 3524727"/>
              <a:gd name="connsiteY8" fmla="*/ 961510 h 1294004"/>
              <a:gd name="connsiteX9" fmla="*/ 3508586 w 3524727"/>
              <a:gd name="connsiteY9" fmla="*/ 979496 h 1294004"/>
              <a:gd name="connsiteX10" fmla="*/ 3524727 w 3524727"/>
              <a:gd name="connsiteY10" fmla="*/ 1018464 h 1294004"/>
              <a:gd name="connsiteX11" fmla="*/ 3524727 w 3524727"/>
              <a:gd name="connsiteY11" fmla="*/ 1238895 h 1294004"/>
              <a:gd name="connsiteX12" fmla="*/ 3469618 w 3524727"/>
              <a:gd name="connsiteY12" fmla="*/ 1294004 h 1294004"/>
              <a:gd name="connsiteX13" fmla="*/ 55109 w 3524727"/>
              <a:gd name="connsiteY13" fmla="*/ 1294004 h 1294004"/>
              <a:gd name="connsiteX14" fmla="*/ 0 w 3524727"/>
              <a:gd name="connsiteY14" fmla="*/ 1238895 h 1294004"/>
              <a:gd name="connsiteX15" fmla="*/ 0 w 3524727"/>
              <a:gd name="connsiteY15" fmla="*/ 1018464 h 1294004"/>
              <a:gd name="connsiteX16" fmla="*/ 55109 w 3524727"/>
              <a:gd name="connsiteY16" fmla="*/ 963355 h 1294004"/>
              <a:gd name="connsiteX17" fmla="*/ 879939 w 3524727"/>
              <a:gd name="connsiteY17" fmla="*/ 963355 h 1294004"/>
              <a:gd name="connsiteX18" fmla="*/ 877202 w 3524727"/>
              <a:gd name="connsiteY18" fmla="*/ 961510 h 1294004"/>
              <a:gd name="connsiteX19" fmla="*/ 861061 w 3524727"/>
              <a:gd name="connsiteY19" fmla="*/ 922542 h 1294004"/>
              <a:gd name="connsiteX20" fmla="*/ 861061 w 3524727"/>
              <a:gd name="connsiteY20" fmla="*/ 702111 h 1294004"/>
              <a:gd name="connsiteX21" fmla="*/ 916170 w 3524727"/>
              <a:gd name="connsiteY21" fmla="*/ 647002 h 1294004"/>
              <a:gd name="connsiteX22" fmla="*/ 1797311 w 3524727"/>
              <a:gd name="connsiteY22" fmla="*/ 647002 h 1294004"/>
              <a:gd name="connsiteX23" fmla="*/ 1783980 w 3524727"/>
              <a:gd name="connsiteY23" fmla="*/ 638014 h 1294004"/>
              <a:gd name="connsiteX24" fmla="*/ 1767839 w 3524727"/>
              <a:gd name="connsiteY24" fmla="*/ 599046 h 1294004"/>
              <a:gd name="connsiteX25" fmla="*/ 1767839 w 3524727"/>
              <a:gd name="connsiteY25" fmla="*/ 378615 h 1294004"/>
              <a:gd name="connsiteX26" fmla="*/ 1822948 w 3524727"/>
              <a:gd name="connsiteY26" fmla="*/ 323506 h 1294004"/>
              <a:gd name="connsiteX27" fmla="*/ 2666482 w 3524727"/>
              <a:gd name="connsiteY27" fmla="*/ 323506 h 1294004"/>
              <a:gd name="connsiteX28" fmla="*/ 2653136 w 3524727"/>
              <a:gd name="connsiteY28" fmla="*/ 314508 h 1294004"/>
              <a:gd name="connsiteX29" fmla="*/ 2636995 w 3524727"/>
              <a:gd name="connsiteY29" fmla="*/ 275540 h 1294004"/>
              <a:gd name="connsiteX30" fmla="*/ 2636995 w 3524727"/>
              <a:gd name="connsiteY30" fmla="*/ 55109 h 1294004"/>
              <a:gd name="connsiteX31" fmla="*/ 2692104 w 3524727"/>
              <a:gd name="connsiteY31"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08586 w 3524727"/>
              <a:gd name="connsiteY8" fmla="*/ 979496 h 1294004"/>
              <a:gd name="connsiteX9" fmla="*/ 3524727 w 3524727"/>
              <a:gd name="connsiteY9" fmla="*/ 1018464 h 1294004"/>
              <a:gd name="connsiteX10" fmla="*/ 3524727 w 3524727"/>
              <a:gd name="connsiteY10" fmla="*/ 1238895 h 1294004"/>
              <a:gd name="connsiteX11" fmla="*/ 3469618 w 3524727"/>
              <a:gd name="connsiteY11" fmla="*/ 1294004 h 1294004"/>
              <a:gd name="connsiteX12" fmla="*/ 55109 w 3524727"/>
              <a:gd name="connsiteY12" fmla="*/ 1294004 h 1294004"/>
              <a:gd name="connsiteX13" fmla="*/ 0 w 3524727"/>
              <a:gd name="connsiteY13" fmla="*/ 1238895 h 1294004"/>
              <a:gd name="connsiteX14" fmla="*/ 0 w 3524727"/>
              <a:gd name="connsiteY14" fmla="*/ 1018464 h 1294004"/>
              <a:gd name="connsiteX15" fmla="*/ 55109 w 3524727"/>
              <a:gd name="connsiteY15" fmla="*/ 963355 h 1294004"/>
              <a:gd name="connsiteX16" fmla="*/ 879939 w 3524727"/>
              <a:gd name="connsiteY16" fmla="*/ 963355 h 1294004"/>
              <a:gd name="connsiteX17" fmla="*/ 877202 w 3524727"/>
              <a:gd name="connsiteY17" fmla="*/ 961510 h 1294004"/>
              <a:gd name="connsiteX18" fmla="*/ 861061 w 3524727"/>
              <a:gd name="connsiteY18" fmla="*/ 922542 h 1294004"/>
              <a:gd name="connsiteX19" fmla="*/ 861061 w 3524727"/>
              <a:gd name="connsiteY19" fmla="*/ 702111 h 1294004"/>
              <a:gd name="connsiteX20" fmla="*/ 916170 w 3524727"/>
              <a:gd name="connsiteY20" fmla="*/ 647002 h 1294004"/>
              <a:gd name="connsiteX21" fmla="*/ 1797311 w 3524727"/>
              <a:gd name="connsiteY21" fmla="*/ 647002 h 1294004"/>
              <a:gd name="connsiteX22" fmla="*/ 1783980 w 3524727"/>
              <a:gd name="connsiteY22" fmla="*/ 638014 h 1294004"/>
              <a:gd name="connsiteX23" fmla="*/ 1767839 w 3524727"/>
              <a:gd name="connsiteY23" fmla="*/ 599046 h 1294004"/>
              <a:gd name="connsiteX24" fmla="*/ 1767839 w 3524727"/>
              <a:gd name="connsiteY24" fmla="*/ 378615 h 1294004"/>
              <a:gd name="connsiteX25" fmla="*/ 1822948 w 3524727"/>
              <a:gd name="connsiteY25" fmla="*/ 323506 h 1294004"/>
              <a:gd name="connsiteX26" fmla="*/ 2666482 w 3524727"/>
              <a:gd name="connsiteY26" fmla="*/ 323506 h 1294004"/>
              <a:gd name="connsiteX27" fmla="*/ 2653136 w 3524727"/>
              <a:gd name="connsiteY27" fmla="*/ 314508 h 1294004"/>
              <a:gd name="connsiteX28" fmla="*/ 2636995 w 3524727"/>
              <a:gd name="connsiteY28" fmla="*/ 275540 h 1294004"/>
              <a:gd name="connsiteX29" fmla="*/ 2636995 w 3524727"/>
              <a:gd name="connsiteY29" fmla="*/ 55109 h 1294004"/>
              <a:gd name="connsiteX30" fmla="*/ 2692104 w 3524727"/>
              <a:gd name="connsiteY30"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79939 w 3524727"/>
              <a:gd name="connsiteY15" fmla="*/ 963355 h 1294004"/>
              <a:gd name="connsiteX16" fmla="*/ 877202 w 3524727"/>
              <a:gd name="connsiteY16" fmla="*/ 961510 h 1294004"/>
              <a:gd name="connsiteX17" fmla="*/ 861061 w 3524727"/>
              <a:gd name="connsiteY17" fmla="*/ 922542 h 1294004"/>
              <a:gd name="connsiteX18" fmla="*/ 861061 w 3524727"/>
              <a:gd name="connsiteY18" fmla="*/ 702111 h 1294004"/>
              <a:gd name="connsiteX19" fmla="*/ 916170 w 3524727"/>
              <a:gd name="connsiteY19" fmla="*/ 647002 h 1294004"/>
              <a:gd name="connsiteX20" fmla="*/ 1797311 w 3524727"/>
              <a:gd name="connsiteY20" fmla="*/ 647002 h 1294004"/>
              <a:gd name="connsiteX21" fmla="*/ 1783980 w 3524727"/>
              <a:gd name="connsiteY21" fmla="*/ 638014 h 1294004"/>
              <a:gd name="connsiteX22" fmla="*/ 1767839 w 3524727"/>
              <a:gd name="connsiteY22" fmla="*/ 599046 h 1294004"/>
              <a:gd name="connsiteX23" fmla="*/ 1767839 w 3524727"/>
              <a:gd name="connsiteY23" fmla="*/ 378615 h 1294004"/>
              <a:gd name="connsiteX24" fmla="*/ 1822948 w 3524727"/>
              <a:gd name="connsiteY24" fmla="*/ 323506 h 1294004"/>
              <a:gd name="connsiteX25" fmla="*/ 2666482 w 3524727"/>
              <a:gd name="connsiteY25" fmla="*/ 323506 h 1294004"/>
              <a:gd name="connsiteX26" fmla="*/ 2653136 w 3524727"/>
              <a:gd name="connsiteY26" fmla="*/ 314508 h 1294004"/>
              <a:gd name="connsiteX27" fmla="*/ 2636995 w 3524727"/>
              <a:gd name="connsiteY27" fmla="*/ 275540 h 1294004"/>
              <a:gd name="connsiteX28" fmla="*/ 2636995 w 3524727"/>
              <a:gd name="connsiteY28" fmla="*/ 55109 h 1294004"/>
              <a:gd name="connsiteX29" fmla="*/ 2692104 w 3524727"/>
              <a:gd name="connsiteY29"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79939 w 3524727"/>
              <a:gd name="connsiteY15" fmla="*/ 963355 h 1294004"/>
              <a:gd name="connsiteX16" fmla="*/ 877202 w 3524727"/>
              <a:gd name="connsiteY16" fmla="*/ 961510 h 1294004"/>
              <a:gd name="connsiteX17" fmla="*/ 861061 w 3524727"/>
              <a:gd name="connsiteY17" fmla="*/ 922542 h 1294004"/>
              <a:gd name="connsiteX18" fmla="*/ 861061 w 3524727"/>
              <a:gd name="connsiteY18" fmla="*/ 702111 h 1294004"/>
              <a:gd name="connsiteX19" fmla="*/ 916170 w 3524727"/>
              <a:gd name="connsiteY19" fmla="*/ 647002 h 1294004"/>
              <a:gd name="connsiteX20" fmla="*/ 1797311 w 3524727"/>
              <a:gd name="connsiteY20" fmla="*/ 647002 h 1294004"/>
              <a:gd name="connsiteX21" fmla="*/ 1783980 w 3524727"/>
              <a:gd name="connsiteY21" fmla="*/ 638014 h 1294004"/>
              <a:gd name="connsiteX22" fmla="*/ 1767839 w 3524727"/>
              <a:gd name="connsiteY22" fmla="*/ 599046 h 1294004"/>
              <a:gd name="connsiteX23" fmla="*/ 1767839 w 3524727"/>
              <a:gd name="connsiteY23" fmla="*/ 378615 h 1294004"/>
              <a:gd name="connsiteX24" fmla="*/ 1822948 w 3524727"/>
              <a:gd name="connsiteY24" fmla="*/ 323506 h 1294004"/>
              <a:gd name="connsiteX25" fmla="*/ 2653136 w 3524727"/>
              <a:gd name="connsiteY25" fmla="*/ 314508 h 1294004"/>
              <a:gd name="connsiteX26" fmla="*/ 2636995 w 3524727"/>
              <a:gd name="connsiteY26" fmla="*/ 275540 h 1294004"/>
              <a:gd name="connsiteX27" fmla="*/ 2636995 w 3524727"/>
              <a:gd name="connsiteY27" fmla="*/ 55109 h 1294004"/>
              <a:gd name="connsiteX28" fmla="*/ 2692104 w 3524727"/>
              <a:gd name="connsiteY28"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79939 w 3524727"/>
              <a:gd name="connsiteY15" fmla="*/ 963355 h 1294004"/>
              <a:gd name="connsiteX16" fmla="*/ 877202 w 3524727"/>
              <a:gd name="connsiteY16" fmla="*/ 961510 h 1294004"/>
              <a:gd name="connsiteX17" fmla="*/ 861061 w 3524727"/>
              <a:gd name="connsiteY17" fmla="*/ 922542 h 1294004"/>
              <a:gd name="connsiteX18" fmla="*/ 861061 w 3524727"/>
              <a:gd name="connsiteY18" fmla="*/ 702111 h 1294004"/>
              <a:gd name="connsiteX19" fmla="*/ 916170 w 3524727"/>
              <a:gd name="connsiteY19" fmla="*/ 647002 h 1294004"/>
              <a:gd name="connsiteX20" fmla="*/ 1797311 w 3524727"/>
              <a:gd name="connsiteY20" fmla="*/ 647002 h 1294004"/>
              <a:gd name="connsiteX21" fmla="*/ 1783980 w 3524727"/>
              <a:gd name="connsiteY21" fmla="*/ 638014 h 1294004"/>
              <a:gd name="connsiteX22" fmla="*/ 1767839 w 3524727"/>
              <a:gd name="connsiteY22" fmla="*/ 599046 h 1294004"/>
              <a:gd name="connsiteX23" fmla="*/ 1767839 w 3524727"/>
              <a:gd name="connsiteY23" fmla="*/ 378615 h 1294004"/>
              <a:gd name="connsiteX24" fmla="*/ 1822948 w 3524727"/>
              <a:gd name="connsiteY24" fmla="*/ 323506 h 1294004"/>
              <a:gd name="connsiteX25" fmla="*/ 2636995 w 3524727"/>
              <a:gd name="connsiteY25" fmla="*/ 275540 h 1294004"/>
              <a:gd name="connsiteX26" fmla="*/ 2636995 w 3524727"/>
              <a:gd name="connsiteY26" fmla="*/ 55109 h 1294004"/>
              <a:gd name="connsiteX27" fmla="*/ 2692104 w 3524727"/>
              <a:gd name="connsiteY27"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79939 w 3524727"/>
              <a:gd name="connsiteY15" fmla="*/ 963355 h 1294004"/>
              <a:gd name="connsiteX16" fmla="*/ 877202 w 3524727"/>
              <a:gd name="connsiteY16" fmla="*/ 961510 h 1294004"/>
              <a:gd name="connsiteX17" fmla="*/ 861061 w 3524727"/>
              <a:gd name="connsiteY17" fmla="*/ 922542 h 1294004"/>
              <a:gd name="connsiteX18" fmla="*/ 861061 w 3524727"/>
              <a:gd name="connsiteY18" fmla="*/ 702111 h 1294004"/>
              <a:gd name="connsiteX19" fmla="*/ 916170 w 3524727"/>
              <a:gd name="connsiteY19" fmla="*/ 647002 h 1294004"/>
              <a:gd name="connsiteX20" fmla="*/ 1797311 w 3524727"/>
              <a:gd name="connsiteY20" fmla="*/ 647002 h 1294004"/>
              <a:gd name="connsiteX21" fmla="*/ 1783980 w 3524727"/>
              <a:gd name="connsiteY21" fmla="*/ 638014 h 1294004"/>
              <a:gd name="connsiteX22" fmla="*/ 1767839 w 3524727"/>
              <a:gd name="connsiteY22" fmla="*/ 599046 h 1294004"/>
              <a:gd name="connsiteX23" fmla="*/ 1767839 w 3524727"/>
              <a:gd name="connsiteY23" fmla="*/ 378615 h 1294004"/>
              <a:gd name="connsiteX24" fmla="*/ 1822948 w 3524727"/>
              <a:gd name="connsiteY24" fmla="*/ 323506 h 1294004"/>
              <a:gd name="connsiteX25" fmla="*/ 2636995 w 3524727"/>
              <a:gd name="connsiteY25" fmla="*/ 323165 h 1294004"/>
              <a:gd name="connsiteX26" fmla="*/ 2636995 w 3524727"/>
              <a:gd name="connsiteY26" fmla="*/ 55109 h 1294004"/>
              <a:gd name="connsiteX27" fmla="*/ 2692104 w 3524727"/>
              <a:gd name="connsiteY27"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79939 w 3524727"/>
              <a:gd name="connsiteY15" fmla="*/ 963355 h 1294004"/>
              <a:gd name="connsiteX16" fmla="*/ 877202 w 3524727"/>
              <a:gd name="connsiteY16" fmla="*/ 961510 h 1294004"/>
              <a:gd name="connsiteX17" fmla="*/ 861061 w 3524727"/>
              <a:gd name="connsiteY17" fmla="*/ 922542 h 1294004"/>
              <a:gd name="connsiteX18" fmla="*/ 861061 w 3524727"/>
              <a:gd name="connsiteY18" fmla="*/ 702111 h 1294004"/>
              <a:gd name="connsiteX19" fmla="*/ 916170 w 3524727"/>
              <a:gd name="connsiteY19" fmla="*/ 647002 h 1294004"/>
              <a:gd name="connsiteX20" fmla="*/ 1797311 w 3524727"/>
              <a:gd name="connsiteY20" fmla="*/ 647002 h 1294004"/>
              <a:gd name="connsiteX21" fmla="*/ 1767839 w 3524727"/>
              <a:gd name="connsiteY21" fmla="*/ 599046 h 1294004"/>
              <a:gd name="connsiteX22" fmla="*/ 1767839 w 3524727"/>
              <a:gd name="connsiteY22" fmla="*/ 378615 h 1294004"/>
              <a:gd name="connsiteX23" fmla="*/ 1822948 w 3524727"/>
              <a:gd name="connsiteY23" fmla="*/ 323506 h 1294004"/>
              <a:gd name="connsiteX24" fmla="*/ 2636995 w 3524727"/>
              <a:gd name="connsiteY24" fmla="*/ 323165 h 1294004"/>
              <a:gd name="connsiteX25" fmla="*/ 2636995 w 3524727"/>
              <a:gd name="connsiteY25" fmla="*/ 55109 h 1294004"/>
              <a:gd name="connsiteX26" fmla="*/ 2692104 w 3524727"/>
              <a:gd name="connsiteY26"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79939 w 3524727"/>
              <a:gd name="connsiteY15" fmla="*/ 963355 h 1294004"/>
              <a:gd name="connsiteX16" fmla="*/ 877202 w 3524727"/>
              <a:gd name="connsiteY16" fmla="*/ 961510 h 1294004"/>
              <a:gd name="connsiteX17" fmla="*/ 861061 w 3524727"/>
              <a:gd name="connsiteY17" fmla="*/ 922542 h 1294004"/>
              <a:gd name="connsiteX18" fmla="*/ 861061 w 3524727"/>
              <a:gd name="connsiteY18" fmla="*/ 702111 h 1294004"/>
              <a:gd name="connsiteX19" fmla="*/ 916170 w 3524727"/>
              <a:gd name="connsiteY19" fmla="*/ 647002 h 1294004"/>
              <a:gd name="connsiteX20" fmla="*/ 1767839 w 3524727"/>
              <a:gd name="connsiteY20" fmla="*/ 599046 h 1294004"/>
              <a:gd name="connsiteX21" fmla="*/ 1767839 w 3524727"/>
              <a:gd name="connsiteY21" fmla="*/ 378615 h 1294004"/>
              <a:gd name="connsiteX22" fmla="*/ 1822948 w 3524727"/>
              <a:gd name="connsiteY22" fmla="*/ 323506 h 1294004"/>
              <a:gd name="connsiteX23" fmla="*/ 2636995 w 3524727"/>
              <a:gd name="connsiteY23" fmla="*/ 323165 h 1294004"/>
              <a:gd name="connsiteX24" fmla="*/ 2636995 w 3524727"/>
              <a:gd name="connsiteY24" fmla="*/ 55109 h 1294004"/>
              <a:gd name="connsiteX25" fmla="*/ 2692104 w 3524727"/>
              <a:gd name="connsiteY25"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79939 w 3524727"/>
              <a:gd name="connsiteY15" fmla="*/ 963355 h 1294004"/>
              <a:gd name="connsiteX16" fmla="*/ 877202 w 3524727"/>
              <a:gd name="connsiteY16" fmla="*/ 961510 h 1294004"/>
              <a:gd name="connsiteX17" fmla="*/ 861061 w 3524727"/>
              <a:gd name="connsiteY17" fmla="*/ 922542 h 1294004"/>
              <a:gd name="connsiteX18" fmla="*/ 861061 w 3524727"/>
              <a:gd name="connsiteY18" fmla="*/ 702111 h 1294004"/>
              <a:gd name="connsiteX19" fmla="*/ 916170 w 3524727"/>
              <a:gd name="connsiteY19" fmla="*/ 647002 h 1294004"/>
              <a:gd name="connsiteX20" fmla="*/ 1770220 w 3524727"/>
              <a:gd name="connsiteY20" fmla="*/ 649052 h 1294004"/>
              <a:gd name="connsiteX21" fmla="*/ 1767839 w 3524727"/>
              <a:gd name="connsiteY21" fmla="*/ 378615 h 1294004"/>
              <a:gd name="connsiteX22" fmla="*/ 1822948 w 3524727"/>
              <a:gd name="connsiteY22" fmla="*/ 323506 h 1294004"/>
              <a:gd name="connsiteX23" fmla="*/ 2636995 w 3524727"/>
              <a:gd name="connsiteY23" fmla="*/ 323165 h 1294004"/>
              <a:gd name="connsiteX24" fmla="*/ 2636995 w 3524727"/>
              <a:gd name="connsiteY24" fmla="*/ 55109 h 1294004"/>
              <a:gd name="connsiteX25" fmla="*/ 2692104 w 3524727"/>
              <a:gd name="connsiteY25"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79939 w 3524727"/>
              <a:gd name="connsiteY15" fmla="*/ 963355 h 1294004"/>
              <a:gd name="connsiteX16" fmla="*/ 861061 w 3524727"/>
              <a:gd name="connsiteY16" fmla="*/ 922542 h 1294004"/>
              <a:gd name="connsiteX17" fmla="*/ 861061 w 3524727"/>
              <a:gd name="connsiteY17" fmla="*/ 702111 h 1294004"/>
              <a:gd name="connsiteX18" fmla="*/ 916170 w 3524727"/>
              <a:gd name="connsiteY18" fmla="*/ 647002 h 1294004"/>
              <a:gd name="connsiteX19" fmla="*/ 1770220 w 3524727"/>
              <a:gd name="connsiteY19" fmla="*/ 649052 h 1294004"/>
              <a:gd name="connsiteX20" fmla="*/ 1767839 w 3524727"/>
              <a:gd name="connsiteY20" fmla="*/ 378615 h 1294004"/>
              <a:gd name="connsiteX21" fmla="*/ 1822948 w 3524727"/>
              <a:gd name="connsiteY21" fmla="*/ 323506 h 1294004"/>
              <a:gd name="connsiteX22" fmla="*/ 2636995 w 3524727"/>
              <a:gd name="connsiteY22" fmla="*/ 323165 h 1294004"/>
              <a:gd name="connsiteX23" fmla="*/ 2636995 w 3524727"/>
              <a:gd name="connsiteY23" fmla="*/ 55109 h 1294004"/>
              <a:gd name="connsiteX24" fmla="*/ 2692104 w 3524727"/>
              <a:gd name="connsiteY24"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61061 w 3524727"/>
              <a:gd name="connsiteY15" fmla="*/ 922542 h 1294004"/>
              <a:gd name="connsiteX16" fmla="*/ 861061 w 3524727"/>
              <a:gd name="connsiteY16" fmla="*/ 702111 h 1294004"/>
              <a:gd name="connsiteX17" fmla="*/ 916170 w 3524727"/>
              <a:gd name="connsiteY17" fmla="*/ 647002 h 1294004"/>
              <a:gd name="connsiteX18" fmla="*/ 1770220 w 3524727"/>
              <a:gd name="connsiteY18" fmla="*/ 649052 h 1294004"/>
              <a:gd name="connsiteX19" fmla="*/ 1767839 w 3524727"/>
              <a:gd name="connsiteY19" fmla="*/ 378615 h 1294004"/>
              <a:gd name="connsiteX20" fmla="*/ 1822948 w 3524727"/>
              <a:gd name="connsiteY20" fmla="*/ 323506 h 1294004"/>
              <a:gd name="connsiteX21" fmla="*/ 2636995 w 3524727"/>
              <a:gd name="connsiteY21" fmla="*/ 323165 h 1294004"/>
              <a:gd name="connsiteX22" fmla="*/ 2636995 w 3524727"/>
              <a:gd name="connsiteY22" fmla="*/ 55109 h 1294004"/>
              <a:gd name="connsiteX23" fmla="*/ 2692104 w 3524727"/>
              <a:gd name="connsiteY23"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63442 w 3524727"/>
              <a:gd name="connsiteY15" fmla="*/ 972548 h 1294004"/>
              <a:gd name="connsiteX16" fmla="*/ 861061 w 3524727"/>
              <a:gd name="connsiteY16" fmla="*/ 702111 h 1294004"/>
              <a:gd name="connsiteX17" fmla="*/ 916170 w 3524727"/>
              <a:gd name="connsiteY17" fmla="*/ 647002 h 1294004"/>
              <a:gd name="connsiteX18" fmla="*/ 1770220 w 3524727"/>
              <a:gd name="connsiteY18" fmla="*/ 649052 h 1294004"/>
              <a:gd name="connsiteX19" fmla="*/ 1767839 w 3524727"/>
              <a:gd name="connsiteY19" fmla="*/ 378615 h 1294004"/>
              <a:gd name="connsiteX20" fmla="*/ 1822948 w 3524727"/>
              <a:gd name="connsiteY20" fmla="*/ 323506 h 1294004"/>
              <a:gd name="connsiteX21" fmla="*/ 2636995 w 3524727"/>
              <a:gd name="connsiteY21" fmla="*/ 323165 h 1294004"/>
              <a:gd name="connsiteX22" fmla="*/ 2636995 w 3524727"/>
              <a:gd name="connsiteY22" fmla="*/ 55109 h 1294004"/>
              <a:gd name="connsiteX23" fmla="*/ 2692104 w 3524727"/>
              <a:gd name="connsiteY23"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63442 w 3524727"/>
              <a:gd name="connsiteY15" fmla="*/ 955879 h 1294004"/>
              <a:gd name="connsiteX16" fmla="*/ 861061 w 3524727"/>
              <a:gd name="connsiteY16" fmla="*/ 702111 h 1294004"/>
              <a:gd name="connsiteX17" fmla="*/ 916170 w 3524727"/>
              <a:gd name="connsiteY17" fmla="*/ 647002 h 1294004"/>
              <a:gd name="connsiteX18" fmla="*/ 1770220 w 3524727"/>
              <a:gd name="connsiteY18" fmla="*/ 649052 h 1294004"/>
              <a:gd name="connsiteX19" fmla="*/ 1767839 w 3524727"/>
              <a:gd name="connsiteY19" fmla="*/ 378615 h 1294004"/>
              <a:gd name="connsiteX20" fmla="*/ 1822948 w 3524727"/>
              <a:gd name="connsiteY20" fmla="*/ 323506 h 1294004"/>
              <a:gd name="connsiteX21" fmla="*/ 2636995 w 3524727"/>
              <a:gd name="connsiteY21" fmla="*/ 323165 h 1294004"/>
              <a:gd name="connsiteX22" fmla="*/ 2636995 w 3524727"/>
              <a:gd name="connsiteY22" fmla="*/ 55109 h 1294004"/>
              <a:gd name="connsiteX23" fmla="*/ 2692104 w 3524727"/>
              <a:gd name="connsiteY23"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63442 w 3524727"/>
              <a:gd name="connsiteY15" fmla="*/ 977310 h 1294004"/>
              <a:gd name="connsiteX16" fmla="*/ 861061 w 3524727"/>
              <a:gd name="connsiteY16" fmla="*/ 702111 h 1294004"/>
              <a:gd name="connsiteX17" fmla="*/ 916170 w 3524727"/>
              <a:gd name="connsiteY17" fmla="*/ 647002 h 1294004"/>
              <a:gd name="connsiteX18" fmla="*/ 1770220 w 3524727"/>
              <a:gd name="connsiteY18" fmla="*/ 649052 h 1294004"/>
              <a:gd name="connsiteX19" fmla="*/ 1767839 w 3524727"/>
              <a:gd name="connsiteY19" fmla="*/ 378615 h 1294004"/>
              <a:gd name="connsiteX20" fmla="*/ 1822948 w 3524727"/>
              <a:gd name="connsiteY20" fmla="*/ 323506 h 1294004"/>
              <a:gd name="connsiteX21" fmla="*/ 2636995 w 3524727"/>
              <a:gd name="connsiteY21" fmla="*/ 323165 h 1294004"/>
              <a:gd name="connsiteX22" fmla="*/ 2636995 w 3524727"/>
              <a:gd name="connsiteY22" fmla="*/ 55109 h 1294004"/>
              <a:gd name="connsiteX23" fmla="*/ 2692104 w 3524727"/>
              <a:gd name="connsiteY23"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63442 w 3524727"/>
              <a:gd name="connsiteY15" fmla="*/ 958260 h 1294004"/>
              <a:gd name="connsiteX16" fmla="*/ 861061 w 3524727"/>
              <a:gd name="connsiteY16" fmla="*/ 702111 h 1294004"/>
              <a:gd name="connsiteX17" fmla="*/ 916170 w 3524727"/>
              <a:gd name="connsiteY17" fmla="*/ 647002 h 1294004"/>
              <a:gd name="connsiteX18" fmla="*/ 1770220 w 3524727"/>
              <a:gd name="connsiteY18" fmla="*/ 649052 h 1294004"/>
              <a:gd name="connsiteX19" fmla="*/ 1767839 w 3524727"/>
              <a:gd name="connsiteY19" fmla="*/ 378615 h 1294004"/>
              <a:gd name="connsiteX20" fmla="*/ 1822948 w 3524727"/>
              <a:gd name="connsiteY20" fmla="*/ 323506 h 1294004"/>
              <a:gd name="connsiteX21" fmla="*/ 2636995 w 3524727"/>
              <a:gd name="connsiteY21" fmla="*/ 323165 h 1294004"/>
              <a:gd name="connsiteX22" fmla="*/ 2636995 w 3524727"/>
              <a:gd name="connsiteY22" fmla="*/ 55109 h 1294004"/>
              <a:gd name="connsiteX23" fmla="*/ 2692104 w 3524727"/>
              <a:gd name="connsiteY23"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63442 w 3524727"/>
              <a:gd name="connsiteY15" fmla="*/ 965404 h 1294004"/>
              <a:gd name="connsiteX16" fmla="*/ 861061 w 3524727"/>
              <a:gd name="connsiteY16" fmla="*/ 702111 h 1294004"/>
              <a:gd name="connsiteX17" fmla="*/ 916170 w 3524727"/>
              <a:gd name="connsiteY17" fmla="*/ 647002 h 1294004"/>
              <a:gd name="connsiteX18" fmla="*/ 1770220 w 3524727"/>
              <a:gd name="connsiteY18" fmla="*/ 649052 h 1294004"/>
              <a:gd name="connsiteX19" fmla="*/ 1767839 w 3524727"/>
              <a:gd name="connsiteY19" fmla="*/ 378615 h 1294004"/>
              <a:gd name="connsiteX20" fmla="*/ 1822948 w 3524727"/>
              <a:gd name="connsiteY20" fmla="*/ 323506 h 1294004"/>
              <a:gd name="connsiteX21" fmla="*/ 2636995 w 3524727"/>
              <a:gd name="connsiteY21" fmla="*/ 323165 h 1294004"/>
              <a:gd name="connsiteX22" fmla="*/ 2636995 w 3524727"/>
              <a:gd name="connsiteY22" fmla="*/ 55109 h 1294004"/>
              <a:gd name="connsiteX23" fmla="*/ 2692104 w 3524727"/>
              <a:gd name="connsiteY23" fmla="*/ 0 h 129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24727" h="1294004">
                <a:moveTo>
                  <a:pt x="2692104" y="0"/>
                </a:moveTo>
                <a:lnTo>
                  <a:pt x="3469617" y="0"/>
                </a:lnTo>
                <a:cubicBezTo>
                  <a:pt x="3500053" y="0"/>
                  <a:pt x="3524726" y="24673"/>
                  <a:pt x="3524726" y="55109"/>
                </a:cubicBezTo>
                <a:lnTo>
                  <a:pt x="3524726" y="275540"/>
                </a:lnTo>
                <a:lnTo>
                  <a:pt x="3524726" y="378615"/>
                </a:lnTo>
                <a:lnTo>
                  <a:pt x="3524726" y="599046"/>
                </a:lnTo>
                <a:cubicBezTo>
                  <a:pt x="3524726" y="652962"/>
                  <a:pt x="3524727" y="648195"/>
                  <a:pt x="3524727" y="702111"/>
                </a:cubicBezTo>
                <a:lnTo>
                  <a:pt x="3524727" y="922542"/>
                </a:lnTo>
                <a:lnTo>
                  <a:pt x="3524727" y="1018464"/>
                </a:lnTo>
                <a:lnTo>
                  <a:pt x="3524727" y="1238895"/>
                </a:lnTo>
                <a:cubicBezTo>
                  <a:pt x="3524727" y="1269331"/>
                  <a:pt x="3500054" y="1294004"/>
                  <a:pt x="3469618" y="1294004"/>
                </a:cubicBezTo>
                <a:lnTo>
                  <a:pt x="55109" y="1294004"/>
                </a:lnTo>
                <a:cubicBezTo>
                  <a:pt x="24673" y="1294004"/>
                  <a:pt x="0" y="1269331"/>
                  <a:pt x="0" y="1238895"/>
                </a:cubicBezTo>
                <a:lnTo>
                  <a:pt x="0" y="1018464"/>
                </a:lnTo>
                <a:cubicBezTo>
                  <a:pt x="0" y="988028"/>
                  <a:pt x="24673" y="963355"/>
                  <a:pt x="55109" y="963355"/>
                </a:cubicBezTo>
                <a:lnTo>
                  <a:pt x="863442" y="965404"/>
                </a:lnTo>
                <a:cubicBezTo>
                  <a:pt x="862648" y="875258"/>
                  <a:pt x="861855" y="792257"/>
                  <a:pt x="861061" y="702111"/>
                </a:cubicBezTo>
                <a:cubicBezTo>
                  <a:pt x="861061" y="671675"/>
                  <a:pt x="885734" y="647002"/>
                  <a:pt x="916170" y="647002"/>
                </a:cubicBezTo>
                <a:lnTo>
                  <a:pt x="1770220" y="649052"/>
                </a:lnTo>
                <a:cubicBezTo>
                  <a:pt x="1769426" y="558906"/>
                  <a:pt x="1768633" y="468761"/>
                  <a:pt x="1767839" y="378615"/>
                </a:cubicBezTo>
                <a:cubicBezTo>
                  <a:pt x="1767839" y="348179"/>
                  <a:pt x="1792512" y="323506"/>
                  <a:pt x="1822948" y="323506"/>
                </a:cubicBezTo>
                <a:lnTo>
                  <a:pt x="2636995" y="323165"/>
                </a:lnTo>
                <a:lnTo>
                  <a:pt x="2636995" y="55109"/>
                </a:lnTo>
                <a:cubicBezTo>
                  <a:pt x="2636995" y="24673"/>
                  <a:pt x="2661668" y="0"/>
                  <a:pt x="2692104" y="0"/>
                </a:cubicBezTo>
                <a:close/>
              </a:path>
            </a:pathLst>
          </a:custGeom>
          <a:ln w="28575" cap="rnd">
            <a:solidFill>
              <a:srgbClr val="FF0000"/>
            </a:solidFill>
            <a:roun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a:endParaRPr lang="en-IN" dirty="0">
              <a:solidFill>
                <a:schemeClr val="tx1"/>
              </a:solidFill>
            </a:endParaRPr>
          </a:p>
        </p:txBody>
      </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21864063-30D3-444E-A8C3-2A7EAC340773}"/>
                  </a:ext>
                </a:extLst>
              </p:cNvPr>
              <p:cNvSpPr txBox="1"/>
              <p:nvPr/>
            </p:nvSpPr>
            <p:spPr>
              <a:xfrm>
                <a:off x="2128345" y="4751656"/>
                <a:ext cx="911225"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oMath>
                  </m:oMathPara>
                </a14:m>
                <a:endParaRPr lang="en-IN" dirty="0">
                  <a:latin typeface="+mn-lt"/>
                </a:endParaRPr>
              </a:p>
            </p:txBody>
          </p:sp>
        </mc:Choice>
        <mc:Fallback xmlns="">
          <p:sp>
            <p:nvSpPr>
              <p:cNvPr id="65" name="TextBox 64">
                <a:extLst>
                  <a:ext uri="{FF2B5EF4-FFF2-40B4-BE49-F238E27FC236}">
                    <a16:creationId xmlns:a16="http://schemas.microsoft.com/office/drawing/2014/main" id="{21864063-30D3-444E-A8C3-2A7EAC340773}"/>
                  </a:ext>
                </a:extLst>
              </p:cNvPr>
              <p:cNvSpPr txBox="1">
                <a:spLocks noRot="1" noChangeAspect="1" noMove="1" noResize="1" noEditPoints="1" noAdjustHandles="1" noChangeArrowheads="1" noChangeShapeType="1" noTextEdit="1"/>
              </p:cNvSpPr>
              <p:nvPr/>
            </p:nvSpPr>
            <p:spPr>
              <a:xfrm>
                <a:off x="2128345" y="4751656"/>
                <a:ext cx="911225"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FC91C1D9-F3A2-49E1-84A5-0C65A35482CB}"/>
                  </a:ext>
                </a:extLst>
              </p:cNvPr>
              <p:cNvSpPr txBox="1"/>
              <p:nvPr/>
            </p:nvSpPr>
            <p:spPr>
              <a:xfrm>
                <a:off x="2928488" y="4518548"/>
                <a:ext cx="1502185"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66" name="TextBox 65">
                <a:extLst>
                  <a:ext uri="{FF2B5EF4-FFF2-40B4-BE49-F238E27FC236}">
                    <a16:creationId xmlns:a16="http://schemas.microsoft.com/office/drawing/2014/main" id="{FC91C1D9-F3A2-49E1-84A5-0C65A35482CB}"/>
                  </a:ext>
                </a:extLst>
              </p:cNvPr>
              <p:cNvSpPr txBox="1">
                <a:spLocks noRot="1" noChangeAspect="1" noMove="1" noResize="1" noEditPoints="1" noAdjustHandles="1" noChangeArrowheads="1" noChangeShapeType="1" noTextEdit="1"/>
              </p:cNvSpPr>
              <p:nvPr/>
            </p:nvSpPr>
            <p:spPr>
              <a:xfrm>
                <a:off x="2928488" y="4518548"/>
                <a:ext cx="1502185" cy="989438"/>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60493CFD-6FE8-4B7E-AE77-17AE5B2C1C05}"/>
                  </a:ext>
                </a:extLst>
              </p:cNvPr>
              <p:cNvSpPr txBox="1"/>
              <p:nvPr/>
            </p:nvSpPr>
            <p:spPr>
              <a:xfrm>
                <a:off x="9881746" y="3995328"/>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68" name="TextBox 67">
                <a:extLst>
                  <a:ext uri="{FF2B5EF4-FFF2-40B4-BE49-F238E27FC236}">
                    <a16:creationId xmlns:a16="http://schemas.microsoft.com/office/drawing/2014/main" id="{60493CFD-6FE8-4B7E-AE77-17AE5B2C1C05}"/>
                  </a:ext>
                </a:extLst>
              </p:cNvPr>
              <p:cNvSpPr txBox="1">
                <a:spLocks noRot="1" noChangeAspect="1" noMove="1" noResize="1" noEditPoints="1" noAdjustHandles="1" noChangeArrowheads="1" noChangeShapeType="1" noTextEdit="1"/>
              </p:cNvSpPr>
              <p:nvPr/>
            </p:nvSpPr>
            <p:spPr>
              <a:xfrm>
                <a:off x="9881746" y="3995328"/>
                <a:ext cx="534127"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0E46F9A6-8E05-40CE-8BBD-38EB06D892D0}"/>
                  </a:ext>
                </a:extLst>
              </p:cNvPr>
              <p:cNvSpPr txBox="1"/>
              <p:nvPr/>
            </p:nvSpPr>
            <p:spPr>
              <a:xfrm>
                <a:off x="1594218" y="4751656"/>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69" name="TextBox 68">
                <a:extLst>
                  <a:ext uri="{FF2B5EF4-FFF2-40B4-BE49-F238E27FC236}">
                    <a16:creationId xmlns:a16="http://schemas.microsoft.com/office/drawing/2014/main" id="{0E46F9A6-8E05-40CE-8BBD-38EB06D892D0}"/>
                  </a:ext>
                </a:extLst>
              </p:cNvPr>
              <p:cNvSpPr txBox="1">
                <a:spLocks noRot="1" noChangeAspect="1" noMove="1" noResize="1" noEditPoints="1" noAdjustHandles="1" noChangeArrowheads="1" noChangeShapeType="1" noTextEdit="1"/>
              </p:cNvSpPr>
              <p:nvPr/>
            </p:nvSpPr>
            <p:spPr>
              <a:xfrm>
                <a:off x="1594218" y="4751656"/>
                <a:ext cx="534127"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D73BC83D-CDF6-4267-B444-6E5A99B0ADFC}"/>
                  </a:ext>
                </a:extLst>
              </p:cNvPr>
              <p:cNvSpPr txBox="1"/>
              <p:nvPr/>
            </p:nvSpPr>
            <p:spPr>
              <a:xfrm>
                <a:off x="2928488" y="5607346"/>
                <a:ext cx="1186311"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10</m:t>
                          </m:r>
                        </m:num>
                        <m:den>
                          <m:r>
                            <a:rPr lang="en-IN" b="0" i="1" dirty="0" smtClean="0">
                              <a:latin typeface="Cambria Math" panose="02040503050406030204" pitchFamily="18" charset="0"/>
                            </a:rPr>
                            <m:t> </m:t>
                          </m:r>
                          <m:r>
                            <a:rPr lang="en-IN" i="1" dirty="0" smtClean="0">
                              <a:latin typeface="Cambria Math" panose="02040503050406030204" pitchFamily="18" charset="0"/>
                            </a:rPr>
                            <m:t>3</m:t>
                          </m:r>
                          <m:r>
                            <a:rPr lang="en-IN" b="0" i="1" dirty="0" smtClean="0">
                              <a:latin typeface="Cambria Math" panose="02040503050406030204" pitchFamily="18" charset="0"/>
                            </a:rPr>
                            <m:t>6 </m:t>
                          </m:r>
                        </m:den>
                      </m:f>
                    </m:oMath>
                  </m:oMathPara>
                </a14:m>
                <a:endParaRPr lang="en-IN" dirty="0">
                  <a:latin typeface="+mn-lt"/>
                </a:endParaRPr>
              </a:p>
            </p:txBody>
          </p:sp>
        </mc:Choice>
        <mc:Fallback xmlns="">
          <p:sp>
            <p:nvSpPr>
              <p:cNvPr id="70" name="TextBox 69">
                <a:extLst>
                  <a:ext uri="{FF2B5EF4-FFF2-40B4-BE49-F238E27FC236}">
                    <a16:creationId xmlns:a16="http://schemas.microsoft.com/office/drawing/2014/main" id="{D73BC83D-CDF6-4267-B444-6E5A99B0ADFC}"/>
                  </a:ext>
                </a:extLst>
              </p:cNvPr>
              <p:cNvSpPr txBox="1">
                <a:spLocks noRot="1" noChangeAspect="1" noMove="1" noResize="1" noEditPoints="1" noAdjustHandles="1" noChangeArrowheads="1" noChangeShapeType="1" noTextEdit="1"/>
              </p:cNvSpPr>
              <p:nvPr/>
            </p:nvSpPr>
            <p:spPr>
              <a:xfrm>
                <a:off x="2928488" y="5607346"/>
                <a:ext cx="1186311" cy="901785"/>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70CBEFC3-C831-4555-AF07-97F4EA248995}"/>
                  </a:ext>
                </a:extLst>
              </p:cNvPr>
              <p:cNvSpPr txBox="1"/>
              <p:nvPr/>
            </p:nvSpPr>
            <p:spPr>
              <a:xfrm>
                <a:off x="4021037" y="5607346"/>
                <a:ext cx="1186311"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5</m:t>
                          </m:r>
                        </m:num>
                        <m:den>
                          <m:r>
                            <a:rPr lang="en-IN" b="0" i="1" dirty="0" smtClean="0">
                              <a:latin typeface="Cambria Math" panose="02040503050406030204" pitchFamily="18" charset="0"/>
                            </a:rPr>
                            <m:t> </m:t>
                          </m:r>
                          <m:r>
                            <a:rPr lang="en-IN" i="1" dirty="0" smtClean="0">
                              <a:latin typeface="Cambria Math" panose="02040503050406030204" pitchFamily="18" charset="0"/>
                            </a:rPr>
                            <m:t>1</m:t>
                          </m:r>
                          <m:r>
                            <a:rPr lang="en-IN" b="0" i="1" dirty="0" smtClean="0">
                              <a:latin typeface="Cambria Math" panose="02040503050406030204" pitchFamily="18" charset="0"/>
                            </a:rPr>
                            <m:t>8 </m:t>
                          </m:r>
                        </m:den>
                      </m:f>
                    </m:oMath>
                  </m:oMathPara>
                </a14:m>
                <a:endParaRPr lang="en-IN" dirty="0">
                  <a:latin typeface="+mn-lt"/>
                </a:endParaRPr>
              </a:p>
            </p:txBody>
          </p:sp>
        </mc:Choice>
        <mc:Fallback xmlns="">
          <p:sp>
            <p:nvSpPr>
              <p:cNvPr id="71" name="TextBox 70">
                <a:extLst>
                  <a:ext uri="{FF2B5EF4-FFF2-40B4-BE49-F238E27FC236}">
                    <a16:creationId xmlns:a16="http://schemas.microsoft.com/office/drawing/2014/main" id="{70CBEFC3-C831-4555-AF07-97F4EA248995}"/>
                  </a:ext>
                </a:extLst>
              </p:cNvPr>
              <p:cNvSpPr txBox="1">
                <a:spLocks noRot="1" noChangeAspect="1" noMove="1" noResize="1" noEditPoints="1" noAdjustHandles="1" noChangeArrowheads="1" noChangeShapeType="1" noTextEdit="1"/>
              </p:cNvSpPr>
              <p:nvPr/>
            </p:nvSpPr>
            <p:spPr>
              <a:xfrm>
                <a:off x="4021037" y="5607346"/>
                <a:ext cx="1186311" cy="901785"/>
              </a:xfrm>
              <a:prstGeom prst="rect">
                <a:avLst/>
              </a:prstGeom>
              <a:blipFill>
                <a:blip r:embed="rId13"/>
                <a:stretch>
                  <a:fillRect/>
                </a:stretch>
              </a:blipFill>
            </p:spPr>
            <p:txBody>
              <a:bodyPr/>
              <a:lstStyle/>
              <a:p>
                <a:r>
                  <a:rPr lang="en-IN">
                    <a:noFill/>
                  </a:rPr>
                  <a:t> </a:t>
                </a:r>
              </a:p>
            </p:txBody>
          </p:sp>
        </mc:Fallback>
      </mc:AlternateContent>
      <p:sp>
        <p:nvSpPr>
          <p:cNvPr id="72" name="3">
            <a:extLst>
              <a:ext uri="{FF2B5EF4-FFF2-40B4-BE49-F238E27FC236}">
                <a16:creationId xmlns:a16="http://schemas.microsoft.com/office/drawing/2014/main" id="{53CF3C9D-5561-4DE2-BE2F-51023D93A27B}"/>
              </a:ext>
            </a:extLst>
          </p:cNvPr>
          <p:cNvSpPr txBox="1"/>
          <p:nvPr/>
        </p:nvSpPr>
        <p:spPr>
          <a:xfrm>
            <a:off x="131177" y="2085157"/>
            <a:ext cx="674206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solidFill>
                  <a:schemeClr val="bg1"/>
                </a:solidFill>
                <a:latin typeface="+mj-lt"/>
              </a:rPr>
              <a:t>(2)  The total of the numbers on the dice is </a:t>
            </a:r>
            <a:r>
              <a:rPr lang="en-GB" b="0" i="0" dirty="0">
                <a:solidFill>
                  <a:schemeClr val="bg1"/>
                </a:solidFill>
                <a:latin typeface="+mj-lt"/>
              </a:rPr>
              <a:t>13</a:t>
            </a:r>
            <a:r>
              <a:rPr lang="en-GB" dirty="0">
                <a:solidFill>
                  <a:schemeClr val="bg1"/>
                </a:solidFill>
                <a:latin typeface="+mj-lt"/>
              </a:rPr>
              <a:t>.</a:t>
            </a:r>
          </a:p>
        </p:txBody>
      </p:sp>
      <p:sp>
        <p:nvSpPr>
          <p:cNvPr id="73" name="2">
            <a:extLst>
              <a:ext uri="{FF2B5EF4-FFF2-40B4-BE49-F238E27FC236}">
                <a16:creationId xmlns:a16="http://schemas.microsoft.com/office/drawing/2014/main" id="{9B3CC78B-1EF7-4BC5-94C7-4ADE45071CE5}"/>
              </a:ext>
            </a:extLst>
          </p:cNvPr>
          <p:cNvSpPr txBox="1"/>
          <p:nvPr/>
        </p:nvSpPr>
        <p:spPr>
          <a:xfrm>
            <a:off x="131176" y="2666099"/>
            <a:ext cx="1071970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solidFill>
                  <a:schemeClr val="bg1"/>
                </a:solidFill>
                <a:latin typeface="+mj-lt"/>
              </a:rPr>
              <a:t>(3)  Total of numbers on the dice is any number from </a:t>
            </a:r>
            <a:r>
              <a:rPr lang="en-GB" b="0" i="0" dirty="0">
                <a:solidFill>
                  <a:schemeClr val="bg1"/>
                </a:solidFill>
                <a:latin typeface="+mj-lt"/>
              </a:rPr>
              <a:t>2</a:t>
            </a:r>
            <a:r>
              <a:rPr lang="en-GB" dirty="0">
                <a:solidFill>
                  <a:schemeClr val="bg1"/>
                </a:solidFill>
                <a:latin typeface="+mj-lt"/>
              </a:rPr>
              <a:t> to </a:t>
            </a:r>
            <a:r>
              <a:rPr lang="en-GB" b="0" i="0" dirty="0">
                <a:solidFill>
                  <a:schemeClr val="bg1"/>
                </a:solidFill>
                <a:latin typeface="+mj-lt"/>
              </a:rPr>
              <a:t>12</a:t>
            </a:r>
            <a:r>
              <a:rPr lang="en-GB" dirty="0">
                <a:solidFill>
                  <a:schemeClr val="bg1"/>
                </a:solidFill>
                <a:latin typeface="+mj-lt"/>
              </a:rPr>
              <a:t>, both inclusive.</a:t>
            </a:r>
          </a:p>
        </p:txBody>
      </p:sp>
    </p:spTree>
    <p:extLst>
      <p:ext uri="{BB962C8B-B14F-4D97-AF65-F5344CB8AC3E}">
        <p14:creationId xmlns:p14="http://schemas.microsoft.com/office/powerpoint/2010/main" val="1683055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51"/>
                                        </p:tgtEl>
                                        <p:attrNameLst>
                                          <p:attrName>style.visibility</p:attrName>
                                        </p:attrNameLst>
                                      </p:cBhvr>
                                      <p:to>
                                        <p:strVal val="visible"/>
                                      </p:to>
                                    </p:set>
                                    <p:anim calcmode="lin" valueType="num">
                                      <p:cBhvr additive="base">
                                        <p:cTn id="27" dur="500" fill="hold"/>
                                        <p:tgtEl>
                                          <p:spTgt spid="51"/>
                                        </p:tgtEl>
                                        <p:attrNameLst>
                                          <p:attrName>ppt_x</p:attrName>
                                        </p:attrNameLst>
                                      </p:cBhvr>
                                      <p:tavLst>
                                        <p:tav tm="0">
                                          <p:val>
                                            <p:strVal val="1+#ppt_w/2"/>
                                          </p:val>
                                        </p:tav>
                                        <p:tav tm="100000">
                                          <p:val>
                                            <p:strVal val="#ppt_x"/>
                                          </p:val>
                                        </p:tav>
                                      </p:tavLst>
                                    </p:anim>
                                    <p:anim calcmode="lin" valueType="num">
                                      <p:cBhvr additive="base">
                                        <p:cTn id="28" dur="500" fill="hold"/>
                                        <p:tgtEl>
                                          <p:spTgt spid="51"/>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 presetClass="exit" presetSubtype="2" fill="hold" grpId="1" nodeType="clickEffect">
                                  <p:stCondLst>
                                    <p:cond delay="0"/>
                                  </p:stCondLst>
                                  <p:childTnLst>
                                    <p:anim calcmode="lin" valueType="num">
                                      <p:cBhvr additive="base">
                                        <p:cTn id="44" dur="500"/>
                                        <p:tgtEl>
                                          <p:spTgt spid="51"/>
                                        </p:tgtEl>
                                        <p:attrNameLst>
                                          <p:attrName>ppt_x</p:attrName>
                                        </p:attrNameLst>
                                      </p:cBhvr>
                                      <p:tavLst>
                                        <p:tav tm="0">
                                          <p:val>
                                            <p:strVal val="ppt_x"/>
                                          </p:val>
                                        </p:tav>
                                        <p:tav tm="100000">
                                          <p:val>
                                            <p:strVal val="1+ppt_w/2"/>
                                          </p:val>
                                        </p:tav>
                                      </p:tavLst>
                                    </p:anim>
                                    <p:anim calcmode="lin" valueType="num">
                                      <p:cBhvr additive="base">
                                        <p:cTn id="45" dur="500"/>
                                        <p:tgtEl>
                                          <p:spTgt spid="51"/>
                                        </p:tgtEl>
                                        <p:attrNameLst>
                                          <p:attrName>ppt_y</p:attrName>
                                        </p:attrNameLst>
                                      </p:cBhvr>
                                      <p:tavLst>
                                        <p:tav tm="0">
                                          <p:val>
                                            <p:strVal val="ppt_y"/>
                                          </p:val>
                                        </p:tav>
                                        <p:tav tm="100000">
                                          <p:val>
                                            <p:strVal val="ppt_y"/>
                                          </p:val>
                                        </p:tav>
                                      </p:tavLst>
                                    </p:anim>
                                    <p:set>
                                      <p:cBhvr>
                                        <p:cTn id="46" dur="1" fill="hold">
                                          <p:stCondLst>
                                            <p:cond delay="499"/>
                                          </p:stCondLst>
                                        </p:cTn>
                                        <p:tgtEl>
                                          <p:spTgt spid="51"/>
                                        </p:tgtEl>
                                        <p:attrNameLst>
                                          <p:attrName>style.visibility</p:attrName>
                                        </p:attrNameLst>
                                      </p:cBhvr>
                                      <p:to>
                                        <p:strVal val="hidden"/>
                                      </p:to>
                                    </p:set>
                                  </p:childTnLst>
                                </p:cTn>
                              </p:par>
                              <p:par>
                                <p:cTn id="47" presetID="2" presetClass="exit" presetSubtype="2" fill="hold" grpId="1" nodeType="withEffect">
                                  <p:stCondLst>
                                    <p:cond delay="0"/>
                                  </p:stCondLst>
                                  <p:childTnLst>
                                    <p:anim calcmode="lin" valueType="num">
                                      <p:cBhvr additive="base">
                                        <p:cTn id="48" dur="200"/>
                                        <p:tgtEl>
                                          <p:spTgt spid="64"/>
                                        </p:tgtEl>
                                        <p:attrNameLst>
                                          <p:attrName>ppt_x</p:attrName>
                                        </p:attrNameLst>
                                      </p:cBhvr>
                                      <p:tavLst>
                                        <p:tav tm="0">
                                          <p:val>
                                            <p:strVal val="ppt_x"/>
                                          </p:val>
                                        </p:tav>
                                        <p:tav tm="100000">
                                          <p:val>
                                            <p:strVal val="1+ppt_w/2"/>
                                          </p:val>
                                        </p:tav>
                                      </p:tavLst>
                                    </p:anim>
                                    <p:anim calcmode="lin" valueType="num">
                                      <p:cBhvr additive="base">
                                        <p:cTn id="49" dur="200"/>
                                        <p:tgtEl>
                                          <p:spTgt spid="64"/>
                                        </p:tgtEl>
                                        <p:attrNameLst>
                                          <p:attrName>ppt_y</p:attrName>
                                        </p:attrNameLst>
                                      </p:cBhvr>
                                      <p:tavLst>
                                        <p:tav tm="0">
                                          <p:val>
                                            <p:strVal val="ppt_y"/>
                                          </p:val>
                                        </p:tav>
                                        <p:tav tm="100000">
                                          <p:val>
                                            <p:strVal val="ppt_y"/>
                                          </p:val>
                                        </p:tav>
                                      </p:tavLst>
                                    </p:anim>
                                    <p:set>
                                      <p:cBhvr>
                                        <p:cTn id="50" dur="1" fill="hold">
                                          <p:stCondLst>
                                            <p:cond delay="199"/>
                                          </p:stCondLst>
                                        </p:cTn>
                                        <p:tgtEl>
                                          <p:spTgt spid="64"/>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1" grpId="0"/>
      <p:bldP spid="51" grpId="1"/>
      <p:bldP spid="54" grpId="0" animBg="1"/>
      <p:bldP spid="55" grpId="0" animBg="1"/>
      <p:bldP spid="57" grpId="0" animBg="1"/>
      <p:bldP spid="58" grpId="0" animBg="1"/>
      <p:bldP spid="59" grpId="0" animBg="1"/>
      <p:bldP spid="64" grpId="0" animBg="1"/>
      <p:bldP spid="64" grpId="1" animBg="1"/>
      <p:bldP spid="65" grpId="0" animBg="1"/>
      <p:bldP spid="66" grpId="0" animBg="1"/>
      <p:bldP spid="68" grpId="0" animBg="1"/>
      <p:bldP spid="69" grpId="0" animBg="1"/>
      <p:bldP spid="70" grpId="0" animBg="1"/>
      <p:bldP spid="71"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2.2 ⇝ Example 2 (Continue)</a:t>
            </a:r>
            <a:endParaRPr lang="en-US" dirty="0"/>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3984847C-6F10-4EC5-B58C-C771920BBE50}"/>
                  </a:ext>
                </a:extLst>
              </p:cNvPr>
              <p:cNvSpPr txBox="1"/>
              <p:nvPr/>
            </p:nvSpPr>
            <p:spPr>
              <a:xfrm>
                <a:off x="10396630" y="735239"/>
                <a:ext cx="179537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GB" b="0" i="0" dirty="0" smtClean="0">
                              <a:latin typeface="Cambria Math" panose="02040503050406030204" pitchFamily="18" charset="0"/>
                            </a:rPr>
                            <m:t>S</m:t>
                          </m:r>
                        </m:e>
                      </m:d>
                      <m:r>
                        <a:rPr lang="en-GB" b="0" i="0" dirty="0" smtClean="0">
                          <a:latin typeface="Cambria Math" panose="02040503050406030204" pitchFamily="18" charset="0"/>
                        </a:rPr>
                        <m:t>=</m:t>
                      </m:r>
                      <m:r>
                        <a:rPr lang="en-IN" b="0" i="0" dirty="0" smtClean="0">
                          <a:latin typeface="Cambria Math" panose="02040503050406030204" pitchFamily="18" charset="0"/>
                        </a:rPr>
                        <m:t>36</m:t>
                      </m:r>
                    </m:oMath>
                  </m:oMathPara>
                </a14:m>
                <a:endParaRPr lang="en-IN" dirty="0">
                  <a:latin typeface="+mn-lt"/>
                </a:endParaRPr>
              </a:p>
            </p:txBody>
          </p:sp>
        </mc:Choice>
        <mc:Fallback xmlns="">
          <p:sp>
            <p:nvSpPr>
              <p:cNvPr id="54" name="TextBox 53">
                <a:extLst>
                  <a:ext uri="{FF2B5EF4-FFF2-40B4-BE49-F238E27FC236}">
                    <a16:creationId xmlns:a16="http://schemas.microsoft.com/office/drawing/2014/main" id="{3984847C-6F10-4EC5-B58C-C771920BBE50}"/>
                  </a:ext>
                </a:extLst>
              </p:cNvPr>
              <p:cNvSpPr txBox="1">
                <a:spLocks noRot="1" noChangeAspect="1" noMove="1" noResize="1" noEditPoints="1" noAdjustHandles="1" noChangeArrowheads="1" noChangeShapeType="1" noTextEdit="1"/>
              </p:cNvSpPr>
              <p:nvPr/>
            </p:nvSpPr>
            <p:spPr>
              <a:xfrm>
                <a:off x="10396630" y="735239"/>
                <a:ext cx="1795370"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CFE7D43A-A841-4057-ADB5-081939FF20E3}"/>
                  </a:ext>
                </a:extLst>
              </p:cNvPr>
              <p:cNvSpPr txBox="1"/>
              <p:nvPr/>
            </p:nvSpPr>
            <p:spPr>
              <a:xfrm>
                <a:off x="1594218" y="1321516"/>
                <a:ext cx="146304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Event </a:t>
                </a:r>
                <a14:m>
                  <m:oMath xmlns:m="http://schemas.openxmlformats.org/officeDocument/2006/math">
                    <m:r>
                      <m:rPr>
                        <m:sty m:val="p"/>
                      </m:rPr>
                      <a:rPr lang="en-IN" b="0" i="0" dirty="0" smtClean="0">
                        <a:latin typeface="Cambria Math" panose="02040503050406030204" pitchFamily="18" charset="0"/>
                      </a:rPr>
                      <m:t>B</m:t>
                    </m:r>
                  </m:oMath>
                </a14:m>
                <a:r>
                  <a:rPr lang="en-IN" dirty="0">
                    <a:latin typeface="+mn-lt"/>
                  </a:rPr>
                  <a:t> :</a:t>
                </a:r>
              </a:p>
            </p:txBody>
          </p:sp>
        </mc:Choice>
        <mc:Fallback xmlns="">
          <p:sp>
            <p:nvSpPr>
              <p:cNvPr id="57" name="TextBox 56">
                <a:extLst>
                  <a:ext uri="{FF2B5EF4-FFF2-40B4-BE49-F238E27FC236}">
                    <a16:creationId xmlns:a16="http://schemas.microsoft.com/office/drawing/2014/main" id="{CFE7D43A-A841-4057-ADB5-081939FF20E3}"/>
                  </a:ext>
                </a:extLst>
              </p:cNvPr>
              <p:cNvSpPr txBox="1">
                <a:spLocks noRot="1" noChangeAspect="1" noMove="1" noResize="1" noEditPoints="1" noAdjustHandles="1" noChangeArrowheads="1" noChangeShapeType="1" noTextEdit="1"/>
              </p:cNvSpPr>
              <p:nvPr/>
            </p:nvSpPr>
            <p:spPr>
              <a:xfrm>
                <a:off x="1594218" y="1321516"/>
                <a:ext cx="1463040" cy="523220"/>
              </a:xfrm>
              <a:prstGeom prst="rect">
                <a:avLst/>
              </a:prstGeom>
              <a:blipFill>
                <a:blip r:embed="rId3"/>
                <a:stretch>
                  <a:fillRect l="-8750" t="-10465" r="-5000"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980D9811-432F-4143-B362-B4A03749FDE4}"/>
                  </a:ext>
                </a:extLst>
              </p:cNvPr>
              <p:cNvSpPr txBox="1"/>
              <p:nvPr/>
            </p:nvSpPr>
            <p:spPr>
              <a:xfrm>
                <a:off x="2941421" y="1321516"/>
                <a:ext cx="565393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latin typeface="+mn-lt"/>
                  </a:rPr>
                  <a:t>Total of the numbers on the dice is </a:t>
                </a:r>
                <a14:m>
                  <m:oMath xmlns:m="http://schemas.openxmlformats.org/officeDocument/2006/math">
                    <m:r>
                      <a:rPr lang="en-GB" i="0" dirty="0" smtClean="0">
                        <a:latin typeface="Cambria Math" panose="02040503050406030204" pitchFamily="18" charset="0"/>
                      </a:rPr>
                      <m:t>13</m:t>
                    </m:r>
                  </m:oMath>
                </a14:m>
                <a:endParaRPr lang="en-IN" dirty="0">
                  <a:latin typeface="+mn-lt"/>
                </a:endParaRPr>
              </a:p>
            </p:txBody>
          </p:sp>
        </mc:Choice>
        <mc:Fallback xmlns="">
          <p:sp>
            <p:nvSpPr>
              <p:cNvPr id="58" name="TextBox 57">
                <a:extLst>
                  <a:ext uri="{FF2B5EF4-FFF2-40B4-BE49-F238E27FC236}">
                    <a16:creationId xmlns:a16="http://schemas.microsoft.com/office/drawing/2014/main" id="{980D9811-432F-4143-B362-B4A03749FDE4}"/>
                  </a:ext>
                </a:extLst>
              </p:cNvPr>
              <p:cNvSpPr txBox="1">
                <a:spLocks noRot="1" noChangeAspect="1" noMove="1" noResize="1" noEditPoints="1" noAdjustHandles="1" noChangeArrowheads="1" noChangeShapeType="1" noTextEdit="1"/>
              </p:cNvSpPr>
              <p:nvPr/>
            </p:nvSpPr>
            <p:spPr>
              <a:xfrm>
                <a:off x="2941421" y="1321516"/>
                <a:ext cx="5653939" cy="523220"/>
              </a:xfrm>
              <a:prstGeom prst="rect">
                <a:avLst/>
              </a:prstGeom>
              <a:blipFill>
                <a:blip r:embed="rId4"/>
                <a:stretch>
                  <a:fillRect l="-2265"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21864063-30D3-444E-A8C3-2A7EAC340773}"/>
                  </a:ext>
                </a:extLst>
              </p:cNvPr>
              <p:cNvSpPr txBox="1"/>
              <p:nvPr/>
            </p:nvSpPr>
            <p:spPr>
              <a:xfrm>
                <a:off x="2128345" y="1887917"/>
                <a:ext cx="911225"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65" name="TextBox 64">
                <a:extLst>
                  <a:ext uri="{FF2B5EF4-FFF2-40B4-BE49-F238E27FC236}">
                    <a16:creationId xmlns:a16="http://schemas.microsoft.com/office/drawing/2014/main" id="{21864063-30D3-444E-A8C3-2A7EAC340773}"/>
                  </a:ext>
                </a:extLst>
              </p:cNvPr>
              <p:cNvSpPr txBox="1">
                <a:spLocks noRot="1" noChangeAspect="1" noMove="1" noResize="1" noEditPoints="1" noAdjustHandles="1" noChangeArrowheads="1" noChangeShapeType="1" noTextEdit="1"/>
              </p:cNvSpPr>
              <p:nvPr/>
            </p:nvSpPr>
            <p:spPr>
              <a:xfrm>
                <a:off x="2128345" y="1887917"/>
                <a:ext cx="911225"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FC91C1D9-F3A2-49E1-84A5-0C65A35482CB}"/>
                  </a:ext>
                </a:extLst>
              </p:cNvPr>
              <p:cNvSpPr txBox="1"/>
              <p:nvPr/>
            </p:nvSpPr>
            <p:spPr>
              <a:xfrm>
                <a:off x="2928489" y="1887917"/>
                <a:ext cx="816198"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a:rPr lang="en-IN" b="0" i="1" dirty="0" smtClean="0">
                          <a:latin typeface="Cambria Math" panose="02040503050406030204" pitchFamily="18" charset="0"/>
                        </a:rPr>
                        <m:t>0</m:t>
                      </m:r>
                    </m:oMath>
                  </m:oMathPara>
                </a14:m>
                <a:endParaRPr lang="en-IN" dirty="0">
                  <a:latin typeface="+mn-lt"/>
                </a:endParaRPr>
              </a:p>
            </p:txBody>
          </p:sp>
        </mc:Choice>
        <mc:Fallback xmlns="">
          <p:sp>
            <p:nvSpPr>
              <p:cNvPr id="66" name="TextBox 65">
                <a:extLst>
                  <a:ext uri="{FF2B5EF4-FFF2-40B4-BE49-F238E27FC236}">
                    <a16:creationId xmlns:a16="http://schemas.microsoft.com/office/drawing/2014/main" id="{FC91C1D9-F3A2-49E1-84A5-0C65A35482CB}"/>
                  </a:ext>
                </a:extLst>
              </p:cNvPr>
              <p:cNvSpPr txBox="1">
                <a:spLocks noRot="1" noChangeAspect="1" noMove="1" noResize="1" noEditPoints="1" noAdjustHandles="1" noChangeArrowheads="1" noChangeShapeType="1" noTextEdit="1"/>
              </p:cNvSpPr>
              <p:nvPr/>
            </p:nvSpPr>
            <p:spPr>
              <a:xfrm>
                <a:off x="2928489" y="1887917"/>
                <a:ext cx="816198"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0E46F9A6-8E05-40CE-8BBD-38EB06D892D0}"/>
                  </a:ext>
                </a:extLst>
              </p:cNvPr>
              <p:cNvSpPr txBox="1"/>
              <p:nvPr/>
            </p:nvSpPr>
            <p:spPr>
              <a:xfrm>
                <a:off x="1594218" y="1887917"/>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69" name="TextBox 68">
                <a:extLst>
                  <a:ext uri="{FF2B5EF4-FFF2-40B4-BE49-F238E27FC236}">
                    <a16:creationId xmlns:a16="http://schemas.microsoft.com/office/drawing/2014/main" id="{0E46F9A6-8E05-40CE-8BBD-38EB06D892D0}"/>
                  </a:ext>
                </a:extLst>
              </p:cNvPr>
              <p:cNvSpPr txBox="1">
                <a:spLocks noRot="1" noChangeAspect="1" noMove="1" noResize="1" noEditPoints="1" noAdjustHandles="1" noChangeArrowheads="1" noChangeShapeType="1" noTextEdit="1"/>
              </p:cNvSpPr>
              <p:nvPr/>
            </p:nvSpPr>
            <p:spPr>
              <a:xfrm>
                <a:off x="1594218" y="1887917"/>
                <a:ext cx="534127"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A1996F2-E976-467E-82B6-74BBD947D64C}"/>
                  </a:ext>
                </a:extLst>
              </p:cNvPr>
              <p:cNvSpPr txBox="1"/>
              <p:nvPr/>
            </p:nvSpPr>
            <p:spPr>
              <a:xfrm>
                <a:off x="8889905" y="1325525"/>
                <a:ext cx="179537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B</m:t>
                          </m:r>
                        </m:e>
                      </m:d>
                      <m:r>
                        <a:rPr lang="en-GB" b="0" i="0" dirty="0" smtClean="0">
                          <a:latin typeface="Cambria Math" panose="02040503050406030204" pitchFamily="18" charset="0"/>
                        </a:rPr>
                        <m:t>=</m:t>
                      </m:r>
                      <m:r>
                        <a:rPr lang="en-IN" b="0" i="0" dirty="0" smtClean="0">
                          <a:latin typeface="Cambria Math" panose="02040503050406030204" pitchFamily="18" charset="0"/>
                        </a:rPr>
                        <m:t>0</m:t>
                      </m:r>
                    </m:oMath>
                  </m:oMathPara>
                </a14:m>
                <a:endParaRPr lang="en-IN" dirty="0">
                  <a:latin typeface="+mn-lt"/>
                </a:endParaRPr>
              </a:p>
            </p:txBody>
          </p:sp>
        </mc:Choice>
        <mc:Fallback xmlns="">
          <p:sp>
            <p:nvSpPr>
              <p:cNvPr id="31" name="TextBox 30">
                <a:extLst>
                  <a:ext uri="{FF2B5EF4-FFF2-40B4-BE49-F238E27FC236}">
                    <a16:creationId xmlns:a16="http://schemas.microsoft.com/office/drawing/2014/main" id="{6A1996F2-E976-467E-82B6-74BBD947D64C}"/>
                  </a:ext>
                </a:extLst>
              </p:cNvPr>
              <p:cNvSpPr txBox="1">
                <a:spLocks noRot="1" noChangeAspect="1" noMove="1" noResize="1" noEditPoints="1" noAdjustHandles="1" noChangeArrowheads="1" noChangeShapeType="1" noTextEdit="1"/>
              </p:cNvSpPr>
              <p:nvPr/>
            </p:nvSpPr>
            <p:spPr>
              <a:xfrm>
                <a:off x="8889905" y="1325525"/>
                <a:ext cx="1795370"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6415BF4-38D5-4CDA-A70B-3F49800B927A}"/>
                  </a:ext>
                </a:extLst>
              </p:cNvPr>
              <p:cNvSpPr txBox="1"/>
              <p:nvPr/>
            </p:nvSpPr>
            <p:spPr>
              <a:xfrm>
                <a:off x="8355778" y="1325525"/>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32" name="TextBox 31">
                <a:extLst>
                  <a:ext uri="{FF2B5EF4-FFF2-40B4-BE49-F238E27FC236}">
                    <a16:creationId xmlns:a16="http://schemas.microsoft.com/office/drawing/2014/main" id="{26415BF4-38D5-4CDA-A70B-3F49800B927A}"/>
                  </a:ext>
                </a:extLst>
              </p:cNvPr>
              <p:cNvSpPr txBox="1">
                <a:spLocks noRot="1" noChangeAspect="1" noMove="1" noResize="1" noEditPoints="1" noAdjustHandles="1" noChangeArrowheads="1" noChangeShapeType="1" noTextEdit="1"/>
              </p:cNvSpPr>
              <p:nvPr/>
            </p:nvSpPr>
            <p:spPr>
              <a:xfrm>
                <a:off x="8355778" y="1325525"/>
                <a:ext cx="534127"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8B5A0942-2208-463A-9E9D-22A9D995512D}"/>
                  </a:ext>
                </a:extLst>
              </p:cNvPr>
              <p:cNvSpPr txBox="1"/>
              <p:nvPr/>
            </p:nvSpPr>
            <p:spPr>
              <a:xfrm>
                <a:off x="5777876" y="4556648"/>
                <a:ext cx="6459934" cy="212782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000" b="0" i="0" smtClean="0">
                          <a:solidFill>
                            <a:srgbClr val="002060"/>
                          </a:solidFill>
                          <a:effectLst/>
                          <a:latin typeface="Cambria Math" panose="02040503050406030204" pitchFamily="18" charset="0"/>
                        </a:rPr>
                        <m:t>S</m:t>
                      </m:r>
                      <m:r>
                        <a:rPr lang="en-IN" sz="2000" b="0" i="0">
                          <a:solidFill>
                            <a:srgbClr val="002060"/>
                          </a:solidFill>
                          <a:effectLst/>
                          <a:latin typeface="Cambria Math" panose="02040503050406030204" pitchFamily="18" charset="0"/>
                        </a:rPr>
                        <m:t>=</m:t>
                      </m:r>
                      <m:d>
                        <m:dPr>
                          <m:begChr m:val="{"/>
                          <m:endChr m:val="}"/>
                          <m:ctrlPr>
                            <a:rPr lang="en-IN" sz="2000" i="1">
                              <a:solidFill>
                                <a:srgbClr val="002060"/>
                              </a:solidFill>
                              <a:effectLst/>
                              <a:latin typeface="Cambria Math" panose="02040503050406030204" pitchFamily="18" charset="0"/>
                            </a:rPr>
                          </m:ctrlPr>
                        </m:dPr>
                        <m:e>
                          <m:eqArr>
                            <m:eqArrPr>
                              <m:ctrlPr>
                                <a:rPr lang="en-IN" sz="2000" i="1">
                                  <a:solidFill>
                                    <a:srgbClr val="002060"/>
                                  </a:solidFill>
                                  <a:effectLst/>
                                  <a:latin typeface="Cambria Math" panose="02040503050406030204" pitchFamily="18" charset="0"/>
                                </a:rPr>
                              </m:ctrlPr>
                            </m:eqArrPr>
                            <m:e>
                              <m:r>
                                <a:rPr lang="en-IN" sz="2000" b="0" i="0" smtClean="0">
                                  <a:solidFill>
                                    <a:srgbClr val="002060"/>
                                  </a:solidFill>
                                  <a:effectLst/>
                                  <a:latin typeface="Cambria Math" panose="02040503050406030204" pitchFamily="18" charset="0"/>
                                </a:rPr>
                                <m:t>&amp; </m:t>
                              </m:r>
                            </m:e>
                            <m:e>
                              <m:r>
                                <a:rPr lang="en-IN" sz="2000" b="0" i="0">
                                  <a:solidFill>
                                    <a:srgbClr val="002060"/>
                                  </a:solidFill>
                                  <a:effectLst/>
                                  <a:latin typeface="Cambria Math" panose="02040503050406030204" pitchFamily="18" charset="0"/>
                                </a:rPr>
                                <m:t>&amp; </m:t>
                              </m:r>
                              <m:m>
                                <m:mPr>
                                  <m:mcs>
                                    <m:mc>
                                      <m:mcPr>
                                        <m:count m:val="1"/>
                                        <m:mcJc m:val="center"/>
                                      </m:mcPr>
                                    </m:mc>
                                  </m:mcs>
                                  <m:ctrlPr>
                                    <a:rPr lang="en-IN" sz="2000" i="1">
                                      <a:solidFill>
                                        <a:srgbClr val="002060"/>
                                      </a:solidFill>
                                      <a:effectLst/>
                                      <a:latin typeface="Cambria Math" panose="02040503050406030204" pitchFamily="18" charset="0"/>
                                    </a:rPr>
                                  </m:ctrlPr>
                                </m:mPr>
                                <m:mr>
                                  <m:e>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1, 1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1, 2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1, 3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1, 4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1, 5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1, 6 </m:t>
                                        </m:r>
                                      </m:e>
                                    </m:d>
                                    <m:r>
                                      <a:rPr lang="en-IN" sz="2000" b="0" i="0">
                                        <a:solidFill>
                                          <a:srgbClr val="002060"/>
                                        </a:solidFill>
                                        <a:effectLst/>
                                        <a:latin typeface="Cambria Math" panose="02040503050406030204" pitchFamily="18" charset="0"/>
                                      </a:rPr>
                                      <m:t>,</m:t>
                                    </m:r>
                                  </m:e>
                                </m:mr>
                                <m:mr>
                                  <m:e>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2, 1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2, 2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2, 3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2, 4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2, 5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2, 6 </m:t>
                                        </m:r>
                                      </m:e>
                                    </m:d>
                                    <m:r>
                                      <a:rPr lang="en-IN" sz="2000" b="0" i="0">
                                        <a:solidFill>
                                          <a:srgbClr val="002060"/>
                                        </a:solidFill>
                                        <a:effectLst/>
                                        <a:latin typeface="Cambria Math" panose="02040503050406030204" pitchFamily="18" charset="0"/>
                                      </a:rPr>
                                      <m:t>,</m:t>
                                    </m:r>
                                  </m:e>
                                </m:mr>
                                <m:mr>
                                  <m:e>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3, 1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3, 2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3, 3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3, 4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3, 5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3, 6 </m:t>
                                        </m:r>
                                      </m:e>
                                    </m:d>
                                    <m:r>
                                      <a:rPr lang="en-IN" sz="2000" b="0" i="0">
                                        <a:solidFill>
                                          <a:srgbClr val="002060"/>
                                        </a:solidFill>
                                        <a:effectLst/>
                                        <a:latin typeface="Cambria Math" panose="02040503050406030204" pitchFamily="18" charset="0"/>
                                      </a:rPr>
                                      <m:t>,</m:t>
                                    </m:r>
                                  </m:e>
                                </m:mr>
                                <m:mr>
                                  <m:e>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4, 1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4, 2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4, 3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4, 4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4, 5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4, 6 </m:t>
                                        </m:r>
                                      </m:e>
                                    </m:d>
                                    <m:r>
                                      <a:rPr lang="en-IN" sz="2000" b="0" i="0">
                                        <a:solidFill>
                                          <a:srgbClr val="002060"/>
                                        </a:solidFill>
                                        <a:effectLst/>
                                        <a:latin typeface="Cambria Math" panose="02040503050406030204" pitchFamily="18" charset="0"/>
                                      </a:rPr>
                                      <m:t>,</m:t>
                                    </m:r>
                                  </m:e>
                                </m:mr>
                                <m:mr>
                                  <m:e>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5, 1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5, 2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5, 3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5, 4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5, 5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5, 6 </m:t>
                                        </m:r>
                                      </m:e>
                                    </m:d>
                                    <m:r>
                                      <a:rPr lang="en-IN" sz="2000" b="0" i="0">
                                        <a:solidFill>
                                          <a:srgbClr val="002060"/>
                                        </a:solidFill>
                                        <a:effectLst/>
                                        <a:latin typeface="Cambria Math" panose="02040503050406030204" pitchFamily="18" charset="0"/>
                                      </a:rPr>
                                      <m:t>,</m:t>
                                    </m:r>
                                  </m:e>
                                </m:mr>
                                <m:mr>
                                  <m:e>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6, 1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6, 2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6, 3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6, 4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6, 5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6, 6 </m:t>
                                        </m:r>
                                      </m:e>
                                    </m:d>
                                  </m:e>
                                </m:mr>
                              </m:m>
                              <m:r>
                                <a:rPr lang="en-IN" sz="2000" b="0" i="0">
                                  <a:solidFill>
                                    <a:srgbClr val="002060"/>
                                  </a:solidFill>
                                  <a:effectLst/>
                                  <a:latin typeface="Cambria Math" panose="02040503050406030204" pitchFamily="18" charset="0"/>
                                </a:rPr>
                                <m:t> </m:t>
                              </m:r>
                            </m:e>
                            <m:e>
                              <m:r>
                                <a:rPr lang="en-IN" sz="2000" b="0" i="0">
                                  <a:solidFill>
                                    <a:srgbClr val="002060"/>
                                  </a:solidFill>
                                  <a:effectLst/>
                                  <a:latin typeface="Cambria Math" panose="02040503050406030204" pitchFamily="18" charset="0"/>
                                </a:rPr>
                                <m:t>&amp; </m:t>
                              </m:r>
                            </m:e>
                          </m:eqArr>
                        </m:e>
                      </m:d>
                    </m:oMath>
                  </m:oMathPara>
                </a14:m>
                <a:endParaRPr lang="en-IN" sz="2000" dirty="0">
                  <a:solidFill>
                    <a:srgbClr val="002060"/>
                  </a:solidFill>
                  <a:effectLst/>
                </a:endParaRPr>
              </a:p>
            </p:txBody>
          </p:sp>
        </mc:Choice>
        <mc:Fallback xmlns="">
          <p:sp>
            <p:nvSpPr>
              <p:cNvPr id="33" name="TextBox 32">
                <a:extLst>
                  <a:ext uri="{FF2B5EF4-FFF2-40B4-BE49-F238E27FC236}">
                    <a16:creationId xmlns:a16="http://schemas.microsoft.com/office/drawing/2014/main" id="{8B5A0942-2208-463A-9E9D-22A9D995512D}"/>
                  </a:ext>
                </a:extLst>
              </p:cNvPr>
              <p:cNvSpPr txBox="1">
                <a:spLocks noRot="1" noChangeAspect="1" noMove="1" noResize="1" noEditPoints="1" noAdjustHandles="1" noChangeArrowheads="1" noChangeShapeType="1" noTextEdit="1"/>
              </p:cNvSpPr>
              <p:nvPr/>
            </p:nvSpPr>
            <p:spPr>
              <a:xfrm>
                <a:off x="5777876" y="4556648"/>
                <a:ext cx="6459934" cy="2127827"/>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43A0A43A-61E6-40E0-8C68-9611FE42CEDC}"/>
                  </a:ext>
                </a:extLst>
              </p:cNvPr>
              <p:cNvSpPr txBox="1"/>
              <p:nvPr/>
            </p:nvSpPr>
            <p:spPr>
              <a:xfrm>
                <a:off x="1594218" y="3116847"/>
                <a:ext cx="146304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Event </a:t>
                </a:r>
                <a14:m>
                  <m:oMath xmlns:m="http://schemas.openxmlformats.org/officeDocument/2006/math">
                    <m:r>
                      <m:rPr>
                        <m:sty m:val="p"/>
                      </m:rPr>
                      <a:rPr lang="en-IN" b="0" i="0" dirty="0" smtClean="0">
                        <a:latin typeface="Cambria Math" panose="02040503050406030204" pitchFamily="18" charset="0"/>
                      </a:rPr>
                      <m:t>C</m:t>
                    </m:r>
                  </m:oMath>
                </a14:m>
                <a:r>
                  <a:rPr lang="en-IN" dirty="0">
                    <a:latin typeface="+mn-lt"/>
                  </a:rPr>
                  <a:t> :</a:t>
                </a:r>
              </a:p>
            </p:txBody>
          </p:sp>
        </mc:Choice>
        <mc:Fallback xmlns="">
          <p:sp>
            <p:nvSpPr>
              <p:cNvPr id="34" name="TextBox 33">
                <a:extLst>
                  <a:ext uri="{FF2B5EF4-FFF2-40B4-BE49-F238E27FC236}">
                    <a16:creationId xmlns:a16="http://schemas.microsoft.com/office/drawing/2014/main" id="{43A0A43A-61E6-40E0-8C68-9611FE42CEDC}"/>
                  </a:ext>
                </a:extLst>
              </p:cNvPr>
              <p:cNvSpPr txBox="1">
                <a:spLocks noRot="1" noChangeAspect="1" noMove="1" noResize="1" noEditPoints="1" noAdjustHandles="1" noChangeArrowheads="1" noChangeShapeType="1" noTextEdit="1"/>
              </p:cNvSpPr>
              <p:nvPr/>
            </p:nvSpPr>
            <p:spPr>
              <a:xfrm>
                <a:off x="1594218" y="3116847"/>
                <a:ext cx="1463040" cy="523220"/>
              </a:xfrm>
              <a:prstGeom prst="rect">
                <a:avLst/>
              </a:prstGeom>
              <a:blipFill>
                <a:blip r:embed="rId13"/>
                <a:stretch>
                  <a:fillRect l="-8750" t="-10465" r="-3750"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D265BF6-369A-4E2F-A0C8-1B88D30F8F0B}"/>
                  </a:ext>
                </a:extLst>
              </p:cNvPr>
              <p:cNvSpPr txBox="1"/>
              <p:nvPr/>
            </p:nvSpPr>
            <p:spPr>
              <a:xfrm>
                <a:off x="2941420" y="3127511"/>
                <a:ext cx="8698130" cy="954107"/>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latin typeface="+mn-lt"/>
                  </a:rPr>
                  <a:t>Total of the numbers on the dice is any number from </a:t>
                </a:r>
                <a14:m>
                  <m:oMath xmlns:m="http://schemas.openxmlformats.org/officeDocument/2006/math">
                    <m:r>
                      <a:rPr lang="en-GB" i="1" dirty="0" smtClean="0">
                        <a:latin typeface="Cambria Math" panose="02040503050406030204" pitchFamily="18" charset="0"/>
                      </a:rPr>
                      <m:t>2</m:t>
                    </m:r>
                  </m:oMath>
                </a14:m>
                <a:r>
                  <a:rPr lang="en-GB" dirty="0">
                    <a:latin typeface="+mn-lt"/>
                  </a:rPr>
                  <a:t> to </a:t>
                </a:r>
                <a14:m>
                  <m:oMath xmlns:m="http://schemas.openxmlformats.org/officeDocument/2006/math">
                    <m:r>
                      <a:rPr lang="en-GB" i="0" dirty="0" smtClean="0">
                        <a:latin typeface="Cambria Math" panose="02040503050406030204" pitchFamily="18" charset="0"/>
                      </a:rPr>
                      <m:t>12</m:t>
                    </m:r>
                  </m:oMath>
                </a14:m>
                <a:r>
                  <a:rPr lang="en-GB" dirty="0">
                    <a:latin typeface="+mn-lt"/>
                  </a:rPr>
                  <a:t>, both inclusive</a:t>
                </a:r>
                <a:endParaRPr lang="en-IN" dirty="0">
                  <a:latin typeface="+mn-lt"/>
                </a:endParaRPr>
              </a:p>
            </p:txBody>
          </p:sp>
        </mc:Choice>
        <mc:Fallback xmlns="">
          <p:sp>
            <p:nvSpPr>
              <p:cNvPr id="35" name="TextBox 34">
                <a:extLst>
                  <a:ext uri="{FF2B5EF4-FFF2-40B4-BE49-F238E27FC236}">
                    <a16:creationId xmlns:a16="http://schemas.microsoft.com/office/drawing/2014/main" id="{BD265BF6-369A-4E2F-A0C8-1B88D30F8F0B}"/>
                  </a:ext>
                </a:extLst>
              </p:cNvPr>
              <p:cNvSpPr txBox="1">
                <a:spLocks noRot="1" noChangeAspect="1" noMove="1" noResize="1" noEditPoints="1" noAdjustHandles="1" noChangeArrowheads="1" noChangeShapeType="1" noTextEdit="1"/>
              </p:cNvSpPr>
              <p:nvPr/>
            </p:nvSpPr>
            <p:spPr>
              <a:xfrm>
                <a:off x="2941420" y="3127511"/>
                <a:ext cx="8698130" cy="954107"/>
              </a:xfrm>
              <a:prstGeom prst="rect">
                <a:avLst/>
              </a:prstGeom>
              <a:blipFill>
                <a:blip r:embed="rId14"/>
                <a:stretch>
                  <a:fillRect l="-1473" t="-5732" r="-1052" b="-1783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3F2DBF7A-A8A7-46D5-BF9F-3FF5B9116A4E}"/>
                  </a:ext>
                </a:extLst>
              </p:cNvPr>
              <p:cNvSpPr txBox="1"/>
              <p:nvPr/>
            </p:nvSpPr>
            <p:spPr>
              <a:xfrm>
                <a:off x="2043736" y="4029448"/>
                <a:ext cx="179537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C</m:t>
                          </m:r>
                        </m:e>
                      </m:d>
                      <m:r>
                        <a:rPr lang="en-GB" b="0" i="0" dirty="0" smtClean="0">
                          <a:latin typeface="Cambria Math" panose="02040503050406030204" pitchFamily="18" charset="0"/>
                        </a:rPr>
                        <m:t>=</m:t>
                      </m:r>
                      <m:r>
                        <a:rPr lang="en-IN" b="0" i="0" dirty="0" smtClean="0">
                          <a:latin typeface="Cambria Math" panose="02040503050406030204" pitchFamily="18" charset="0"/>
                        </a:rPr>
                        <m:t>36</m:t>
                      </m:r>
                    </m:oMath>
                  </m:oMathPara>
                </a14:m>
                <a:endParaRPr lang="en-IN" dirty="0">
                  <a:latin typeface="+mn-lt"/>
                </a:endParaRPr>
              </a:p>
            </p:txBody>
          </p:sp>
        </mc:Choice>
        <mc:Fallback xmlns="">
          <p:sp>
            <p:nvSpPr>
              <p:cNvPr id="36" name="TextBox 35">
                <a:extLst>
                  <a:ext uri="{FF2B5EF4-FFF2-40B4-BE49-F238E27FC236}">
                    <a16:creationId xmlns:a16="http://schemas.microsoft.com/office/drawing/2014/main" id="{3F2DBF7A-A8A7-46D5-BF9F-3FF5B9116A4E}"/>
                  </a:ext>
                </a:extLst>
              </p:cNvPr>
              <p:cNvSpPr txBox="1">
                <a:spLocks noRot="1" noChangeAspect="1" noMove="1" noResize="1" noEditPoints="1" noAdjustHandles="1" noChangeArrowheads="1" noChangeShapeType="1" noTextEdit="1"/>
              </p:cNvSpPr>
              <p:nvPr/>
            </p:nvSpPr>
            <p:spPr>
              <a:xfrm>
                <a:off x="2043736" y="4029448"/>
                <a:ext cx="1795370"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6F8FCD86-E5BD-4D39-857F-6C4342115AD9}"/>
                  </a:ext>
                </a:extLst>
              </p:cNvPr>
              <p:cNvSpPr txBox="1"/>
              <p:nvPr/>
            </p:nvSpPr>
            <p:spPr>
              <a:xfrm>
                <a:off x="2128345" y="4848600"/>
                <a:ext cx="911225"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C</m:t>
                          </m:r>
                        </m:e>
                      </m:d>
                    </m:oMath>
                  </m:oMathPara>
                </a14:m>
                <a:endParaRPr lang="en-IN" dirty="0">
                  <a:latin typeface="+mn-lt"/>
                </a:endParaRPr>
              </a:p>
            </p:txBody>
          </p:sp>
        </mc:Choice>
        <mc:Fallback xmlns="">
          <p:sp>
            <p:nvSpPr>
              <p:cNvPr id="38" name="TextBox 37">
                <a:extLst>
                  <a:ext uri="{FF2B5EF4-FFF2-40B4-BE49-F238E27FC236}">
                    <a16:creationId xmlns:a16="http://schemas.microsoft.com/office/drawing/2014/main" id="{6F8FCD86-E5BD-4D39-857F-6C4342115AD9}"/>
                  </a:ext>
                </a:extLst>
              </p:cNvPr>
              <p:cNvSpPr txBox="1">
                <a:spLocks noRot="1" noChangeAspect="1" noMove="1" noResize="1" noEditPoints="1" noAdjustHandles="1" noChangeArrowheads="1" noChangeShapeType="1" noTextEdit="1"/>
              </p:cNvSpPr>
              <p:nvPr/>
            </p:nvSpPr>
            <p:spPr>
              <a:xfrm>
                <a:off x="2128345" y="4848600"/>
                <a:ext cx="911225"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D08DF69C-0D0D-4675-93B3-49CCD7F8A729}"/>
                  </a:ext>
                </a:extLst>
              </p:cNvPr>
              <p:cNvSpPr txBox="1"/>
              <p:nvPr/>
            </p:nvSpPr>
            <p:spPr>
              <a:xfrm>
                <a:off x="2928488" y="4587581"/>
                <a:ext cx="1502185"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C</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39" name="TextBox 38">
                <a:extLst>
                  <a:ext uri="{FF2B5EF4-FFF2-40B4-BE49-F238E27FC236}">
                    <a16:creationId xmlns:a16="http://schemas.microsoft.com/office/drawing/2014/main" id="{D08DF69C-0D0D-4675-93B3-49CCD7F8A729}"/>
                  </a:ext>
                </a:extLst>
              </p:cNvPr>
              <p:cNvSpPr txBox="1">
                <a:spLocks noRot="1" noChangeAspect="1" noMove="1" noResize="1" noEditPoints="1" noAdjustHandles="1" noChangeArrowheads="1" noChangeShapeType="1" noTextEdit="1"/>
              </p:cNvSpPr>
              <p:nvPr/>
            </p:nvSpPr>
            <p:spPr>
              <a:xfrm>
                <a:off x="2928488" y="4587581"/>
                <a:ext cx="1502185" cy="989438"/>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596E3232-3BD0-4AF9-B16C-7B3AEEBD938B}"/>
                  </a:ext>
                </a:extLst>
              </p:cNvPr>
              <p:cNvSpPr txBox="1"/>
              <p:nvPr/>
            </p:nvSpPr>
            <p:spPr>
              <a:xfrm>
                <a:off x="1597102" y="4029448"/>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40" name="TextBox 39">
                <a:extLst>
                  <a:ext uri="{FF2B5EF4-FFF2-40B4-BE49-F238E27FC236}">
                    <a16:creationId xmlns:a16="http://schemas.microsoft.com/office/drawing/2014/main" id="{596E3232-3BD0-4AF9-B16C-7B3AEEBD938B}"/>
                  </a:ext>
                </a:extLst>
              </p:cNvPr>
              <p:cNvSpPr txBox="1">
                <a:spLocks noRot="1" noChangeAspect="1" noMove="1" noResize="1" noEditPoints="1" noAdjustHandles="1" noChangeArrowheads="1" noChangeShapeType="1" noTextEdit="1"/>
              </p:cNvSpPr>
              <p:nvPr/>
            </p:nvSpPr>
            <p:spPr>
              <a:xfrm>
                <a:off x="1597102" y="4029448"/>
                <a:ext cx="534127"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39CD388C-B89F-4979-8907-65244DD8831B}"/>
                  </a:ext>
                </a:extLst>
              </p:cNvPr>
              <p:cNvSpPr txBox="1"/>
              <p:nvPr/>
            </p:nvSpPr>
            <p:spPr>
              <a:xfrm>
                <a:off x="1594218" y="4848600"/>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41" name="TextBox 40">
                <a:extLst>
                  <a:ext uri="{FF2B5EF4-FFF2-40B4-BE49-F238E27FC236}">
                    <a16:creationId xmlns:a16="http://schemas.microsoft.com/office/drawing/2014/main" id="{39CD388C-B89F-4979-8907-65244DD8831B}"/>
                  </a:ext>
                </a:extLst>
              </p:cNvPr>
              <p:cNvSpPr txBox="1">
                <a:spLocks noRot="1" noChangeAspect="1" noMove="1" noResize="1" noEditPoints="1" noAdjustHandles="1" noChangeArrowheads="1" noChangeShapeType="1" noTextEdit="1"/>
              </p:cNvSpPr>
              <p:nvPr/>
            </p:nvSpPr>
            <p:spPr>
              <a:xfrm>
                <a:off x="1594218" y="4848600"/>
                <a:ext cx="534127"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C21484B2-C1CA-42F4-AF08-DECDCAAB1144}"/>
                  </a:ext>
                </a:extLst>
              </p:cNvPr>
              <p:cNvSpPr txBox="1"/>
              <p:nvPr/>
            </p:nvSpPr>
            <p:spPr>
              <a:xfrm>
                <a:off x="2928488" y="5675031"/>
                <a:ext cx="1186311"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36</m:t>
                          </m:r>
                        </m:num>
                        <m:den>
                          <m:r>
                            <a:rPr lang="en-IN" b="0" i="1" dirty="0" smtClean="0">
                              <a:latin typeface="Cambria Math" panose="02040503050406030204" pitchFamily="18" charset="0"/>
                            </a:rPr>
                            <m:t> </m:t>
                          </m:r>
                          <m:r>
                            <a:rPr lang="en-IN" i="1" dirty="0" smtClean="0">
                              <a:latin typeface="Cambria Math" panose="02040503050406030204" pitchFamily="18" charset="0"/>
                            </a:rPr>
                            <m:t>3</m:t>
                          </m:r>
                          <m:r>
                            <a:rPr lang="en-IN" b="0" i="1" dirty="0" smtClean="0">
                              <a:latin typeface="Cambria Math" panose="02040503050406030204" pitchFamily="18" charset="0"/>
                            </a:rPr>
                            <m:t>6 </m:t>
                          </m:r>
                        </m:den>
                      </m:f>
                    </m:oMath>
                  </m:oMathPara>
                </a14:m>
                <a:endParaRPr lang="en-IN" dirty="0">
                  <a:latin typeface="+mn-lt"/>
                </a:endParaRPr>
              </a:p>
            </p:txBody>
          </p:sp>
        </mc:Choice>
        <mc:Fallback xmlns="">
          <p:sp>
            <p:nvSpPr>
              <p:cNvPr id="42" name="TextBox 41">
                <a:extLst>
                  <a:ext uri="{FF2B5EF4-FFF2-40B4-BE49-F238E27FC236}">
                    <a16:creationId xmlns:a16="http://schemas.microsoft.com/office/drawing/2014/main" id="{C21484B2-C1CA-42F4-AF08-DECDCAAB1144}"/>
                  </a:ext>
                </a:extLst>
              </p:cNvPr>
              <p:cNvSpPr txBox="1">
                <a:spLocks noRot="1" noChangeAspect="1" noMove="1" noResize="1" noEditPoints="1" noAdjustHandles="1" noChangeArrowheads="1" noChangeShapeType="1" noTextEdit="1"/>
              </p:cNvSpPr>
              <p:nvPr/>
            </p:nvSpPr>
            <p:spPr>
              <a:xfrm>
                <a:off x="2928488" y="5675031"/>
                <a:ext cx="1186311" cy="901785"/>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4A70897A-6E7B-4A43-90BC-9BB5E357EE7B}"/>
                  </a:ext>
                </a:extLst>
              </p:cNvPr>
              <p:cNvSpPr txBox="1"/>
              <p:nvPr/>
            </p:nvSpPr>
            <p:spPr>
              <a:xfrm>
                <a:off x="4021037" y="5864313"/>
                <a:ext cx="88624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a:rPr lang="en-IN" b="0" i="1" dirty="0" smtClean="0">
                          <a:latin typeface="Cambria Math" panose="02040503050406030204" pitchFamily="18" charset="0"/>
                        </a:rPr>
                        <m:t>1</m:t>
                      </m:r>
                    </m:oMath>
                  </m:oMathPara>
                </a14:m>
                <a:endParaRPr lang="en-IN" dirty="0">
                  <a:latin typeface="+mn-lt"/>
                </a:endParaRPr>
              </a:p>
            </p:txBody>
          </p:sp>
        </mc:Choice>
        <mc:Fallback xmlns="">
          <p:sp>
            <p:nvSpPr>
              <p:cNvPr id="43" name="TextBox 42">
                <a:extLst>
                  <a:ext uri="{FF2B5EF4-FFF2-40B4-BE49-F238E27FC236}">
                    <a16:creationId xmlns:a16="http://schemas.microsoft.com/office/drawing/2014/main" id="{4A70897A-6E7B-4A43-90BC-9BB5E357EE7B}"/>
                  </a:ext>
                </a:extLst>
              </p:cNvPr>
              <p:cNvSpPr txBox="1">
                <a:spLocks noRot="1" noChangeAspect="1" noMove="1" noResize="1" noEditPoints="1" noAdjustHandles="1" noChangeArrowheads="1" noChangeShapeType="1" noTextEdit="1"/>
              </p:cNvSpPr>
              <p:nvPr/>
            </p:nvSpPr>
            <p:spPr>
              <a:xfrm>
                <a:off x="4021037" y="5864313"/>
                <a:ext cx="886243" cy="523220"/>
              </a:xfrm>
              <a:prstGeom prst="rect">
                <a:avLst/>
              </a:prstGeom>
              <a:blipFill>
                <a:blip r:embed="rId21"/>
                <a:stretch>
                  <a:fillRect/>
                </a:stretch>
              </a:blipFill>
            </p:spPr>
            <p:txBody>
              <a:bodyPr/>
              <a:lstStyle/>
              <a:p>
                <a:r>
                  <a:rPr lang="en-IN">
                    <a:noFill/>
                  </a:rPr>
                  <a:t> </a:t>
                </a:r>
              </a:p>
            </p:txBody>
          </p:sp>
        </mc:Fallback>
      </mc:AlternateContent>
      <p:sp>
        <p:nvSpPr>
          <p:cNvPr id="23" name="3">
            <a:extLst>
              <a:ext uri="{FF2B5EF4-FFF2-40B4-BE49-F238E27FC236}">
                <a16:creationId xmlns:a16="http://schemas.microsoft.com/office/drawing/2014/main" id="{2C035E39-A21E-481A-9384-C33C1386A305}"/>
              </a:ext>
            </a:extLst>
          </p:cNvPr>
          <p:cNvSpPr txBox="1"/>
          <p:nvPr/>
        </p:nvSpPr>
        <p:spPr>
          <a:xfrm>
            <a:off x="1165163" y="2596273"/>
            <a:ext cx="10896208"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b="1" i="0" dirty="0">
                <a:solidFill>
                  <a:srgbClr val="002060"/>
                </a:solidFill>
                <a:latin typeface="+mj-lt"/>
              </a:rPr>
              <a:t>(3)  Total of numbers on the dice is any number from 2 to 12, both inclusive.</a:t>
            </a:r>
            <a:endParaRPr lang="en-GB" b="1" dirty="0">
              <a:solidFill>
                <a:srgbClr val="002060"/>
              </a:solidFill>
              <a:latin typeface="+mj-lt"/>
            </a:endParaRPr>
          </a:p>
        </p:txBody>
      </p:sp>
      <p:sp>
        <p:nvSpPr>
          <p:cNvPr id="22" name="2">
            <a:extLst>
              <a:ext uri="{FF2B5EF4-FFF2-40B4-BE49-F238E27FC236}">
                <a16:creationId xmlns:a16="http://schemas.microsoft.com/office/drawing/2014/main" id="{61C6E7C5-A88B-45EF-AAE6-7EDB67DCFFAF}"/>
              </a:ext>
            </a:extLst>
          </p:cNvPr>
          <p:cNvSpPr txBox="1"/>
          <p:nvPr/>
        </p:nvSpPr>
        <p:spPr>
          <a:xfrm>
            <a:off x="1165162" y="805547"/>
            <a:ext cx="6853075"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b="1" dirty="0">
                <a:latin typeface="+mj-lt"/>
              </a:rPr>
              <a:t>(2)  The total of the numbers on the dice is 13.</a:t>
            </a:r>
          </a:p>
        </p:txBody>
      </p:sp>
    </p:spTree>
    <p:extLst>
      <p:ext uri="{BB962C8B-B14F-4D97-AF65-F5344CB8AC3E}">
        <p14:creationId xmlns:p14="http://schemas.microsoft.com/office/powerpoint/2010/main" val="19956441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anim calcmode="lin" valueType="num">
                                      <p:cBhvr additive="base">
                                        <p:cTn id="43" dur="500" fill="hold"/>
                                        <p:tgtEl>
                                          <p:spTgt spid="33"/>
                                        </p:tgtEl>
                                        <p:attrNameLst>
                                          <p:attrName>ppt_x</p:attrName>
                                        </p:attrNameLst>
                                      </p:cBhvr>
                                      <p:tavLst>
                                        <p:tav tm="0">
                                          <p:val>
                                            <p:strVal val="1+#ppt_w/2"/>
                                          </p:val>
                                        </p:tav>
                                        <p:tav tm="100000">
                                          <p:val>
                                            <p:strVal val="#ppt_x"/>
                                          </p:val>
                                        </p:tav>
                                      </p:tavLst>
                                    </p:anim>
                                    <p:anim calcmode="lin" valueType="num">
                                      <p:cBhvr additive="base">
                                        <p:cTn id="44"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 presetClass="exit" presetSubtype="2" fill="hold" grpId="1" nodeType="clickEffect">
                                  <p:stCondLst>
                                    <p:cond delay="0"/>
                                  </p:stCondLst>
                                  <p:childTnLst>
                                    <p:anim calcmode="lin" valueType="num">
                                      <p:cBhvr additive="base">
                                        <p:cTn id="56" dur="500"/>
                                        <p:tgtEl>
                                          <p:spTgt spid="33"/>
                                        </p:tgtEl>
                                        <p:attrNameLst>
                                          <p:attrName>ppt_x</p:attrName>
                                        </p:attrNameLst>
                                      </p:cBhvr>
                                      <p:tavLst>
                                        <p:tav tm="0">
                                          <p:val>
                                            <p:strVal val="ppt_x"/>
                                          </p:val>
                                        </p:tav>
                                        <p:tav tm="100000">
                                          <p:val>
                                            <p:strVal val="1+ppt_w/2"/>
                                          </p:val>
                                        </p:tav>
                                      </p:tavLst>
                                    </p:anim>
                                    <p:anim calcmode="lin" valueType="num">
                                      <p:cBhvr additive="base">
                                        <p:cTn id="57" dur="500"/>
                                        <p:tgtEl>
                                          <p:spTgt spid="33"/>
                                        </p:tgtEl>
                                        <p:attrNameLst>
                                          <p:attrName>ppt_y</p:attrName>
                                        </p:attrNameLst>
                                      </p:cBhvr>
                                      <p:tavLst>
                                        <p:tav tm="0">
                                          <p:val>
                                            <p:strVal val="ppt_y"/>
                                          </p:val>
                                        </p:tav>
                                        <p:tav tm="100000">
                                          <p:val>
                                            <p:strVal val="ppt_y"/>
                                          </p:val>
                                        </p:tav>
                                      </p:tavLst>
                                    </p:anim>
                                    <p:set>
                                      <p:cBhvr>
                                        <p:cTn id="58" dur="1" fill="hold">
                                          <p:stCondLst>
                                            <p:cond delay="499"/>
                                          </p:stCondLst>
                                        </p:cTn>
                                        <p:tgtEl>
                                          <p:spTgt spid="33"/>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8" grpId="0" animBg="1"/>
      <p:bldP spid="65" grpId="0" animBg="1"/>
      <p:bldP spid="66" grpId="0" animBg="1"/>
      <p:bldP spid="69" grpId="0" animBg="1"/>
      <p:bldP spid="31" grpId="0" animBg="1"/>
      <p:bldP spid="32" grpId="0" animBg="1"/>
      <p:bldP spid="33" grpId="0"/>
      <p:bldP spid="33" grpId="1"/>
      <p:bldP spid="34" grpId="0" animBg="1"/>
      <p:bldP spid="35" grpId="0" animBg="1"/>
      <p:bldP spid="36" grpId="0" animBg="1"/>
      <p:bldP spid="38" grpId="0" animBg="1"/>
      <p:bldP spid="39" grpId="0" animBg="1"/>
      <p:bldP spid="40" grpId="0" animBg="1"/>
      <p:bldP spid="41" grpId="0" animBg="1"/>
      <p:bldP spid="42" grpId="0" animBg="1"/>
      <p:bldP spid="43"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40"/>
                <a:ext cx="11929645" cy="2351824"/>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00000"/>
                  </a:lnSpc>
                  <a:spcAft>
                    <a:spcPts val="100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0000"/>
                  </a:lnSpc>
                  <a:spcBef>
                    <a:spcPts val="600"/>
                  </a:spcBef>
                  <a:spcAft>
                    <a:spcPts val="0"/>
                  </a:spcAft>
                </a:pPr>
                <a:r>
                  <a:rPr lang="en-GB" dirty="0"/>
                  <a:t>If </a:t>
                </a:r>
                <a14:m>
                  <m:oMath xmlns:m="http://schemas.openxmlformats.org/officeDocument/2006/math">
                    <m:r>
                      <a:rPr lang="en-GB" i="0" dirty="0" smtClean="0">
                        <a:latin typeface="Cambria Math" panose="02040503050406030204" pitchFamily="18" charset="0"/>
                      </a:rPr>
                      <m:t>5</m:t>
                    </m:r>
                  </m:oMath>
                </a14:m>
                <a:r>
                  <a:rPr lang="en-GB" dirty="0"/>
                  <a:t> cards are drawn from a pack of </a:t>
                </a:r>
                <a14:m>
                  <m:oMath xmlns:m="http://schemas.openxmlformats.org/officeDocument/2006/math">
                    <m:r>
                      <a:rPr lang="en-GB" i="1" dirty="0" smtClean="0">
                        <a:latin typeface="Cambria Math" panose="02040503050406030204" pitchFamily="18" charset="0"/>
                      </a:rPr>
                      <m:t>52</m:t>
                    </m:r>
                  </m:oMath>
                </a14:m>
                <a:r>
                  <a:rPr lang="en-GB" dirty="0"/>
                  <a:t> well-shuffled cards, find the probability of</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40"/>
                <a:ext cx="11929645" cy="2351824"/>
              </a:xfrm>
              <a:prstGeom prst="rect">
                <a:avLst/>
              </a:prstGeom>
              <a:blipFill>
                <a:blip r:embed="rId2"/>
                <a:stretch>
                  <a:fillRect l="-1074" t="-518"/>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2.2 ⇝ Example 3</a:t>
            </a:r>
            <a:endParaRPr lang="en-US" dirty="0"/>
          </a:p>
        </p:txBody>
      </p:sp>
      <p:sp>
        <p:nvSpPr>
          <p:cNvPr id="4" name="Content Placeholder 2"/>
          <p:cNvSpPr txBox="1">
            <a:spLocks/>
          </p:cNvSpPr>
          <p:nvPr/>
        </p:nvSpPr>
        <p:spPr>
          <a:xfrm>
            <a:off x="131176" y="3374275"/>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14" name="TextBox 13">
            <a:extLst>
              <a:ext uri="{FF2B5EF4-FFF2-40B4-BE49-F238E27FC236}">
                <a16:creationId xmlns:a16="http://schemas.microsoft.com/office/drawing/2014/main" id="{AB0B417A-E574-46DE-BF51-0FC21763CD8F}"/>
              </a:ext>
            </a:extLst>
          </p:cNvPr>
          <p:cNvSpPr txBox="1"/>
          <p:nvPr/>
        </p:nvSpPr>
        <p:spPr>
          <a:xfrm>
            <a:off x="184516" y="1460447"/>
            <a:ext cx="155538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solidFill>
                  <a:schemeClr val="bg1"/>
                </a:solidFill>
                <a:latin typeface="+mn-lt"/>
              </a:rPr>
              <a:t>(1)  </a:t>
            </a:r>
            <a:r>
              <a:rPr lang="en-GB" b="0" i="0" dirty="0">
                <a:solidFill>
                  <a:schemeClr val="bg1"/>
                </a:solidFill>
                <a:latin typeface="+mj-lt"/>
              </a:rPr>
              <a:t>4</a:t>
            </a:r>
            <a:r>
              <a:rPr lang="en-GB" dirty="0">
                <a:solidFill>
                  <a:schemeClr val="bg1"/>
                </a:solidFill>
                <a:latin typeface="+mn-lt"/>
              </a:rPr>
              <a:t> ace </a:t>
            </a:r>
          </a:p>
        </p:txBody>
      </p:sp>
      <p:sp>
        <p:nvSpPr>
          <p:cNvPr id="15" name="TextBox 14">
            <a:extLst>
              <a:ext uri="{FF2B5EF4-FFF2-40B4-BE49-F238E27FC236}">
                <a16:creationId xmlns:a16="http://schemas.microsoft.com/office/drawing/2014/main" id="{44BE96D2-7B01-447E-BE6D-1D4BCDC424A2}"/>
              </a:ext>
            </a:extLst>
          </p:cNvPr>
          <p:cNvSpPr txBox="1"/>
          <p:nvPr/>
        </p:nvSpPr>
        <p:spPr>
          <a:xfrm>
            <a:off x="2601281" y="1460447"/>
            <a:ext cx="3748071"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b="0" dirty="0"/>
              <a:t>(2)  </a:t>
            </a:r>
            <a:r>
              <a:rPr lang="en-GB" b="0" i="0" dirty="0">
                <a:latin typeface="+mj-lt"/>
              </a:rPr>
              <a:t>4</a:t>
            </a:r>
            <a:r>
              <a:rPr lang="en-GB" b="0" dirty="0"/>
              <a:t> aces and </a:t>
            </a:r>
            <a:r>
              <a:rPr lang="en-GB" b="0" i="0" dirty="0">
                <a:latin typeface="+mj-lt"/>
              </a:rPr>
              <a:t>1</a:t>
            </a:r>
            <a:r>
              <a:rPr lang="en-GB" b="0" dirty="0"/>
              <a:t> is a king</a:t>
            </a:r>
          </a:p>
        </p:txBody>
      </p:sp>
      <p:sp>
        <p:nvSpPr>
          <p:cNvPr id="16" name="TextBox 15">
            <a:extLst>
              <a:ext uri="{FF2B5EF4-FFF2-40B4-BE49-F238E27FC236}">
                <a16:creationId xmlns:a16="http://schemas.microsoft.com/office/drawing/2014/main" id="{6FD4F175-943E-4AAE-A5C7-4632D338ADE8}"/>
              </a:ext>
            </a:extLst>
          </p:cNvPr>
          <p:cNvSpPr txBox="1"/>
          <p:nvPr/>
        </p:nvSpPr>
        <p:spPr>
          <a:xfrm>
            <a:off x="7210733" y="1460447"/>
            <a:ext cx="4536892"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b="0" dirty="0"/>
              <a:t>(3)  </a:t>
            </a:r>
            <a:r>
              <a:rPr lang="en-GB" b="0" i="0" dirty="0">
                <a:latin typeface="+mj-lt"/>
              </a:rPr>
              <a:t>3</a:t>
            </a:r>
            <a:r>
              <a:rPr lang="en-GB" b="0" dirty="0"/>
              <a:t> are tens and </a:t>
            </a:r>
            <a:r>
              <a:rPr lang="en-GB" b="0" i="0" dirty="0">
                <a:latin typeface="+mj-lt"/>
              </a:rPr>
              <a:t>2</a:t>
            </a:r>
            <a:r>
              <a:rPr lang="en-GB" b="0" dirty="0"/>
              <a:t> are jacks</a:t>
            </a:r>
          </a:p>
        </p:txBody>
      </p:sp>
      <p:sp>
        <p:nvSpPr>
          <p:cNvPr id="17" name="TextBox 16">
            <a:extLst>
              <a:ext uri="{FF2B5EF4-FFF2-40B4-BE49-F238E27FC236}">
                <a16:creationId xmlns:a16="http://schemas.microsoft.com/office/drawing/2014/main" id="{7A36CF54-BBB8-4652-A3B0-BF053A04C0B5}"/>
              </a:ext>
            </a:extLst>
          </p:cNvPr>
          <p:cNvSpPr txBox="1"/>
          <p:nvPr/>
        </p:nvSpPr>
        <p:spPr>
          <a:xfrm>
            <a:off x="184516" y="2034794"/>
            <a:ext cx="8030570"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b="0" dirty="0"/>
              <a:t>(4)  a nine, ten, jack, queen, king is obtained in any order</a:t>
            </a:r>
          </a:p>
        </p:txBody>
      </p:sp>
      <p:sp>
        <p:nvSpPr>
          <p:cNvPr id="18" name="TextBox 17">
            <a:extLst>
              <a:ext uri="{FF2B5EF4-FFF2-40B4-BE49-F238E27FC236}">
                <a16:creationId xmlns:a16="http://schemas.microsoft.com/office/drawing/2014/main" id="{DE42B532-9D5F-4065-905D-3F02539940F2}"/>
              </a:ext>
            </a:extLst>
          </p:cNvPr>
          <p:cNvSpPr txBox="1"/>
          <p:nvPr/>
        </p:nvSpPr>
        <p:spPr>
          <a:xfrm>
            <a:off x="184516" y="2609141"/>
            <a:ext cx="6535598"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b="0" dirty="0"/>
              <a:t>(5)  </a:t>
            </a:r>
            <a:r>
              <a:rPr lang="en-GB" b="0" i="0" dirty="0">
                <a:latin typeface="+mj-lt"/>
              </a:rPr>
              <a:t>3</a:t>
            </a:r>
            <a:r>
              <a:rPr lang="en-GB" b="0" dirty="0"/>
              <a:t> are of any one suit and </a:t>
            </a:r>
            <a:r>
              <a:rPr lang="en-GB" b="0" i="0" dirty="0">
                <a:latin typeface="+mj-lt"/>
              </a:rPr>
              <a:t>2</a:t>
            </a:r>
            <a:r>
              <a:rPr lang="en-GB" b="0" dirty="0"/>
              <a:t> are of another</a:t>
            </a:r>
          </a:p>
        </p:txBody>
      </p:sp>
      <p:sp>
        <p:nvSpPr>
          <p:cNvPr id="20" name="TextBox 19">
            <a:extLst>
              <a:ext uri="{FF2B5EF4-FFF2-40B4-BE49-F238E27FC236}">
                <a16:creationId xmlns:a16="http://schemas.microsoft.com/office/drawing/2014/main" id="{BBE37DB2-9DFF-4E19-A6E7-1A9A75C9BF5F}"/>
              </a:ext>
            </a:extLst>
          </p:cNvPr>
          <p:cNvSpPr txBox="1"/>
          <p:nvPr/>
        </p:nvSpPr>
        <p:spPr>
          <a:xfrm>
            <a:off x="7210733" y="2576274"/>
            <a:ext cx="4536892"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b="0" dirty="0"/>
              <a:t>(6)  at least one ace is obtained</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D65BACF-A52E-411B-91BC-0DA78BD2203F}"/>
                  </a:ext>
                </a:extLst>
              </p:cNvPr>
              <p:cNvSpPr txBox="1"/>
              <p:nvPr/>
            </p:nvSpPr>
            <p:spPr>
              <a:xfrm>
                <a:off x="1594216" y="3376303"/>
                <a:ext cx="9735820" cy="523220"/>
              </a:xfrm>
              <a:prstGeom prst="rect">
                <a:avLst/>
              </a:prstGeom>
              <a:noFill/>
            </p:spPr>
            <p:txBody>
              <a:bodyPr wrap="square">
                <a:spAutoFit/>
              </a:bodyPr>
              <a:lstStyle/>
              <a:p>
                <a:r>
                  <a:rPr lang="en-GB" sz="2800" dirty="0">
                    <a:solidFill>
                      <a:srgbClr val="002060"/>
                    </a:solidFill>
                  </a:rPr>
                  <a:t>The total number of ways to choose </a:t>
                </a:r>
                <a14:m>
                  <m:oMath xmlns:m="http://schemas.openxmlformats.org/officeDocument/2006/math">
                    <m:r>
                      <a:rPr lang="en-GB" sz="2800" i="0" dirty="0" smtClean="0">
                        <a:solidFill>
                          <a:srgbClr val="002060"/>
                        </a:solidFill>
                        <a:latin typeface="Cambria Math" panose="02040503050406030204" pitchFamily="18" charset="0"/>
                      </a:rPr>
                      <m:t>5</m:t>
                    </m:r>
                  </m:oMath>
                </a14:m>
                <a:r>
                  <a:rPr lang="en-GB" sz="2800" dirty="0">
                    <a:solidFill>
                      <a:srgbClr val="002060"/>
                    </a:solidFill>
                  </a:rPr>
                  <a:t> cards from a </a:t>
                </a:r>
                <a14:m>
                  <m:oMath xmlns:m="http://schemas.openxmlformats.org/officeDocument/2006/math">
                    <m:r>
                      <a:rPr lang="en-GB" sz="2800" i="1" dirty="0" smtClean="0">
                        <a:solidFill>
                          <a:srgbClr val="002060"/>
                        </a:solidFill>
                        <a:latin typeface="Cambria Math" panose="02040503050406030204" pitchFamily="18" charset="0"/>
                      </a:rPr>
                      <m:t>52</m:t>
                    </m:r>
                  </m:oMath>
                </a14:m>
                <a:r>
                  <a:rPr lang="en-GB" sz="2800" dirty="0">
                    <a:solidFill>
                      <a:srgbClr val="002060"/>
                    </a:solidFill>
                  </a:rPr>
                  <a:t> card deck is:</a:t>
                </a:r>
                <a:endParaRPr lang="en-IN" sz="2800" dirty="0">
                  <a:solidFill>
                    <a:srgbClr val="002060"/>
                  </a:solidFill>
                </a:endParaRPr>
              </a:p>
            </p:txBody>
          </p:sp>
        </mc:Choice>
        <mc:Fallback xmlns="">
          <p:sp>
            <p:nvSpPr>
              <p:cNvPr id="21" name="TextBox 20">
                <a:extLst>
                  <a:ext uri="{FF2B5EF4-FFF2-40B4-BE49-F238E27FC236}">
                    <a16:creationId xmlns:a16="http://schemas.microsoft.com/office/drawing/2014/main" id="{9D65BACF-A52E-411B-91BC-0DA78BD2203F}"/>
                  </a:ext>
                </a:extLst>
              </p:cNvPr>
              <p:cNvSpPr txBox="1">
                <a:spLocks noRot="1" noChangeAspect="1" noMove="1" noResize="1" noEditPoints="1" noAdjustHandles="1" noChangeArrowheads="1" noChangeShapeType="1" noTextEdit="1"/>
              </p:cNvSpPr>
              <p:nvPr/>
            </p:nvSpPr>
            <p:spPr>
              <a:xfrm>
                <a:off x="1594216" y="3376303"/>
                <a:ext cx="9735820" cy="523220"/>
              </a:xfrm>
              <a:prstGeom prst="rect">
                <a:avLst/>
              </a:prstGeom>
              <a:blipFill>
                <a:blip r:embed="rId7"/>
                <a:stretch>
                  <a:fillRect l="-1315"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67ECC96-7590-4F07-A669-7C803F7F2DB6}"/>
                  </a:ext>
                </a:extLst>
              </p:cNvPr>
              <p:cNvSpPr txBox="1"/>
              <p:nvPr/>
            </p:nvSpPr>
            <p:spPr>
              <a:xfrm>
                <a:off x="2040850" y="3880911"/>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GB" b="0" i="0" dirty="0" smtClean="0">
                              <a:latin typeface="Cambria Math" panose="02040503050406030204" pitchFamily="18" charset="0"/>
                            </a:rPr>
                            <m:t>S</m:t>
                          </m:r>
                        </m:e>
                      </m:d>
                    </m:oMath>
                  </m:oMathPara>
                </a14:m>
                <a:endParaRPr lang="en-IN" dirty="0">
                  <a:latin typeface="+mn-lt"/>
                </a:endParaRPr>
              </a:p>
            </p:txBody>
          </p:sp>
        </mc:Choice>
        <mc:Fallback xmlns="">
          <p:sp>
            <p:nvSpPr>
              <p:cNvPr id="23" name="TextBox 22">
                <a:extLst>
                  <a:ext uri="{FF2B5EF4-FFF2-40B4-BE49-F238E27FC236}">
                    <a16:creationId xmlns:a16="http://schemas.microsoft.com/office/drawing/2014/main" id="{267ECC96-7590-4F07-A669-7C803F7F2DB6}"/>
                  </a:ext>
                </a:extLst>
              </p:cNvPr>
              <p:cNvSpPr txBox="1">
                <a:spLocks noRot="1" noChangeAspect="1" noMove="1" noResize="1" noEditPoints="1" noAdjustHandles="1" noChangeArrowheads="1" noChangeShapeType="1" noTextEdit="1"/>
              </p:cNvSpPr>
              <p:nvPr/>
            </p:nvSpPr>
            <p:spPr>
              <a:xfrm>
                <a:off x="2040850" y="3880911"/>
                <a:ext cx="863234"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7A375B0-4EF1-4491-B645-175669ED2C3E}"/>
                  </a:ext>
                </a:extLst>
              </p:cNvPr>
              <p:cNvSpPr txBox="1"/>
              <p:nvPr/>
            </p:nvSpPr>
            <p:spPr>
              <a:xfrm>
                <a:off x="2834234" y="3880911"/>
                <a:ext cx="124993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sPre>
                        <m:sPrePr>
                          <m:ctrlPr>
                            <a:rPr lang="en-IN" sz="2800" i="1" dirty="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52</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5</m:t>
                              </m:r>
                            </m:sub>
                          </m:sSub>
                        </m:e>
                      </m:sPre>
                    </m:oMath>
                  </m:oMathPara>
                </a14:m>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A7A375B0-4EF1-4491-B645-175669ED2C3E}"/>
                  </a:ext>
                </a:extLst>
              </p:cNvPr>
              <p:cNvSpPr txBox="1">
                <a:spLocks noRot="1" noChangeAspect="1" noMove="1" noResize="1" noEditPoints="1" noAdjustHandles="1" noChangeArrowheads="1" noChangeShapeType="1" noTextEdit="1"/>
              </p:cNvSpPr>
              <p:nvPr/>
            </p:nvSpPr>
            <p:spPr>
              <a:xfrm>
                <a:off x="2834234" y="3880911"/>
                <a:ext cx="1249939"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02FF09E8-0856-46EB-8B9D-FEA91621C4CF}"/>
                  </a:ext>
                </a:extLst>
              </p:cNvPr>
              <p:cNvSpPr txBox="1"/>
              <p:nvPr/>
            </p:nvSpPr>
            <p:spPr>
              <a:xfrm>
                <a:off x="4084173" y="3880911"/>
                <a:ext cx="200025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i="1" dirty="0" smtClean="0">
                          <a:solidFill>
                            <a:srgbClr val="002060"/>
                          </a:solidFill>
                          <a:latin typeface="Cambria Math" panose="02040503050406030204" pitchFamily="18" charset="0"/>
                        </a:rPr>
                        <m:t>2</m:t>
                      </m:r>
                      <m:r>
                        <a:rPr lang="en-IN" sz="2800" b="0" i="1" dirty="0" smtClean="0">
                          <a:solidFill>
                            <a:srgbClr val="002060"/>
                          </a:solidFill>
                          <a:latin typeface="Cambria Math" panose="02040503050406030204" pitchFamily="18" charset="0"/>
                        </a:rPr>
                        <m:t>598960</m:t>
                      </m:r>
                    </m:oMath>
                  </m:oMathPara>
                </a14:m>
                <a:endParaRPr lang="en-IN" sz="2800" dirty="0">
                  <a:solidFill>
                    <a:srgbClr val="002060"/>
                  </a:solidFill>
                </a:endParaRPr>
              </a:p>
            </p:txBody>
          </p:sp>
        </mc:Choice>
        <mc:Fallback xmlns="">
          <p:sp>
            <p:nvSpPr>
              <p:cNvPr id="28" name="TextBox 27">
                <a:extLst>
                  <a:ext uri="{FF2B5EF4-FFF2-40B4-BE49-F238E27FC236}">
                    <a16:creationId xmlns:a16="http://schemas.microsoft.com/office/drawing/2014/main" id="{02FF09E8-0856-46EB-8B9D-FEA91621C4CF}"/>
                  </a:ext>
                </a:extLst>
              </p:cNvPr>
              <p:cNvSpPr txBox="1">
                <a:spLocks noRot="1" noChangeAspect="1" noMove="1" noResize="1" noEditPoints="1" noAdjustHandles="1" noChangeArrowheads="1" noChangeShapeType="1" noTextEdit="1"/>
              </p:cNvSpPr>
              <p:nvPr/>
            </p:nvSpPr>
            <p:spPr>
              <a:xfrm>
                <a:off x="4084173" y="3880911"/>
                <a:ext cx="2000250"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B12583E-9EF0-4A92-BAA1-2E1A8668DEE3}"/>
                  </a:ext>
                </a:extLst>
              </p:cNvPr>
              <p:cNvSpPr txBox="1"/>
              <p:nvPr/>
            </p:nvSpPr>
            <p:spPr>
              <a:xfrm>
                <a:off x="1594218" y="4394794"/>
                <a:ext cx="146304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Event </a:t>
                </a:r>
                <a14:m>
                  <m:oMath xmlns:m="http://schemas.openxmlformats.org/officeDocument/2006/math">
                    <m:r>
                      <m:rPr>
                        <m:sty m:val="p"/>
                      </m:rPr>
                      <a:rPr lang="en-IN" i="0" dirty="0" smtClean="0">
                        <a:latin typeface="Cambria Math" panose="02040503050406030204" pitchFamily="18" charset="0"/>
                      </a:rPr>
                      <m:t>A</m:t>
                    </m:r>
                  </m:oMath>
                </a14:m>
                <a:r>
                  <a:rPr lang="en-IN" dirty="0">
                    <a:latin typeface="+mn-lt"/>
                  </a:rPr>
                  <a:t> :</a:t>
                </a:r>
              </a:p>
            </p:txBody>
          </p:sp>
        </mc:Choice>
        <mc:Fallback xmlns="">
          <p:sp>
            <p:nvSpPr>
              <p:cNvPr id="29" name="TextBox 28">
                <a:extLst>
                  <a:ext uri="{FF2B5EF4-FFF2-40B4-BE49-F238E27FC236}">
                    <a16:creationId xmlns:a16="http://schemas.microsoft.com/office/drawing/2014/main" id="{6B12583E-9EF0-4A92-BAA1-2E1A8668DEE3}"/>
                  </a:ext>
                </a:extLst>
              </p:cNvPr>
              <p:cNvSpPr txBox="1">
                <a:spLocks noRot="1" noChangeAspect="1" noMove="1" noResize="1" noEditPoints="1" noAdjustHandles="1" noChangeArrowheads="1" noChangeShapeType="1" noTextEdit="1"/>
              </p:cNvSpPr>
              <p:nvPr/>
            </p:nvSpPr>
            <p:spPr>
              <a:xfrm>
                <a:off x="1594218" y="4394794"/>
                <a:ext cx="1463040" cy="523220"/>
              </a:xfrm>
              <a:prstGeom prst="rect">
                <a:avLst/>
              </a:prstGeom>
              <a:blipFill>
                <a:blip r:embed="rId11"/>
                <a:stretch>
                  <a:fillRect l="-8750" t="-10465" r="-5000"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B221158-D64F-4F48-8FD9-22ECFABF3344}"/>
                  </a:ext>
                </a:extLst>
              </p:cNvPr>
              <p:cNvSpPr txBox="1"/>
              <p:nvPr/>
            </p:nvSpPr>
            <p:spPr>
              <a:xfrm>
                <a:off x="2941421" y="4394794"/>
                <a:ext cx="254497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a:rPr lang="en-GB" i="0" dirty="0" smtClean="0">
                        <a:latin typeface="Cambria Math" panose="02040503050406030204" pitchFamily="18" charset="0"/>
                      </a:rPr>
                      <m:t>4</m:t>
                    </m:r>
                  </m:oMath>
                </a14:m>
                <a:r>
                  <a:rPr lang="en-IN" dirty="0">
                    <a:latin typeface="+mn-lt"/>
                  </a:rPr>
                  <a:t> aces are drawn</a:t>
                </a:r>
              </a:p>
            </p:txBody>
          </p:sp>
        </mc:Choice>
        <mc:Fallback xmlns="">
          <p:sp>
            <p:nvSpPr>
              <p:cNvPr id="35" name="TextBox 34">
                <a:extLst>
                  <a:ext uri="{FF2B5EF4-FFF2-40B4-BE49-F238E27FC236}">
                    <a16:creationId xmlns:a16="http://schemas.microsoft.com/office/drawing/2014/main" id="{CB221158-D64F-4F48-8FD9-22ECFABF3344}"/>
                  </a:ext>
                </a:extLst>
              </p:cNvPr>
              <p:cNvSpPr txBox="1">
                <a:spLocks noRot="1" noChangeAspect="1" noMove="1" noResize="1" noEditPoints="1" noAdjustHandles="1" noChangeArrowheads="1" noChangeShapeType="1" noTextEdit="1"/>
              </p:cNvSpPr>
              <p:nvPr/>
            </p:nvSpPr>
            <p:spPr>
              <a:xfrm>
                <a:off x="2941421" y="4394794"/>
                <a:ext cx="2544979" cy="523220"/>
              </a:xfrm>
              <a:prstGeom prst="rect">
                <a:avLst/>
              </a:prstGeom>
              <a:blipFill>
                <a:blip r:embed="rId12"/>
                <a:stretch>
                  <a:fillRect t="-10465" r="-4317"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491B6D8-916D-4DCC-B8EC-263A4B454E0D}"/>
                  </a:ext>
                </a:extLst>
              </p:cNvPr>
              <p:cNvSpPr txBox="1"/>
              <p:nvPr/>
            </p:nvSpPr>
            <p:spPr>
              <a:xfrm>
                <a:off x="2040850" y="4985482"/>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oMath>
                  </m:oMathPara>
                </a14:m>
                <a:endParaRPr lang="en-IN" dirty="0">
                  <a:latin typeface="+mn-lt"/>
                </a:endParaRPr>
              </a:p>
            </p:txBody>
          </p:sp>
        </mc:Choice>
        <mc:Fallback xmlns="">
          <p:sp>
            <p:nvSpPr>
              <p:cNvPr id="36" name="TextBox 35">
                <a:extLst>
                  <a:ext uri="{FF2B5EF4-FFF2-40B4-BE49-F238E27FC236}">
                    <a16:creationId xmlns:a16="http://schemas.microsoft.com/office/drawing/2014/main" id="{7491B6D8-916D-4DCC-B8EC-263A4B454E0D}"/>
                  </a:ext>
                </a:extLst>
              </p:cNvPr>
              <p:cNvSpPr txBox="1">
                <a:spLocks noRot="1" noChangeAspect="1" noMove="1" noResize="1" noEditPoints="1" noAdjustHandles="1" noChangeArrowheads="1" noChangeShapeType="1" noTextEdit="1"/>
              </p:cNvSpPr>
              <p:nvPr/>
            </p:nvSpPr>
            <p:spPr>
              <a:xfrm>
                <a:off x="2040850" y="4985482"/>
                <a:ext cx="900571"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4577D93-4A07-4697-8421-46E2F0FECF9D}"/>
                  </a:ext>
                </a:extLst>
              </p:cNvPr>
              <p:cNvSpPr txBox="1"/>
              <p:nvPr/>
            </p:nvSpPr>
            <p:spPr>
              <a:xfrm>
                <a:off x="1594216" y="4985482"/>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37" name="TextBox 36">
                <a:extLst>
                  <a:ext uri="{FF2B5EF4-FFF2-40B4-BE49-F238E27FC236}">
                    <a16:creationId xmlns:a16="http://schemas.microsoft.com/office/drawing/2014/main" id="{74577D93-4A07-4697-8421-46E2F0FECF9D}"/>
                  </a:ext>
                </a:extLst>
              </p:cNvPr>
              <p:cNvSpPr txBox="1">
                <a:spLocks noRot="1" noChangeAspect="1" noMove="1" noResize="1" noEditPoints="1" noAdjustHandles="1" noChangeArrowheads="1" noChangeShapeType="1" noTextEdit="1"/>
              </p:cNvSpPr>
              <p:nvPr/>
            </p:nvSpPr>
            <p:spPr>
              <a:xfrm>
                <a:off x="1594216" y="4985482"/>
                <a:ext cx="534127" cy="523220"/>
              </a:xfrm>
              <a:prstGeom prst="rect">
                <a:avLst/>
              </a:prstGeom>
              <a:blipFill>
                <a:blip r:embed="rId14"/>
                <a:stretch>
                  <a:fillRect/>
                </a:stretch>
              </a:blipFill>
            </p:spPr>
            <p:txBody>
              <a:bodyPr/>
              <a:lstStyle/>
              <a:p>
                <a:r>
                  <a:rPr lang="en-IN">
                    <a:noFill/>
                  </a:rPr>
                  <a:t> </a:t>
                </a:r>
              </a:p>
            </p:txBody>
          </p:sp>
        </mc:Fallback>
      </mc:AlternateContent>
      <p:sp>
        <p:nvSpPr>
          <p:cNvPr id="38" name="TextBox 37">
            <a:extLst>
              <a:ext uri="{FF2B5EF4-FFF2-40B4-BE49-F238E27FC236}">
                <a16:creationId xmlns:a16="http://schemas.microsoft.com/office/drawing/2014/main" id="{19BD26E7-4B28-4AAF-ACE6-CDE353FFB301}"/>
              </a:ext>
            </a:extLst>
          </p:cNvPr>
          <p:cNvSpPr txBox="1"/>
          <p:nvPr/>
        </p:nvSpPr>
        <p:spPr>
          <a:xfrm>
            <a:off x="5619911" y="4394794"/>
            <a:ext cx="69940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b="0" i="0" dirty="0">
                <a:latin typeface="+mj-lt"/>
              </a:rPr>
              <a:t>i.e.,</a:t>
            </a:r>
            <a:endParaRPr lang="en-IN" dirty="0">
              <a:latin typeface="+mn-lt"/>
            </a:endParaRP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3C4B5CDE-2A41-4FA7-B0D3-30C64045FA7C}"/>
                  </a:ext>
                </a:extLst>
              </p:cNvPr>
              <p:cNvSpPr txBox="1"/>
              <p:nvPr/>
            </p:nvSpPr>
            <p:spPr>
              <a:xfrm>
                <a:off x="6223559" y="4394794"/>
                <a:ext cx="111523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a:rPr lang="en-IN" b="0" i="0" dirty="0" smtClean="0">
                        <a:latin typeface="Cambria Math" panose="02040503050406030204" pitchFamily="18" charset="0"/>
                      </a:rPr>
                      <m:t>4</m:t>
                    </m:r>
                  </m:oMath>
                </a14:m>
                <a:r>
                  <a:rPr lang="en-IN" dirty="0">
                    <a:latin typeface="+mn-lt"/>
                  </a:rPr>
                  <a:t> aces</a:t>
                </a:r>
              </a:p>
            </p:txBody>
          </p:sp>
        </mc:Choice>
        <mc:Fallback xmlns="">
          <p:sp>
            <p:nvSpPr>
              <p:cNvPr id="39" name="TextBox 38">
                <a:extLst>
                  <a:ext uri="{FF2B5EF4-FFF2-40B4-BE49-F238E27FC236}">
                    <a16:creationId xmlns:a16="http://schemas.microsoft.com/office/drawing/2014/main" id="{3C4B5CDE-2A41-4FA7-B0D3-30C64045FA7C}"/>
                  </a:ext>
                </a:extLst>
              </p:cNvPr>
              <p:cNvSpPr txBox="1">
                <a:spLocks noRot="1" noChangeAspect="1" noMove="1" noResize="1" noEditPoints="1" noAdjustHandles="1" noChangeArrowheads="1" noChangeShapeType="1" noTextEdit="1"/>
              </p:cNvSpPr>
              <p:nvPr/>
            </p:nvSpPr>
            <p:spPr>
              <a:xfrm>
                <a:off x="6223559" y="4394794"/>
                <a:ext cx="1115231" cy="523220"/>
              </a:xfrm>
              <a:prstGeom prst="rect">
                <a:avLst/>
              </a:prstGeom>
              <a:blipFill>
                <a:blip r:embed="rId16"/>
                <a:stretch>
                  <a:fillRect t="-10465" r="-8743" b="-32558"/>
                </a:stretch>
              </a:blipFill>
            </p:spPr>
            <p:txBody>
              <a:bodyPr/>
              <a:lstStyle/>
              <a:p>
                <a:r>
                  <a:rPr lang="en-IN">
                    <a:noFill/>
                  </a:rPr>
                  <a:t> </a:t>
                </a:r>
              </a:p>
            </p:txBody>
          </p:sp>
        </mc:Fallback>
      </mc:AlternateContent>
      <p:sp>
        <p:nvSpPr>
          <p:cNvPr id="40" name="TextBox 39">
            <a:extLst>
              <a:ext uri="{FF2B5EF4-FFF2-40B4-BE49-F238E27FC236}">
                <a16:creationId xmlns:a16="http://schemas.microsoft.com/office/drawing/2014/main" id="{9D4E74AB-A2F9-4F3F-9565-FAF59F768D3E}"/>
              </a:ext>
            </a:extLst>
          </p:cNvPr>
          <p:cNvSpPr txBox="1"/>
          <p:nvPr/>
        </p:nvSpPr>
        <p:spPr>
          <a:xfrm>
            <a:off x="7343129" y="4394794"/>
            <a:ext cx="72013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b="1" dirty="0">
                <a:solidFill>
                  <a:srgbClr val="FF0000"/>
                </a:solidFill>
                <a:latin typeface="+mj-lt"/>
              </a:rPr>
              <a:t>and</a:t>
            </a:r>
            <a:endParaRPr lang="en-IN" b="1" dirty="0">
              <a:solidFill>
                <a:srgbClr val="FF0000"/>
              </a:solidFill>
              <a:latin typeface="+mn-lt"/>
            </a:endParaRP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2473DA9F-927F-478E-B5EB-562E3F75498B}"/>
                  </a:ext>
                </a:extLst>
              </p:cNvPr>
              <p:cNvSpPr txBox="1"/>
              <p:nvPr/>
            </p:nvSpPr>
            <p:spPr>
              <a:xfrm>
                <a:off x="8067598" y="4394794"/>
                <a:ext cx="254497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a:rPr lang="en-IN" b="0" i="0" dirty="0" smtClean="0">
                        <a:latin typeface="Cambria Math" panose="02040503050406030204" pitchFamily="18" charset="0"/>
                      </a:rPr>
                      <m:t>1</m:t>
                    </m:r>
                  </m:oMath>
                </a14:m>
                <a:r>
                  <a:rPr lang="en-IN" dirty="0">
                    <a:latin typeface="+mn-lt"/>
                  </a:rPr>
                  <a:t> any other card </a:t>
                </a:r>
              </a:p>
            </p:txBody>
          </p:sp>
        </mc:Choice>
        <mc:Fallback xmlns="">
          <p:sp>
            <p:nvSpPr>
              <p:cNvPr id="41" name="TextBox 40">
                <a:extLst>
                  <a:ext uri="{FF2B5EF4-FFF2-40B4-BE49-F238E27FC236}">
                    <a16:creationId xmlns:a16="http://schemas.microsoft.com/office/drawing/2014/main" id="{2473DA9F-927F-478E-B5EB-562E3F75498B}"/>
                  </a:ext>
                </a:extLst>
              </p:cNvPr>
              <p:cNvSpPr txBox="1">
                <a:spLocks noRot="1" noChangeAspect="1" noMove="1" noResize="1" noEditPoints="1" noAdjustHandles="1" noChangeArrowheads="1" noChangeShapeType="1" noTextEdit="1"/>
              </p:cNvSpPr>
              <p:nvPr/>
            </p:nvSpPr>
            <p:spPr>
              <a:xfrm>
                <a:off x="8067598" y="4394794"/>
                <a:ext cx="2544979" cy="523220"/>
              </a:xfrm>
              <a:prstGeom prst="rect">
                <a:avLst/>
              </a:prstGeom>
              <a:blipFill>
                <a:blip r:embed="rId17"/>
                <a:stretch>
                  <a:fillRect t="-10465" r="-38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12EBBC5A-A3F7-4753-AEF5-529907D47761}"/>
                  </a:ext>
                </a:extLst>
              </p:cNvPr>
              <p:cNvSpPr txBox="1"/>
              <p:nvPr/>
            </p:nvSpPr>
            <p:spPr>
              <a:xfrm>
                <a:off x="2834234" y="4985482"/>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12EBBC5A-A3F7-4753-AEF5-529907D47761}"/>
                  </a:ext>
                </a:extLst>
              </p:cNvPr>
              <p:cNvSpPr txBox="1">
                <a:spLocks noRot="1" noChangeAspect="1" noMove="1" noResize="1" noEditPoints="1" noAdjustHandles="1" noChangeArrowheads="1" noChangeShapeType="1" noTextEdit="1"/>
              </p:cNvSpPr>
              <p:nvPr/>
            </p:nvSpPr>
            <p:spPr>
              <a:xfrm>
                <a:off x="2834234" y="4985482"/>
                <a:ext cx="534127"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0C9ED07-0489-4D6E-85AD-BA4EF21C0A9B}"/>
                  </a:ext>
                </a:extLst>
              </p:cNvPr>
              <p:cNvSpPr txBox="1"/>
              <p:nvPr/>
            </p:nvSpPr>
            <p:spPr>
              <a:xfrm>
                <a:off x="3225377" y="4985482"/>
                <a:ext cx="720131"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43" name="TextBox 42">
                <a:extLst>
                  <a:ext uri="{FF2B5EF4-FFF2-40B4-BE49-F238E27FC236}">
                    <a16:creationId xmlns:a16="http://schemas.microsoft.com/office/drawing/2014/main" id="{20C9ED07-0489-4D6E-85AD-BA4EF21C0A9B}"/>
                  </a:ext>
                </a:extLst>
              </p:cNvPr>
              <p:cNvSpPr txBox="1">
                <a:spLocks noRot="1" noChangeAspect="1" noMove="1" noResize="1" noEditPoints="1" noAdjustHandles="1" noChangeArrowheads="1" noChangeShapeType="1" noTextEdit="1"/>
              </p:cNvSpPr>
              <p:nvPr/>
            </p:nvSpPr>
            <p:spPr>
              <a:xfrm>
                <a:off x="3225377" y="4985482"/>
                <a:ext cx="720131"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1A59BDB-3DDE-4BA4-B356-0D44E06BA728}"/>
                  </a:ext>
                </a:extLst>
              </p:cNvPr>
              <p:cNvSpPr txBox="1"/>
              <p:nvPr/>
            </p:nvSpPr>
            <p:spPr>
              <a:xfrm>
                <a:off x="3827314" y="4985482"/>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5" name="TextBox 44">
                <a:extLst>
                  <a:ext uri="{FF2B5EF4-FFF2-40B4-BE49-F238E27FC236}">
                    <a16:creationId xmlns:a16="http://schemas.microsoft.com/office/drawing/2014/main" id="{71A59BDB-3DDE-4BA4-B356-0D44E06BA728}"/>
                  </a:ext>
                </a:extLst>
              </p:cNvPr>
              <p:cNvSpPr txBox="1">
                <a:spLocks noRot="1" noChangeAspect="1" noMove="1" noResize="1" noEditPoints="1" noAdjustHandles="1" noChangeArrowheads="1" noChangeShapeType="1" noTextEdit="1"/>
              </p:cNvSpPr>
              <p:nvPr/>
            </p:nvSpPr>
            <p:spPr>
              <a:xfrm>
                <a:off x="3827314" y="4985482"/>
                <a:ext cx="534127"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1E3914D5-76BE-491D-AB5A-DCEC2967F185}"/>
                  </a:ext>
                </a:extLst>
              </p:cNvPr>
              <p:cNvSpPr txBox="1"/>
              <p:nvPr/>
            </p:nvSpPr>
            <p:spPr>
              <a:xfrm>
                <a:off x="4229464" y="4985482"/>
                <a:ext cx="880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48</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46" name="TextBox 45">
                <a:extLst>
                  <a:ext uri="{FF2B5EF4-FFF2-40B4-BE49-F238E27FC236}">
                    <a16:creationId xmlns:a16="http://schemas.microsoft.com/office/drawing/2014/main" id="{1E3914D5-76BE-491D-AB5A-DCEC2967F185}"/>
                  </a:ext>
                </a:extLst>
              </p:cNvPr>
              <p:cNvSpPr txBox="1">
                <a:spLocks noRot="1" noChangeAspect="1" noMove="1" noResize="1" noEditPoints="1" noAdjustHandles="1" noChangeArrowheads="1" noChangeShapeType="1" noTextEdit="1"/>
              </p:cNvSpPr>
              <p:nvPr/>
            </p:nvSpPr>
            <p:spPr>
              <a:xfrm>
                <a:off x="4229464" y="4985482"/>
                <a:ext cx="880455"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8ABDA3CE-9405-42E6-A18C-FE13116F00B3}"/>
                  </a:ext>
                </a:extLst>
              </p:cNvPr>
              <p:cNvSpPr txBox="1"/>
              <p:nvPr/>
            </p:nvSpPr>
            <p:spPr>
              <a:xfrm>
                <a:off x="2834234" y="5536222"/>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7" name="TextBox 46">
                <a:extLst>
                  <a:ext uri="{FF2B5EF4-FFF2-40B4-BE49-F238E27FC236}">
                    <a16:creationId xmlns:a16="http://schemas.microsoft.com/office/drawing/2014/main" id="{8ABDA3CE-9405-42E6-A18C-FE13116F00B3}"/>
                  </a:ext>
                </a:extLst>
              </p:cNvPr>
              <p:cNvSpPr txBox="1">
                <a:spLocks noRot="1" noChangeAspect="1" noMove="1" noResize="1" noEditPoints="1" noAdjustHandles="1" noChangeArrowheads="1" noChangeShapeType="1" noTextEdit="1"/>
              </p:cNvSpPr>
              <p:nvPr/>
            </p:nvSpPr>
            <p:spPr>
              <a:xfrm>
                <a:off x="2834234" y="5536222"/>
                <a:ext cx="534127" cy="523220"/>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B48EA310-EFC2-4ABE-AA10-1E489A6DFCF8}"/>
                  </a:ext>
                </a:extLst>
              </p:cNvPr>
              <p:cNvSpPr txBox="1"/>
              <p:nvPr/>
            </p:nvSpPr>
            <p:spPr>
              <a:xfrm>
                <a:off x="3332564" y="5536222"/>
                <a:ext cx="475608"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1</m:t>
                      </m:r>
                    </m:oMath>
                  </m:oMathPara>
                </a14:m>
                <a:endParaRPr lang="en-IN" sz="2800" dirty="0">
                  <a:solidFill>
                    <a:srgbClr val="002060"/>
                  </a:solidFill>
                </a:endParaRPr>
              </a:p>
            </p:txBody>
          </p:sp>
        </mc:Choice>
        <mc:Fallback xmlns="">
          <p:sp>
            <p:nvSpPr>
              <p:cNvPr id="48" name="TextBox 47">
                <a:extLst>
                  <a:ext uri="{FF2B5EF4-FFF2-40B4-BE49-F238E27FC236}">
                    <a16:creationId xmlns:a16="http://schemas.microsoft.com/office/drawing/2014/main" id="{B48EA310-EFC2-4ABE-AA10-1E489A6DFCF8}"/>
                  </a:ext>
                </a:extLst>
              </p:cNvPr>
              <p:cNvSpPr txBox="1">
                <a:spLocks noRot="1" noChangeAspect="1" noMove="1" noResize="1" noEditPoints="1" noAdjustHandles="1" noChangeArrowheads="1" noChangeShapeType="1" noTextEdit="1"/>
              </p:cNvSpPr>
              <p:nvPr/>
            </p:nvSpPr>
            <p:spPr>
              <a:xfrm>
                <a:off x="3332564" y="5536222"/>
                <a:ext cx="475608" cy="523220"/>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0B4D9649-20BF-44BE-BC7F-790D4F4BCFF0}"/>
                  </a:ext>
                </a:extLst>
              </p:cNvPr>
              <p:cNvSpPr txBox="1"/>
              <p:nvPr/>
            </p:nvSpPr>
            <p:spPr>
              <a:xfrm>
                <a:off x="3718443" y="5536222"/>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9" name="TextBox 48">
                <a:extLst>
                  <a:ext uri="{FF2B5EF4-FFF2-40B4-BE49-F238E27FC236}">
                    <a16:creationId xmlns:a16="http://schemas.microsoft.com/office/drawing/2014/main" id="{0B4D9649-20BF-44BE-BC7F-790D4F4BCFF0}"/>
                  </a:ext>
                </a:extLst>
              </p:cNvPr>
              <p:cNvSpPr txBox="1">
                <a:spLocks noRot="1" noChangeAspect="1" noMove="1" noResize="1" noEditPoints="1" noAdjustHandles="1" noChangeArrowheads="1" noChangeShapeType="1" noTextEdit="1"/>
              </p:cNvSpPr>
              <p:nvPr/>
            </p:nvSpPr>
            <p:spPr>
              <a:xfrm>
                <a:off x="3718443" y="5536222"/>
                <a:ext cx="534127" cy="523220"/>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3ED98D4-9433-4101-90D7-6E51E89D303C}"/>
                  </a:ext>
                </a:extLst>
              </p:cNvPr>
              <p:cNvSpPr txBox="1"/>
              <p:nvPr/>
            </p:nvSpPr>
            <p:spPr>
              <a:xfrm>
                <a:off x="4167911" y="5536222"/>
                <a:ext cx="556329"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r>
                        <a:rPr lang="en-IN" sz="2800" b="0" i="1" dirty="0" smtClean="0">
                          <a:solidFill>
                            <a:srgbClr val="002060"/>
                          </a:solidFill>
                          <a:latin typeface="Cambria Math" panose="02040503050406030204" pitchFamily="18" charset="0"/>
                        </a:rPr>
                        <m:t>8</m:t>
                      </m:r>
                    </m:oMath>
                  </m:oMathPara>
                </a14:m>
                <a:endParaRPr lang="en-IN" sz="2800" dirty="0">
                  <a:solidFill>
                    <a:srgbClr val="002060"/>
                  </a:solidFill>
                </a:endParaRPr>
              </a:p>
            </p:txBody>
          </p:sp>
        </mc:Choice>
        <mc:Fallback xmlns="">
          <p:sp>
            <p:nvSpPr>
              <p:cNvPr id="50" name="TextBox 49">
                <a:extLst>
                  <a:ext uri="{FF2B5EF4-FFF2-40B4-BE49-F238E27FC236}">
                    <a16:creationId xmlns:a16="http://schemas.microsoft.com/office/drawing/2014/main" id="{C3ED98D4-9433-4101-90D7-6E51E89D303C}"/>
                  </a:ext>
                </a:extLst>
              </p:cNvPr>
              <p:cNvSpPr txBox="1">
                <a:spLocks noRot="1" noChangeAspect="1" noMove="1" noResize="1" noEditPoints="1" noAdjustHandles="1" noChangeArrowheads="1" noChangeShapeType="1" noTextEdit="1"/>
              </p:cNvSpPr>
              <p:nvPr/>
            </p:nvSpPr>
            <p:spPr>
              <a:xfrm>
                <a:off x="4167911" y="5536222"/>
                <a:ext cx="556329" cy="523220"/>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DB209D22-90AA-427B-9625-D95D834FF86F}"/>
                  </a:ext>
                </a:extLst>
              </p:cNvPr>
              <p:cNvSpPr txBox="1"/>
              <p:nvPr/>
            </p:nvSpPr>
            <p:spPr>
              <a:xfrm>
                <a:off x="2874878" y="6119219"/>
                <a:ext cx="566642"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1" name="TextBox 50">
                <a:extLst>
                  <a:ext uri="{FF2B5EF4-FFF2-40B4-BE49-F238E27FC236}">
                    <a16:creationId xmlns:a16="http://schemas.microsoft.com/office/drawing/2014/main" id="{DB209D22-90AA-427B-9625-D95D834FF86F}"/>
                  </a:ext>
                </a:extLst>
              </p:cNvPr>
              <p:cNvSpPr txBox="1">
                <a:spLocks noRot="1" noChangeAspect="1" noMove="1" noResize="1" noEditPoints="1" noAdjustHandles="1" noChangeArrowheads="1" noChangeShapeType="1" noTextEdit="1"/>
              </p:cNvSpPr>
              <p:nvPr/>
            </p:nvSpPr>
            <p:spPr>
              <a:xfrm>
                <a:off x="2874878" y="6119219"/>
                <a:ext cx="566642" cy="523220"/>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19B7D8DA-A19B-48EB-BD10-CA0E396863CB}"/>
                  </a:ext>
                </a:extLst>
              </p:cNvPr>
              <p:cNvSpPr txBox="1"/>
              <p:nvPr/>
            </p:nvSpPr>
            <p:spPr>
              <a:xfrm>
                <a:off x="3347416" y="6119219"/>
                <a:ext cx="59708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48</m:t>
                      </m:r>
                    </m:oMath>
                  </m:oMathPara>
                </a14:m>
                <a:endParaRPr lang="en-IN" sz="2800" dirty="0">
                  <a:solidFill>
                    <a:srgbClr val="002060"/>
                  </a:solidFill>
                </a:endParaRPr>
              </a:p>
            </p:txBody>
          </p:sp>
        </mc:Choice>
        <mc:Fallback xmlns="">
          <p:sp>
            <p:nvSpPr>
              <p:cNvPr id="52" name="TextBox 51">
                <a:extLst>
                  <a:ext uri="{FF2B5EF4-FFF2-40B4-BE49-F238E27FC236}">
                    <a16:creationId xmlns:a16="http://schemas.microsoft.com/office/drawing/2014/main" id="{19B7D8DA-A19B-48EB-BD10-CA0E396863CB}"/>
                  </a:ext>
                </a:extLst>
              </p:cNvPr>
              <p:cNvSpPr txBox="1">
                <a:spLocks noRot="1" noChangeAspect="1" noMove="1" noResize="1" noEditPoints="1" noAdjustHandles="1" noChangeArrowheads="1" noChangeShapeType="1" noTextEdit="1"/>
              </p:cNvSpPr>
              <p:nvPr/>
            </p:nvSpPr>
            <p:spPr>
              <a:xfrm>
                <a:off x="3347416" y="6119219"/>
                <a:ext cx="597087" cy="523220"/>
              </a:xfrm>
              <a:prstGeom prst="rect">
                <a:avLst/>
              </a:prstGeom>
              <a:blipFill>
                <a:blip r:embed="rId27"/>
                <a:stretch>
                  <a:fillRect/>
                </a:stretch>
              </a:blipFill>
            </p:spPr>
            <p:txBody>
              <a:bodyPr/>
              <a:lstStyle/>
              <a:p>
                <a:r>
                  <a:rPr lang="en-IN">
                    <a:noFill/>
                  </a:rPr>
                  <a:t> </a:t>
                </a:r>
              </a:p>
            </p:txBody>
          </p:sp>
        </mc:Fallback>
      </mc:AlternateContent>
      <p:cxnSp>
        <p:nvCxnSpPr>
          <p:cNvPr id="53" name="Straight Connector 52">
            <a:extLst>
              <a:ext uri="{FF2B5EF4-FFF2-40B4-BE49-F238E27FC236}">
                <a16:creationId xmlns:a16="http://schemas.microsoft.com/office/drawing/2014/main" id="{34E68983-0BAE-4979-BD9D-A84140CCE2EC}"/>
              </a:ext>
            </a:extLst>
          </p:cNvPr>
          <p:cNvCxnSpPr>
            <a:cxnSpLocks/>
          </p:cNvCxnSpPr>
          <p:nvPr/>
        </p:nvCxnSpPr>
        <p:spPr>
          <a:xfrm>
            <a:off x="5313986" y="4918014"/>
            <a:ext cx="0" cy="1661978"/>
          </a:xfrm>
          <a:prstGeom prst="line">
            <a:avLst/>
          </a:prstGeom>
          <a:ln w="28575" cap="rnd">
            <a:solidFill>
              <a:srgbClr val="FF0000"/>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2CDB59A4-D329-48CB-B457-4A398278F69C}"/>
                  </a:ext>
                </a:extLst>
              </p:cNvPr>
              <p:cNvSpPr txBox="1"/>
              <p:nvPr/>
            </p:nvSpPr>
            <p:spPr>
              <a:xfrm>
                <a:off x="5817613" y="5233831"/>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oMath>
                  </m:oMathPara>
                </a14:m>
                <a:endParaRPr lang="en-IN" dirty="0">
                  <a:latin typeface="+mn-lt"/>
                </a:endParaRPr>
              </a:p>
            </p:txBody>
          </p:sp>
        </mc:Choice>
        <mc:Fallback xmlns="">
          <p:sp>
            <p:nvSpPr>
              <p:cNvPr id="54" name="TextBox 53">
                <a:extLst>
                  <a:ext uri="{FF2B5EF4-FFF2-40B4-BE49-F238E27FC236}">
                    <a16:creationId xmlns:a16="http://schemas.microsoft.com/office/drawing/2014/main" id="{2CDB59A4-D329-48CB-B457-4A398278F69C}"/>
                  </a:ext>
                </a:extLst>
              </p:cNvPr>
              <p:cNvSpPr txBox="1">
                <a:spLocks noRot="1" noChangeAspect="1" noMove="1" noResize="1" noEditPoints="1" noAdjustHandles="1" noChangeArrowheads="1" noChangeShapeType="1" noTextEdit="1"/>
              </p:cNvSpPr>
              <p:nvPr/>
            </p:nvSpPr>
            <p:spPr>
              <a:xfrm>
                <a:off x="5817613" y="5233831"/>
                <a:ext cx="900571" cy="523220"/>
              </a:xfrm>
              <a:prstGeom prst="rect">
                <a:avLst/>
              </a:prstGeom>
              <a:blipFill>
                <a:blip r:embed="rId2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BDF652E3-8E24-467F-89B0-1342932F05FC}"/>
                  </a:ext>
                </a:extLst>
              </p:cNvPr>
              <p:cNvSpPr txBox="1"/>
              <p:nvPr/>
            </p:nvSpPr>
            <p:spPr>
              <a:xfrm>
                <a:off x="5370979" y="5233831"/>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55" name="TextBox 54">
                <a:extLst>
                  <a:ext uri="{FF2B5EF4-FFF2-40B4-BE49-F238E27FC236}">
                    <a16:creationId xmlns:a16="http://schemas.microsoft.com/office/drawing/2014/main" id="{BDF652E3-8E24-467F-89B0-1342932F05FC}"/>
                  </a:ext>
                </a:extLst>
              </p:cNvPr>
              <p:cNvSpPr txBox="1">
                <a:spLocks noRot="1" noChangeAspect="1" noMove="1" noResize="1" noEditPoints="1" noAdjustHandles="1" noChangeArrowheads="1" noChangeShapeType="1" noTextEdit="1"/>
              </p:cNvSpPr>
              <p:nvPr/>
            </p:nvSpPr>
            <p:spPr>
              <a:xfrm>
                <a:off x="5370979" y="5233831"/>
                <a:ext cx="534127" cy="523220"/>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8A2A34D-E4D1-448A-ABCE-228C56B736F8}"/>
                  </a:ext>
                </a:extLst>
              </p:cNvPr>
              <p:cNvSpPr txBox="1"/>
              <p:nvPr/>
            </p:nvSpPr>
            <p:spPr>
              <a:xfrm>
                <a:off x="6643493" y="5000722"/>
                <a:ext cx="1502185"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56" name="TextBox 55">
                <a:extLst>
                  <a:ext uri="{FF2B5EF4-FFF2-40B4-BE49-F238E27FC236}">
                    <a16:creationId xmlns:a16="http://schemas.microsoft.com/office/drawing/2014/main" id="{F8A2A34D-E4D1-448A-ABCE-228C56B736F8}"/>
                  </a:ext>
                </a:extLst>
              </p:cNvPr>
              <p:cNvSpPr txBox="1">
                <a:spLocks noRot="1" noChangeAspect="1" noMove="1" noResize="1" noEditPoints="1" noAdjustHandles="1" noChangeArrowheads="1" noChangeShapeType="1" noTextEdit="1"/>
              </p:cNvSpPr>
              <p:nvPr/>
            </p:nvSpPr>
            <p:spPr>
              <a:xfrm>
                <a:off x="6643493" y="5000722"/>
                <a:ext cx="1502185" cy="989438"/>
              </a:xfrm>
              <a:prstGeom prst="rect">
                <a:avLst/>
              </a:prstGeom>
              <a:blipFill>
                <a:blip r:embed="rId3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AE58EDD1-D67D-41EE-B14E-087796167E3C}"/>
                  </a:ext>
                </a:extLst>
              </p:cNvPr>
              <p:cNvSpPr txBox="1"/>
              <p:nvPr/>
            </p:nvSpPr>
            <p:spPr>
              <a:xfrm>
                <a:off x="8031736" y="5000723"/>
                <a:ext cx="2390433"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i="1" dirty="0">
                              <a:latin typeface="Cambria Math" panose="02040503050406030204" pitchFamily="18" charset="0"/>
                            </a:rPr>
                            <m:t>48</m:t>
                          </m:r>
                          <m:r>
                            <m:rPr>
                              <m:nor/>
                            </m:rPr>
                            <a:rPr lang="en-IN" dirty="0"/>
                            <m:t> </m:t>
                          </m:r>
                        </m:num>
                        <m:den>
                          <m:r>
                            <a:rPr lang="en-IN" b="0" i="1" dirty="0" smtClean="0">
                              <a:latin typeface="Cambria Math" panose="02040503050406030204" pitchFamily="18" charset="0"/>
                            </a:rPr>
                            <m:t> </m:t>
                          </m:r>
                          <m:r>
                            <a:rPr lang="en-IN" i="1" dirty="0">
                              <a:latin typeface="Cambria Math" panose="02040503050406030204" pitchFamily="18" charset="0"/>
                            </a:rPr>
                            <m:t>2598960</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57" name="TextBox 56">
                <a:extLst>
                  <a:ext uri="{FF2B5EF4-FFF2-40B4-BE49-F238E27FC236}">
                    <a16:creationId xmlns:a16="http://schemas.microsoft.com/office/drawing/2014/main" id="{AE58EDD1-D67D-41EE-B14E-087796167E3C}"/>
                  </a:ext>
                </a:extLst>
              </p:cNvPr>
              <p:cNvSpPr txBox="1">
                <a:spLocks noRot="1" noChangeAspect="1" noMove="1" noResize="1" noEditPoints="1" noAdjustHandles="1" noChangeArrowheads="1" noChangeShapeType="1" noTextEdit="1"/>
              </p:cNvSpPr>
              <p:nvPr/>
            </p:nvSpPr>
            <p:spPr>
              <a:xfrm>
                <a:off x="8031736" y="5000723"/>
                <a:ext cx="2390433" cy="901785"/>
              </a:xfrm>
              <a:prstGeom prst="rect">
                <a:avLst/>
              </a:prstGeom>
              <a:blipFill>
                <a:blip r:embed="rId3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5BD552E4-6916-404B-B2CD-0B7D09FD88BF}"/>
                  </a:ext>
                </a:extLst>
              </p:cNvPr>
              <p:cNvSpPr txBox="1"/>
              <p:nvPr/>
            </p:nvSpPr>
            <p:spPr>
              <a:xfrm>
                <a:off x="10034354" y="5000722"/>
                <a:ext cx="1713271"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1</m:t>
                          </m:r>
                          <m:r>
                            <m:rPr>
                              <m:nor/>
                            </m:rPr>
                            <a:rPr lang="en-IN" dirty="0"/>
                            <m:t> </m:t>
                          </m:r>
                        </m:num>
                        <m:den>
                          <m:r>
                            <a:rPr lang="en-IN" b="0" i="1" dirty="0" smtClean="0">
                              <a:latin typeface="Cambria Math" panose="02040503050406030204" pitchFamily="18" charset="0"/>
                            </a:rPr>
                            <m:t> 54145 </m:t>
                          </m:r>
                        </m:den>
                      </m:f>
                    </m:oMath>
                  </m:oMathPara>
                </a14:m>
                <a:endParaRPr lang="en-IN" dirty="0">
                  <a:latin typeface="+mn-lt"/>
                </a:endParaRPr>
              </a:p>
            </p:txBody>
          </p:sp>
        </mc:Choice>
        <mc:Fallback xmlns="">
          <p:sp>
            <p:nvSpPr>
              <p:cNvPr id="58" name="TextBox 57">
                <a:extLst>
                  <a:ext uri="{FF2B5EF4-FFF2-40B4-BE49-F238E27FC236}">
                    <a16:creationId xmlns:a16="http://schemas.microsoft.com/office/drawing/2014/main" id="{5BD552E4-6916-404B-B2CD-0B7D09FD88BF}"/>
                  </a:ext>
                </a:extLst>
              </p:cNvPr>
              <p:cNvSpPr txBox="1">
                <a:spLocks noRot="1" noChangeAspect="1" noMove="1" noResize="1" noEditPoints="1" noAdjustHandles="1" noChangeArrowheads="1" noChangeShapeType="1" noTextEdit="1"/>
              </p:cNvSpPr>
              <p:nvPr/>
            </p:nvSpPr>
            <p:spPr>
              <a:xfrm>
                <a:off x="10034354" y="5000722"/>
                <a:ext cx="1713271" cy="901785"/>
              </a:xfrm>
              <a:prstGeom prst="rect">
                <a:avLst/>
              </a:prstGeom>
              <a:blipFill>
                <a:blip r:embed="rId3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312316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5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5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52"/>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22" presetClass="entr" presetSubtype="1" fill="hold" nodeType="clickEffect">
                                  <p:stCondLst>
                                    <p:cond delay="0"/>
                                  </p:stCondLst>
                                  <p:childTnLst>
                                    <p:set>
                                      <p:cBhvr>
                                        <p:cTn id="98" dur="1" fill="hold">
                                          <p:stCondLst>
                                            <p:cond delay="0"/>
                                          </p:stCondLst>
                                        </p:cTn>
                                        <p:tgtEl>
                                          <p:spTgt spid="53"/>
                                        </p:tgtEl>
                                        <p:attrNameLst>
                                          <p:attrName>style.visibility</p:attrName>
                                        </p:attrNameLst>
                                      </p:cBhvr>
                                      <p:to>
                                        <p:strVal val="visible"/>
                                      </p:to>
                                    </p:set>
                                    <p:animEffect transition="in" filter="wipe(up)">
                                      <p:cBhvr>
                                        <p:cTn id="99" dur="500"/>
                                        <p:tgtEl>
                                          <p:spTgt spid="53"/>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55"/>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54"/>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56"/>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57"/>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1" grpId="0"/>
      <p:bldP spid="23" grpId="0"/>
      <p:bldP spid="24" grpId="0"/>
      <p:bldP spid="28" grpId="0"/>
      <p:bldP spid="29" grpId="0" animBg="1"/>
      <p:bldP spid="35" grpId="0" animBg="1"/>
      <p:bldP spid="36" grpId="0" animBg="1"/>
      <p:bldP spid="37" grpId="0" animBg="1"/>
      <p:bldP spid="38" grpId="0" animBg="1"/>
      <p:bldP spid="39" grpId="0" animBg="1"/>
      <p:bldP spid="40" grpId="0"/>
      <p:bldP spid="41" grpId="0" animBg="1"/>
      <p:bldP spid="42" grpId="0"/>
      <p:bldP spid="43" grpId="0"/>
      <p:bldP spid="45" grpId="0"/>
      <p:bldP spid="46" grpId="0"/>
      <p:bldP spid="47" grpId="0"/>
      <p:bldP spid="48" grpId="0"/>
      <p:bldP spid="49" grpId="0"/>
      <p:bldP spid="50" grpId="0"/>
      <p:bldP spid="51" grpId="0"/>
      <p:bldP spid="52" grpId="0"/>
      <p:bldP spid="54" grpId="0" animBg="1"/>
      <p:bldP spid="55" grpId="0" animBg="1"/>
      <p:bldP spid="56" grpId="0" animBg="1"/>
      <p:bldP spid="57" grpId="0" animBg="1"/>
      <p:bldP spid="58"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2.2 ⇝ Example 3 (Continue)</a:t>
            </a:r>
            <a:endParaRPr lang="en-US" dirty="0"/>
          </a:p>
        </p:txBody>
      </p:sp>
      <p:sp>
        <p:nvSpPr>
          <p:cNvPr id="15" name="TextBox 14">
            <a:extLst>
              <a:ext uri="{FF2B5EF4-FFF2-40B4-BE49-F238E27FC236}">
                <a16:creationId xmlns:a16="http://schemas.microsoft.com/office/drawing/2014/main" id="{44BE96D2-7B01-447E-BE6D-1D4BCDC424A2}"/>
              </a:ext>
            </a:extLst>
          </p:cNvPr>
          <p:cNvSpPr txBox="1"/>
          <p:nvPr/>
        </p:nvSpPr>
        <p:spPr>
          <a:xfrm>
            <a:off x="1136166" y="696258"/>
            <a:ext cx="4016548"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solidFill>
                  <a:srgbClr val="002060"/>
                </a:solidFill>
              </a:rPr>
              <a:t>(2)  </a:t>
            </a:r>
            <a:r>
              <a:rPr lang="en-GB" b="1" i="0" dirty="0">
                <a:solidFill>
                  <a:srgbClr val="002060"/>
                </a:solidFill>
                <a:latin typeface="+mj-lt"/>
              </a:rPr>
              <a:t>4</a:t>
            </a:r>
            <a:r>
              <a:rPr lang="en-GB" dirty="0">
                <a:solidFill>
                  <a:srgbClr val="002060"/>
                </a:solidFill>
              </a:rPr>
              <a:t> aces and </a:t>
            </a:r>
            <a:r>
              <a:rPr lang="en-GB" b="1" i="0" dirty="0">
                <a:solidFill>
                  <a:srgbClr val="002060"/>
                </a:solidFill>
                <a:latin typeface="+mj-lt"/>
              </a:rPr>
              <a:t>1</a:t>
            </a:r>
            <a:r>
              <a:rPr lang="en-GB" dirty="0">
                <a:solidFill>
                  <a:srgbClr val="002060"/>
                </a:solidFill>
              </a:rPr>
              <a:t> is a king</a:t>
            </a:r>
          </a:p>
        </p:txBody>
      </p:sp>
      <p:sp>
        <p:nvSpPr>
          <p:cNvPr id="16" name="TextBox 15">
            <a:extLst>
              <a:ext uri="{FF2B5EF4-FFF2-40B4-BE49-F238E27FC236}">
                <a16:creationId xmlns:a16="http://schemas.microsoft.com/office/drawing/2014/main" id="{6FD4F175-943E-4AAE-A5C7-4632D338ADE8}"/>
              </a:ext>
            </a:extLst>
          </p:cNvPr>
          <p:cNvSpPr txBox="1"/>
          <p:nvPr/>
        </p:nvSpPr>
        <p:spPr>
          <a:xfrm>
            <a:off x="1136166" y="3709692"/>
            <a:ext cx="4536892"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solidFill>
                  <a:srgbClr val="002060"/>
                </a:solidFill>
              </a:rPr>
              <a:t>(3)  </a:t>
            </a:r>
            <a:r>
              <a:rPr lang="en-GB" b="1" i="0" dirty="0">
                <a:solidFill>
                  <a:srgbClr val="002060"/>
                </a:solidFill>
                <a:latin typeface="+mj-lt"/>
              </a:rPr>
              <a:t>3</a:t>
            </a:r>
            <a:r>
              <a:rPr lang="en-GB" dirty="0">
                <a:solidFill>
                  <a:srgbClr val="002060"/>
                </a:solidFill>
              </a:rPr>
              <a:t> are tens and </a:t>
            </a:r>
            <a:r>
              <a:rPr lang="en-GB" b="1" i="0" dirty="0">
                <a:solidFill>
                  <a:srgbClr val="002060"/>
                </a:solidFill>
                <a:latin typeface="+mj-lt"/>
              </a:rPr>
              <a:t>2</a:t>
            </a:r>
            <a:r>
              <a:rPr lang="en-GB" dirty="0">
                <a:solidFill>
                  <a:srgbClr val="002060"/>
                </a:solidFill>
              </a:rPr>
              <a:t> are jacks</a:t>
            </a:r>
          </a:p>
        </p:txBody>
      </p:sp>
      <p:sp>
        <p:nvSpPr>
          <p:cNvPr id="17" name="TextBox 16">
            <a:extLst>
              <a:ext uri="{FF2B5EF4-FFF2-40B4-BE49-F238E27FC236}">
                <a16:creationId xmlns:a16="http://schemas.microsoft.com/office/drawing/2014/main" id="{7A36CF54-BBB8-4652-A3B0-BF053A04C0B5}"/>
              </a:ext>
            </a:extLst>
          </p:cNvPr>
          <p:cNvSpPr txBox="1"/>
          <p:nvPr/>
        </p:nvSpPr>
        <p:spPr>
          <a:xfrm>
            <a:off x="1135393" y="6874227"/>
            <a:ext cx="8030570"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t>(4)  a nine, ten, jack, queen, king is obtained in any order</a:t>
            </a:r>
          </a:p>
        </p:txBody>
      </p:sp>
      <p:sp>
        <p:nvSpPr>
          <p:cNvPr id="18" name="TextBox 17">
            <a:extLst>
              <a:ext uri="{FF2B5EF4-FFF2-40B4-BE49-F238E27FC236}">
                <a16:creationId xmlns:a16="http://schemas.microsoft.com/office/drawing/2014/main" id="{DE42B532-9D5F-4065-905D-3F02539940F2}"/>
              </a:ext>
            </a:extLst>
          </p:cNvPr>
          <p:cNvSpPr txBox="1"/>
          <p:nvPr/>
        </p:nvSpPr>
        <p:spPr>
          <a:xfrm>
            <a:off x="1135393" y="7448574"/>
            <a:ext cx="6535598"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solidFill>
                  <a:schemeClr val="bg1"/>
                </a:solidFill>
              </a:rPr>
              <a:t>(5)  </a:t>
            </a:r>
            <a:r>
              <a:rPr lang="en-GB" b="1" i="0" dirty="0">
                <a:solidFill>
                  <a:schemeClr val="bg1"/>
                </a:solidFill>
                <a:latin typeface="+mj-lt"/>
              </a:rPr>
              <a:t>3</a:t>
            </a:r>
            <a:r>
              <a:rPr lang="en-GB" dirty="0">
                <a:solidFill>
                  <a:schemeClr val="bg1"/>
                </a:solidFill>
              </a:rPr>
              <a:t> are of any one suit and </a:t>
            </a:r>
            <a:r>
              <a:rPr lang="en-GB" b="1" i="0" dirty="0">
                <a:solidFill>
                  <a:schemeClr val="bg1"/>
                </a:solidFill>
                <a:latin typeface="+mj-lt"/>
              </a:rPr>
              <a:t>2</a:t>
            </a:r>
            <a:r>
              <a:rPr lang="en-GB" dirty="0">
                <a:solidFill>
                  <a:schemeClr val="bg1"/>
                </a:solidFill>
              </a:rPr>
              <a:t> are of another</a:t>
            </a:r>
          </a:p>
        </p:txBody>
      </p:sp>
      <p:sp>
        <p:nvSpPr>
          <p:cNvPr id="20" name="TextBox 19">
            <a:extLst>
              <a:ext uri="{FF2B5EF4-FFF2-40B4-BE49-F238E27FC236}">
                <a16:creationId xmlns:a16="http://schemas.microsoft.com/office/drawing/2014/main" id="{BBE37DB2-9DFF-4E19-A6E7-1A9A75C9BF5F}"/>
              </a:ext>
            </a:extLst>
          </p:cNvPr>
          <p:cNvSpPr txBox="1"/>
          <p:nvPr/>
        </p:nvSpPr>
        <p:spPr>
          <a:xfrm>
            <a:off x="1135393" y="7955738"/>
            <a:ext cx="4536892"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t>(6)  at least one ace is obtained</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67ECC96-7590-4F07-A669-7C803F7F2DB6}"/>
                  </a:ext>
                </a:extLst>
              </p:cNvPr>
              <p:cNvSpPr txBox="1"/>
              <p:nvPr/>
            </p:nvSpPr>
            <p:spPr>
              <a:xfrm>
                <a:off x="9862823" y="708842"/>
                <a:ext cx="718822" cy="46166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sz="2400" b="0" i="0" dirty="0" smtClean="0">
                          <a:latin typeface="Cambria Math" panose="02040503050406030204" pitchFamily="18" charset="0"/>
                        </a:rPr>
                        <m:t>n</m:t>
                      </m:r>
                      <m:d>
                        <m:dPr>
                          <m:ctrlPr>
                            <a:rPr lang="en-GB" sz="2400" b="0" i="1" dirty="0" smtClean="0">
                              <a:latin typeface="Cambria Math" panose="02040503050406030204" pitchFamily="18" charset="0"/>
                            </a:rPr>
                          </m:ctrlPr>
                        </m:dPr>
                        <m:e>
                          <m:r>
                            <m:rPr>
                              <m:sty m:val="p"/>
                            </m:rPr>
                            <a:rPr lang="en-GB" sz="2400" b="0" i="0" dirty="0" smtClean="0">
                              <a:latin typeface="Cambria Math" panose="02040503050406030204" pitchFamily="18" charset="0"/>
                            </a:rPr>
                            <m:t>S</m:t>
                          </m:r>
                        </m:e>
                      </m:d>
                    </m:oMath>
                  </m:oMathPara>
                </a14:m>
                <a:endParaRPr lang="en-IN" sz="2400" dirty="0">
                  <a:latin typeface="+mn-lt"/>
                </a:endParaRPr>
              </a:p>
            </p:txBody>
          </p:sp>
        </mc:Choice>
        <mc:Fallback xmlns="">
          <p:sp>
            <p:nvSpPr>
              <p:cNvPr id="23" name="TextBox 22">
                <a:extLst>
                  <a:ext uri="{FF2B5EF4-FFF2-40B4-BE49-F238E27FC236}">
                    <a16:creationId xmlns:a16="http://schemas.microsoft.com/office/drawing/2014/main" id="{267ECC96-7590-4F07-A669-7C803F7F2DB6}"/>
                  </a:ext>
                </a:extLst>
              </p:cNvPr>
              <p:cNvSpPr txBox="1">
                <a:spLocks noRot="1" noChangeAspect="1" noMove="1" noResize="1" noEditPoints="1" noAdjustHandles="1" noChangeArrowheads="1" noChangeShapeType="1" noTextEdit="1"/>
              </p:cNvSpPr>
              <p:nvPr/>
            </p:nvSpPr>
            <p:spPr>
              <a:xfrm>
                <a:off x="9862823" y="708842"/>
                <a:ext cx="718822" cy="46166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02FF09E8-0856-46EB-8B9D-FEA91621C4CF}"/>
                  </a:ext>
                </a:extLst>
              </p:cNvPr>
              <p:cNvSpPr txBox="1"/>
              <p:nvPr/>
            </p:nvSpPr>
            <p:spPr>
              <a:xfrm>
                <a:off x="10476870" y="708842"/>
                <a:ext cx="1654399"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400" dirty="0" smtClean="0">
                          <a:solidFill>
                            <a:srgbClr val="002060"/>
                          </a:solidFill>
                          <a:latin typeface="Cambria Math" panose="02040503050406030204" pitchFamily="18" charset="0"/>
                        </a:rPr>
                        <m:t>=</m:t>
                      </m:r>
                      <m:r>
                        <a:rPr lang="en-IN" sz="2400" i="1" dirty="0" smtClean="0">
                          <a:solidFill>
                            <a:srgbClr val="002060"/>
                          </a:solidFill>
                          <a:latin typeface="Cambria Math" panose="02040503050406030204" pitchFamily="18" charset="0"/>
                        </a:rPr>
                        <m:t>2</m:t>
                      </m:r>
                      <m:r>
                        <a:rPr lang="en-IN" sz="2400" b="0" i="1" dirty="0" smtClean="0">
                          <a:solidFill>
                            <a:srgbClr val="002060"/>
                          </a:solidFill>
                          <a:latin typeface="Cambria Math" panose="02040503050406030204" pitchFamily="18" charset="0"/>
                        </a:rPr>
                        <m:t>598960</m:t>
                      </m:r>
                    </m:oMath>
                  </m:oMathPara>
                </a14:m>
                <a:endParaRPr lang="en-IN" sz="2400" dirty="0">
                  <a:solidFill>
                    <a:srgbClr val="002060"/>
                  </a:solidFill>
                </a:endParaRPr>
              </a:p>
            </p:txBody>
          </p:sp>
        </mc:Choice>
        <mc:Fallback xmlns="">
          <p:sp>
            <p:nvSpPr>
              <p:cNvPr id="28" name="TextBox 27">
                <a:extLst>
                  <a:ext uri="{FF2B5EF4-FFF2-40B4-BE49-F238E27FC236}">
                    <a16:creationId xmlns:a16="http://schemas.microsoft.com/office/drawing/2014/main" id="{02FF09E8-0856-46EB-8B9D-FEA91621C4CF}"/>
                  </a:ext>
                </a:extLst>
              </p:cNvPr>
              <p:cNvSpPr txBox="1">
                <a:spLocks noRot="1" noChangeAspect="1" noMove="1" noResize="1" noEditPoints="1" noAdjustHandles="1" noChangeArrowheads="1" noChangeShapeType="1" noTextEdit="1"/>
              </p:cNvSpPr>
              <p:nvPr/>
            </p:nvSpPr>
            <p:spPr>
              <a:xfrm>
                <a:off x="10476870" y="708842"/>
                <a:ext cx="1654399" cy="461665"/>
              </a:xfrm>
              <a:prstGeom prst="rect">
                <a:avLst/>
              </a:prstGeom>
              <a:blipFill>
                <a:blip r:embed="rId6"/>
                <a:stretch>
                  <a:fillRect r="-258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B12583E-9EF0-4A92-BAA1-2E1A8668DEE3}"/>
                  </a:ext>
                </a:extLst>
              </p:cNvPr>
              <p:cNvSpPr txBox="1"/>
              <p:nvPr/>
            </p:nvSpPr>
            <p:spPr>
              <a:xfrm>
                <a:off x="1136168" y="1257224"/>
                <a:ext cx="146304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Event </a:t>
                </a:r>
                <a14:m>
                  <m:oMath xmlns:m="http://schemas.openxmlformats.org/officeDocument/2006/math">
                    <m:r>
                      <m:rPr>
                        <m:sty m:val="p"/>
                      </m:rPr>
                      <a:rPr lang="en-IN" b="0" i="0" dirty="0" smtClean="0">
                        <a:latin typeface="Cambria Math" panose="02040503050406030204" pitchFamily="18" charset="0"/>
                      </a:rPr>
                      <m:t>B</m:t>
                    </m:r>
                  </m:oMath>
                </a14:m>
                <a:r>
                  <a:rPr lang="en-IN" dirty="0">
                    <a:latin typeface="+mn-lt"/>
                  </a:rPr>
                  <a:t> :</a:t>
                </a:r>
              </a:p>
            </p:txBody>
          </p:sp>
        </mc:Choice>
        <mc:Fallback xmlns="">
          <p:sp>
            <p:nvSpPr>
              <p:cNvPr id="29" name="TextBox 28">
                <a:extLst>
                  <a:ext uri="{FF2B5EF4-FFF2-40B4-BE49-F238E27FC236}">
                    <a16:creationId xmlns:a16="http://schemas.microsoft.com/office/drawing/2014/main" id="{6B12583E-9EF0-4A92-BAA1-2E1A8668DEE3}"/>
                  </a:ext>
                </a:extLst>
              </p:cNvPr>
              <p:cNvSpPr txBox="1">
                <a:spLocks noRot="1" noChangeAspect="1" noMove="1" noResize="1" noEditPoints="1" noAdjustHandles="1" noChangeArrowheads="1" noChangeShapeType="1" noTextEdit="1"/>
              </p:cNvSpPr>
              <p:nvPr/>
            </p:nvSpPr>
            <p:spPr>
              <a:xfrm>
                <a:off x="1136168" y="1257224"/>
                <a:ext cx="1463040" cy="523220"/>
              </a:xfrm>
              <a:prstGeom prst="rect">
                <a:avLst/>
              </a:prstGeom>
              <a:blipFill>
                <a:blip r:embed="rId7"/>
                <a:stretch>
                  <a:fillRect l="-8333" t="-10465" r="-5417"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B221158-D64F-4F48-8FD9-22ECFABF3344}"/>
                  </a:ext>
                </a:extLst>
              </p:cNvPr>
              <p:cNvSpPr txBox="1"/>
              <p:nvPr/>
            </p:nvSpPr>
            <p:spPr>
              <a:xfrm>
                <a:off x="2483371" y="1257224"/>
                <a:ext cx="389019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a:rPr lang="en-GB" i="0" dirty="0" smtClean="0">
                        <a:latin typeface="Cambria Math" panose="02040503050406030204" pitchFamily="18" charset="0"/>
                      </a:rPr>
                      <m:t>4</m:t>
                    </m:r>
                  </m:oMath>
                </a14:m>
                <a:r>
                  <a:rPr lang="en-IN" dirty="0">
                    <a:latin typeface="+mn-lt"/>
                  </a:rPr>
                  <a:t> aces and </a:t>
                </a:r>
                <a14:m>
                  <m:oMath xmlns:m="http://schemas.openxmlformats.org/officeDocument/2006/math">
                    <m:r>
                      <a:rPr lang="en-IN" i="1" dirty="0" smtClean="0">
                        <a:latin typeface="Cambria Math" panose="02040503050406030204" pitchFamily="18" charset="0"/>
                      </a:rPr>
                      <m:t>1</m:t>
                    </m:r>
                  </m:oMath>
                </a14:m>
                <a:r>
                  <a:rPr lang="en-IN" dirty="0">
                    <a:latin typeface="+mn-lt"/>
                  </a:rPr>
                  <a:t> king is drawn</a:t>
                </a:r>
              </a:p>
            </p:txBody>
          </p:sp>
        </mc:Choice>
        <mc:Fallback xmlns="">
          <p:sp>
            <p:nvSpPr>
              <p:cNvPr id="35" name="TextBox 34">
                <a:extLst>
                  <a:ext uri="{FF2B5EF4-FFF2-40B4-BE49-F238E27FC236}">
                    <a16:creationId xmlns:a16="http://schemas.microsoft.com/office/drawing/2014/main" id="{CB221158-D64F-4F48-8FD9-22ECFABF3344}"/>
                  </a:ext>
                </a:extLst>
              </p:cNvPr>
              <p:cNvSpPr txBox="1">
                <a:spLocks noRot="1" noChangeAspect="1" noMove="1" noResize="1" noEditPoints="1" noAdjustHandles="1" noChangeArrowheads="1" noChangeShapeType="1" noTextEdit="1"/>
              </p:cNvSpPr>
              <p:nvPr/>
            </p:nvSpPr>
            <p:spPr>
              <a:xfrm>
                <a:off x="2483371" y="1257224"/>
                <a:ext cx="3890190" cy="523220"/>
              </a:xfrm>
              <a:prstGeom prst="rect">
                <a:avLst/>
              </a:prstGeom>
              <a:blipFill>
                <a:blip r:embed="rId8"/>
                <a:stretch>
                  <a:fillRect t="-10465" r="-2347"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491B6D8-916D-4DCC-B8EC-263A4B454E0D}"/>
                  </a:ext>
                </a:extLst>
              </p:cNvPr>
              <p:cNvSpPr txBox="1"/>
              <p:nvPr/>
            </p:nvSpPr>
            <p:spPr>
              <a:xfrm>
                <a:off x="1582800" y="1796046"/>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36" name="TextBox 35">
                <a:extLst>
                  <a:ext uri="{FF2B5EF4-FFF2-40B4-BE49-F238E27FC236}">
                    <a16:creationId xmlns:a16="http://schemas.microsoft.com/office/drawing/2014/main" id="{7491B6D8-916D-4DCC-B8EC-263A4B454E0D}"/>
                  </a:ext>
                </a:extLst>
              </p:cNvPr>
              <p:cNvSpPr txBox="1">
                <a:spLocks noRot="1" noChangeAspect="1" noMove="1" noResize="1" noEditPoints="1" noAdjustHandles="1" noChangeArrowheads="1" noChangeShapeType="1" noTextEdit="1"/>
              </p:cNvSpPr>
              <p:nvPr/>
            </p:nvSpPr>
            <p:spPr>
              <a:xfrm>
                <a:off x="1582800" y="1796046"/>
                <a:ext cx="900571"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4577D93-4A07-4697-8421-46E2F0FECF9D}"/>
                  </a:ext>
                </a:extLst>
              </p:cNvPr>
              <p:cNvSpPr txBox="1"/>
              <p:nvPr/>
            </p:nvSpPr>
            <p:spPr>
              <a:xfrm>
                <a:off x="1136166" y="1796046"/>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37" name="TextBox 36">
                <a:extLst>
                  <a:ext uri="{FF2B5EF4-FFF2-40B4-BE49-F238E27FC236}">
                    <a16:creationId xmlns:a16="http://schemas.microsoft.com/office/drawing/2014/main" id="{74577D93-4A07-4697-8421-46E2F0FECF9D}"/>
                  </a:ext>
                </a:extLst>
              </p:cNvPr>
              <p:cNvSpPr txBox="1">
                <a:spLocks noRot="1" noChangeAspect="1" noMove="1" noResize="1" noEditPoints="1" noAdjustHandles="1" noChangeArrowheads="1" noChangeShapeType="1" noTextEdit="1"/>
              </p:cNvSpPr>
              <p:nvPr/>
            </p:nvSpPr>
            <p:spPr>
              <a:xfrm>
                <a:off x="1136166" y="1796046"/>
                <a:ext cx="534127" cy="523220"/>
              </a:xfrm>
              <a:prstGeom prst="rect">
                <a:avLst/>
              </a:prstGeom>
              <a:blipFill>
                <a:blip r:embed="rId10"/>
                <a:stretch>
                  <a:fillRect/>
                </a:stretch>
              </a:blipFill>
            </p:spPr>
            <p:txBody>
              <a:bodyPr/>
              <a:lstStyle/>
              <a:p>
                <a:r>
                  <a:rPr lang="en-IN">
                    <a:noFill/>
                  </a:rPr>
                  <a:t> </a:t>
                </a:r>
              </a:p>
            </p:txBody>
          </p:sp>
        </mc:Fallback>
      </mc:AlternateContent>
      <p:sp>
        <p:nvSpPr>
          <p:cNvPr id="38" name="TextBox 37">
            <a:extLst>
              <a:ext uri="{FF2B5EF4-FFF2-40B4-BE49-F238E27FC236}">
                <a16:creationId xmlns:a16="http://schemas.microsoft.com/office/drawing/2014/main" id="{19BD26E7-4B28-4AAF-ACE6-CDE353FFB301}"/>
              </a:ext>
            </a:extLst>
          </p:cNvPr>
          <p:cNvSpPr txBox="1"/>
          <p:nvPr/>
        </p:nvSpPr>
        <p:spPr>
          <a:xfrm>
            <a:off x="6425989" y="1260683"/>
            <a:ext cx="69940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b="0" i="0" dirty="0">
                <a:latin typeface="+mj-lt"/>
              </a:rPr>
              <a:t>i.e.,</a:t>
            </a:r>
            <a:endParaRPr lang="en-IN" dirty="0">
              <a:latin typeface="+mn-lt"/>
            </a:endParaRP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3C4B5CDE-2A41-4FA7-B0D3-30C64045FA7C}"/>
                  </a:ext>
                </a:extLst>
              </p:cNvPr>
              <p:cNvSpPr txBox="1"/>
              <p:nvPr/>
            </p:nvSpPr>
            <p:spPr>
              <a:xfrm>
                <a:off x="7163148" y="1257224"/>
                <a:ext cx="111523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a:rPr lang="en-IN" b="0" i="0" dirty="0" smtClean="0">
                        <a:latin typeface="Cambria Math" panose="02040503050406030204" pitchFamily="18" charset="0"/>
                      </a:rPr>
                      <m:t>4</m:t>
                    </m:r>
                  </m:oMath>
                </a14:m>
                <a:r>
                  <a:rPr lang="en-IN" dirty="0">
                    <a:latin typeface="+mn-lt"/>
                  </a:rPr>
                  <a:t> aces</a:t>
                </a:r>
              </a:p>
            </p:txBody>
          </p:sp>
        </mc:Choice>
        <mc:Fallback xmlns="">
          <p:sp>
            <p:nvSpPr>
              <p:cNvPr id="39" name="TextBox 38">
                <a:extLst>
                  <a:ext uri="{FF2B5EF4-FFF2-40B4-BE49-F238E27FC236}">
                    <a16:creationId xmlns:a16="http://schemas.microsoft.com/office/drawing/2014/main" id="{3C4B5CDE-2A41-4FA7-B0D3-30C64045FA7C}"/>
                  </a:ext>
                </a:extLst>
              </p:cNvPr>
              <p:cNvSpPr txBox="1">
                <a:spLocks noRot="1" noChangeAspect="1" noMove="1" noResize="1" noEditPoints="1" noAdjustHandles="1" noChangeArrowheads="1" noChangeShapeType="1" noTextEdit="1"/>
              </p:cNvSpPr>
              <p:nvPr/>
            </p:nvSpPr>
            <p:spPr>
              <a:xfrm>
                <a:off x="7163148" y="1257224"/>
                <a:ext cx="1115231" cy="523220"/>
              </a:xfrm>
              <a:prstGeom prst="rect">
                <a:avLst/>
              </a:prstGeom>
              <a:blipFill>
                <a:blip r:embed="rId12"/>
                <a:stretch>
                  <a:fillRect t="-10465" r="-9290" b="-33721"/>
                </a:stretch>
              </a:blipFill>
            </p:spPr>
            <p:txBody>
              <a:bodyPr/>
              <a:lstStyle/>
              <a:p>
                <a:r>
                  <a:rPr lang="en-IN">
                    <a:noFill/>
                  </a:rPr>
                  <a:t> </a:t>
                </a:r>
              </a:p>
            </p:txBody>
          </p:sp>
        </mc:Fallback>
      </mc:AlternateContent>
      <p:sp>
        <p:nvSpPr>
          <p:cNvPr id="40" name="TextBox 39">
            <a:extLst>
              <a:ext uri="{FF2B5EF4-FFF2-40B4-BE49-F238E27FC236}">
                <a16:creationId xmlns:a16="http://schemas.microsoft.com/office/drawing/2014/main" id="{9D4E74AB-A2F9-4F3F-9565-FAF59F768D3E}"/>
              </a:ext>
            </a:extLst>
          </p:cNvPr>
          <p:cNvSpPr txBox="1"/>
          <p:nvPr/>
        </p:nvSpPr>
        <p:spPr>
          <a:xfrm>
            <a:off x="8282718" y="1256273"/>
            <a:ext cx="72013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b="1" dirty="0">
                <a:solidFill>
                  <a:srgbClr val="FF0000"/>
                </a:solidFill>
                <a:latin typeface="+mj-lt"/>
              </a:rPr>
              <a:t>and</a:t>
            </a:r>
            <a:endParaRPr lang="en-IN" b="1" dirty="0">
              <a:solidFill>
                <a:srgbClr val="FF0000"/>
              </a:solidFill>
              <a:latin typeface="+mn-lt"/>
            </a:endParaRP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2473DA9F-927F-478E-B5EB-562E3F75498B}"/>
                  </a:ext>
                </a:extLst>
              </p:cNvPr>
              <p:cNvSpPr txBox="1"/>
              <p:nvPr/>
            </p:nvSpPr>
            <p:spPr>
              <a:xfrm>
                <a:off x="9007187" y="1253432"/>
                <a:ext cx="112581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a:rPr lang="en-IN" b="0" i="0" dirty="0" smtClean="0">
                        <a:latin typeface="Cambria Math" panose="02040503050406030204" pitchFamily="18" charset="0"/>
                      </a:rPr>
                      <m:t>1</m:t>
                    </m:r>
                  </m:oMath>
                </a14:m>
                <a:r>
                  <a:rPr lang="en-IN" dirty="0">
                    <a:latin typeface="+mn-lt"/>
                  </a:rPr>
                  <a:t> king</a:t>
                </a:r>
              </a:p>
            </p:txBody>
          </p:sp>
        </mc:Choice>
        <mc:Fallback xmlns="">
          <p:sp>
            <p:nvSpPr>
              <p:cNvPr id="41" name="TextBox 40">
                <a:extLst>
                  <a:ext uri="{FF2B5EF4-FFF2-40B4-BE49-F238E27FC236}">
                    <a16:creationId xmlns:a16="http://schemas.microsoft.com/office/drawing/2014/main" id="{2473DA9F-927F-478E-B5EB-562E3F75498B}"/>
                  </a:ext>
                </a:extLst>
              </p:cNvPr>
              <p:cNvSpPr txBox="1">
                <a:spLocks noRot="1" noChangeAspect="1" noMove="1" noResize="1" noEditPoints="1" noAdjustHandles="1" noChangeArrowheads="1" noChangeShapeType="1" noTextEdit="1"/>
              </p:cNvSpPr>
              <p:nvPr/>
            </p:nvSpPr>
            <p:spPr>
              <a:xfrm>
                <a:off x="9007187" y="1253432"/>
                <a:ext cx="1125817" cy="523220"/>
              </a:xfrm>
              <a:prstGeom prst="rect">
                <a:avLst/>
              </a:prstGeom>
              <a:blipFill>
                <a:blip r:embed="rId13"/>
                <a:stretch>
                  <a:fillRect t="-10588" r="-3261"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12EBBC5A-A3F7-4753-AEF5-529907D47761}"/>
                  </a:ext>
                </a:extLst>
              </p:cNvPr>
              <p:cNvSpPr txBox="1"/>
              <p:nvPr/>
            </p:nvSpPr>
            <p:spPr>
              <a:xfrm>
                <a:off x="2376184" y="1796046"/>
                <a:ext cx="534127"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12EBBC5A-A3F7-4753-AEF5-529907D47761}"/>
                  </a:ext>
                </a:extLst>
              </p:cNvPr>
              <p:cNvSpPr txBox="1">
                <a:spLocks noRot="1" noChangeAspect="1" noMove="1" noResize="1" noEditPoints="1" noAdjustHandles="1" noChangeArrowheads="1" noChangeShapeType="1" noTextEdit="1"/>
              </p:cNvSpPr>
              <p:nvPr/>
            </p:nvSpPr>
            <p:spPr>
              <a:xfrm>
                <a:off x="2376184" y="1796046"/>
                <a:ext cx="534127"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0C9ED07-0489-4D6E-85AD-BA4EF21C0A9B}"/>
                  </a:ext>
                </a:extLst>
              </p:cNvPr>
              <p:cNvSpPr txBox="1"/>
              <p:nvPr/>
            </p:nvSpPr>
            <p:spPr>
              <a:xfrm>
                <a:off x="2781935" y="1796046"/>
                <a:ext cx="720131"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43" name="TextBox 42">
                <a:extLst>
                  <a:ext uri="{FF2B5EF4-FFF2-40B4-BE49-F238E27FC236}">
                    <a16:creationId xmlns:a16="http://schemas.microsoft.com/office/drawing/2014/main" id="{20C9ED07-0489-4D6E-85AD-BA4EF21C0A9B}"/>
                  </a:ext>
                </a:extLst>
              </p:cNvPr>
              <p:cNvSpPr txBox="1">
                <a:spLocks noRot="1" noChangeAspect="1" noMove="1" noResize="1" noEditPoints="1" noAdjustHandles="1" noChangeArrowheads="1" noChangeShapeType="1" noTextEdit="1"/>
              </p:cNvSpPr>
              <p:nvPr/>
            </p:nvSpPr>
            <p:spPr>
              <a:xfrm>
                <a:off x="2781935" y="1796046"/>
                <a:ext cx="720131"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1A59BDB-3DDE-4BA4-B356-0D44E06BA728}"/>
                  </a:ext>
                </a:extLst>
              </p:cNvPr>
              <p:cNvSpPr txBox="1"/>
              <p:nvPr/>
            </p:nvSpPr>
            <p:spPr>
              <a:xfrm>
                <a:off x="3426459" y="1796046"/>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5" name="TextBox 44">
                <a:extLst>
                  <a:ext uri="{FF2B5EF4-FFF2-40B4-BE49-F238E27FC236}">
                    <a16:creationId xmlns:a16="http://schemas.microsoft.com/office/drawing/2014/main" id="{71A59BDB-3DDE-4BA4-B356-0D44E06BA728}"/>
                  </a:ext>
                </a:extLst>
              </p:cNvPr>
              <p:cNvSpPr txBox="1">
                <a:spLocks noRot="1" noChangeAspect="1" noMove="1" noResize="1" noEditPoints="1" noAdjustHandles="1" noChangeArrowheads="1" noChangeShapeType="1" noTextEdit="1"/>
              </p:cNvSpPr>
              <p:nvPr/>
            </p:nvSpPr>
            <p:spPr>
              <a:xfrm>
                <a:off x="3426459" y="1796046"/>
                <a:ext cx="534127"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1E3914D5-76BE-491D-AB5A-DCEC2967F185}"/>
                  </a:ext>
                </a:extLst>
              </p:cNvPr>
              <p:cNvSpPr txBox="1"/>
              <p:nvPr/>
            </p:nvSpPr>
            <p:spPr>
              <a:xfrm>
                <a:off x="3786022" y="1796046"/>
                <a:ext cx="880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46" name="TextBox 45">
                <a:extLst>
                  <a:ext uri="{FF2B5EF4-FFF2-40B4-BE49-F238E27FC236}">
                    <a16:creationId xmlns:a16="http://schemas.microsoft.com/office/drawing/2014/main" id="{1E3914D5-76BE-491D-AB5A-DCEC2967F185}"/>
                  </a:ext>
                </a:extLst>
              </p:cNvPr>
              <p:cNvSpPr txBox="1">
                <a:spLocks noRot="1" noChangeAspect="1" noMove="1" noResize="1" noEditPoints="1" noAdjustHandles="1" noChangeArrowheads="1" noChangeShapeType="1" noTextEdit="1"/>
              </p:cNvSpPr>
              <p:nvPr/>
            </p:nvSpPr>
            <p:spPr>
              <a:xfrm>
                <a:off x="3786022" y="1796046"/>
                <a:ext cx="880455"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8ABDA3CE-9405-42E6-A18C-FE13116F00B3}"/>
                  </a:ext>
                </a:extLst>
              </p:cNvPr>
              <p:cNvSpPr txBox="1"/>
              <p:nvPr/>
            </p:nvSpPr>
            <p:spPr>
              <a:xfrm>
                <a:off x="2376184" y="2325976"/>
                <a:ext cx="534127"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7" name="TextBox 46">
                <a:extLst>
                  <a:ext uri="{FF2B5EF4-FFF2-40B4-BE49-F238E27FC236}">
                    <a16:creationId xmlns:a16="http://schemas.microsoft.com/office/drawing/2014/main" id="{8ABDA3CE-9405-42E6-A18C-FE13116F00B3}"/>
                  </a:ext>
                </a:extLst>
              </p:cNvPr>
              <p:cNvSpPr txBox="1">
                <a:spLocks noRot="1" noChangeAspect="1" noMove="1" noResize="1" noEditPoints="1" noAdjustHandles="1" noChangeArrowheads="1" noChangeShapeType="1" noTextEdit="1"/>
              </p:cNvSpPr>
              <p:nvPr/>
            </p:nvSpPr>
            <p:spPr>
              <a:xfrm>
                <a:off x="2376184" y="2325976"/>
                <a:ext cx="534127"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B48EA310-EFC2-4ABE-AA10-1E489A6DFCF8}"/>
                  </a:ext>
                </a:extLst>
              </p:cNvPr>
              <p:cNvSpPr txBox="1"/>
              <p:nvPr/>
            </p:nvSpPr>
            <p:spPr>
              <a:xfrm>
                <a:off x="2868661" y="2326467"/>
                <a:ext cx="475608"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1</m:t>
                      </m:r>
                    </m:oMath>
                  </m:oMathPara>
                </a14:m>
                <a:endParaRPr lang="en-IN" sz="2800" dirty="0">
                  <a:solidFill>
                    <a:srgbClr val="002060"/>
                  </a:solidFill>
                </a:endParaRPr>
              </a:p>
            </p:txBody>
          </p:sp>
        </mc:Choice>
        <mc:Fallback xmlns="">
          <p:sp>
            <p:nvSpPr>
              <p:cNvPr id="48" name="TextBox 47">
                <a:extLst>
                  <a:ext uri="{FF2B5EF4-FFF2-40B4-BE49-F238E27FC236}">
                    <a16:creationId xmlns:a16="http://schemas.microsoft.com/office/drawing/2014/main" id="{B48EA310-EFC2-4ABE-AA10-1E489A6DFCF8}"/>
                  </a:ext>
                </a:extLst>
              </p:cNvPr>
              <p:cNvSpPr txBox="1">
                <a:spLocks noRot="1" noChangeAspect="1" noMove="1" noResize="1" noEditPoints="1" noAdjustHandles="1" noChangeArrowheads="1" noChangeShapeType="1" noTextEdit="1"/>
              </p:cNvSpPr>
              <p:nvPr/>
            </p:nvSpPr>
            <p:spPr>
              <a:xfrm>
                <a:off x="2868661" y="2326467"/>
                <a:ext cx="475608"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0B4D9649-20BF-44BE-BC7F-790D4F4BCFF0}"/>
                  </a:ext>
                </a:extLst>
              </p:cNvPr>
              <p:cNvSpPr txBox="1"/>
              <p:nvPr/>
            </p:nvSpPr>
            <p:spPr>
              <a:xfrm>
                <a:off x="3294004" y="2326467"/>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9" name="TextBox 48">
                <a:extLst>
                  <a:ext uri="{FF2B5EF4-FFF2-40B4-BE49-F238E27FC236}">
                    <a16:creationId xmlns:a16="http://schemas.microsoft.com/office/drawing/2014/main" id="{0B4D9649-20BF-44BE-BC7F-790D4F4BCFF0}"/>
                  </a:ext>
                </a:extLst>
              </p:cNvPr>
              <p:cNvSpPr txBox="1">
                <a:spLocks noRot="1" noChangeAspect="1" noMove="1" noResize="1" noEditPoints="1" noAdjustHandles="1" noChangeArrowheads="1" noChangeShapeType="1" noTextEdit="1"/>
              </p:cNvSpPr>
              <p:nvPr/>
            </p:nvSpPr>
            <p:spPr>
              <a:xfrm>
                <a:off x="3294004" y="2326467"/>
                <a:ext cx="534127"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3ED98D4-9433-4101-90D7-6E51E89D303C}"/>
                  </a:ext>
                </a:extLst>
              </p:cNvPr>
              <p:cNvSpPr txBox="1"/>
              <p:nvPr/>
            </p:nvSpPr>
            <p:spPr>
              <a:xfrm>
                <a:off x="3704008" y="2326467"/>
                <a:ext cx="556329"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50" name="TextBox 49">
                <a:extLst>
                  <a:ext uri="{FF2B5EF4-FFF2-40B4-BE49-F238E27FC236}">
                    <a16:creationId xmlns:a16="http://schemas.microsoft.com/office/drawing/2014/main" id="{C3ED98D4-9433-4101-90D7-6E51E89D303C}"/>
                  </a:ext>
                </a:extLst>
              </p:cNvPr>
              <p:cNvSpPr txBox="1">
                <a:spLocks noRot="1" noChangeAspect="1" noMove="1" noResize="1" noEditPoints="1" noAdjustHandles="1" noChangeArrowheads="1" noChangeShapeType="1" noTextEdit="1"/>
              </p:cNvSpPr>
              <p:nvPr/>
            </p:nvSpPr>
            <p:spPr>
              <a:xfrm>
                <a:off x="3704008" y="2326467"/>
                <a:ext cx="556329"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DB209D22-90AA-427B-9625-D95D834FF86F}"/>
                  </a:ext>
                </a:extLst>
              </p:cNvPr>
              <p:cNvSpPr txBox="1"/>
              <p:nvPr/>
            </p:nvSpPr>
            <p:spPr>
              <a:xfrm>
                <a:off x="2381034" y="2851893"/>
                <a:ext cx="566642"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1" name="TextBox 50">
                <a:extLst>
                  <a:ext uri="{FF2B5EF4-FFF2-40B4-BE49-F238E27FC236}">
                    <a16:creationId xmlns:a16="http://schemas.microsoft.com/office/drawing/2014/main" id="{DB209D22-90AA-427B-9625-D95D834FF86F}"/>
                  </a:ext>
                </a:extLst>
              </p:cNvPr>
              <p:cNvSpPr txBox="1">
                <a:spLocks noRot="1" noChangeAspect="1" noMove="1" noResize="1" noEditPoints="1" noAdjustHandles="1" noChangeArrowheads="1" noChangeShapeType="1" noTextEdit="1"/>
              </p:cNvSpPr>
              <p:nvPr/>
            </p:nvSpPr>
            <p:spPr>
              <a:xfrm>
                <a:off x="2381034" y="2851893"/>
                <a:ext cx="566642" cy="523220"/>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19B7D8DA-A19B-48EB-BD10-CA0E396863CB}"/>
                  </a:ext>
                </a:extLst>
              </p:cNvPr>
              <p:cNvSpPr txBox="1"/>
              <p:nvPr/>
            </p:nvSpPr>
            <p:spPr>
              <a:xfrm>
                <a:off x="2771274" y="2851893"/>
                <a:ext cx="59708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52" name="TextBox 51">
                <a:extLst>
                  <a:ext uri="{FF2B5EF4-FFF2-40B4-BE49-F238E27FC236}">
                    <a16:creationId xmlns:a16="http://schemas.microsoft.com/office/drawing/2014/main" id="{19B7D8DA-A19B-48EB-BD10-CA0E396863CB}"/>
                  </a:ext>
                </a:extLst>
              </p:cNvPr>
              <p:cNvSpPr txBox="1">
                <a:spLocks noRot="1" noChangeAspect="1" noMove="1" noResize="1" noEditPoints="1" noAdjustHandles="1" noChangeArrowheads="1" noChangeShapeType="1" noTextEdit="1"/>
              </p:cNvSpPr>
              <p:nvPr/>
            </p:nvSpPr>
            <p:spPr>
              <a:xfrm>
                <a:off x="2771274" y="2851893"/>
                <a:ext cx="597087" cy="523220"/>
              </a:xfrm>
              <a:prstGeom prst="rect">
                <a:avLst/>
              </a:prstGeom>
              <a:blipFill>
                <a:blip r:embed="rId23"/>
                <a:stretch>
                  <a:fillRect/>
                </a:stretch>
              </a:blipFill>
            </p:spPr>
            <p:txBody>
              <a:bodyPr/>
              <a:lstStyle/>
              <a:p>
                <a:r>
                  <a:rPr lang="en-IN">
                    <a:noFill/>
                  </a:rPr>
                  <a:t> </a:t>
                </a:r>
              </a:p>
            </p:txBody>
          </p:sp>
        </mc:Fallback>
      </mc:AlternateContent>
      <p:cxnSp>
        <p:nvCxnSpPr>
          <p:cNvPr id="53" name="Straight Connector 52">
            <a:extLst>
              <a:ext uri="{FF2B5EF4-FFF2-40B4-BE49-F238E27FC236}">
                <a16:creationId xmlns:a16="http://schemas.microsoft.com/office/drawing/2014/main" id="{34E68983-0BAE-4979-BD9D-A84140CCE2EC}"/>
              </a:ext>
            </a:extLst>
          </p:cNvPr>
          <p:cNvCxnSpPr>
            <a:cxnSpLocks/>
          </p:cNvCxnSpPr>
          <p:nvPr/>
        </p:nvCxnSpPr>
        <p:spPr>
          <a:xfrm>
            <a:off x="4666477" y="1783902"/>
            <a:ext cx="0" cy="1656000"/>
          </a:xfrm>
          <a:prstGeom prst="line">
            <a:avLst/>
          </a:prstGeom>
          <a:ln w="28575" cap="rnd">
            <a:solidFill>
              <a:srgbClr val="FF0000"/>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2CDB59A4-D329-48CB-B457-4A398278F69C}"/>
                  </a:ext>
                </a:extLst>
              </p:cNvPr>
              <p:cNvSpPr txBox="1"/>
              <p:nvPr/>
            </p:nvSpPr>
            <p:spPr>
              <a:xfrm>
                <a:off x="5197459" y="2329416"/>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54" name="TextBox 53">
                <a:extLst>
                  <a:ext uri="{FF2B5EF4-FFF2-40B4-BE49-F238E27FC236}">
                    <a16:creationId xmlns:a16="http://schemas.microsoft.com/office/drawing/2014/main" id="{2CDB59A4-D329-48CB-B457-4A398278F69C}"/>
                  </a:ext>
                </a:extLst>
              </p:cNvPr>
              <p:cNvSpPr txBox="1">
                <a:spLocks noRot="1" noChangeAspect="1" noMove="1" noResize="1" noEditPoints="1" noAdjustHandles="1" noChangeArrowheads="1" noChangeShapeType="1" noTextEdit="1"/>
              </p:cNvSpPr>
              <p:nvPr/>
            </p:nvSpPr>
            <p:spPr>
              <a:xfrm>
                <a:off x="5197459" y="2329416"/>
                <a:ext cx="900571" cy="523220"/>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BDF652E3-8E24-467F-89B0-1342932F05FC}"/>
                  </a:ext>
                </a:extLst>
              </p:cNvPr>
              <p:cNvSpPr txBox="1"/>
              <p:nvPr/>
            </p:nvSpPr>
            <p:spPr>
              <a:xfrm>
                <a:off x="4707481" y="2325976"/>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55" name="TextBox 54">
                <a:extLst>
                  <a:ext uri="{FF2B5EF4-FFF2-40B4-BE49-F238E27FC236}">
                    <a16:creationId xmlns:a16="http://schemas.microsoft.com/office/drawing/2014/main" id="{BDF652E3-8E24-467F-89B0-1342932F05FC}"/>
                  </a:ext>
                </a:extLst>
              </p:cNvPr>
              <p:cNvSpPr txBox="1">
                <a:spLocks noRot="1" noChangeAspect="1" noMove="1" noResize="1" noEditPoints="1" noAdjustHandles="1" noChangeArrowheads="1" noChangeShapeType="1" noTextEdit="1"/>
              </p:cNvSpPr>
              <p:nvPr/>
            </p:nvSpPr>
            <p:spPr>
              <a:xfrm>
                <a:off x="4707481" y="2325976"/>
                <a:ext cx="534127" cy="523220"/>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8A2A34D-E4D1-448A-ABCE-228C56B736F8}"/>
                  </a:ext>
                </a:extLst>
              </p:cNvPr>
              <p:cNvSpPr txBox="1"/>
              <p:nvPr/>
            </p:nvSpPr>
            <p:spPr>
              <a:xfrm>
                <a:off x="6023339" y="2101627"/>
                <a:ext cx="1502185"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B</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56" name="TextBox 55">
                <a:extLst>
                  <a:ext uri="{FF2B5EF4-FFF2-40B4-BE49-F238E27FC236}">
                    <a16:creationId xmlns:a16="http://schemas.microsoft.com/office/drawing/2014/main" id="{F8A2A34D-E4D1-448A-ABCE-228C56B736F8}"/>
                  </a:ext>
                </a:extLst>
              </p:cNvPr>
              <p:cNvSpPr txBox="1">
                <a:spLocks noRot="1" noChangeAspect="1" noMove="1" noResize="1" noEditPoints="1" noAdjustHandles="1" noChangeArrowheads="1" noChangeShapeType="1" noTextEdit="1"/>
              </p:cNvSpPr>
              <p:nvPr/>
            </p:nvSpPr>
            <p:spPr>
              <a:xfrm>
                <a:off x="6023339" y="2101627"/>
                <a:ext cx="1502185" cy="989438"/>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AE58EDD1-D67D-41EE-B14E-087796167E3C}"/>
                  </a:ext>
                </a:extLst>
              </p:cNvPr>
              <p:cNvSpPr txBox="1"/>
              <p:nvPr/>
            </p:nvSpPr>
            <p:spPr>
              <a:xfrm>
                <a:off x="7337579" y="2136693"/>
                <a:ext cx="2232516"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4</m:t>
                          </m:r>
                          <m:r>
                            <m:rPr>
                              <m:nor/>
                            </m:rPr>
                            <a:rPr lang="en-IN" dirty="0"/>
                            <m:t> </m:t>
                          </m:r>
                        </m:num>
                        <m:den>
                          <m:r>
                            <a:rPr lang="en-IN" b="0" i="1" dirty="0" smtClean="0">
                              <a:latin typeface="Cambria Math" panose="02040503050406030204" pitchFamily="18" charset="0"/>
                            </a:rPr>
                            <m:t> </m:t>
                          </m:r>
                          <m:r>
                            <a:rPr lang="en-IN" i="1" dirty="0">
                              <a:latin typeface="Cambria Math" panose="02040503050406030204" pitchFamily="18" charset="0"/>
                            </a:rPr>
                            <m:t>2598960</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57" name="TextBox 56">
                <a:extLst>
                  <a:ext uri="{FF2B5EF4-FFF2-40B4-BE49-F238E27FC236}">
                    <a16:creationId xmlns:a16="http://schemas.microsoft.com/office/drawing/2014/main" id="{AE58EDD1-D67D-41EE-B14E-087796167E3C}"/>
                  </a:ext>
                </a:extLst>
              </p:cNvPr>
              <p:cNvSpPr txBox="1">
                <a:spLocks noRot="1" noChangeAspect="1" noMove="1" noResize="1" noEditPoints="1" noAdjustHandles="1" noChangeArrowheads="1" noChangeShapeType="1" noTextEdit="1"/>
              </p:cNvSpPr>
              <p:nvPr/>
            </p:nvSpPr>
            <p:spPr>
              <a:xfrm>
                <a:off x="7337579" y="2136693"/>
                <a:ext cx="2232516" cy="901785"/>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5BD552E4-6916-404B-B2CD-0B7D09FD88BF}"/>
                  </a:ext>
                </a:extLst>
              </p:cNvPr>
              <p:cNvSpPr txBox="1"/>
              <p:nvPr/>
            </p:nvSpPr>
            <p:spPr>
              <a:xfrm>
                <a:off x="9323339" y="2134791"/>
                <a:ext cx="1849940"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1</m:t>
                          </m:r>
                          <m:r>
                            <m:rPr>
                              <m:nor/>
                            </m:rPr>
                            <a:rPr lang="en-IN" dirty="0"/>
                            <m:t> </m:t>
                          </m:r>
                        </m:num>
                        <m:den>
                          <m:r>
                            <a:rPr lang="en-IN" b="0" i="1" dirty="0" smtClean="0">
                              <a:latin typeface="Cambria Math" panose="02040503050406030204" pitchFamily="18" charset="0"/>
                            </a:rPr>
                            <m:t> 649740 </m:t>
                          </m:r>
                        </m:den>
                      </m:f>
                    </m:oMath>
                  </m:oMathPara>
                </a14:m>
                <a:endParaRPr lang="en-IN" dirty="0">
                  <a:latin typeface="+mn-lt"/>
                </a:endParaRPr>
              </a:p>
            </p:txBody>
          </p:sp>
        </mc:Choice>
        <mc:Fallback xmlns="">
          <p:sp>
            <p:nvSpPr>
              <p:cNvPr id="58" name="TextBox 57">
                <a:extLst>
                  <a:ext uri="{FF2B5EF4-FFF2-40B4-BE49-F238E27FC236}">
                    <a16:creationId xmlns:a16="http://schemas.microsoft.com/office/drawing/2014/main" id="{5BD552E4-6916-404B-B2CD-0B7D09FD88BF}"/>
                  </a:ext>
                </a:extLst>
              </p:cNvPr>
              <p:cNvSpPr txBox="1">
                <a:spLocks noRot="1" noChangeAspect="1" noMove="1" noResize="1" noEditPoints="1" noAdjustHandles="1" noChangeArrowheads="1" noChangeShapeType="1" noTextEdit="1"/>
              </p:cNvSpPr>
              <p:nvPr/>
            </p:nvSpPr>
            <p:spPr>
              <a:xfrm>
                <a:off x="9323339" y="2134791"/>
                <a:ext cx="1849940" cy="901785"/>
              </a:xfrm>
              <a:prstGeom prst="rect">
                <a:avLst/>
              </a:prstGeom>
              <a:blipFill>
                <a:blip r:embed="rId2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D93FDA52-C52A-40A5-B431-EEC655F98F80}"/>
                  </a:ext>
                </a:extLst>
              </p:cNvPr>
              <p:cNvSpPr txBox="1"/>
              <p:nvPr/>
            </p:nvSpPr>
            <p:spPr>
              <a:xfrm>
                <a:off x="1136168" y="4222164"/>
                <a:ext cx="146304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Event </a:t>
                </a:r>
                <a14:m>
                  <m:oMath xmlns:m="http://schemas.openxmlformats.org/officeDocument/2006/math">
                    <m:r>
                      <m:rPr>
                        <m:sty m:val="p"/>
                      </m:rPr>
                      <a:rPr lang="en-IN" b="0" i="0" dirty="0" smtClean="0">
                        <a:latin typeface="Cambria Math" panose="02040503050406030204" pitchFamily="18" charset="0"/>
                      </a:rPr>
                      <m:t>C</m:t>
                    </m:r>
                  </m:oMath>
                </a14:m>
                <a:r>
                  <a:rPr lang="en-IN" dirty="0">
                    <a:latin typeface="+mn-lt"/>
                  </a:rPr>
                  <a:t> :</a:t>
                </a:r>
              </a:p>
            </p:txBody>
          </p:sp>
        </mc:Choice>
        <mc:Fallback xmlns="">
          <p:sp>
            <p:nvSpPr>
              <p:cNvPr id="44" name="TextBox 43">
                <a:extLst>
                  <a:ext uri="{FF2B5EF4-FFF2-40B4-BE49-F238E27FC236}">
                    <a16:creationId xmlns:a16="http://schemas.microsoft.com/office/drawing/2014/main" id="{D93FDA52-C52A-40A5-B431-EEC655F98F80}"/>
                  </a:ext>
                </a:extLst>
              </p:cNvPr>
              <p:cNvSpPr txBox="1">
                <a:spLocks noRot="1" noChangeAspect="1" noMove="1" noResize="1" noEditPoints="1" noAdjustHandles="1" noChangeArrowheads="1" noChangeShapeType="1" noTextEdit="1"/>
              </p:cNvSpPr>
              <p:nvPr/>
            </p:nvSpPr>
            <p:spPr>
              <a:xfrm>
                <a:off x="1136168" y="4222164"/>
                <a:ext cx="1463040" cy="523220"/>
              </a:xfrm>
              <a:prstGeom prst="rect">
                <a:avLst/>
              </a:prstGeom>
              <a:blipFill>
                <a:blip r:embed="rId29"/>
                <a:stretch>
                  <a:fillRect l="-8333" t="-10588" r="-4167"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036FB875-5DB7-4F5B-93D9-947050DB3DA7}"/>
                  </a:ext>
                </a:extLst>
              </p:cNvPr>
              <p:cNvSpPr txBox="1"/>
              <p:nvPr/>
            </p:nvSpPr>
            <p:spPr>
              <a:xfrm>
                <a:off x="2483370" y="4222164"/>
                <a:ext cx="4269305"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a:rPr lang="en-IN" b="0" i="0" dirty="0" smtClean="0">
                        <a:latin typeface="Cambria Math" panose="02040503050406030204" pitchFamily="18" charset="0"/>
                      </a:rPr>
                      <m:t>3</m:t>
                    </m:r>
                  </m:oMath>
                </a14:m>
                <a:r>
                  <a:rPr lang="en-IN" dirty="0">
                    <a:latin typeface="+mn-lt"/>
                  </a:rPr>
                  <a:t> tens and </a:t>
                </a:r>
                <a14:m>
                  <m:oMath xmlns:m="http://schemas.openxmlformats.org/officeDocument/2006/math">
                    <m:r>
                      <a:rPr lang="en-IN" b="0" i="1" dirty="0" smtClean="0">
                        <a:latin typeface="Cambria Math" panose="02040503050406030204" pitchFamily="18" charset="0"/>
                      </a:rPr>
                      <m:t>2</m:t>
                    </m:r>
                  </m:oMath>
                </a14:m>
                <a:r>
                  <a:rPr lang="en-IN" dirty="0">
                    <a:latin typeface="+mn-lt"/>
                  </a:rPr>
                  <a:t> jacks are drawn</a:t>
                </a:r>
              </a:p>
            </p:txBody>
          </p:sp>
        </mc:Choice>
        <mc:Fallback xmlns="">
          <p:sp>
            <p:nvSpPr>
              <p:cNvPr id="59" name="TextBox 58">
                <a:extLst>
                  <a:ext uri="{FF2B5EF4-FFF2-40B4-BE49-F238E27FC236}">
                    <a16:creationId xmlns:a16="http://schemas.microsoft.com/office/drawing/2014/main" id="{036FB875-5DB7-4F5B-93D9-947050DB3DA7}"/>
                  </a:ext>
                </a:extLst>
              </p:cNvPr>
              <p:cNvSpPr txBox="1">
                <a:spLocks noRot="1" noChangeAspect="1" noMove="1" noResize="1" noEditPoints="1" noAdjustHandles="1" noChangeArrowheads="1" noChangeShapeType="1" noTextEdit="1"/>
              </p:cNvSpPr>
              <p:nvPr/>
            </p:nvSpPr>
            <p:spPr>
              <a:xfrm>
                <a:off x="2483370" y="4222164"/>
                <a:ext cx="4269305" cy="523220"/>
              </a:xfrm>
              <a:prstGeom prst="rect">
                <a:avLst/>
              </a:prstGeom>
              <a:blipFill>
                <a:blip r:embed="rId30"/>
                <a:stretch>
                  <a:fillRect t="-10588"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39E5C605-8CA9-4F8D-9F52-D340EE5C3F39}"/>
                  </a:ext>
                </a:extLst>
              </p:cNvPr>
              <p:cNvSpPr txBox="1"/>
              <p:nvPr/>
            </p:nvSpPr>
            <p:spPr>
              <a:xfrm>
                <a:off x="1582800" y="4863796"/>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C</m:t>
                          </m:r>
                        </m:e>
                      </m:d>
                    </m:oMath>
                  </m:oMathPara>
                </a14:m>
                <a:endParaRPr lang="en-IN" dirty="0">
                  <a:latin typeface="+mn-lt"/>
                </a:endParaRPr>
              </a:p>
            </p:txBody>
          </p:sp>
        </mc:Choice>
        <mc:Fallback xmlns="">
          <p:sp>
            <p:nvSpPr>
              <p:cNvPr id="60" name="TextBox 59">
                <a:extLst>
                  <a:ext uri="{FF2B5EF4-FFF2-40B4-BE49-F238E27FC236}">
                    <a16:creationId xmlns:a16="http://schemas.microsoft.com/office/drawing/2014/main" id="{39E5C605-8CA9-4F8D-9F52-D340EE5C3F39}"/>
                  </a:ext>
                </a:extLst>
              </p:cNvPr>
              <p:cNvSpPr txBox="1">
                <a:spLocks noRot="1" noChangeAspect="1" noMove="1" noResize="1" noEditPoints="1" noAdjustHandles="1" noChangeArrowheads="1" noChangeShapeType="1" noTextEdit="1"/>
              </p:cNvSpPr>
              <p:nvPr/>
            </p:nvSpPr>
            <p:spPr>
              <a:xfrm>
                <a:off x="1582800" y="4863796"/>
                <a:ext cx="900571" cy="523220"/>
              </a:xfrm>
              <a:prstGeom prst="rect">
                <a:avLst/>
              </a:prstGeom>
              <a:blipFill>
                <a:blip r:embed="rId3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BC271876-4EF6-47CC-A1C9-7A96A40F6164}"/>
                  </a:ext>
                </a:extLst>
              </p:cNvPr>
              <p:cNvSpPr txBox="1"/>
              <p:nvPr/>
            </p:nvSpPr>
            <p:spPr>
              <a:xfrm>
                <a:off x="1136166" y="4863796"/>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61" name="TextBox 60">
                <a:extLst>
                  <a:ext uri="{FF2B5EF4-FFF2-40B4-BE49-F238E27FC236}">
                    <a16:creationId xmlns:a16="http://schemas.microsoft.com/office/drawing/2014/main" id="{BC271876-4EF6-47CC-A1C9-7A96A40F6164}"/>
                  </a:ext>
                </a:extLst>
              </p:cNvPr>
              <p:cNvSpPr txBox="1">
                <a:spLocks noRot="1" noChangeAspect="1" noMove="1" noResize="1" noEditPoints="1" noAdjustHandles="1" noChangeArrowheads="1" noChangeShapeType="1" noTextEdit="1"/>
              </p:cNvSpPr>
              <p:nvPr/>
            </p:nvSpPr>
            <p:spPr>
              <a:xfrm>
                <a:off x="1136166" y="4863796"/>
                <a:ext cx="534127" cy="523220"/>
              </a:xfrm>
              <a:prstGeom prst="rect">
                <a:avLst/>
              </a:prstGeom>
              <a:blipFill>
                <a:blip r:embed="rId3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4E3279C5-F458-45DB-9677-3CE8615619C1}"/>
                  </a:ext>
                </a:extLst>
              </p:cNvPr>
              <p:cNvSpPr txBox="1"/>
              <p:nvPr/>
            </p:nvSpPr>
            <p:spPr>
              <a:xfrm>
                <a:off x="2376184" y="4863796"/>
                <a:ext cx="534127"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66" name="TextBox 65">
                <a:extLst>
                  <a:ext uri="{FF2B5EF4-FFF2-40B4-BE49-F238E27FC236}">
                    <a16:creationId xmlns:a16="http://schemas.microsoft.com/office/drawing/2014/main" id="{4E3279C5-F458-45DB-9677-3CE8615619C1}"/>
                  </a:ext>
                </a:extLst>
              </p:cNvPr>
              <p:cNvSpPr txBox="1">
                <a:spLocks noRot="1" noChangeAspect="1" noMove="1" noResize="1" noEditPoints="1" noAdjustHandles="1" noChangeArrowheads="1" noChangeShapeType="1" noTextEdit="1"/>
              </p:cNvSpPr>
              <p:nvPr/>
            </p:nvSpPr>
            <p:spPr>
              <a:xfrm>
                <a:off x="2376184" y="4863796"/>
                <a:ext cx="534127" cy="523220"/>
              </a:xfrm>
              <a:prstGeom prst="rect">
                <a:avLst/>
              </a:prstGeom>
              <a:blipFill>
                <a:blip r:embed="rId3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9A85D837-F45B-4862-8F42-8CEF470A97FD}"/>
                  </a:ext>
                </a:extLst>
              </p:cNvPr>
              <p:cNvSpPr txBox="1"/>
              <p:nvPr/>
            </p:nvSpPr>
            <p:spPr>
              <a:xfrm>
                <a:off x="2781935" y="4863796"/>
                <a:ext cx="720131"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3</m:t>
                              </m:r>
                            </m:sub>
                          </m:sSub>
                        </m:e>
                      </m:sPre>
                    </m:oMath>
                  </m:oMathPara>
                </a14:m>
                <a:endParaRPr lang="en-IN" sz="2800" dirty="0">
                  <a:solidFill>
                    <a:srgbClr val="002060"/>
                  </a:solidFill>
                </a:endParaRPr>
              </a:p>
            </p:txBody>
          </p:sp>
        </mc:Choice>
        <mc:Fallback xmlns="">
          <p:sp>
            <p:nvSpPr>
              <p:cNvPr id="67" name="TextBox 66">
                <a:extLst>
                  <a:ext uri="{FF2B5EF4-FFF2-40B4-BE49-F238E27FC236}">
                    <a16:creationId xmlns:a16="http://schemas.microsoft.com/office/drawing/2014/main" id="{9A85D837-F45B-4862-8F42-8CEF470A97FD}"/>
                  </a:ext>
                </a:extLst>
              </p:cNvPr>
              <p:cNvSpPr txBox="1">
                <a:spLocks noRot="1" noChangeAspect="1" noMove="1" noResize="1" noEditPoints="1" noAdjustHandles="1" noChangeArrowheads="1" noChangeShapeType="1" noTextEdit="1"/>
              </p:cNvSpPr>
              <p:nvPr/>
            </p:nvSpPr>
            <p:spPr>
              <a:xfrm>
                <a:off x="2781935" y="4863796"/>
                <a:ext cx="720131" cy="523220"/>
              </a:xfrm>
              <a:prstGeom prst="rect">
                <a:avLst/>
              </a:prstGeom>
              <a:blipFill>
                <a:blip r:embed="rId3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FE674C50-6FC7-45AB-A72B-BC633C9397AD}"/>
                  </a:ext>
                </a:extLst>
              </p:cNvPr>
              <p:cNvSpPr txBox="1"/>
              <p:nvPr/>
            </p:nvSpPr>
            <p:spPr>
              <a:xfrm>
                <a:off x="3426459" y="4863796"/>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68" name="TextBox 67">
                <a:extLst>
                  <a:ext uri="{FF2B5EF4-FFF2-40B4-BE49-F238E27FC236}">
                    <a16:creationId xmlns:a16="http://schemas.microsoft.com/office/drawing/2014/main" id="{FE674C50-6FC7-45AB-A72B-BC633C9397AD}"/>
                  </a:ext>
                </a:extLst>
              </p:cNvPr>
              <p:cNvSpPr txBox="1">
                <a:spLocks noRot="1" noChangeAspect="1" noMove="1" noResize="1" noEditPoints="1" noAdjustHandles="1" noChangeArrowheads="1" noChangeShapeType="1" noTextEdit="1"/>
              </p:cNvSpPr>
              <p:nvPr/>
            </p:nvSpPr>
            <p:spPr>
              <a:xfrm>
                <a:off x="3426459" y="4863796"/>
                <a:ext cx="534127" cy="523220"/>
              </a:xfrm>
              <a:prstGeom prst="rect">
                <a:avLst/>
              </a:prstGeom>
              <a:blipFill>
                <a:blip r:embed="rId3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CC5E5E3B-96A9-4E4D-A4B6-47A2DC4BDA08}"/>
                  </a:ext>
                </a:extLst>
              </p:cNvPr>
              <p:cNvSpPr txBox="1"/>
              <p:nvPr/>
            </p:nvSpPr>
            <p:spPr>
              <a:xfrm>
                <a:off x="3786022" y="4863796"/>
                <a:ext cx="880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2</m:t>
                              </m:r>
                            </m:sub>
                          </m:sSub>
                        </m:e>
                      </m:sPre>
                    </m:oMath>
                  </m:oMathPara>
                </a14:m>
                <a:endParaRPr lang="en-IN" sz="2800" dirty="0">
                  <a:solidFill>
                    <a:srgbClr val="002060"/>
                  </a:solidFill>
                </a:endParaRPr>
              </a:p>
            </p:txBody>
          </p:sp>
        </mc:Choice>
        <mc:Fallback xmlns="">
          <p:sp>
            <p:nvSpPr>
              <p:cNvPr id="69" name="TextBox 68">
                <a:extLst>
                  <a:ext uri="{FF2B5EF4-FFF2-40B4-BE49-F238E27FC236}">
                    <a16:creationId xmlns:a16="http://schemas.microsoft.com/office/drawing/2014/main" id="{CC5E5E3B-96A9-4E4D-A4B6-47A2DC4BDA08}"/>
                  </a:ext>
                </a:extLst>
              </p:cNvPr>
              <p:cNvSpPr txBox="1">
                <a:spLocks noRot="1" noChangeAspect="1" noMove="1" noResize="1" noEditPoints="1" noAdjustHandles="1" noChangeArrowheads="1" noChangeShapeType="1" noTextEdit="1"/>
              </p:cNvSpPr>
              <p:nvPr/>
            </p:nvSpPr>
            <p:spPr>
              <a:xfrm>
                <a:off x="3786022" y="4863796"/>
                <a:ext cx="880455" cy="523220"/>
              </a:xfrm>
              <a:prstGeom prst="rect">
                <a:avLst/>
              </a:prstGeom>
              <a:blipFill>
                <a:blip r:embed="rId3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0CC6C418-5118-493D-AD88-0BB5891CEC22}"/>
                  </a:ext>
                </a:extLst>
              </p:cNvPr>
              <p:cNvSpPr txBox="1"/>
              <p:nvPr/>
            </p:nvSpPr>
            <p:spPr>
              <a:xfrm>
                <a:off x="2376184" y="5410123"/>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70" name="TextBox 69">
                <a:extLst>
                  <a:ext uri="{FF2B5EF4-FFF2-40B4-BE49-F238E27FC236}">
                    <a16:creationId xmlns:a16="http://schemas.microsoft.com/office/drawing/2014/main" id="{0CC6C418-5118-493D-AD88-0BB5891CEC22}"/>
                  </a:ext>
                </a:extLst>
              </p:cNvPr>
              <p:cNvSpPr txBox="1">
                <a:spLocks noRot="1" noChangeAspect="1" noMove="1" noResize="1" noEditPoints="1" noAdjustHandles="1" noChangeArrowheads="1" noChangeShapeType="1" noTextEdit="1"/>
              </p:cNvSpPr>
              <p:nvPr/>
            </p:nvSpPr>
            <p:spPr>
              <a:xfrm>
                <a:off x="2376184" y="5410123"/>
                <a:ext cx="534127" cy="523220"/>
              </a:xfrm>
              <a:prstGeom prst="rect">
                <a:avLst/>
              </a:prstGeom>
              <a:blipFill>
                <a:blip r:embed="rId3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30B4B242-4A17-4791-87A2-B2EF11D00494}"/>
                  </a:ext>
                </a:extLst>
              </p:cNvPr>
              <p:cNvSpPr txBox="1"/>
              <p:nvPr/>
            </p:nvSpPr>
            <p:spPr>
              <a:xfrm>
                <a:off x="2868661" y="5414536"/>
                <a:ext cx="475608"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71" name="TextBox 70">
                <a:extLst>
                  <a:ext uri="{FF2B5EF4-FFF2-40B4-BE49-F238E27FC236}">
                    <a16:creationId xmlns:a16="http://schemas.microsoft.com/office/drawing/2014/main" id="{30B4B242-4A17-4791-87A2-B2EF11D00494}"/>
                  </a:ext>
                </a:extLst>
              </p:cNvPr>
              <p:cNvSpPr txBox="1">
                <a:spLocks noRot="1" noChangeAspect="1" noMove="1" noResize="1" noEditPoints="1" noAdjustHandles="1" noChangeArrowheads="1" noChangeShapeType="1" noTextEdit="1"/>
              </p:cNvSpPr>
              <p:nvPr/>
            </p:nvSpPr>
            <p:spPr>
              <a:xfrm>
                <a:off x="2868661" y="5414536"/>
                <a:ext cx="475608" cy="523220"/>
              </a:xfrm>
              <a:prstGeom prst="rect">
                <a:avLst/>
              </a:prstGeom>
              <a:blipFill>
                <a:blip r:embed="rId3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9B033483-1C56-414E-BE4B-57EAC2FE8834}"/>
                  </a:ext>
                </a:extLst>
              </p:cNvPr>
              <p:cNvSpPr txBox="1"/>
              <p:nvPr/>
            </p:nvSpPr>
            <p:spPr>
              <a:xfrm>
                <a:off x="3291994" y="5414536"/>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72" name="TextBox 71">
                <a:extLst>
                  <a:ext uri="{FF2B5EF4-FFF2-40B4-BE49-F238E27FC236}">
                    <a16:creationId xmlns:a16="http://schemas.microsoft.com/office/drawing/2014/main" id="{9B033483-1C56-414E-BE4B-57EAC2FE8834}"/>
                  </a:ext>
                </a:extLst>
              </p:cNvPr>
              <p:cNvSpPr txBox="1">
                <a:spLocks noRot="1" noChangeAspect="1" noMove="1" noResize="1" noEditPoints="1" noAdjustHandles="1" noChangeArrowheads="1" noChangeShapeType="1" noTextEdit="1"/>
              </p:cNvSpPr>
              <p:nvPr/>
            </p:nvSpPr>
            <p:spPr>
              <a:xfrm>
                <a:off x="3291994" y="5414536"/>
                <a:ext cx="534127" cy="523220"/>
              </a:xfrm>
              <a:prstGeom prst="rect">
                <a:avLst/>
              </a:prstGeom>
              <a:blipFill>
                <a:blip r:embed="rId3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F96A9552-378C-4316-9658-660B0080E68E}"/>
                  </a:ext>
                </a:extLst>
              </p:cNvPr>
              <p:cNvSpPr txBox="1"/>
              <p:nvPr/>
            </p:nvSpPr>
            <p:spPr>
              <a:xfrm>
                <a:off x="3704008" y="5414536"/>
                <a:ext cx="556329"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6</m:t>
                      </m:r>
                    </m:oMath>
                  </m:oMathPara>
                </a14:m>
                <a:endParaRPr lang="en-IN" sz="2800" dirty="0">
                  <a:solidFill>
                    <a:srgbClr val="002060"/>
                  </a:solidFill>
                </a:endParaRPr>
              </a:p>
            </p:txBody>
          </p:sp>
        </mc:Choice>
        <mc:Fallback xmlns="">
          <p:sp>
            <p:nvSpPr>
              <p:cNvPr id="73" name="TextBox 72">
                <a:extLst>
                  <a:ext uri="{FF2B5EF4-FFF2-40B4-BE49-F238E27FC236}">
                    <a16:creationId xmlns:a16="http://schemas.microsoft.com/office/drawing/2014/main" id="{F96A9552-378C-4316-9658-660B0080E68E}"/>
                  </a:ext>
                </a:extLst>
              </p:cNvPr>
              <p:cNvSpPr txBox="1">
                <a:spLocks noRot="1" noChangeAspect="1" noMove="1" noResize="1" noEditPoints="1" noAdjustHandles="1" noChangeArrowheads="1" noChangeShapeType="1" noTextEdit="1"/>
              </p:cNvSpPr>
              <p:nvPr/>
            </p:nvSpPr>
            <p:spPr>
              <a:xfrm>
                <a:off x="3704008" y="5414536"/>
                <a:ext cx="556329" cy="523220"/>
              </a:xfrm>
              <a:prstGeom prst="rect">
                <a:avLst/>
              </a:prstGeom>
              <a:blipFill>
                <a:blip r:embed="rId4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17B9C60D-BF9D-4C25-B087-697CCFFCC8A9}"/>
                  </a:ext>
                </a:extLst>
              </p:cNvPr>
              <p:cNvSpPr txBox="1"/>
              <p:nvPr/>
            </p:nvSpPr>
            <p:spPr>
              <a:xfrm>
                <a:off x="2381034" y="5956450"/>
                <a:ext cx="566642"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74" name="TextBox 73">
                <a:extLst>
                  <a:ext uri="{FF2B5EF4-FFF2-40B4-BE49-F238E27FC236}">
                    <a16:creationId xmlns:a16="http://schemas.microsoft.com/office/drawing/2014/main" id="{17B9C60D-BF9D-4C25-B087-697CCFFCC8A9}"/>
                  </a:ext>
                </a:extLst>
              </p:cNvPr>
              <p:cNvSpPr txBox="1">
                <a:spLocks noRot="1" noChangeAspect="1" noMove="1" noResize="1" noEditPoints="1" noAdjustHandles="1" noChangeArrowheads="1" noChangeShapeType="1" noTextEdit="1"/>
              </p:cNvSpPr>
              <p:nvPr/>
            </p:nvSpPr>
            <p:spPr>
              <a:xfrm>
                <a:off x="2381034" y="5956450"/>
                <a:ext cx="566642" cy="523220"/>
              </a:xfrm>
              <a:prstGeom prst="rect">
                <a:avLst/>
              </a:prstGeom>
              <a:blipFill>
                <a:blip r:embed="rId4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584BBE20-9DA8-47A8-9034-BE9A505C52E5}"/>
                  </a:ext>
                </a:extLst>
              </p:cNvPr>
              <p:cNvSpPr txBox="1"/>
              <p:nvPr/>
            </p:nvSpPr>
            <p:spPr>
              <a:xfrm>
                <a:off x="2874514" y="5956450"/>
                <a:ext cx="59708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24</m:t>
                      </m:r>
                    </m:oMath>
                  </m:oMathPara>
                </a14:m>
                <a:endParaRPr lang="en-IN" sz="2800" dirty="0">
                  <a:solidFill>
                    <a:srgbClr val="002060"/>
                  </a:solidFill>
                </a:endParaRPr>
              </a:p>
            </p:txBody>
          </p:sp>
        </mc:Choice>
        <mc:Fallback xmlns="">
          <p:sp>
            <p:nvSpPr>
              <p:cNvPr id="75" name="TextBox 74">
                <a:extLst>
                  <a:ext uri="{FF2B5EF4-FFF2-40B4-BE49-F238E27FC236}">
                    <a16:creationId xmlns:a16="http://schemas.microsoft.com/office/drawing/2014/main" id="{584BBE20-9DA8-47A8-9034-BE9A505C52E5}"/>
                  </a:ext>
                </a:extLst>
              </p:cNvPr>
              <p:cNvSpPr txBox="1">
                <a:spLocks noRot="1" noChangeAspect="1" noMove="1" noResize="1" noEditPoints="1" noAdjustHandles="1" noChangeArrowheads="1" noChangeShapeType="1" noTextEdit="1"/>
              </p:cNvSpPr>
              <p:nvPr/>
            </p:nvSpPr>
            <p:spPr>
              <a:xfrm>
                <a:off x="2874514" y="5956450"/>
                <a:ext cx="597087" cy="523220"/>
              </a:xfrm>
              <a:prstGeom prst="rect">
                <a:avLst/>
              </a:prstGeom>
              <a:blipFill>
                <a:blip r:embed="rId42"/>
                <a:stretch>
                  <a:fillRect/>
                </a:stretch>
              </a:blipFill>
            </p:spPr>
            <p:txBody>
              <a:bodyPr/>
              <a:lstStyle/>
              <a:p>
                <a:r>
                  <a:rPr lang="en-IN">
                    <a:noFill/>
                  </a:rPr>
                  <a:t> </a:t>
                </a:r>
              </a:p>
            </p:txBody>
          </p:sp>
        </mc:Fallback>
      </mc:AlternateContent>
      <p:cxnSp>
        <p:nvCxnSpPr>
          <p:cNvPr id="76" name="Straight Connector 75">
            <a:extLst>
              <a:ext uri="{FF2B5EF4-FFF2-40B4-BE49-F238E27FC236}">
                <a16:creationId xmlns:a16="http://schemas.microsoft.com/office/drawing/2014/main" id="{C219788C-2756-4A0C-811D-C73B77CC56E0}"/>
              </a:ext>
            </a:extLst>
          </p:cNvPr>
          <p:cNvCxnSpPr>
            <a:cxnSpLocks/>
          </p:cNvCxnSpPr>
          <p:nvPr/>
        </p:nvCxnSpPr>
        <p:spPr>
          <a:xfrm>
            <a:off x="4666477" y="4863796"/>
            <a:ext cx="0" cy="1656000"/>
          </a:xfrm>
          <a:prstGeom prst="line">
            <a:avLst/>
          </a:prstGeom>
          <a:ln w="28575" cap="rnd">
            <a:solidFill>
              <a:srgbClr val="FF0000"/>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198F7A63-7D74-4AD3-8CB1-73A8CD6A0B67}"/>
                  </a:ext>
                </a:extLst>
              </p:cNvPr>
              <p:cNvSpPr txBox="1"/>
              <p:nvPr/>
            </p:nvSpPr>
            <p:spPr>
              <a:xfrm>
                <a:off x="5152714" y="5409190"/>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C</m:t>
                          </m:r>
                        </m:e>
                      </m:d>
                    </m:oMath>
                  </m:oMathPara>
                </a14:m>
                <a:endParaRPr lang="en-IN" dirty="0">
                  <a:latin typeface="+mn-lt"/>
                </a:endParaRPr>
              </a:p>
            </p:txBody>
          </p:sp>
        </mc:Choice>
        <mc:Fallback xmlns="">
          <p:sp>
            <p:nvSpPr>
              <p:cNvPr id="77" name="TextBox 76">
                <a:extLst>
                  <a:ext uri="{FF2B5EF4-FFF2-40B4-BE49-F238E27FC236}">
                    <a16:creationId xmlns:a16="http://schemas.microsoft.com/office/drawing/2014/main" id="{198F7A63-7D74-4AD3-8CB1-73A8CD6A0B67}"/>
                  </a:ext>
                </a:extLst>
              </p:cNvPr>
              <p:cNvSpPr txBox="1">
                <a:spLocks noRot="1" noChangeAspect="1" noMove="1" noResize="1" noEditPoints="1" noAdjustHandles="1" noChangeArrowheads="1" noChangeShapeType="1" noTextEdit="1"/>
              </p:cNvSpPr>
              <p:nvPr/>
            </p:nvSpPr>
            <p:spPr>
              <a:xfrm>
                <a:off x="5152714" y="5409190"/>
                <a:ext cx="900571" cy="523220"/>
              </a:xfrm>
              <a:prstGeom prst="rect">
                <a:avLst/>
              </a:prstGeom>
              <a:blipFill>
                <a:blip r:embed="rId4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9EF6A0D6-3079-406E-9D8A-1F760664F2ED}"/>
                  </a:ext>
                </a:extLst>
              </p:cNvPr>
              <p:cNvSpPr txBox="1"/>
              <p:nvPr/>
            </p:nvSpPr>
            <p:spPr>
              <a:xfrm>
                <a:off x="4706080" y="5409190"/>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78" name="TextBox 77">
                <a:extLst>
                  <a:ext uri="{FF2B5EF4-FFF2-40B4-BE49-F238E27FC236}">
                    <a16:creationId xmlns:a16="http://schemas.microsoft.com/office/drawing/2014/main" id="{9EF6A0D6-3079-406E-9D8A-1F760664F2ED}"/>
                  </a:ext>
                </a:extLst>
              </p:cNvPr>
              <p:cNvSpPr txBox="1">
                <a:spLocks noRot="1" noChangeAspect="1" noMove="1" noResize="1" noEditPoints="1" noAdjustHandles="1" noChangeArrowheads="1" noChangeShapeType="1" noTextEdit="1"/>
              </p:cNvSpPr>
              <p:nvPr/>
            </p:nvSpPr>
            <p:spPr>
              <a:xfrm>
                <a:off x="4706080" y="5409190"/>
                <a:ext cx="534127" cy="523220"/>
              </a:xfrm>
              <a:prstGeom prst="rect">
                <a:avLst/>
              </a:prstGeom>
              <a:blipFill>
                <a:blip r:embed="rId4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59275B4C-E3E9-4F28-A6EC-50B66D9A7E2F}"/>
                  </a:ext>
                </a:extLst>
              </p:cNvPr>
              <p:cNvSpPr txBox="1"/>
              <p:nvPr/>
            </p:nvSpPr>
            <p:spPr>
              <a:xfrm>
                <a:off x="5978594" y="5176081"/>
                <a:ext cx="1502185"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C</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79" name="TextBox 78">
                <a:extLst>
                  <a:ext uri="{FF2B5EF4-FFF2-40B4-BE49-F238E27FC236}">
                    <a16:creationId xmlns:a16="http://schemas.microsoft.com/office/drawing/2014/main" id="{59275B4C-E3E9-4F28-A6EC-50B66D9A7E2F}"/>
                  </a:ext>
                </a:extLst>
              </p:cNvPr>
              <p:cNvSpPr txBox="1">
                <a:spLocks noRot="1" noChangeAspect="1" noMove="1" noResize="1" noEditPoints="1" noAdjustHandles="1" noChangeArrowheads="1" noChangeShapeType="1" noTextEdit="1"/>
              </p:cNvSpPr>
              <p:nvPr/>
            </p:nvSpPr>
            <p:spPr>
              <a:xfrm>
                <a:off x="5978594" y="5176081"/>
                <a:ext cx="1502185" cy="989438"/>
              </a:xfrm>
              <a:prstGeom prst="rect">
                <a:avLst/>
              </a:prstGeom>
              <a:blipFill>
                <a:blip r:embed="rId4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9134BBE5-C811-444B-9E84-448DFED95A65}"/>
                  </a:ext>
                </a:extLst>
              </p:cNvPr>
              <p:cNvSpPr txBox="1"/>
              <p:nvPr/>
            </p:nvSpPr>
            <p:spPr>
              <a:xfrm>
                <a:off x="7292834" y="5219908"/>
                <a:ext cx="2232516"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24</m:t>
                          </m:r>
                          <m:r>
                            <m:rPr>
                              <m:nor/>
                            </m:rPr>
                            <a:rPr lang="en-IN" dirty="0"/>
                            <m:t> </m:t>
                          </m:r>
                        </m:num>
                        <m:den>
                          <m:r>
                            <a:rPr lang="en-IN" b="0" i="1" dirty="0" smtClean="0">
                              <a:latin typeface="Cambria Math" panose="02040503050406030204" pitchFamily="18" charset="0"/>
                            </a:rPr>
                            <m:t> </m:t>
                          </m:r>
                          <m:r>
                            <a:rPr lang="en-IN" i="1" dirty="0">
                              <a:latin typeface="Cambria Math" panose="02040503050406030204" pitchFamily="18" charset="0"/>
                            </a:rPr>
                            <m:t>2598960</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80" name="TextBox 79">
                <a:extLst>
                  <a:ext uri="{FF2B5EF4-FFF2-40B4-BE49-F238E27FC236}">
                    <a16:creationId xmlns:a16="http://schemas.microsoft.com/office/drawing/2014/main" id="{9134BBE5-C811-444B-9E84-448DFED95A65}"/>
                  </a:ext>
                </a:extLst>
              </p:cNvPr>
              <p:cNvSpPr txBox="1">
                <a:spLocks noRot="1" noChangeAspect="1" noMove="1" noResize="1" noEditPoints="1" noAdjustHandles="1" noChangeArrowheads="1" noChangeShapeType="1" noTextEdit="1"/>
              </p:cNvSpPr>
              <p:nvPr/>
            </p:nvSpPr>
            <p:spPr>
              <a:xfrm>
                <a:off x="7292834" y="5219908"/>
                <a:ext cx="2232516" cy="901785"/>
              </a:xfrm>
              <a:prstGeom prst="rect">
                <a:avLst/>
              </a:prstGeom>
              <a:blipFill>
                <a:blip r:embed="rId4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FE01B844-907C-4D82-9323-5A335A9B111F}"/>
                  </a:ext>
                </a:extLst>
              </p:cNvPr>
              <p:cNvSpPr txBox="1"/>
              <p:nvPr/>
            </p:nvSpPr>
            <p:spPr>
              <a:xfrm>
                <a:off x="9365320" y="5219908"/>
                <a:ext cx="1849940"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1</m:t>
                          </m:r>
                          <m:r>
                            <m:rPr>
                              <m:nor/>
                            </m:rPr>
                            <a:rPr lang="en-IN" dirty="0"/>
                            <m:t> </m:t>
                          </m:r>
                        </m:num>
                        <m:den>
                          <m:r>
                            <a:rPr lang="en-IN" b="0" i="1" dirty="0" smtClean="0">
                              <a:latin typeface="Cambria Math" panose="02040503050406030204" pitchFamily="18" charset="0"/>
                            </a:rPr>
                            <m:t> 108290 </m:t>
                          </m:r>
                        </m:den>
                      </m:f>
                    </m:oMath>
                  </m:oMathPara>
                </a14:m>
                <a:endParaRPr lang="en-IN" dirty="0">
                  <a:latin typeface="+mn-lt"/>
                </a:endParaRPr>
              </a:p>
            </p:txBody>
          </p:sp>
        </mc:Choice>
        <mc:Fallback xmlns="">
          <p:sp>
            <p:nvSpPr>
              <p:cNvPr id="81" name="TextBox 80">
                <a:extLst>
                  <a:ext uri="{FF2B5EF4-FFF2-40B4-BE49-F238E27FC236}">
                    <a16:creationId xmlns:a16="http://schemas.microsoft.com/office/drawing/2014/main" id="{FE01B844-907C-4D82-9323-5A335A9B111F}"/>
                  </a:ext>
                </a:extLst>
              </p:cNvPr>
              <p:cNvSpPr txBox="1">
                <a:spLocks noRot="1" noChangeAspect="1" noMove="1" noResize="1" noEditPoints="1" noAdjustHandles="1" noChangeArrowheads="1" noChangeShapeType="1" noTextEdit="1"/>
              </p:cNvSpPr>
              <p:nvPr/>
            </p:nvSpPr>
            <p:spPr>
              <a:xfrm>
                <a:off x="9365320" y="5219908"/>
                <a:ext cx="1849940" cy="901785"/>
              </a:xfrm>
              <a:prstGeom prst="rect">
                <a:avLst/>
              </a:prstGeom>
              <a:blipFill>
                <a:blip r:embed="rId47"/>
                <a:stretch>
                  <a:fillRect/>
                </a:stretch>
              </a:blipFill>
            </p:spPr>
            <p:txBody>
              <a:bodyPr/>
              <a:lstStyle/>
              <a:p>
                <a:r>
                  <a:rPr lang="en-IN">
                    <a:noFill/>
                  </a:rPr>
                  <a:t> </a:t>
                </a:r>
              </a:p>
            </p:txBody>
          </p:sp>
        </mc:Fallback>
      </mc:AlternateContent>
      <p:sp>
        <p:nvSpPr>
          <p:cNvPr id="7" name="Rectangle: Rounded Corners 6">
            <a:extLst>
              <a:ext uri="{FF2B5EF4-FFF2-40B4-BE49-F238E27FC236}">
                <a16:creationId xmlns:a16="http://schemas.microsoft.com/office/drawing/2014/main" id="{8E337350-9AB4-425A-B638-3B529AD15906}"/>
              </a:ext>
            </a:extLst>
          </p:cNvPr>
          <p:cNvSpPr/>
          <p:nvPr/>
        </p:nvSpPr>
        <p:spPr>
          <a:xfrm>
            <a:off x="9862823" y="736307"/>
            <a:ext cx="2268446" cy="434200"/>
          </a:xfrm>
          <a:prstGeom prst="roundRect">
            <a:avLst/>
          </a:prstGeom>
          <a:ln w="28575" cap="rnd">
            <a:solidFill>
              <a:srgbClr val="C25956"/>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1705012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5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2" presetClass="entr" presetSubtype="1" fill="hold" nodeType="clickEffect">
                                  <p:stCondLst>
                                    <p:cond delay="0"/>
                                  </p:stCondLst>
                                  <p:childTnLst>
                                    <p:set>
                                      <p:cBhvr>
                                        <p:cTn id="82" dur="1" fill="hold">
                                          <p:stCondLst>
                                            <p:cond delay="0"/>
                                          </p:stCondLst>
                                        </p:cTn>
                                        <p:tgtEl>
                                          <p:spTgt spid="53"/>
                                        </p:tgtEl>
                                        <p:attrNameLst>
                                          <p:attrName>style.visibility</p:attrName>
                                        </p:attrNameLst>
                                      </p:cBhvr>
                                      <p:to>
                                        <p:strVal val="visible"/>
                                      </p:to>
                                    </p:set>
                                    <p:animEffect transition="in" filter="wipe(up)">
                                      <p:cBhvr>
                                        <p:cTn id="83" dur="500"/>
                                        <p:tgtEl>
                                          <p:spTgt spid="53"/>
                                        </p:tgtEl>
                                      </p:cBhvr>
                                    </p:animEffec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55"/>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54"/>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56"/>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57"/>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58"/>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44"/>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59"/>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61"/>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60"/>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66"/>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grpId="0" nodeType="clickEffect">
                                  <p:stCondLst>
                                    <p:cond delay="0"/>
                                  </p:stCondLst>
                                  <p:childTnLst>
                                    <p:set>
                                      <p:cBhvr>
                                        <p:cTn id="127" dur="1" fill="hold">
                                          <p:stCondLst>
                                            <p:cond delay="0"/>
                                          </p:stCondLst>
                                        </p:cTn>
                                        <p:tgtEl>
                                          <p:spTgt spid="67"/>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grpId="0" nodeType="clickEffect">
                                  <p:stCondLst>
                                    <p:cond delay="0"/>
                                  </p:stCondLst>
                                  <p:childTnLst>
                                    <p:set>
                                      <p:cBhvr>
                                        <p:cTn id="131" dur="1" fill="hold">
                                          <p:stCondLst>
                                            <p:cond delay="0"/>
                                          </p:stCondLst>
                                        </p:cTn>
                                        <p:tgtEl>
                                          <p:spTgt spid="68"/>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grpId="0" nodeType="clickEffect">
                                  <p:stCondLst>
                                    <p:cond delay="0"/>
                                  </p:stCondLst>
                                  <p:childTnLst>
                                    <p:set>
                                      <p:cBhvr>
                                        <p:cTn id="135" dur="1" fill="hold">
                                          <p:stCondLst>
                                            <p:cond delay="0"/>
                                          </p:stCondLst>
                                        </p:cTn>
                                        <p:tgtEl>
                                          <p:spTgt spid="69"/>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grpId="0" nodeType="clickEffect">
                                  <p:stCondLst>
                                    <p:cond delay="0"/>
                                  </p:stCondLst>
                                  <p:childTnLst>
                                    <p:set>
                                      <p:cBhvr>
                                        <p:cTn id="139" dur="1" fill="hold">
                                          <p:stCondLst>
                                            <p:cond delay="0"/>
                                          </p:stCondLst>
                                        </p:cTn>
                                        <p:tgtEl>
                                          <p:spTgt spid="70"/>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presetID="1" presetClass="entr" presetSubtype="0" fill="hold" grpId="0" nodeType="clickEffect">
                                  <p:stCondLst>
                                    <p:cond delay="0"/>
                                  </p:stCondLst>
                                  <p:childTnLst>
                                    <p:set>
                                      <p:cBhvr>
                                        <p:cTn id="143" dur="1" fill="hold">
                                          <p:stCondLst>
                                            <p:cond delay="0"/>
                                          </p:stCondLst>
                                        </p:cTn>
                                        <p:tgtEl>
                                          <p:spTgt spid="71"/>
                                        </p:tgtEl>
                                        <p:attrNameLst>
                                          <p:attrName>style.visibility</p:attrName>
                                        </p:attrNameLst>
                                      </p:cBhvr>
                                      <p:to>
                                        <p:strVal val="visible"/>
                                      </p:to>
                                    </p:set>
                                  </p:childTnLst>
                                </p:cTn>
                              </p:par>
                            </p:childTnLst>
                          </p:cTn>
                        </p:par>
                      </p:childTnLst>
                    </p:cTn>
                  </p:par>
                  <p:par>
                    <p:cTn id="144" fill="hold">
                      <p:stCondLst>
                        <p:cond delay="indefinite"/>
                      </p:stCondLst>
                      <p:childTnLst>
                        <p:par>
                          <p:cTn id="145" fill="hold">
                            <p:stCondLst>
                              <p:cond delay="0"/>
                            </p:stCondLst>
                            <p:childTnLst>
                              <p:par>
                                <p:cTn id="146" presetID="1" presetClass="entr" presetSubtype="0" fill="hold" grpId="0" nodeType="clickEffect">
                                  <p:stCondLst>
                                    <p:cond delay="0"/>
                                  </p:stCondLst>
                                  <p:childTnLst>
                                    <p:set>
                                      <p:cBhvr>
                                        <p:cTn id="147" dur="1" fill="hold">
                                          <p:stCondLst>
                                            <p:cond delay="0"/>
                                          </p:stCondLst>
                                        </p:cTn>
                                        <p:tgtEl>
                                          <p:spTgt spid="72"/>
                                        </p:tgtEl>
                                        <p:attrNameLst>
                                          <p:attrName>style.visibility</p:attrName>
                                        </p:attrNameLst>
                                      </p:cBhvr>
                                      <p:to>
                                        <p:strVal val="visible"/>
                                      </p:to>
                                    </p:set>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grpId="0" nodeType="clickEffect">
                                  <p:stCondLst>
                                    <p:cond delay="0"/>
                                  </p:stCondLst>
                                  <p:childTnLst>
                                    <p:set>
                                      <p:cBhvr>
                                        <p:cTn id="151" dur="1" fill="hold">
                                          <p:stCondLst>
                                            <p:cond delay="0"/>
                                          </p:stCondLst>
                                        </p:cTn>
                                        <p:tgtEl>
                                          <p:spTgt spid="73"/>
                                        </p:tgtEl>
                                        <p:attrNameLst>
                                          <p:attrName>style.visibility</p:attrName>
                                        </p:attrNameLst>
                                      </p:cBhvr>
                                      <p:to>
                                        <p:strVal val="visible"/>
                                      </p:to>
                                    </p:set>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grpId="0" nodeType="clickEffect">
                                  <p:stCondLst>
                                    <p:cond delay="0"/>
                                  </p:stCondLst>
                                  <p:childTnLst>
                                    <p:set>
                                      <p:cBhvr>
                                        <p:cTn id="155" dur="1" fill="hold">
                                          <p:stCondLst>
                                            <p:cond delay="0"/>
                                          </p:stCondLst>
                                        </p:cTn>
                                        <p:tgtEl>
                                          <p:spTgt spid="74"/>
                                        </p:tgtEl>
                                        <p:attrNameLst>
                                          <p:attrName>style.visibility</p:attrName>
                                        </p:attrNameLst>
                                      </p:cBhvr>
                                      <p:to>
                                        <p:strVal val="visible"/>
                                      </p:to>
                                    </p:set>
                                  </p:childTnLst>
                                </p:cTn>
                              </p:par>
                            </p:childTnLst>
                          </p:cTn>
                        </p:par>
                      </p:childTnLst>
                    </p:cTn>
                  </p:par>
                  <p:par>
                    <p:cTn id="156" fill="hold">
                      <p:stCondLst>
                        <p:cond delay="indefinite"/>
                      </p:stCondLst>
                      <p:childTnLst>
                        <p:par>
                          <p:cTn id="157" fill="hold">
                            <p:stCondLst>
                              <p:cond delay="0"/>
                            </p:stCondLst>
                            <p:childTnLst>
                              <p:par>
                                <p:cTn id="158" presetID="1" presetClass="entr" presetSubtype="0" fill="hold" grpId="0" nodeType="clickEffect">
                                  <p:stCondLst>
                                    <p:cond delay="0"/>
                                  </p:stCondLst>
                                  <p:childTnLst>
                                    <p:set>
                                      <p:cBhvr>
                                        <p:cTn id="159" dur="1" fill="hold">
                                          <p:stCondLst>
                                            <p:cond delay="0"/>
                                          </p:stCondLst>
                                        </p:cTn>
                                        <p:tgtEl>
                                          <p:spTgt spid="75"/>
                                        </p:tgtEl>
                                        <p:attrNameLst>
                                          <p:attrName>style.visibility</p:attrName>
                                        </p:attrNameLst>
                                      </p:cBhvr>
                                      <p:to>
                                        <p:strVal val="visible"/>
                                      </p:to>
                                    </p:set>
                                  </p:childTnLst>
                                </p:cTn>
                              </p:par>
                            </p:childTnLst>
                          </p:cTn>
                        </p:par>
                      </p:childTnLst>
                    </p:cTn>
                  </p:par>
                  <p:par>
                    <p:cTn id="160" fill="hold">
                      <p:stCondLst>
                        <p:cond delay="indefinite"/>
                      </p:stCondLst>
                      <p:childTnLst>
                        <p:par>
                          <p:cTn id="161" fill="hold">
                            <p:stCondLst>
                              <p:cond delay="0"/>
                            </p:stCondLst>
                            <p:childTnLst>
                              <p:par>
                                <p:cTn id="162" presetID="22" presetClass="entr" presetSubtype="1" fill="hold" nodeType="clickEffect">
                                  <p:stCondLst>
                                    <p:cond delay="0"/>
                                  </p:stCondLst>
                                  <p:childTnLst>
                                    <p:set>
                                      <p:cBhvr>
                                        <p:cTn id="163" dur="1" fill="hold">
                                          <p:stCondLst>
                                            <p:cond delay="0"/>
                                          </p:stCondLst>
                                        </p:cTn>
                                        <p:tgtEl>
                                          <p:spTgt spid="76"/>
                                        </p:tgtEl>
                                        <p:attrNameLst>
                                          <p:attrName>style.visibility</p:attrName>
                                        </p:attrNameLst>
                                      </p:cBhvr>
                                      <p:to>
                                        <p:strVal val="visible"/>
                                      </p:to>
                                    </p:set>
                                    <p:animEffect transition="in" filter="wipe(up)">
                                      <p:cBhvr>
                                        <p:cTn id="164" dur="500"/>
                                        <p:tgtEl>
                                          <p:spTgt spid="76"/>
                                        </p:tgtEl>
                                      </p:cBhvr>
                                    </p:animEffec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78"/>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grpId="0" nodeType="clickEffect">
                                  <p:stCondLst>
                                    <p:cond delay="0"/>
                                  </p:stCondLst>
                                  <p:childTnLst>
                                    <p:set>
                                      <p:cBhvr>
                                        <p:cTn id="172" dur="1" fill="hold">
                                          <p:stCondLst>
                                            <p:cond delay="0"/>
                                          </p:stCondLst>
                                        </p:cTn>
                                        <p:tgtEl>
                                          <p:spTgt spid="77"/>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grpId="0" nodeType="clickEffect">
                                  <p:stCondLst>
                                    <p:cond delay="0"/>
                                  </p:stCondLst>
                                  <p:childTnLst>
                                    <p:set>
                                      <p:cBhvr>
                                        <p:cTn id="176" dur="1" fill="hold">
                                          <p:stCondLst>
                                            <p:cond delay="0"/>
                                          </p:stCondLst>
                                        </p:cTn>
                                        <p:tgtEl>
                                          <p:spTgt spid="79"/>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grpId="0" nodeType="clickEffect">
                                  <p:stCondLst>
                                    <p:cond delay="0"/>
                                  </p:stCondLst>
                                  <p:childTnLst>
                                    <p:set>
                                      <p:cBhvr>
                                        <p:cTn id="180" dur="1" fill="hold">
                                          <p:stCondLst>
                                            <p:cond delay="0"/>
                                          </p:stCondLst>
                                        </p:cTn>
                                        <p:tgtEl>
                                          <p:spTgt spid="80"/>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grpId="0" nodeType="clickEffect">
                                  <p:stCondLst>
                                    <p:cond delay="0"/>
                                  </p:stCondLst>
                                  <p:childTnLst>
                                    <p:set>
                                      <p:cBhvr>
                                        <p:cTn id="184"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5" grpId="0" animBg="1"/>
      <p:bldP spid="36" grpId="0" animBg="1"/>
      <p:bldP spid="37" grpId="0" animBg="1"/>
      <p:bldP spid="38" grpId="0" animBg="1"/>
      <p:bldP spid="39" grpId="0" animBg="1"/>
      <p:bldP spid="40" grpId="0"/>
      <p:bldP spid="41" grpId="0" animBg="1"/>
      <p:bldP spid="42" grpId="0"/>
      <p:bldP spid="43" grpId="0"/>
      <p:bldP spid="45" grpId="0"/>
      <p:bldP spid="46" grpId="0"/>
      <p:bldP spid="47" grpId="0"/>
      <p:bldP spid="48" grpId="0"/>
      <p:bldP spid="49" grpId="0"/>
      <p:bldP spid="50" grpId="0"/>
      <p:bldP spid="51" grpId="0"/>
      <p:bldP spid="52" grpId="0"/>
      <p:bldP spid="54" grpId="0" animBg="1"/>
      <p:bldP spid="55" grpId="0" animBg="1"/>
      <p:bldP spid="56" grpId="0" animBg="1"/>
      <p:bldP spid="57" grpId="0" animBg="1"/>
      <p:bldP spid="58" grpId="0" animBg="1"/>
      <p:bldP spid="44" grpId="0" animBg="1"/>
      <p:bldP spid="59" grpId="0" animBg="1"/>
      <p:bldP spid="60" grpId="0" animBg="1"/>
      <p:bldP spid="61" grpId="0" animBg="1"/>
      <p:bldP spid="66" grpId="0"/>
      <p:bldP spid="67" grpId="0"/>
      <p:bldP spid="68" grpId="0"/>
      <p:bldP spid="69" grpId="0"/>
      <p:bldP spid="70" grpId="0"/>
      <p:bldP spid="71" grpId="0"/>
      <p:bldP spid="72" grpId="0"/>
      <p:bldP spid="73" grpId="0"/>
      <p:bldP spid="74" grpId="0"/>
      <p:bldP spid="75" grpId="0"/>
      <p:bldP spid="77" grpId="0" animBg="1"/>
      <p:bldP spid="78" grpId="0" animBg="1"/>
      <p:bldP spid="79" grpId="0" animBg="1"/>
      <p:bldP spid="80" grpId="0" animBg="1"/>
      <p:bldP spid="81" grpId="0" animBg="1"/>
      <p:bldP spid="7"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7A36CF54-BBB8-4652-A3B0-BF053A04C0B5}"/>
              </a:ext>
            </a:extLst>
          </p:cNvPr>
          <p:cNvSpPr txBox="1"/>
          <p:nvPr/>
        </p:nvSpPr>
        <p:spPr>
          <a:xfrm>
            <a:off x="1136166" y="698915"/>
            <a:ext cx="8030570"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solidFill>
                  <a:srgbClr val="002060"/>
                </a:solidFill>
              </a:rPr>
              <a:t>(4)  a nine, ten, jack, queen, king is obtained in any order</a:t>
            </a:r>
          </a:p>
        </p:txBody>
      </p:sp>
      <p:sp>
        <p:nvSpPr>
          <p:cNvPr id="2" name="Title 1"/>
          <p:cNvSpPr>
            <a:spLocks noGrp="1"/>
          </p:cNvSpPr>
          <p:nvPr>
            <p:ph type="title"/>
          </p:nvPr>
        </p:nvSpPr>
        <p:spPr/>
        <p:txBody>
          <a:bodyPr/>
          <a:lstStyle/>
          <a:p>
            <a:r>
              <a:rPr lang="en-GB" dirty="0"/>
              <a:t>Method 2.2 ⇝ Example 3 (Continue)</a:t>
            </a:r>
            <a:endParaRPr lang="en-US"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67ECC96-7590-4F07-A669-7C803F7F2DB6}"/>
                  </a:ext>
                </a:extLst>
              </p:cNvPr>
              <p:cNvSpPr txBox="1"/>
              <p:nvPr/>
            </p:nvSpPr>
            <p:spPr>
              <a:xfrm>
                <a:off x="9862823" y="708842"/>
                <a:ext cx="718822" cy="46166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sz="2400" b="0" i="0" dirty="0" smtClean="0">
                          <a:latin typeface="Cambria Math" panose="02040503050406030204" pitchFamily="18" charset="0"/>
                        </a:rPr>
                        <m:t>n</m:t>
                      </m:r>
                      <m:d>
                        <m:dPr>
                          <m:ctrlPr>
                            <a:rPr lang="en-GB" sz="2400" b="0" i="1" dirty="0" smtClean="0">
                              <a:latin typeface="Cambria Math" panose="02040503050406030204" pitchFamily="18" charset="0"/>
                            </a:rPr>
                          </m:ctrlPr>
                        </m:dPr>
                        <m:e>
                          <m:r>
                            <m:rPr>
                              <m:sty m:val="p"/>
                            </m:rPr>
                            <a:rPr lang="en-GB" sz="2400" b="0" i="0" dirty="0" smtClean="0">
                              <a:latin typeface="Cambria Math" panose="02040503050406030204" pitchFamily="18" charset="0"/>
                            </a:rPr>
                            <m:t>S</m:t>
                          </m:r>
                        </m:e>
                      </m:d>
                    </m:oMath>
                  </m:oMathPara>
                </a14:m>
                <a:endParaRPr lang="en-IN" sz="2400" dirty="0">
                  <a:latin typeface="+mn-lt"/>
                </a:endParaRPr>
              </a:p>
            </p:txBody>
          </p:sp>
        </mc:Choice>
        <mc:Fallback xmlns="">
          <p:sp>
            <p:nvSpPr>
              <p:cNvPr id="23" name="TextBox 22">
                <a:extLst>
                  <a:ext uri="{FF2B5EF4-FFF2-40B4-BE49-F238E27FC236}">
                    <a16:creationId xmlns:a16="http://schemas.microsoft.com/office/drawing/2014/main" id="{267ECC96-7590-4F07-A669-7C803F7F2DB6}"/>
                  </a:ext>
                </a:extLst>
              </p:cNvPr>
              <p:cNvSpPr txBox="1">
                <a:spLocks noRot="1" noChangeAspect="1" noMove="1" noResize="1" noEditPoints="1" noAdjustHandles="1" noChangeArrowheads="1" noChangeShapeType="1" noTextEdit="1"/>
              </p:cNvSpPr>
              <p:nvPr/>
            </p:nvSpPr>
            <p:spPr>
              <a:xfrm>
                <a:off x="9862823" y="708842"/>
                <a:ext cx="718822" cy="461665"/>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02FF09E8-0856-46EB-8B9D-FEA91621C4CF}"/>
                  </a:ext>
                </a:extLst>
              </p:cNvPr>
              <p:cNvSpPr txBox="1"/>
              <p:nvPr/>
            </p:nvSpPr>
            <p:spPr>
              <a:xfrm>
                <a:off x="10476870" y="708842"/>
                <a:ext cx="1654399"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400" dirty="0" smtClean="0">
                          <a:solidFill>
                            <a:srgbClr val="002060"/>
                          </a:solidFill>
                          <a:latin typeface="Cambria Math" panose="02040503050406030204" pitchFamily="18" charset="0"/>
                        </a:rPr>
                        <m:t>=</m:t>
                      </m:r>
                      <m:r>
                        <a:rPr lang="en-IN" sz="2400" i="1" dirty="0" smtClean="0">
                          <a:solidFill>
                            <a:srgbClr val="002060"/>
                          </a:solidFill>
                          <a:latin typeface="Cambria Math" panose="02040503050406030204" pitchFamily="18" charset="0"/>
                        </a:rPr>
                        <m:t>2</m:t>
                      </m:r>
                      <m:r>
                        <a:rPr lang="en-IN" sz="2400" b="0" i="1" dirty="0" smtClean="0">
                          <a:solidFill>
                            <a:srgbClr val="002060"/>
                          </a:solidFill>
                          <a:latin typeface="Cambria Math" panose="02040503050406030204" pitchFamily="18" charset="0"/>
                        </a:rPr>
                        <m:t>598960</m:t>
                      </m:r>
                    </m:oMath>
                  </m:oMathPara>
                </a14:m>
                <a:endParaRPr lang="en-IN" sz="2400" dirty="0">
                  <a:solidFill>
                    <a:srgbClr val="002060"/>
                  </a:solidFill>
                </a:endParaRPr>
              </a:p>
            </p:txBody>
          </p:sp>
        </mc:Choice>
        <mc:Fallback xmlns="">
          <p:sp>
            <p:nvSpPr>
              <p:cNvPr id="28" name="TextBox 27">
                <a:extLst>
                  <a:ext uri="{FF2B5EF4-FFF2-40B4-BE49-F238E27FC236}">
                    <a16:creationId xmlns:a16="http://schemas.microsoft.com/office/drawing/2014/main" id="{02FF09E8-0856-46EB-8B9D-FEA91621C4CF}"/>
                  </a:ext>
                </a:extLst>
              </p:cNvPr>
              <p:cNvSpPr txBox="1">
                <a:spLocks noRot="1" noChangeAspect="1" noMove="1" noResize="1" noEditPoints="1" noAdjustHandles="1" noChangeArrowheads="1" noChangeShapeType="1" noTextEdit="1"/>
              </p:cNvSpPr>
              <p:nvPr/>
            </p:nvSpPr>
            <p:spPr>
              <a:xfrm>
                <a:off x="10476870" y="708842"/>
                <a:ext cx="1654399" cy="461665"/>
              </a:xfrm>
              <a:prstGeom prst="rect">
                <a:avLst/>
              </a:prstGeom>
              <a:blipFill>
                <a:blip r:embed="rId3"/>
                <a:stretch>
                  <a:fillRect r="-258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B12583E-9EF0-4A92-BAA1-2E1A8668DEE3}"/>
                  </a:ext>
                </a:extLst>
              </p:cNvPr>
              <p:cNvSpPr txBox="1"/>
              <p:nvPr/>
            </p:nvSpPr>
            <p:spPr>
              <a:xfrm>
                <a:off x="1136168" y="1260307"/>
                <a:ext cx="146304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Event </a:t>
                </a:r>
                <a14:m>
                  <m:oMath xmlns:m="http://schemas.openxmlformats.org/officeDocument/2006/math">
                    <m:r>
                      <m:rPr>
                        <m:sty m:val="p"/>
                      </m:rPr>
                      <a:rPr lang="en-IN" b="0" i="0" dirty="0" smtClean="0">
                        <a:latin typeface="Cambria Math" panose="02040503050406030204" pitchFamily="18" charset="0"/>
                      </a:rPr>
                      <m:t>D</m:t>
                    </m:r>
                  </m:oMath>
                </a14:m>
                <a:r>
                  <a:rPr lang="en-IN" dirty="0">
                    <a:latin typeface="+mn-lt"/>
                  </a:rPr>
                  <a:t> :</a:t>
                </a:r>
              </a:p>
            </p:txBody>
          </p:sp>
        </mc:Choice>
        <mc:Fallback xmlns="">
          <p:sp>
            <p:nvSpPr>
              <p:cNvPr id="29" name="TextBox 28">
                <a:extLst>
                  <a:ext uri="{FF2B5EF4-FFF2-40B4-BE49-F238E27FC236}">
                    <a16:creationId xmlns:a16="http://schemas.microsoft.com/office/drawing/2014/main" id="{6B12583E-9EF0-4A92-BAA1-2E1A8668DEE3}"/>
                  </a:ext>
                </a:extLst>
              </p:cNvPr>
              <p:cNvSpPr txBox="1">
                <a:spLocks noRot="1" noChangeAspect="1" noMove="1" noResize="1" noEditPoints="1" noAdjustHandles="1" noChangeArrowheads="1" noChangeShapeType="1" noTextEdit="1"/>
              </p:cNvSpPr>
              <p:nvPr/>
            </p:nvSpPr>
            <p:spPr>
              <a:xfrm>
                <a:off x="1136168" y="1260307"/>
                <a:ext cx="1463040" cy="523220"/>
              </a:xfrm>
              <a:prstGeom prst="rect">
                <a:avLst/>
              </a:prstGeom>
              <a:blipFill>
                <a:blip r:embed="rId4"/>
                <a:stretch>
                  <a:fillRect l="-8333" t="-10465" r="-6667" b="-32558"/>
                </a:stretch>
              </a:blipFill>
            </p:spPr>
            <p:txBody>
              <a:bodyPr/>
              <a:lstStyle/>
              <a:p>
                <a:r>
                  <a:rPr lang="en-IN">
                    <a:noFill/>
                  </a:rPr>
                  <a:t> </a:t>
                </a:r>
              </a:p>
            </p:txBody>
          </p:sp>
        </mc:Fallback>
      </mc:AlternateContent>
      <p:sp>
        <p:nvSpPr>
          <p:cNvPr id="35" name="TextBox 34">
            <a:extLst>
              <a:ext uri="{FF2B5EF4-FFF2-40B4-BE49-F238E27FC236}">
                <a16:creationId xmlns:a16="http://schemas.microsoft.com/office/drawing/2014/main" id="{CB221158-D64F-4F48-8FD9-22ECFABF3344}"/>
              </a:ext>
            </a:extLst>
          </p:cNvPr>
          <p:cNvSpPr txBox="1"/>
          <p:nvPr/>
        </p:nvSpPr>
        <p:spPr>
          <a:xfrm>
            <a:off x="2483370" y="1260307"/>
            <a:ext cx="775790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i="0" dirty="0">
                <a:latin typeface="+mj-lt"/>
              </a:rPr>
              <a:t>a nine, ten, jack, queen and a king is drawn in any order</a:t>
            </a:r>
            <a:endParaRPr lang="en-IN" dirty="0">
              <a:latin typeface="+mn-lt"/>
            </a:endParaRP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491B6D8-916D-4DCC-B8EC-263A4B454E0D}"/>
                  </a:ext>
                </a:extLst>
              </p:cNvPr>
              <p:cNvSpPr txBox="1"/>
              <p:nvPr/>
            </p:nvSpPr>
            <p:spPr>
              <a:xfrm>
                <a:off x="1582800" y="1914724"/>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D</m:t>
                          </m:r>
                        </m:e>
                      </m:d>
                    </m:oMath>
                  </m:oMathPara>
                </a14:m>
                <a:endParaRPr lang="en-IN" dirty="0">
                  <a:latin typeface="+mn-lt"/>
                </a:endParaRPr>
              </a:p>
            </p:txBody>
          </p:sp>
        </mc:Choice>
        <mc:Fallback xmlns="">
          <p:sp>
            <p:nvSpPr>
              <p:cNvPr id="36" name="TextBox 35">
                <a:extLst>
                  <a:ext uri="{FF2B5EF4-FFF2-40B4-BE49-F238E27FC236}">
                    <a16:creationId xmlns:a16="http://schemas.microsoft.com/office/drawing/2014/main" id="{7491B6D8-916D-4DCC-B8EC-263A4B454E0D}"/>
                  </a:ext>
                </a:extLst>
              </p:cNvPr>
              <p:cNvSpPr txBox="1">
                <a:spLocks noRot="1" noChangeAspect="1" noMove="1" noResize="1" noEditPoints="1" noAdjustHandles="1" noChangeArrowheads="1" noChangeShapeType="1" noTextEdit="1"/>
              </p:cNvSpPr>
              <p:nvPr/>
            </p:nvSpPr>
            <p:spPr>
              <a:xfrm>
                <a:off x="1582800" y="1914724"/>
                <a:ext cx="900571"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4577D93-4A07-4697-8421-46E2F0FECF9D}"/>
                  </a:ext>
                </a:extLst>
              </p:cNvPr>
              <p:cNvSpPr txBox="1"/>
              <p:nvPr/>
            </p:nvSpPr>
            <p:spPr>
              <a:xfrm>
                <a:off x="1136166" y="1914724"/>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37" name="TextBox 36">
                <a:extLst>
                  <a:ext uri="{FF2B5EF4-FFF2-40B4-BE49-F238E27FC236}">
                    <a16:creationId xmlns:a16="http://schemas.microsoft.com/office/drawing/2014/main" id="{74577D93-4A07-4697-8421-46E2F0FECF9D}"/>
                  </a:ext>
                </a:extLst>
              </p:cNvPr>
              <p:cNvSpPr txBox="1">
                <a:spLocks noRot="1" noChangeAspect="1" noMove="1" noResize="1" noEditPoints="1" noAdjustHandles="1" noChangeArrowheads="1" noChangeShapeType="1" noTextEdit="1"/>
              </p:cNvSpPr>
              <p:nvPr/>
            </p:nvSpPr>
            <p:spPr>
              <a:xfrm>
                <a:off x="1136166" y="1914724"/>
                <a:ext cx="534127"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12EBBC5A-A3F7-4753-AEF5-529907D47761}"/>
                  </a:ext>
                </a:extLst>
              </p:cNvPr>
              <p:cNvSpPr txBox="1"/>
              <p:nvPr/>
            </p:nvSpPr>
            <p:spPr>
              <a:xfrm>
                <a:off x="2371779" y="1914724"/>
                <a:ext cx="534127"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12EBBC5A-A3F7-4753-AEF5-529907D47761}"/>
                  </a:ext>
                </a:extLst>
              </p:cNvPr>
              <p:cNvSpPr txBox="1">
                <a:spLocks noRot="1" noChangeAspect="1" noMove="1" noResize="1" noEditPoints="1" noAdjustHandles="1" noChangeArrowheads="1" noChangeShapeType="1" noTextEdit="1"/>
              </p:cNvSpPr>
              <p:nvPr/>
            </p:nvSpPr>
            <p:spPr>
              <a:xfrm>
                <a:off x="2371779" y="1914724"/>
                <a:ext cx="534127"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0C9ED07-0489-4D6E-85AD-BA4EF21C0A9B}"/>
                  </a:ext>
                </a:extLst>
              </p:cNvPr>
              <p:cNvSpPr txBox="1"/>
              <p:nvPr/>
            </p:nvSpPr>
            <p:spPr>
              <a:xfrm>
                <a:off x="2781935" y="1914724"/>
                <a:ext cx="720131"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43" name="TextBox 42">
                <a:extLst>
                  <a:ext uri="{FF2B5EF4-FFF2-40B4-BE49-F238E27FC236}">
                    <a16:creationId xmlns:a16="http://schemas.microsoft.com/office/drawing/2014/main" id="{20C9ED07-0489-4D6E-85AD-BA4EF21C0A9B}"/>
                  </a:ext>
                </a:extLst>
              </p:cNvPr>
              <p:cNvSpPr txBox="1">
                <a:spLocks noRot="1" noChangeAspect="1" noMove="1" noResize="1" noEditPoints="1" noAdjustHandles="1" noChangeArrowheads="1" noChangeShapeType="1" noTextEdit="1"/>
              </p:cNvSpPr>
              <p:nvPr/>
            </p:nvSpPr>
            <p:spPr>
              <a:xfrm>
                <a:off x="2781935" y="1914724"/>
                <a:ext cx="720131"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1A59BDB-3DDE-4BA4-B356-0D44E06BA728}"/>
                  </a:ext>
                </a:extLst>
              </p:cNvPr>
              <p:cNvSpPr txBox="1"/>
              <p:nvPr/>
            </p:nvSpPr>
            <p:spPr>
              <a:xfrm>
                <a:off x="3370039" y="1914724"/>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5" name="TextBox 44">
                <a:extLst>
                  <a:ext uri="{FF2B5EF4-FFF2-40B4-BE49-F238E27FC236}">
                    <a16:creationId xmlns:a16="http://schemas.microsoft.com/office/drawing/2014/main" id="{71A59BDB-3DDE-4BA4-B356-0D44E06BA728}"/>
                  </a:ext>
                </a:extLst>
              </p:cNvPr>
              <p:cNvSpPr txBox="1">
                <a:spLocks noRot="1" noChangeAspect="1" noMove="1" noResize="1" noEditPoints="1" noAdjustHandles="1" noChangeArrowheads="1" noChangeShapeType="1" noTextEdit="1"/>
              </p:cNvSpPr>
              <p:nvPr/>
            </p:nvSpPr>
            <p:spPr>
              <a:xfrm>
                <a:off x="3370039" y="1914724"/>
                <a:ext cx="534127"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1E3914D5-76BE-491D-AB5A-DCEC2967F185}"/>
                  </a:ext>
                </a:extLst>
              </p:cNvPr>
              <p:cNvSpPr txBox="1"/>
              <p:nvPr/>
            </p:nvSpPr>
            <p:spPr>
              <a:xfrm>
                <a:off x="3772139" y="1914724"/>
                <a:ext cx="720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46" name="TextBox 45">
                <a:extLst>
                  <a:ext uri="{FF2B5EF4-FFF2-40B4-BE49-F238E27FC236}">
                    <a16:creationId xmlns:a16="http://schemas.microsoft.com/office/drawing/2014/main" id="{1E3914D5-76BE-491D-AB5A-DCEC2967F185}"/>
                  </a:ext>
                </a:extLst>
              </p:cNvPr>
              <p:cNvSpPr txBox="1">
                <a:spLocks noRot="1" noChangeAspect="1" noMove="1" noResize="1" noEditPoints="1" noAdjustHandles="1" noChangeArrowheads="1" noChangeShapeType="1" noTextEdit="1"/>
              </p:cNvSpPr>
              <p:nvPr/>
            </p:nvSpPr>
            <p:spPr>
              <a:xfrm>
                <a:off x="3772139" y="1914724"/>
                <a:ext cx="720000"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8ABDA3CE-9405-42E6-A18C-FE13116F00B3}"/>
                  </a:ext>
                </a:extLst>
              </p:cNvPr>
              <p:cNvSpPr txBox="1"/>
              <p:nvPr/>
            </p:nvSpPr>
            <p:spPr>
              <a:xfrm>
                <a:off x="2371779" y="2482753"/>
                <a:ext cx="534127"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7" name="TextBox 46">
                <a:extLst>
                  <a:ext uri="{FF2B5EF4-FFF2-40B4-BE49-F238E27FC236}">
                    <a16:creationId xmlns:a16="http://schemas.microsoft.com/office/drawing/2014/main" id="{8ABDA3CE-9405-42E6-A18C-FE13116F00B3}"/>
                  </a:ext>
                </a:extLst>
              </p:cNvPr>
              <p:cNvSpPr txBox="1">
                <a:spLocks noRot="1" noChangeAspect="1" noMove="1" noResize="1" noEditPoints="1" noAdjustHandles="1" noChangeArrowheads="1" noChangeShapeType="1" noTextEdit="1"/>
              </p:cNvSpPr>
              <p:nvPr/>
            </p:nvSpPr>
            <p:spPr>
              <a:xfrm>
                <a:off x="2371779" y="2482753"/>
                <a:ext cx="534127"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B48EA310-EFC2-4ABE-AA10-1E489A6DFCF8}"/>
                  </a:ext>
                </a:extLst>
              </p:cNvPr>
              <p:cNvSpPr txBox="1"/>
              <p:nvPr/>
            </p:nvSpPr>
            <p:spPr>
              <a:xfrm>
                <a:off x="2868661" y="2482753"/>
                <a:ext cx="522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48" name="TextBox 47">
                <a:extLst>
                  <a:ext uri="{FF2B5EF4-FFF2-40B4-BE49-F238E27FC236}">
                    <a16:creationId xmlns:a16="http://schemas.microsoft.com/office/drawing/2014/main" id="{B48EA310-EFC2-4ABE-AA10-1E489A6DFCF8}"/>
                  </a:ext>
                </a:extLst>
              </p:cNvPr>
              <p:cNvSpPr txBox="1">
                <a:spLocks noRot="1" noChangeAspect="1" noMove="1" noResize="1" noEditPoints="1" noAdjustHandles="1" noChangeArrowheads="1" noChangeShapeType="1" noTextEdit="1"/>
              </p:cNvSpPr>
              <p:nvPr/>
            </p:nvSpPr>
            <p:spPr>
              <a:xfrm>
                <a:off x="2868661" y="2482753"/>
                <a:ext cx="522000"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0B4D9649-20BF-44BE-BC7F-790D4F4BCFF0}"/>
                  </a:ext>
                </a:extLst>
              </p:cNvPr>
              <p:cNvSpPr txBox="1"/>
              <p:nvPr/>
            </p:nvSpPr>
            <p:spPr>
              <a:xfrm>
                <a:off x="3298218" y="2482753"/>
                <a:ext cx="522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9" name="TextBox 48">
                <a:extLst>
                  <a:ext uri="{FF2B5EF4-FFF2-40B4-BE49-F238E27FC236}">
                    <a16:creationId xmlns:a16="http://schemas.microsoft.com/office/drawing/2014/main" id="{0B4D9649-20BF-44BE-BC7F-790D4F4BCFF0}"/>
                  </a:ext>
                </a:extLst>
              </p:cNvPr>
              <p:cNvSpPr txBox="1">
                <a:spLocks noRot="1" noChangeAspect="1" noMove="1" noResize="1" noEditPoints="1" noAdjustHandles="1" noChangeArrowheads="1" noChangeShapeType="1" noTextEdit="1"/>
              </p:cNvSpPr>
              <p:nvPr/>
            </p:nvSpPr>
            <p:spPr>
              <a:xfrm>
                <a:off x="3298218" y="2482753"/>
                <a:ext cx="522000"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3ED98D4-9433-4101-90D7-6E51E89D303C}"/>
                  </a:ext>
                </a:extLst>
              </p:cNvPr>
              <p:cNvSpPr txBox="1"/>
              <p:nvPr/>
            </p:nvSpPr>
            <p:spPr>
              <a:xfrm>
                <a:off x="3727775" y="2482753"/>
                <a:ext cx="522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50" name="TextBox 49">
                <a:extLst>
                  <a:ext uri="{FF2B5EF4-FFF2-40B4-BE49-F238E27FC236}">
                    <a16:creationId xmlns:a16="http://schemas.microsoft.com/office/drawing/2014/main" id="{C3ED98D4-9433-4101-90D7-6E51E89D303C}"/>
                  </a:ext>
                </a:extLst>
              </p:cNvPr>
              <p:cNvSpPr txBox="1">
                <a:spLocks noRot="1" noChangeAspect="1" noMove="1" noResize="1" noEditPoints="1" noAdjustHandles="1" noChangeArrowheads="1" noChangeShapeType="1" noTextEdit="1"/>
              </p:cNvSpPr>
              <p:nvPr/>
            </p:nvSpPr>
            <p:spPr>
              <a:xfrm>
                <a:off x="3727775" y="2482753"/>
                <a:ext cx="522000"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DB209D22-90AA-427B-9625-D95D834FF86F}"/>
                  </a:ext>
                </a:extLst>
              </p:cNvPr>
              <p:cNvSpPr txBox="1"/>
              <p:nvPr/>
            </p:nvSpPr>
            <p:spPr>
              <a:xfrm>
                <a:off x="2371779" y="3046525"/>
                <a:ext cx="566642"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1" name="TextBox 50">
                <a:extLst>
                  <a:ext uri="{FF2B5EF4-FFF2-40B4-BE49-F238E27FC236}">
                    <a16:creationId xmlns:a16="http://schemas.microsoft.com/office/drawing/2014/main" id="{DB209D22-90AA-427B-9625-D95D834FF86F}"/>
                  </a:ext>
                </a:extLst>
              </p:cNvPr>
              <p:cNvSpPr txBox="1">
                <a:spLocks noRot="1" noChangeAspect="1" noMove="1" noResize="1" noEditPoints="1" noAdjustHandles="1" noChangeArrowheads="1" noChangeShapeType="1" noTextEdit="1"/>
              </p:cNvSpPr>
              <p:nvPr/>
            </p:nvSpPr>
            <p:spPr>
              <a:xfrm>
                <a:off x="2371779" y="3046525"/>
                <a:ext cx="566642"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19B7D8DA-A19B-48EB-BD10-CA0E396863CB}"/>
                  </a:ext>
                </a:extLst>
              </p:cNvPr>
              <p:cNvSpPr txBox="1"/>
              <p:nvPr/>
            </p:nvSpPr>
            <p:spPr>
              <a:xfrm>
                <a:off x="2874514" y="3046525"/>
                <a:ext cx="1029652"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1024</m:t>
                      </m:r>
                    </m:oMath>
                  </m:oMathPara>
                </a14:m>
                <a:endParaRPr lang="en-IN" sz="2800" dirty="0">
                  <a:solidFill>
                    <a:srgbClr val="002060"/>
                  </a:solidFill>
                </a:endParaRPr>
              </a:p>
            </p:txBody>
          </p:sp>
        </mc:Choice>
        <mc:Fallback xmlns="">
          <p:sp>
            <p:nvSpPr>
              <p:cNvPr id="52" name="TextBox 51">
                <a:extLst>
                  <a:ext uri="{FF2B5EF4-FFF2-40B4-BE49-F238E27FC236}">
                    <a16:creationId xmlns:a16="http://schemas.microsoft.com/office/drawing/2014/main" id="{19B7D8DA-A19B-48EB-BD10-CA0E396863CB}"/>
                  </a:ext>
                </a:extLst>
              </p:cNvPr>
              <p:cNvSpPr txBox="1">
                <a:spLocks noRot="1" noChangeAspect="1" noMove="1" noResize="1" noEditPoints="1" noAdjustHandles="1" noChangeArrowheads="1" noChangeShapeType="1" noTextEdit="1"/>
              </p:cNvSpPr>
              <p:nvPr/>
            </p:nvSpPr>
            <p:spPr>
              <a:xfrm>
                <a:off x="2874514" y="3046525"/>
                <a:ext cx="1029652"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2CDB59A4-D329-48CB-B457-4A398278F69C}"/>
                  </a:ext>
                </a:extLst>
              </p:cNvPr>
              <p:cNvSpPr txBox="1"/>
              <p:nvPr/>
            </p:nvSpPr>
            <p:spPr>
              <a:xfrm>
                <a:off x="1578596" y="4187562"/>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D</m:t>
                          </m:r>
                        </m:e>
                      </m:d>
                    </m:oMath>
                  </m:oMathPara>
                </a14:m>
                <a:endParaRPr lang="en-IN" dirty="0">
                  <a:latin typeface="+mn-lt"/>
                </a:endParaRPr>
              </a:p>
            </p:txBody>
          </p:sp>
        </mc:Choice>
        <mc:Fallback xmlns="">
          <p:sp>
            <p:nvSpPr>
              <p:cNvPr id="54" name="TextBox 53">
                <a:extLst>
                  <a:ext uri="{FF2B5EF4-FFF2-40B4-BE49-F238E27FC236}">
                    <a16:creationId xmlns:a16="http://schemas.microsoft.com/office/drawing/2014/main" id="{2CDB59A4-D329-48CB-B457-4A398278F69C}"/>
                  </a:ext>
                </a:extLst>
              </p:cNvPr>
              <p:cNvSpPr txBox="1">
                <a:spLocks noRot="1" noChangeAspect="1" noMove="1" noResize="1" noEditPoints="1" noAdjustHandles="1" noChangeArrowheads="1" noChangeShapeType="1" noTextEdit="1"/>
              </p:cNvSpPr>
              <p:nvPr/>
            </p:nvSpPr>
            <p:spPr>
              <a:xfrm>
                <a:off x="1578596" y="4187562"/>
                <a:ext cx="900571"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BDF652E3-8E24-467F-89B0-1342932F05FC}"/>
                  </a:ext>
                </a:extLst>
              </p:cNvPr>
              <p:cNvSpPr txBox="1"/>
              <p:nvPr/>
            </p:nvSpPr>
            <p:spPr>
              <a:xfrm>
                <a:off x="1131962" y="4187562"/>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55" name="TextBox 54">
                <a:extLst>
                  <a:ext uri="{FF2B5EF4-FFF2-40B4-BE49-F238E27FC236}">
                    <a16:creationId xmlns:a16="http://schemas.microsoft.com/office/drawing/2014/main" id="{BDF652E3-8E24-467F-89B0-1342932F05FC}"/>
                  </a:ext>
                </a:extLst>
              </p:cNvPr>
              <p:cNvSpPr txBox="1">
                <a:spLocks noRot="1" noChangeAspect="1" noMove="1" noResize="1" noEditPoints="1" noAdjustHandles="1" noChangeArrowheads="1" noChangeShapeType="1" noTextEdit="1"/>
              </p:cNvSpPr>
              <p:nvPr/>
            </p:nvSpPr>
            <p:spPr>
              <a:xfrm>
                <a:off x="1131962" y="4187562"/>
                <a:ext cx="534127"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8A2A34D-E4D1-448A-ABCE-228C56B736F8}"/>
                  </a:ext>
                </a:extLst>
              </p:cNvPr>
              <p:cNvSpPr txBox="1"/>
              <p:nvPr/>
            </p:nvSpPr>
            <p:spPr>
              <a:xfrm>
                <a:off x="2371779" y="3954453"/>
                <a:ext cx="1502185"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D</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56" name="TextBox 55">
                <a:extLst>
                  <a:ext uri="{FF2B5EF4-FFF2-40B4-BE49-F238E27FC236}">
                    <a16:creationId xmlns:a16="http://schemas.microsoft.com/office/drawing/2014/main" id="{F8A2A34D-E4D1-448A-ABCE-228C56B736F8}"/>
                  </a:ext>
                </a:extLst>
              </p:cNvPr>
              <p:cNvSpPr txBox="1">
                <a:spLocks noRot="1" noChangeAspect="1" noMove="1" noResize="1" noEditPoints="1" noAdjustHandles="1" noChangeArrowheads="1" noChangeShapeType="1" noTextEdit="1"/>
              </p:cNvSpPr>
              <p:nvPr/>
            </p:nvSpPr>
            <p:spPr>
              <a:xfrm>
                <a:off x="2371779" y="3954453"/>
                <a:ext cx="1502185" cy="989438"/>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AE58EDD1-D67D-41EE-B14E-087796167E3C}"/>
                  </a:ext>
                </a:extLst>
              </p:cNvPr>
              <p:cNvSpPr txBox="1"/>
              <p:nvPr/>
            </p:nvSpPr>
            <p:spPr>
              <a:xfrm>
                <a:off x="3746127" y="3998280"/>
                <a:ext cx="2390433"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1024</m:t>
                          </m:r>
                          <m:r>
                            <m:rPr>
                              <m:nor/>
                            </m:rPr>
                            <a:rPr lang="en-IN" dirty="0"/>
                            <m:t> </m:t>
                          </m:r>
                        </m:num>
                        <m:den>
                          <m:r>
                            <a:rPr lang="en-IN" b="0" i="1" dirty="0" smtClean="0">
                              <a:latin typeface="Cambria Math" panose="02040503050406030204" pitchFamily="18" charset="0"/>
                            </a:rPr>
                            <m:t> </m:t>
                          </m:r>
                          <m:r>
                            <a:rPr lang="en-IN" i="1" dirty="0">
                              <a:latin typeface="Cambria Math" panose="02040503050406030204" pitchFamily="18" charset="0"/>
                            </a:rPr>
                            <m:t>2598960</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57" name="TextBox 56">
                <a:extLst>
                  <a:ext uri="{FF2B5EF4-FFF2-40B4-BE49-F238E27FC236}">
                    <a16:creationId xmlns:a16="http://schemas.microsoft.com/office/drawing/2014/main" id="{AE58EDD1-D67D-41EE-B14E-087796167E3C}"/>
                  </a:ext>
                </a:extLst>
              </p:cNvPr>
              <p:cNvSpPr txBox="1">
                <a:spLocks noRot="1" noChangeAspect="1" noMove="1" noResize="1" noEditPoints="1" noAdjustHandles="1" noChangeArrowheads="1" noChangeShapeType="1" noTextEdit="1"/>
              </p:cNvSpPr>
              <p:nvPr/>
            </p:nvSpPr>
            <p:spPr>
              <a:xfrm>
                <a:off x="3746127" y="3998280"/>
                <a:ext cx="2390433" cy="901785"/>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5BD552E4-6916-404B-B2CD-0B7D09FD88BF}"/>
                  </a:ext>
                </a:extLst>
              </p:cNvPr>
              <p:cNvSpPr txBox="1"/>
              <p:nvPr/>
            </p:nvSpPr>
            <p:spPr>
              <a:xfrm>
                <a:off x="5806685" y="3998280"/>
                <a:ext cx="1936531"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64</m:t>
                          </m:r>
                          <m:r>
                            <m:rPr>
                              <m:nor/>
                            </m:rPr>
                            <a:rPr lang="en-IN" dirty="0"/>
                            <m:t> </m:t>
                          </m:r>
                        </m:num>
                        <m:den>
                          <m:r>
                            <a:rPr lang="en-IN" b="0" i="1" dirty="0" smtClean="0">
                              <a:latin typeface="Cambria Math" panose="02040503050406030204" pitchFamily="18" charset="0"/>
                            </a:rPr>
                            <m:t> 162435 </m:t>
                          </m:r>
                        </m:den>
                      </m:f>
                    </m:oMath>
                  </m:oMathPara>
                </a14:m>
                <a:endParaRPr lang="en-IN" dirty="0">
                  <a:latin typeface="+mn-lt"/>
                </a:endParaRPr>
              </a:p>
            </p:txBody>
          </p:sp>
        </mc:Choice>
        <mc:Fallback xmlns="">
          <p:sp>
            <p:nvSpPr>
              <p:cNvPr id="58" name="TextBox 57">
                <a:extLst>
                  <a:ext uri="{FF2B5EF4-FFF2-40B4-BE49-F238E27FC236}">
                    <a16:creationId xmlns:a16="http://schemas.microsoft.com/office/drawing/2014/main" id="{5BD552E4-6916-404B-B2CD-0B7D09FD88BF}"/>
                  </a:ext>
                </a:extLst>
              </p:cNvPr>
              <p:cNvSpPr txBox="1">
                <a:spLocks noRot="1" noChangeAspect="1" noMove="1" noResize="1" noEditPoints="1" noAdjustHandles="1" noChangeArrowheads="1" noChangeShapeType="1" noTextEdit="1"/>
              </p:cNvSpPr>
              <p:nvPr/>
            </p:nvSpPr>
            <p:spPr>
              <a:xfrm>
                <a:off x="5806685" y="3998280"/>
                <a:ext cx="1936531" cy="901785"/>
              </a:xfrm>
              <a:prstGeom prst="rect">
                <a:avLst/>
              </a:prstGeom>
              <a:blipFill>
                <a:blip r:embed="rId20"/>
                <a:stretch>
                  <a:fillRect/>
                </a:stretch>
              </a:blipFill>
            </p:spPr>
            <p:txBody>
              <a:bodyPr/>
              <a:lstStyle/>
              <a:p>
                <a:r>
                  <a:rPr lang="en-IN">
                    <a:noFill/>
                  </a:rPr>
                  <a:t> </a:t>
                </a:r>
              </a:p>
            </p:txBody>
          </p:sp>
        </mc:Fallback>
      </mc:AlternateContent>
      <p:sp>
        <p:nvSpPr>
          <p:cNvPr id="62" name="TextBox 61">
            <a:extLst>
              <a:ext uri="{FF2B5EF4-FFF2-40B4-BE49-F238E27FC236}">
                <a16:creationId xmlns:a16="http://schemas.microsoft.com/office/drawing/2014/main" id="{E43A969D-E02C-40A8-B22D-814F036F79FA}"/>
              </a:ext>
            </a:extLst>
          </p:cNvPr>
          <p:cNvSpPr txBox="1"/>
          <p:nvPr/>
        </p:nvSpPr>
        <p:spPr>
          <a:xfrm>
            <a:off x="1135393" y="7086316"/>
            <a:ext cx="6535598"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solidFill>
                  <a:srgbClr val="002060"/>
                </a:solidFill>
              </a:rPr>
              <a:t>(5)  </a:t>
            </a:r>
            <a:r>
              <a:rPr lang="en-GB" b="1" i="0" dirty="0">
                <a:solidFill>
                  <a:srgbClr val="002060"/>
                </a:solidFill>
                <a:latin typeface="+mj-lt"/>
              </a:rPr>
              <a:t>3</a:t>
            </a:r>
            <a:r>
              <a:rPr lang="en-GB" dirty="0">
                <a:solidFill>
                  <a:srgbClr val="002060"/>
                </a:solidFill>
              </a:rPr>
              <a:t> are of any one suit and </a:t>
            </a:r>
            <a:r>
              <a:rPr lang="en-GB" b="1" i="0" dirty="0">
                <a:solidFill>
                  <a:srgbClr val="002060"/>
                </a:solidFill>
                <a:latin typeface="+mj-lt"/>
              </a:rPr>
              <a:t>2</a:t>
            </a:r>
            <a:r>
              <a:rPr lang="en-GB" dirty="0">
                <a:solidFill>
                  <a:srgbClr val="002060"/>
                </a:solidFill>
              </a:rPr>
              <a:t> are of another</a:t>
            </a:r>
          </a:p>
        </p:txBody>
      </p:sp>
      <p:sp>
        <p:nvSpPr>
          <p:cNvPr id="63" name="TextBox 62">
            <a:extLst>
              <a:ext uri="{FF2B5EF4-FFF2-40B4-BE49-F238E27FC236}">
                <a16:creationId xmlns:a16="http://schemas.microsoft.com/office/drawing/2014/main" id="{EE46124B-F2B1-4EDA-A9D5-9DBE9C43460A}"/>
              </a:ext>
            </a:extLst>
          </p:cNvPr>
          <p:cNvSpPr txBox="1"/>
          <p:nvPr/>
        </p:nvSpPr>
        <p:spPr>
          <a:xfrm>
            <a:off x="1135393" y="7593480"/>
            <a:ext cx="4536892"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solidFill>
                  <a:srgbClr val="002060"/>
                </a:solidFill>
              </a:rPr>
              <a:t>(6)  at least one ace is obtained</a:t>
            </a:r>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97F7703D-02DF-49A3-B217-1AA527D182F7}"/>
                  </a:ext>
                </a:extLst>
              </p:cNvPr>
              <p:cNvSpPr txBox="1"/>
              <p:nvPr/>
            </p:nvSpPr>
            <p:spPr>
              <a:xfrm>
                <a:off x="4360112" y="1914724"/>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64" name="TextBox 63">
                <a:extLst>
                  <a:ext uri="{FF2B5EF4-FFF2-40B4-BE49-F238E27FC236}">
                    <a16:creationId xmlns:a16="http://schemas.microsoft.com/office/drawing/2014/main" id="{97F7703D-02DF-49A3-B217-1AA527D182F7}"/>
                  </a:ext>
                </a:extLst>
              </p:cNvPr>
              <p:cNvSpPr txBox="1">
                <a:spLocks noRot="1" noChangeAspect="1" noMove="1" noResize="1" noEditPoints="1" noAdjustHandles="1" noChangeArrowheads="1" noChangeShapeType="1" noTextEdit="1"/>
              </p:cNvSpPr>
              <p:nvPr/>
            </p:nvSpPr>
            <p:spPr>
              <a:xfrm>
                <a:off x="4360112" y="1914724"/>
                <a:ext cx="534127" cy="523220"/>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53EDB1FA-D16A-4887-ACE3-36A6588CDEA6}"/>
                  </a:ext>
                </a:extLst>
              </p:cNvPr>
              <p:cNvSpPr txBox="1"/>
              <p:nvPr/>
            </p:nvSpPr>
            <p:spPr>
              <a:xfrm>
                <a:off x="4762212" y="1914724"/>
                <a:ext cx="720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65" name="TextBox 64">
                <a:extLst>
                  <a:ext uri="{FF2B5EF4-FFF2-40B4-BE49-F238E27FC236}">
                    <a16:creationId xmlns:a16="http://schemas.microsoft.com/office/drawing/2014/main" id="{53EDB1FA-D16A-4887-ACE3-36A6588CDEA6}"/>
                  </a:ext>
                </a:extLst>
              </p:cNvPr>
              <p:cNvSpPr txBox="1">
                <a:spLocks noRot="1" noChangeAspect="1" noMove="1" noResize="1" noEditPoints="1" noAdjustHandles="1" noChangeArrowheads="1" noChangeShapeType="1" noTextEdit="1"/>
              </p:cNvSpPr>
              <p:nvPr/>
            </p:nvSpPr>
            <p:spPr>
              <a:xfrm>
                <a:off x="4762212" y="1914724"/>
                <a:ext cx="720000" cy="523220"/>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E578BA82-76B1-45C9-B8F9-EB272983C1E5}"/>
                  </a:ext>
                </a:extLst>
              </p:cNvPr>
              <p:cNvSpPr txBox="1"/>
              <p:nvPr/>
            </p:nvSpPr>
            <p:spPr>
              <a:xfrm>
                <a:off x="5350185" y="1914724"/>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82" name="TextBox 81">
                <a:extLst>
                  <a:ext uri="{FF2B5EF4-FFF2-40B4-BE49-F238E27FC236}">
                    <a16:creationId xmlns:a16="http://schemas.microsoft.com/office/drawing/2014/main" id="{E578BA82-76B1-45C9-B8F9-EB272983C1E5}"/>
                  </a:ext>
                </a:extLst>
              </p:cNvPr>
              <p:cNvSpPr txBox="1">
                <a:spLocks noRot="1" noChangeAspect="1" noMove="1" noResize="1" noEditPoints="1" noAdjustHandles="1" noChangeArrowheads="1" noChangeShapeType="1" noTextEdit="1"/>
              </p:cNvSpPr>
              <p:nvPr/>
            </p:nvSpPr>
            <p:spPr>
              <a:xfrm>
                <a:off x="5350185" y="1914724"/>
                <a:ext cx="534127" cy="523220"/>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5AA5929D-B118-4FAF-940A-FBB12F0B0371}"/>
                  </a:ext>
                </a:extLst>
              </p:cNvPr>
              <p:cNvSpPr txBox="1"/>
              <p:nvPr/>
            </p:nvSpPr>
            <p:spPr>
              <a:xfrm>
                <a:off x="5752285" y="1914724"/>
                <a:ext cx="720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83" name="TextBox 82">
                <a:extLst>
                  <a:ext uri="{FF2B5EF4-FFF2-40B4-BE49-F238E27FC236}">
                    <a16:creationId xmlns:a16="http://schemas.microsoft.com/office/drawing/2014/main" id="{5AA5929D-B118-4FAF-940A-FBB12F0B0371}"/>
                  </a:ext>
                </a:extLst>
              </p:cNvPr>
              <p:cNvSpPr txBox="1">
                <a:spLocks noRot="1" noChangeAspect="1" noMove="1" noResize="1" noEditPoints="1" noAdjustHandles="1" noChangeArrowheads="1" noChangeShapeType="1" noTextEdit="1"/>
              </p:cNvSpPr>
              <p:nvPr/>
            </p:nvSpPr>
            <p:spPr>
              <a:xfrm>
                <a:off x="5752285" y="1914724"/>
                <a:ext cx="720000" cy="523220"/>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9E8A392-22C6-46D2-BA99-E04F83783F9F}"/>
                  </a:ext>
                </a:extLst>
              </p:cNvPr>
              <p:cNvSpPr txBox="1"/>
              <p:nvPr/>
            </p:nvSpPr>
            <p:spPr>
              <a:xfrm>
                <a:off x="6340258" y="1914724"/>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32" name="TextBox 31">
                <a:extLst>
                  <a:ext uri="{FF2B5EF4-FFF2-40B4-BE49-F238E27FC236}">
                    <a16:creationId xmlns:a16="http://schemas.microsoft.com/office/drawing/2014/main" id="{F9E8A392-22C6-46D2-BA99-E04F83783F9F}"/>
                  </a:ext>
                </a:extLst>
              </p:cNvPr>
              <p:cNvSpPr txBox="1">
                <a:spLocks noRot="1" noChangeAspect="1" noMove="1" noResize="1" noEditPoints="1" noAdjustHandles="1" noChangeArrowheads="1" noChangeShapeType="1" noTextEdit="1"/>
              </p:cNvSpPr>
              <p:nvPr/>
            </p:nvSpPr>
            <p:spPr>
              <a:xfrm>
                <a:off x="6340258" y="1914724"/>
                <a:ext cx="534127" cy="523220"/>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E91A96AF-7F0E-4209-AA15-1E8526A253F3}"/>
                  </a:ext>
                </a:extLst>
              </p:cNvPr>
              <p:cNvSpPr txBox="1"/>
              <p:nvPr/>
            </p:nvSpPr>
            <p:spPr>
              <a:xfrm>
                <a:off x="6742360" y="1914724"/>
                <a:ext cx="720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33" name="TextBox 32">
                <a:extLst>
                  <a:ext uri="{FF2B5EF4-FFF2-40B4-BE49-F238E27FC236}">
                    <a16:creationId xmlns:a16="http://schemas.microsoft.com/office/drawing/2014/main" id="{E91A96AF-7F0E-4209-AA15-1E8526A253F3}"/>
                  </a:ext>
                </a:extLst>
              </p:cNvPr>
              <p:cNvSpPr txBox="1">
                <a:spLocks noRot="1" noChangeAspect="1" noMove="1" noResize="1" noEditPoints="1" noAdjustHandles="1" noChangeArrowheads="1" noChangeShapeType="1" noTextEdit="1"/>
              </p:cNvSpPr>
              <p:nvPr/>
            </p:nvSpPr>
            <p:spPr>
              <a:xfrm>
                <a:off x="6742360" y="1914724"/>
                <a:ext cx="720000" cy="523220"/>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5F71C331-A63B-4639-BC29-BBBD11781E08}"/>
                  </a:ext>
                </a:extLst>
              </p:cNvPr>
              <p:cNvSpPr txBox="1"/>
              <p:nvPr/>
            </p:nvSpPr>
            <p:spPr>
              <a:xfrm>
                <a:off x="4157332" y="2482753"/>
                <a:ext cx="522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34" name="TextBox 33">
                <a:extLst>
                  <a:ext uri="{FF2B5EF4-FFF2-40B4-BE49-F238E27FC236}">
                    <a16:creationId xmlns:a16="http://schemas.microsoft.com/office/drawing/2014/main" id="{5F71C331-A63B-4639-BC29-BBBD11781E08}"/>
                  </a:ext>
                </a:extLst>
              </p:cNvPr>
              <p:cNvSpPr txBox="1">
                <a:spLocks noRot="1" noChangeAspect="1" noMove="1" noResize="1" noEditPoints="1" noAdjustHandles="1" noChangeArrowheads="1" noChangeShapeType="1" noTextEdit="1"/>
              </p:cNvSpPr>
              <p:nvPr/>
            </p:nvSpPr>
            <p:spPr>
              <a:xfrm>
                <a:off x="4157332" y="2482753"/>
                <a:ext cx="522000" cy="523220"/>
              </a:xfrm>
              <a:prstGeom prst="rect">
                <a:avLst/>
              </a:prstGeom>
              <a:blipFill>
                <a:blip r:embed="rId2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573C0DE8-7C81-4709-9D80-BC6F53EE60CD}"/>
                  </a:ext>
                </a:extLst>
              </p:cNvPr>
              <p:cNvSpPr txBox="1"/>
              <p:nvPr/>
            </p:nvSpPr>
            <p:spPr>
              <a:xfrm>
                <a:off x="4586889" y="2482753"/>
                <a:ext cx="522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38" name="TextBox 37">
                <a:extLst>
                  <a:ext uri="{FF2B5EF4-FFF2-40B4-BE49-F238E27FC236}">
                    <a16:creationId xmlns:a16="http://schemas.microsoft.com/office/drawing/2014/main" id="{573C0DE8-7C81-4709-9D80-BC6F53EE60CD}"/>
                  </a:ext>
                </a:extLst>
              </p:cNvPr>
              <p:cNvSpPr txBox="1">
                <a:spLocks noRot="1" noChangeAspect="1" noMove="1" noResize="1" noEditPoints="1" noAdjustHandles="1" noChangeArrowheads="1" noChangeShapeType="1" noTextEdit="1"/>
              </p:cNvSpPr>
              <p:nvPr/>
            </p:nvSpPr>
            <p:spPr>
              <a:xfrm>
                <a:off x="4586889" y="2482753"/>
                <a:ext cx="522000" cy="523220"/>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C1458909-4F97-413D-8476-6363EF89D3AD}"/>
                  </a:ext>
                </a:extLst>
              </p:cNvPr>
              <p:cNvSpPr txBox="1"/>
              <p:nvPr/>
            </p:nvSpPr>
            <p:spPr>
              <a:xfrm>
                <a:off x="5016446" y="2482753"/>
                <a:ext cx="522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39" name="TextBox 38">
                <a:extLst>
                  <a:ext uri="{FF2B5EF4-FFF2-40B4-BE49-F238E27FC236}">
                    <a16:creationId xmlns:a16="http://schemas.microsoft.com/office/drawing/2014/main" id="{C1458909-4F97-413D-8476-6363EF89D3AD}"/>
                  </a:ext>
                </a:extLst>
              </p:cNvPr>
              <p:cNvSpPr txBox="1">
                <a:spLocks noRot="1" noChangeAspect="1" noMove="1" noResize="1" noEditPoints="1" noAdjustHandles="1" noChangeArrowheads="1" noChangeShapeType="1" noTextEdit="1"/>
              </p:cNvSpPr>
              <p:nvPr/>
            </p:nvSpPr>
            <p:spPr>
              <a:xfrm>
                <a:off x="5016446" y="2482753"/>
                <a:ext cx="522000" cy="523220"/>
              </a:xfrm>
              <a:prstGeom prst="rect">
                <a:avLst/>
              </a:prstGeom>
              <a:blipFill>
                <a:blip r:embed="rId3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7F0C70FD-A695-4FF3-BE3A-DD718470E42D}"/>
                  </a:ext>
                </a:extLst>
              </p:cNvPr>
              <p:cNvSpPr txBox="1"/>
              <p:nvPr/>
            </p:nvSpPr>
            <p:spPr>
              <a:xfrm>
                <a:off x="5446003" y="2482753"/>
                <a:ext cx="522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7F0C70FD-A695-4FF3-BE3A-DD718470E42D}"/>
                  </a:ext>
                </a:extLst>
              </p:cNvPr>
              <p:cNvSpPr txBox="1">
                <a:spLocks noRot="1" noChangeAspect="1" noMove="1" noResize="1" noEditPoints="1" noAdjustHandles="1" noChangeArrowheads="1" noChangeShapeType="1" noTextEdit="1"/>
              </p:cNvSpPr>
              <p:nvPr/>
            </p:nvSpPr>
            <p:spPr>
              <a:xfrm>
                <a:off x="5446003" y="2482753"/>
                <a:ext cx="522000" cy="523220"/>
              </a:xfrm>
              <a:prstGeom prst="rect">
                <a:avLst/>
              </a:prstGeom>
              <a:blipFill>
                <a:blip r:embed="rId3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632AD36-8FD6-45C8-B263-092EE7F753B5}"/>
                  </a:ext>
                </a:extLst>
              </p:cNvPr>
              <p:cNvSpPr txBox="1"/>
              <p:nvPr/>
            </p:nvSpPr>
            <p:spPr>
              <a:xfrm>
                <a:off x="5875560" y="2482753"/>
                <a:ext cx="522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1632AD36-8FD6-45C8-B263-092EE7F753B5}"/>
                  </a:ext>
                </a:extLst>
              </p:cNvPr>
              <p:cNvSpPr txBox="1">
                <a:spLocks noRot="1" noChangeAspect="1" noMove="1" noResize="1" noEditPoints="1" noAdjustHandles="1" noChangeArrowheads="1" noChangeShapeType="1" noTextEdit="1"/>
              </p:cNvSpPr>
              <p:nvPr/>
            </p:nvSpPr>
            <p:spPr>
              <a:xfrm>
                <a:off x="5875560" y="2482753"/>
                <a:ext cx="522000" cy="523220"/>
              </a:xfrm>
              <a:prstGeom prst="rect">
                <a:avLst/>
              </a:prstGeom>
              <a:blipFill>
                <a:blip r:embed="rId3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E729E19-EC77-4321-865D-D9B104260837}"/>
                  </a:ext>
                </a:extLst>
              </p:cNvPr>
              <p:cNvSpPr txBox="1"/>
              <p:nvPr/>
            </p:nvSpPr>
            <p:spPr>
              <a:xfrm>
                <a:off x="6305114" y="2482753"/>
                <a:ext cx="522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44" name="TextBox 43">
                <a:extLst>
                  <a:ext uri="{FF2B5EF4-FFF2-40B4-BE49-F238E27FC236}">
                    <a16:creationId xmlns:a16="http://schemas.microsoft.com/office/drawing/2014/main" id="{9E729E19-EC77-4321-865D-D9B104260837}"/>
                  </a:ext>
                </a:extLst>
              </p:cNvPr>
              <p:cNvSpPr txBox="1">
                <a:spLocks noRot="1" noChangeAspect="1" noMove="1" noResize="1" noEditPoints="1" noAdjustHandles="1" noChangeArrowheads="1" noChangeShapeType="1" noTextEdit="1"/>
              </p:cNvSpPr>
              <p:nvPr/>
            </p:nvSpPr>
            <p:spPr>
              <a:xfrm>
                <a:off x="6305114" y="2482753"/>
                <a:ext cx="522000" cy="523220"/>
              </a:xfrm>
              <a:prstGeom prst="rect">
                <a:avLst/>
              </a:prstGeom>
              <a:blipFill>
                <a:blip r:embed="rId33"/>
                <a:stretch>
                  <a:fillRect/>
                </a:stretch>
              </a:blipFill>
            </p:spPr>
            <p:txBody>
              <a:bodyPr/>
              <a:lstStyle/>
              <a:p>
                <a:r>
                  <a:rPr lang="en-IN">
                    <a:noFill/>
                  </a:rPr>
                  <a:t> </a:t>
                </a:r>
              </a:p>
            </p:txBody>
          </p:sp>
        </mc:Fallback>
      </mc:AlternateContent>
      <p:sp>
        <p:nvSpPr>
          <p:cNvPr id="59" name="Rectangle: Rounded Corners 58">
            <a:extLst>
              <a:ext uri="{FF2B5EF4-FFF2-40B4-BE49-F238E27FC236}">
                <a16:creationId xmlns:a16="http://schemas.microsoft.com/office/drawing/2014/main" id="{4C3D1D5C-4352-4C76-A399-BB53CC6D41B4}"/>
              </a:ext>
            </a:extLst>
          </p:cNvPr>
          <p:cNvSpPr/>
          <p:nvPr/>
        </p:nvSpPr>
        <p:spPr>
          <a:xfrm>
            <a:off x="9862823" y="736307"/>
            <a:ext cx="2268446" cy="434200"/>
          </a:xfrm>
          <a:prstGeom prst="roundRect">
            <a:avLst/>
          </a:prstGeom>
          <a:ln w="28575" cap="rnd">
            <a:solidFill>
              <a:srgbClr val="C25956"/>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37319771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5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44"/>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51"/>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52"/>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55"/>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54"/>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56"/>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57"/>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5" grpId="0" animBg="1"/>
      <p:bldP spid="36" grpId="0" animBg="1"/>
      <p:bldP spid="37" grpId="0" animBg="1"/>
      <p:bldP spid="42" grpId="0"/>
      <p:bldP spid="43" grpId="0"/>
      <p:bldP spid="45" grpId="0"/>
      <p:bldP spid="46" grpId="0"/>
      <p:bldP spid="47" grpId="0"/>
      <p:bldP spid="48" grpId="0"/>
      <p:bldP spid="49" grpId="0"/>
      <p:bldP spid="50" grpId="0"/>
      <p:bldP spid="51" grpId="0"/>
      <p:bldP spid="52" grpId="0"/>
      <p:bldP spid="54" grpId="0" animBg="1"/>
      <p:bldP spid="55" grpId="0" animBg="1"/>
      <p:bldP spid="56" grpId="0" animBg="1"/>
      <p:bldP spid="57" grpId="0" animBg="1"/>
      <p:bldP spid="58" grpId="0" animBg="1"/>
      <p:bldP spid="64" grpId="0"/>
      <p:bldP spid="65" grpId="0"/>
      <p:bldP spid="82" grpId="0"/>
      <p:bldP spid="83" grpId="0"/>
      <p:bldP spid="32" grpId="0"/>
      <p:bldP spid="33" grpId="0"/>
      <p:bldP spid="34" grpId="0"/>
      <p:bldP spid="38" grpId="0"/>
      <p:bldP spid="39" grpId="0"/>
      <p:bldP spid="40" grpId="0"/>
      <p:bldP spid="41" grpId="0"/>
      <p:bldP spid="4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extBox 61">
            <a:extLst>
              <a:ext uri="{FF2B5EF4-FFF2-40B4-BE49-F238E27FC236}">
                <a16:creationId xmlns:a16="http://schemas.microsoft.com/office/drawing/2014/main" id="{E43A969D-E02C-40A8-B22D-814F036F79FA}"/>
              </a:ext>
            </a:extLst>
          </p:cNvPr>
          <p:cNvSpPr txBox="1"/>
          <p:nvPr/>
        </p:nvSpPr>
        <p:spPr>
          <a:xfrm>
            <a:off x="1135393" y="698424"/>
            <a:ext cx="6535598"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solidFill>
                  <a:srgbClr val="002060"/>
                </a:solidFill>
              </a:rPr>
              <a:t>(5)  </a:t>
            </a:r>
            <a:r>
              <a:rPr lang="en-GB" b="1" i="0" dirty="0">
                <a:solidFill>
                  <a:srgbClr val="002060"/>
                </a:solidFill>
                <a:latin typeface="+mj-lt"/>
              </a:rPr>
              <a:t>3</a:t>
            </a:r>
            <a:r>
              <a:rPr lang="en-GB" dirty="0">
                <a:solidFill>
                  <a:srgbClr val="002060"/>
                </a:solidFill>
              </a:rPr>
              <a:t> are of any one suit and </a:t>
            </a:r>
            <a:r>
              <a:rPr lang="en-GB" b="1" i="0" dirty="0">
                <a:solidFill>
                  <a:srgbClr val="002060"/>
                </a:solidFill>
                <a:latin typeface="+mj-lt"/>
              </a:rPr>
              <a:t>2</a:t>
            </a:r>
            <a:r>
              <a:rPr lang="en-GB" dirty="0">
                <a:solidFill>
                  <a:srgbClr val="002060"/>
                </a:solidFill>
              </a:rPr>
              <a:t> are of another</a:t>
            </a:r>
          </a:p>
        </p:txBody>
      </p:sp>
      <p:sp>
        <p:nvSpPr>
          <p:cNvPr id="2" name="Title 1"/>
          <p:cNvSpPr>
            <a:spLocks noGrp="1"/>
          </p:cNvSpPr>
          <p:nvPr>
            <p:ph type="title"/>
          </p:nvPr>
        </p:nvSpPr>
        <p:spPr/>
        <p:txBody>
          <a:bodyPr/>
          <a:lstStyle/>
          <a:p>
            <a:r>
              <a:rPr lang="en-GB" dirty="0"/>
              <a:t>Method 2.2 ⇝ Example 3 (Continue)</a:t>
            </a:r>
            <a:endParaRPr lang="en-US"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67ECC96-7590-4F07-A669-7C803F7F2DB6}"/>
                  </a:ext>
                </a:extLst>
              </p:cNvPr>
              <p:cNvSpPr txBox="1"/>
              <p:nvPr/>
            </p:nvSpPr>
            <p:spPr>
              <a:xfrm>
                <a:off x="9862823" y="708842"/>
                <a:ext cx="718822" cy="46166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sz="2400" b="0" i="0" dirty="0" smtClean="0">
                          <a:latin typeface="Cambria Math" panose="02040503050406030204" pitchFamily="18" charset="0"/>
                        </a:rPr>
                        <m:t>n</m:t>
                      </m:r>
                      <m:d>
                        <m:dPr>
                          <m:ctrlPr>
                            <a:rPr lang="en-GB" sz="2400" b="0" i="1" dirty="0" smtClean="0">
                              <a:latin typeface="Cambria Math" panose="02040503050406030204" pitchFamily="18" charset="0"/>
                            </a:rPr>
                          </m:ctrlPr>
                        </m:dPr>
                        <m:e>
                          <m:r>
                            <m:rPr>
                              <m:sty m:val="p"/>
                            </m:rPr>
                            <a:rPr lang="en-GB" sz="2400" b="0" i="0" dirty="0" smtClean="0">
                              <a:latin typeface="Cambria Math" panose="02040503050406030204" pitchFamily="18" charset="0"/>
                            </a:rPr>
                            <m:t>S</m:t>
                          </m:r>
                        </m:e>
                      </m:d>
                    </m:oMath>
                  </m:oMathPara>
                </a14:m>
                <a:endParaRPr lang="en-IN" sz="2400" dirty="0">
                  <a:latin typeface="+mn-lt"/>
                </a:endParaRPr>
              </a:p>
            </p:txBody>
          </p:sp>
        </mc:Choice>
        <mc:Fallback xmlns="">
          <p:sp>
            <p:nvSpPr>
              <p:cNvPr id="23" name="TextBox 22">
                <a:extLst>
                  <a:ext uri="{FF2B5EF4-FFF2-40B4-BE49-F238E27FC236}">
                    <a16:creationId xmlns:a16="http://schemas.microsoft.com/office/drawing/2014/main" id="{267ECC96-7590-4F07-A669-7C803F7F2DB6}"/>
                  </a:ext>
                </a:extLst>
              </p:cNvPr>
              <p:cNvSpPr txBox="1">
                <a:spLocks noRot="1" noChangeAspect="1" noMove="1" noResize="1" noEditPoints="1" noAdjustHandles="1" noChangeArrowheads="1" noChangeShapeType="1" noTextEdit="1"/>
              </p:cNvSpPr>
              <p:nvPr/>
            </p:nvSpPr>
            <p:spPr>
              <a:xfrm>
                <a:off x="9862823" y="708842"/>
                <a:ext cx="718822" cy="461665"/>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02FF09E8-0856-46EB-8B9D-FEA91621C4CF}"/>
                  </a:ext>
                </a:extLst>
              </p:cNvPr>
              <p:cNvSpPr txBox="1"/>
              <p:nvPr/>
            </p:nvSpPr>
            <p:spPr>
              <a:xfrm>
                <a:off x="10476870" y="708842"/>
                <a:ext cx="1654399"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400" dirty="0" smtClean="0">
                          <a:solidFill>
                            <a:srgbClr val="002060"/>
                          </a:solidFill>
                          <a:latin typeface="Cambria Math" panose="02040503050406030204" pitchFamily="18" charset="0"/>
                        </a:rPr>
                        <m:t>=</m:t>
                      </m:r>
                      <m:r>
                        <a:rPr lang="en-IN" sz="2400" i="1" dirty="0" smtClean="0">
                          <a:solidFill>
                            <a:srgbClr val="002060"/>
                          </a:solidFill>
                          <a:latin typeface="Cambria Math" panose="02040503050406030204" pitchFamily="18" charset="0"/>
                        </a:rPr>
                        <m:t>2</m:t>
                      </m:r>
                      <m:r>
                        <a:rPr lang="en-IN" sz="2400" b="0" i="1" dirty="0" smtClean="0">
                          <a:solidFill>
                            <a:srgbClr val="002060"/>
                          </a:solidFill>
                          <a:latin typeface="Cambria Math" panose="02040503050406030204" pitchFamily="18" charset="0"/>
                        </a:rPr>
                        <m:t>598960</m:t>
                      </m:r>
                    </m:oMath>
                  </m:oMathPara>
                </a14:m>
                <a:endParaRPr lang="en-IN" sz="2400" dirty="0">
                  <a:solidFill>
                    <a:srgbClr val="002060"/>
                  </a:solidFill>
                </a:endParaRPr>
              </a:p>
            </p:txBody>
          </p:sp>
        </mc:Choice>
        <mc:Fallback xmlns="">
          <p:sp>
            <p:nvSpPr>
              <p:cNvPr id="28" name="TextBox 27">
                <a:extLst>
                  <a:ext uri="{FF2B5EF4-FFF2-40B4-BE49-F238E27FC236}">
                    <a16:creationId xmlns:a16="http://schemas.microsoft.com/office/drawing/2014/main" id="{02FF09E8-0856-46EB-8B9D-FEA91621C4CF}"/>
                  </a:ext>
                </a:extLst>
              </p:cNvPr>
              <p:cNvSpPr txBox="1">
                <a:spLocks noRot="1" noChangeAspect="1" noMove="1" noResize="1" noEditPoints="1" noAdjustHandles="1" noChangeArrowheads="1" noChangeShapeType="1" noTextEdit="1"/>
              </p:cNvSpPr>
              <p:nvPr/>
            </p:nvSpPr>
            <p:spPr>
              <a:xfrm>
                <a:off x="10476870" y="708842"/>
                <a:ext cx="1654399" cy="461665"/>
              </a:xfrm>
              <a:prstGeom prst="rect">
                <a:avLst/>
              </a:prstGeom>
              <a:blipFill>
                <a:blip r:embed="rId4"/>
                <a:stretch>
                  <a:fillRect r="-258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B12583E-9EF0-4A92-BAA1-2E1A8668DEE3}"/>
                  </a:ext>
                </a:extLst>
              </p:cNvPr>
              <p:cNvSpPr txBox="1"/>
              <p:nvPr/>
            </p:nvSpPr>
            <p:spPr>
              <a:xfrm>
                <a:off x="1136168" y="1258054"/>
                <a:ext cx="146304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Event </a:t>
                </a:r>
                <a14:m>
                  <m:oMath xmlns:m="http://schemas.openxmlformats.org/officeDocument/2006/math">
                    <m:r>
                      <m:rPr>
                        <m:sty m:val="p"/>
                      </m:rPr>
                      <a:rPr lang="en-IN" b="0" i="0" dirty="0" smtClean="0">
                        <a:latin typeface="Cambria Math" panose="02040503050406030204" pitchFamily="18" charset="0"/>
                      </a:rPr>
                      <m:t>E</m:t>
                    </m:r>
                  </m:oMath>
                </a14:m>
                <a:r>
                  <a:rPr lang="en-IN" dirty="0">
                    <a:latin typeface="+mn-lt"/>
                  </a:rPr>
                  <a:t> :</a:t>
                </a:r>
              </a:p>
            </p:txBody>
          </p:sp>
        </mc:Choice>
        <mc:Fallback xmlns="">
          <p:sp>
            <p:nvSpPr>
              <p:cNvPr id="29" name="TextBox 28">
                <a:extLst>
                  <a:ext uri="{FF2B5EF4-FFF2-40B4-BE49-F238E27FC236}">
                    <a16:creationId xmlns:a16="http://schemas.microsoft.com/office/drawing/2014/main" id="{6B12583E-9EF0-4A92-BAA1-2E1A8668DEE3}"/>
                  </a:ext>
                </a:extLst>
              </p:cNvPr>
              <p:cNvSpPr txBox="1">
                <a:spLocks noRot="1" noChangeAspect="1" noMove="1" noResize="1" noEditPoints="1" noAdjustHandles="1" noChangeArrowheads="1" noChangeShapeType="1" noTextEdit="1"/>
              </p:cNvSpPr>
              <p:nvPr/>
            </p:nvSpPr>
            <p:spPr>
              <a:xfrm>
                <a:off x="1136168" y="1258054"/>
                <a:ext cx="1463040" cy="523220"/>
              </a:xfrm>
              <a:prstGeom prst="rect">
                <a:avLst/>
              </a:prstGeom>
              <a:blipFill>
                <a:blip r:embed="rId5"/>
                <a:stretch>
                  <a:fillRect l="-8333" t="-10465" r="-4583"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B221158-D64F-4F48-8FD9-22ECFABF3344}"/>
                  </a:ext>
                </a:extLst>
              </p:cNvPr>
              <p:cNvSpPr txBox="1"/>
              <p:nvPr/>
            </p:nvSpPr>
            <p:spPr>
              <a:xfrm>
                <a:off x="2483369" y="1258054"/>
                <a:ext cx="5727884" cy="954107"/>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just"/>
                <a14:m>
                  <m:oMath xmlns:m="http://schemas.openxmlformats.org/officeDocument/2006/math">
                    <m:r>
                      <a:rPr lang="en-GB" i="1" dirty="0" smtClean="0">
                        <a:latin typeface="Cambria Math" panose="02040503050406030204" pitchFamily="18" charset="0"/>
                      </a:rPr>
                      <m:t>3</m:t>
                    </m:r>
                  </m:oMath>
                </a14:m>
                <a:r>
                  <a:rPr lang="en-GB" dirty="0">
                    <a:latin typeface="+mj-lt"/>
                  </a:rPr>
                  <a:t> cards are of any one suit and </a:t>
                </a:r>
                <a:br>
                  <a:rPr lang="en-GB" dirty="0">
                    <a:latin typeface="+mj-lt"/>
                  </a:rPr>
                </a:br>
                <a14:m>
                  <m:oMath xmlns:m="http://schemas.openxmlformats.org/officeDocument/2006/math">
                    <m:r>
                      <a:rPr lang="en-GB" i="1" dirty="0" smtClean="0">
                        <a:latin typeface="Cambria Math" panose="02040503050406030204" pitchFamily="18" charset="0"/>
                      </a:rPr>
                      <m:t>2</m:t>
                    </m:r>
                  </m:oMath>
                </a14:m>
                <a:r>
                  <a:rPr lang="en-GB" dirty="0">
                    <a:latin typeface="+mj-lt"/>
                  </a:rPr>
                  <a:t> cards are of a different suit are drawn</a:t>
                </a:r>
                <a:endParaRPr lang="en-IN" dirty="0">
                  <a:latin typeface="+mn-lt"/>
                </a:endParaRPr>
              </a:p>
            </p:txBody>
          </p:sp>
        </mc:Choice>
        <mc:Fallback xmlns="">
          <p:sp>
            <p:nvSpPr>
              <p:cNvPr id="35" name="TextBox 34">
                <a:extLst>
                  <a:ext uri="{FF2B5EF4-FFF2-40B4-BE49-F238E27FC236}">
                    <a16:creationId xmlns:a16="http://schemas.microsoft.com/office/drawing/2014/main" id="{CB221158-D64F-4F48-8FD9-22ECFABF3344}"/>
                  </a:ext>
                </a:extLst>
              </p:cNvPr>
              <p:cNvSpPr txBox="1">
                <a:spLocks noRot="1" noChangeAspect="1" noMove="1" noResize="1" noEditPoints="1" noAdjustHandles="1" noChangeArrowheads="1" noChangeShapeType="1" noTextEdit="1"/>
              </p:cNvSpPr>
              <p:nvPr/>
            </p:nvSpPr>
            <p:spPr>
              <a:xfrm>
                <a:off x="2483369" y="1258054"/>
                <a:ext cx="5727884" cy="954107"/>
              </a:xfrm>
              <a:prstGeom prst="rect">
                <a:avLst/>
              </a:prstGeom>
              <a:blipFill>
                <a:blip r:embed="rId6"/>
                <a:stretch>
                  <a:fillRect t="-5096" r="-2128" b="-1783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491B6D8-916D-4DCC-B8EC-263A4B454E0D}"/>
                  </a:ext>
                </a:extLst>
              </p:cNvPr>
              <p:cNvSpPr txBox="1"/>
              <p:nvPr/>
            </p:nvSpPr>
            <p:spPr>
              <a:xfrm>
                <a:off x="1577595" y="2667432"/>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E</m:t>
                          </m:r>
                        </m:e>
                      </m:d>
                    </m:oMath>
                  </m:oMathPara>
                </a14:m>
                <a:endParaRPr lang="en-IN" dirty="0">
                  <a:latin typeface="+mn-lt"/>
                </a:endParaRPr>
              </a:p>
            </p:txBody>
          </p:sp>
        </mc:Choice>
        <mc:Fallback xmlns="">
          <p:sp>
            <p:nvSpPr>
              <p:cNvPr id="36" name="TextBox 35">
                <a:extLst>
                  <a:ext uri="{FF2B5EF4-FFF2-40B4-BE49-F238E27FC236}">
                    <a16:creationId xmlns:a16="http://schemas.microsoft.com/office/drawing/2014/main" id="{7491B6D8-916D-4DCC-B8EC-263A4B454E0D}"/>
                  </a:ext>
                </a:extLst>
              </p:cNvPr>
              <p:cNvSpPr txBox="1">
                <a:spLocks noRot="1" noChangeAspect="1" noMove="1" noResize="1" noEditPoints="1" noAdjustHandles="1" noChangeArrowheads="1" noChangeShapeType="1" noTextEdit="1"/>
              </p:cNvSpPr>
              <p:nvPr/>
            </p:nvSpPr>
            <p:spPr>
              <a:xfrm>
                <a:off x="1577595" y="2667432"/>
                <a:ext cx="900571"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4577D93-4A07-4697-8421-46E2F0FECF9D}"/>
                  </a:ext>
                </a:extLst>
              </p:cNvPr>
              <p:cNvSpPr txBox="1"/>
              <p:nvPr/>
            </p:nvSpPr>
            <p:spPr>
              <a:xfrm>
                <a:off x="1130961" y="2667432"/>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37" name="TextBox 36">
                <a:extLst>
                  <a:ext uri="{FF2B5EF4-FFF2-40B4-BE49-F238E27FC236}">
                    <a16:creationId xmlns:a16="http://schemas.microsoft.com/office/drawing/2014/main" id="{74577D93-4A07-4697-8421-46E2F0FECF9D}"/>
                  </a:ext>
                </a:extLst>
              </p:cNvPr>
              <p:cNvSpPr txBox="1">
                <a:spLocks noRot="1" noChangeAspect="1" noMove="1" noResize="1" noEditPoints="1" noAdjustHandles="1" noChangeArrowheads="1" noChangeShapeType="1" noTextEdit="1"/>
              </p:cNvSpPr>
              <p:nvPr/>
            </p:nvSpPr>
            <p:spPr>
              <a:xfrm>
                <a:off x="1130961" y="2667432"/>
                <a:ext cx="534127"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12EBBC5A-A3F7-4753-AEF5-529907D47761}"/>
                  </a:ext>
                </a:extLst>
              </p:cNvPr>
              <p:cNvSpPr txBox="1"/>
              <p:nvPr/>
            </p:nvSpPr>
            <p:spPr>
              <a:xfrm>
                <a:off x="2364325" y="2667432"/>
                <a:ext cx="534127"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12EBBC5A-A3F7-4753-AEF5-529907D47761}"/>
                  </a:ext>
                </a:extLst>
              </p:cNvPr>
              <p:cNvSpPr txBox="1">
                <a:spLocks noRot="1" noChangeAspect="1" noMove="1" noResize="1" noEditPoints="1" noAdjustHandles="1" noChangeArrowheads="1" noChangeShapeType="1" noTextEdit="1"/>
              </p:cNvSpPr>
              <p:nvPr/>
            </p:nvSpPr>
            <p:spPr>
              <a:xfrm>
                <a:off x="2364325" y="2667432"/>
                <a:ext cx="534127"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0C9ED07-0489-4D6E-85AD-BA4EF21C0A9B}"/>
                  </a:ext>
                </a:extLst>
              </p:cNvPr>
              <p:cNvSpPr txBox="1"/>
              <p:nvPr/>
            </p:nvSpPr>
            <p:spPr>
              <a:xfrm>
                <a:off x="2776729" y="2667432"/>
                <a:ext cx="900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m:t>
                          </m:r>
                          <m:r>
                            <a:rPr lang="en-IN" sz="2800" b="0" i="1" dirty="0" smtClean="0">
                              <a:solidFill>
                                <a:srgbClr val="002060"/>
                              </a:solidFill>
                              <a:latin typeface="Cambria Math" panose="02040503050406030204" pitchFamily="18" charset="0"/>
                            </a:rPr>
                            <m:t>3</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3</m:t>
                              </m:r>
                            </m:sub>
                          </m:sSub>
                        </m:e>
                      </m:sPre>
                    </m:oMath>
                  </m:oMathPara>
                </a14:m>
                <a:endParaRPr lang="en-IN" sz="2800" dirty="0">
                  <a:solidFill>
                    <a:srgbClr val="002060"/>
                  </a:solidFill>
                </a:endParaRPr>
              </a:p>
            </p:txBody>
          </p:sp>
        </mc:Choice>
        <mc:Fallback xmlns="">
          <p:sp>
            <p:nvSpPr>
              <p:cNvPr id="43" name="TextBox 42">
                <a:extLst>
                  <a:ext uri="{FF2B5EF4-FFF2-40B4-BE49-F238E27FC236}">
                    <a16:creationId xmlns:a16="http://schemas.microsoft.com/office/drawing/2014/main" id="{20C9ED07-0489-4D6E-85AD-BA4EF21C0A9B}"/>
                  </a:ext>
                </a:extLst>
              </p:cNvPr>
              <p:cNvSpPr txBox="1">
                <a:spLocks noRot="1" noChangeAspect="1" noMove="1" noResize="1" noEditPoints="1" noAdjustHandles="1" noChangeArrowheads="1" noChangeShapeType="1" noTextEdit="1"/>
              </p:cNvSpPr>
              <p:nvPr/>
            </p:nvSpPr>
            <p:spPr>
              <a:xfrm>
                <a:off x="2776729" y="2667432"/>
                <a:ext cx="900000"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1A59BDB-3DDE-4BA4-B356-0D44E06BA728}"/>
                  </a:ext>
                </a:extLst>
              </p:cNvPr>
              <p:cNvSpPr txBox="1"/>
              <p:nvPr/>
            </p:nvSpPr>
            <p:spPr>
              <a:xfrm>
                <a:off x="3559542" y="2667432"/>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5" name="TextBox 44">
                <a:extLst>
                  <a:ext uri="{FF2B5EF4-FFF2-40B4-BE49-F238E27FC236}">
                    <a16:creationId xmlns:a16="http://schemas.microsoft.com/office/drawing/2014/main" id="{71A59BDB-3DDE-4BA4-B356-0D44E06BA728}"/>
                  </a:ext>
                </a:extLst>
              </p:cNvPr>
              <p:cNvSpPr txBox="1">
                <a:spLocks noRot="1" noChangeAspect="1" noMove="1" noResize="1" noEditPoints="1" noAdjustHandles="1" noChangeArrowheads="1" noChangeShapeType="1" noTextEdit="1"/>
              </p:cNvSpPr>
              <p:nvPr/>
            </p:nvSpPr>
            <p:spPr>
              <a:xfrm>
                <a:off x="3559542" y="2667432"/>
                <a:ext cx="534127"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1E3914D5-76BE-491D-AB5A-DCEC2967F185}"/>
                  </a:ext>
                </a:extLst>
              </p:cNvPr>
              <p:cNvSpPr txBox="1"/>
              <p:nvPr/>
            </p:nvSpPr>
            <p:spPr>
              <a:xfrm>
                <a:off x="3867938" y="2667432"/>
                <a:ext cx="720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46" name="TextBox 45">
                <a:extLst>
                  <a:ext uri="{FF2B5EF4-FFF2-40B4-BE49-F238E27FC236}">
                    <a16:creationId xmlns:a16="http://schemas.microsoft.com/office/drawing/2014/main" id="{1E3914D5-76BE-491D-AB5A-DCEC2967F185}"/>
                  </a:ext>
                </a:extLst>
              </p:cNvPr>
              <p:cNvSpPr txBox="1">
                <a:spLocks noRot="1" noChangeAspect="1" noMove="1" noResize="1" noEditPoints="1" noAdjustHandles="1" noChangeArrowheads="1" noChangeShapeType="1" noTextEdit="1"/>
              </p:cNvSpPr>
              <p:nvPr/>
            </p:nvSpPr>
            <p:spPr>
              <a:xfrm>
                <a:off x="3867938" y="2667432"/>
                <a:ext cx="720000"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DB209D22-90AA-427B-9625-D95D834FF86F}"/>
                  </a:ext>
                </a:extLst>
              </p:cNvPr>
              <p:cNvSpPr txBox="1"/>
              <p:nvPr/>
            </p:nvSpPr>
            <p:spPr>
              <a:xfrm>
                <a:off x="2364325" y="3250308"/>
                <a:ext cx="566642"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1" name="TextBox 50">
                <a:extLst>
                  <a:ext uri="{FF2B5EF4-FFF2-40B4-BE49-F238E27FC236}">
                    <a16:creationId xmlns:a16="http://schemas.microsoft.com/office/drawing/2014/main" id="{DB209D22-90AA-427B-9625-D95D834FF86F}"/>
                  </a:ext>
                </a:extLst>
              </p:cNvPr>
              <p:cNvSpPr txBox="1">
                <a:spLocks noRot="1" noChangeAspect="1" noMove="1" noResize="1" noEditPoints="1" noAdjustHandles="1" noChangeArrowheads="1" noChangeShapeType="1" noTextEdit="1"/>
              </p:cNvSpPr>
              <p:nvPr/>
            </p:nvSpPr>
            <p:spPr>
              <a:xfrm>
                <a:off x="2364325" y="3250308"/>
                <a:ext cx="566642"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19B7D8DA-A19B-48EB-BD10-CA0E396863CB}"/>
                  </a:ext>
                </a:extLst>
              </p:cNvPr>
              <p:cNvSpPr txBox="1"/>
              <p:nvPr/>
            </p:nvSpPr>
            <p:spPr>
              <a:xfrm>
                <a:off x="2869309" y="3250308"/>
                <a:ext cx="1380466"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267696</m:t>
                      </m:r>
                    </m:oMath>
                  </m:oMathPara>
                </a14:m>
                <a:endParaRPr lang="en-IN" sz="2800" dirty="0">
                  <a:solidFill>
                    <a:srgbClr val="002060"/>
                  </a:solidFill>
                </a:endParaRPr>
              </a:p>
            </p:txBody>
          </p:sp>
        </mc:Choice>
        <mc:Fallback xmlns="">
          <p:sp>
            <p:nvSpPr>
              <p:cNvPr id="52" name="TextBox 51">
                <a:extLst>
                  <a:ext uri="{FF2B5EF4-FFF2-40B4-BE49-F238E27FC236}">
                    <a16:creationId xmlns:a16="http://schemas.microsoft.com/office/drawing/2014/main" id="{19B7D8DA-A19B-48EB-BD10-CA0E396863CB}"/>
                  </a:ext>
                </a:extLst>
              </p:cNvPr>
              <p:cNvSpPr txBox="1">
                <a:spLocks noRot="1" noChangeAspect="1" noMove="1" noResize="1" noEditPoints="1" noAdjustHandles="1" noChangeArrowheads="1" noChangeShapeType="1" noTextEdit="1"/>
              </p:cNvSpPr>
              <p:nvPr/>
            </p:nvSpPr>
            <p:spPr>
              <a:xfrm>
                <a:off x="2869309" y="3250308"/>
                <a:ext cx="1380466"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2CDB59A4-D329-48CB-B457-4A398278F69C}"/>
                  </a:ext>
                </a:extLst>
              </p:cNvPr>
              <p:cNvSpPr txBox="1"/>
              <p:nvPr/>
            </p:nvSpPr>
            <p:spPr>
              <a:xfrm>
                <a:off x="1577595" y="4302392"/>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E</m:t>
                          </m:r>
                        </m:e>
                      </m:d>
                    </m:oMath>
                  </m:oMathPara>
                </a14:m>
                <a:endParaRPr lang="en-IN" dirty="0">
                  <a:latin typeface="+mn-lt"/>
                </a:endParaRPr>
              </a:p>
            </p:txBody>
          </p:sp>
        </mc:Choice>
        <mc:Fallback xmlns="">
          <p:sp>
            <p:nvSpPr>
              <p:cNvPr id="54" name="TextBox 53">
                <a:extLst>
                  <a:ext uri="{FF2B5EF4-FFF2-40B4-BE49-F238E27FC236}">
                    <a16:creationId xmlns:a16="http://schemas.microsoft.com/office/drawing/2014/main" id="{2CDB59A4-D329-48CB-B457-4A398278F69C}"/>
                  </a:ext>
                </a:extLst>
              </p:cNvPr>
              <p:cNvSpPr txBox="1">
                <a:spLocks noRot="1" noChangeAspect="1" noMove="1" noResize="1" noEditPoints="1" noAdjustHandles="1" noChangeArrowheads="1" noChangeShapeType="1" noTextEdit="1"/>
              </p:cNvSpPr>
              <p:nvPr/>
            </p:nvSpPr>
            <p:spPr>
              <a:xfrm>
                <a:off x="1577595" y="4302392"/>
                <a:ext cx="900571"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BDF652E3-8E24-467F-89B0-1342932F05FC}"/>
                  </a:ext>
                </a:extLst>
              </p:cNvPr>
              <p:cNvSpPr txBox="1"/>
              <p:nvPr/>
            </p:nvSpPr>
            <p:spPr>
              <a:xfrm>
                <a:off x="1130961" y="4302392"/>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55" name="TextBox 54">
                <a:extLst>
                  <a:ext uri="{FF2B5EF4-FFF2-40B4-BE49-F238E27FC236}">
                    <a16:creationId xmlns:a16="http://schemas.microsoft.com/office/drawing/2014/main" id="{BDF652E3-8E24-467F-89B0-1342932F05FC}"/>
                  </a:ext>
                </a:extLst>
              </p:cNvPr>
              <p:cNvSpPr txBox="1">
                <a:spLocks noRot="1" noChangeAspect="1" noMove="1" noResize="1" noEditPoints="1" noAdjustHandles="1" noChangeArrowheads="1" noChangeShapeType="1" noTextEdit="1"/>
              </p:cNvSpPr>
              <p:nvPr/>
            </p:nvSpPr>
            <p:spPr>
              <a:xfrm>
                <a:off x="1130961" y="4302392"/>
                <a:ext cx="534127"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8A2A34D-E4D1-448A-ABCE-228C56B736F8}"/>
                  </a:ext>
                </a:extLst>
              </p:cNvPr>
              <p:cNvSpPr txBox="1"/>
              <p:nvPr/>
            </p:nvSpPr>
            <p:spPr>
              <a:xfrm>
                <a:off x="2413796" y="4069283"/>
                <a:ext cx="1502185"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E</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56" name="TextBox 55">
                <a:extLst>
                  <a:ext uri="{FF2B5EF4-FFF2-40B4-BE49-F238E27FC236}">
                    <a16:creationId xmlns:a16="http://schemas.microsoft.com/office/drawing/2014/main" id="{F8A2A34D-E4D1-448A-ABCE-228C56B736F8}"/>
                  </a:ext>
                </a:extLst>
              </p:cNvPr>
              <p:cNvSpPr txBox="1">
                <a:spLocks noRot="1" noChangeAspect="1" noMove="1" noResize="1" noEditPoints="1" noAdjustHandles="1" noChangeArrowheads="1" noChangeShapeType="1" noTextEdit="1"/>
              </p:cNvSpPr>
              <p:nvPr/>
            </p:nvSpPr>
            <p:spPr>
              <a:xfrm>
                <a:off x="2413796" y="4069283"/>
                <a:ext cx="1502185" cy="989438"/>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AE58EDD1-D67D-41EE-B14E-087796167E3C}"/>
                  </a:ext>
                </a:extLst>
              </p:cNvPr>
              <p:cNvSpPr txBox="1"/>
              <p:nvPr/>
            </p:nvSpPr>
            <p:spPr>
              <a:xfrm>
                <a:off x="3836214" y="4113110"/>
                <a:ext cx="2390433"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i="1" dirty="0">
                              <a:latin typeface="Cambria Math" panose="02040503050406030204" pitchFamily="18" charset="0"/>
                            </a:rPr>
                            <m:t>267696</m:t>
                          </m:r>
                        </m:num>
                        <m:den>
                          <m:r>
                            <a:rPr lang="en-IN" b="0" i="1" dirty="0" smtClean="0">
                              <a:latin typeface="Cambria Math" panose="02040503050406030204" pitchFamily="18" charset="0"/>
                            </a:rPr>
                            <m:t> </m:t>
                          </m:r>
                          <m:r>
                            <a:rPr lang="en-IN" i="1" dirty="0">
                              <a:latin typeface="Cambria Math" panose="02040503050406030204" pitchFamily="18" charset="0"/>
                            </a:rPr>
                            <m:t>2598960</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57" name="TextBox 56">
                <a:extLst>
                  <a:ext uri="{FF2B5EF4-FFF2-40B4-BE49-F238E27FC236}">
                    <a16:creationId xmlns:a16="http://schemas.microsoft.com/office/drawing/2014/main" id="{AE58EDD1-D67D-41EE-B14E-087796167E3C}"/>
                  </a:ext>
                </a:extLst>
              </p:cNvPr>
              <p:cNvSpPr txBox="1">
                <a:spLocks noRot="1" noChangeAspect="1" noMove="1" noResize="1" noEditPoints="1" noAdjustHandles="1" noChangeArrowheads="1" noChangeShapeType="1" noTextEdit="1"/>
              </p:cNvSpPr>
              <p:nvPr/>
            </p:nvSpPr>
            <p:spPr>
              <a:xfrm>
                <a:off x="3836214" y="4113110"/>
                <a:ext cx="2390433" cy="901785"/>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5BD552E4-6916-404B-B2CD-0B7D09FD88BF}"/>
                  </a:ext>
                </a:extLst>
              </p:cNvPr>
              <p:cNvSpPr txBox="1"/>
              <p:nvPr/>
            </p:nvSpPr>
            <p:spPr>
              <a:xfrm>
                <a:off x="5908455" y="4113110"/>
                <a:ext cx="1936531"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i="1" dirty="0">
                              <a:latin typeface="Cambria Math" panose="02040503050406030204" pitchFamily="18" charset="0"/>
                            </a:rPr>
                            <m:t>429</m:t>
                          </m:r>
                        </m:num>
                        <m:den>
                          <m:r>
                            <a:rPr lang="en-IN" b="0" i="1" dirty="0" smtClean="0">
                              <a:latin typeface="Cambria Math" panose="02040503050406030204" pitchFamily="18" charset="0"/>
                            </a:rPr>
                            <m:t> </m:t>
                          </m:r>
                          <m:r>
                            <a:rPr lang="en-IN" i="1" dirty="0">
                              <a:latin typeface="Cambria Math" panose="02040503050406030204" pitchFamily="18" charset="0"/>
                            </a:rPr>
                            <m:t>4165</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58" name="TextBox 57">
                <a:extLst>
                  <a:ext uri="{FF2B5EF4-FFF2-40B4-BE49-F238E27FC236}">
                    <a16:creationId xmlns:a16="http://schemas.microsoft.com/office/drawing/2014/main" id="{5BD552E4-6916-404B-B2CD-0B7D09FD88BF}"/>
                  </a:ext>
                </a:extLst>
              </p:cNvPr>
              <p:cNvSpPr txBox="1">
                <a:spLocks noRot="1" noChangeAspect="1" noMove="1" noResize="1" noEditPoints="1" noAdjustHandles="1" noChangeArrowheads="1" noChangeShapeType="1" noTextEdit="1"/>
              </p:cNvSpPr>
              <p:nvPr/>
            </p:nvSpPr>
            <p:spPr>
              <a:xfrm>
                <a:off x="5908455" y="4113110"/>
                <a:ext cx="1936531" cy="901785"/>
              </a:xfrm>
              <a:prstGeom prst="rect">
                <a:avLst/>
              </a:prstGeom>
              <a:blipFill>
                <a:blip r:embed="rId19"/>
                <a:stretch>
                  <a:fillRect/>
                </a:stretch>
              </a:blipFill>
            </p:spPr>
            <p:txBody>
              <a:bodyPr/>
              <a:lstStyle/>
              <a:p>
                <a:r>
                  <a:rPr lang="en-IN">
                    <a:noFill/>
                  </a:rPr>
                  <a:t> </a:t>
                </a:r>
              </a:p>
            </p:txBody>
          </p:sp>
        </mc:Fallback>
      </mc:AlternateContent>
      <p:sp>
        <p:nvSpPr>
          <p:cNvPr id="63" name="TextBox 62">
            <a:extLst>
              <a:ext uri="{FF2B5EF4-FFF2-40B4-BE49-F238E27FC236}">
                <a16:creationId xmlns:a16="http://schemas.microsoft.com/office/drawing/2014/main" id="{EE46124B-F2B1-4EDA-A9D5-9DBE9C43460A}"/>
              </a:ext>
            </a:extLst>
          </p:cNvPr>
          <p:cNvSpPr txBox="1"/>
          <p:nvPr/>
        </p:nvSpPr>
        <p:spPr>
          <a:xfrm>
            <a:off x="1135393" y="7027523"/>
            <a:ext cx="4536892"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solidFill>
                  <a:srgbClr val="002060"/>
                </a:solidFill>
              </a:rPr>
              <a:t>(6)  at least one ace is obtained</a:t>
            </a:r>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97F7703D-02DF-49A3-B217-1AA527D182F7}"/>
                  </a:ext>
                </a:extLst>
              </p:cNvPr>
              <p:cNvSpPr txBox="1"/>
              <p:nvPr/>
            </p:nvSpPr>
            <p:spPr>
              <a:xfrm>
                <a:off x="4416479" y="2667432"/>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64" name="TextBox 63">
                <a:extLst>
                  <a:ext uri="{FF2B5EF4-FFF2-40B4-BE49-F238E27FC236}">
                    <a16:creationId xmlns:a16="http://schemas.microsoft.com/office/drawing/2014/main" id="{97F7703D-02DF-49A3-B217-1AA527D182F7}"/>
                  </a:ext>
                </a:extLst>
              </p:cNvPr>
              <p:cNvSpPr txBox="1">
                <a:spLocks noRot="1" noChangeAspect="1" noMove="1" noResize="1" noEditPoints="1" noAdjustHandles="1" noChangeArrowheads="1" noChangeShapeType="1" noTextEdit="1"/>
              </p:cNvSpPr>
              <p:nvPr/>
            </p:nvSpPr>
            <p:spPr>
              <a:xfrm>
                <a:off x="4416479" y="2667432"/>
                <a:ext cx="534127"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53EDB1FA-D16A-4887-ACE3-36A6588CDEA6}"/>
                  </a:ext>
                </a:extLst>
              </p:cNvPr>
              <p:cNvSpPr txBox="1"/>
              <p:nvPr/>
            </p:nvSpPr>
            <p:spPr>
              <a:xfrm>
                <a:off x="4812412" y="2667432"/>
                <a:ext cx="900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m:t>
                          </m:r>
                          <m:r>
                            <a:rPr lang="en-IN" sz="2800" b="0" i="1" dirty="0" smtClean="0">
                              <a:solidFill>
                                <a:srgbClr val="002060"/>
                              </a:solidFill>
                              <a:latin typeface="Cambria Math" panose="02040503050406030204" pitchFamily="18" charset="0"/>
                            </a:rPr>
                            <m:t>3</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2</m:t>
                              </m:r>
                            </m:sub>
                          </m:sSub>
                        </m:e>
                      </m:sPre>
                    </m:oMath>
                  </m:oMathPara>
                </a14:m>
                <a:endParaRPr lang="en-IN" sz="2800" dirty="0">
                  <a:solidFill>
                    <a:srgbClr val="002060"/>
                  </a:solidFill>
                </a:endParaRPr>
              </a:p>
            </p:txBody>
          </p:sp>
        </mc:Choice>
        <mc:Fallback xmlns="">
          <p:sp>
            <p:nvSpPr>
              <p:cNvPr id="65" name="TextBox 64">
                <a:extLst>
                  <a:ext uri="{FF2B5EF4-FFF2-40B4-BE49-F238E27FC236}">
                    <a16:creationId xmlns:a16="http://schemas.microsoft.com/office/drawing/2014/main" id="{53EDB1FA-D16A-4887-ACE3-36A6588CDEA6}"/>
                  </a:ext>
                </a:extLst>
              </p:cNvPr>
              <p:cNvSpPr txBox="1">
                <a:spLocks noRot="1" noChangeAspect="1" noMove="1" noResize="1" noEditPoints="1" noAdjustHandles="1" noChangeArrowheads="1" noChangeShapeType="1" noTextEdit="1"/>
              </p:cNvSpPr>
              <p:nvPr/>
            </p:nvSpPr>
            <p:spPr>
              <a:xfrm>
                <a:off x="4812412" y="2667432"/>
                <a:ext cx="900000"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E578BA82-76B1-45C9-B8F9-EB272983C1E5}"/>
                  </a:ext>
                </a:extLst>
              </p:cNvPr>
              <p:cNvSpPr txBox="1"/>
              <p:nvPr/>
            </p:nvSpPr>
            <p:spPr>
              <a:xfrm>
                <a:off x="5528115" y="2667432"/>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82" name="TextBox 81">
                <a:extLst>
                  <a:ext uri="{FF2B5EF4-FFF2-40B4-BE49-F238E27FC236}">
                    <a16:creationId xmlns:a16="http://schemas.microsoft.com/office/drawing/2014/main" id="{E578BA82-76B1-45C9-B8F9-EB272983C1E5}"/>
                  </a:ext>
                </a:extLst>
              </p:cNvPr>
              <p:cNvSpPr txBox="1">
                <a:spLocks noRot="1" noChangeAspect="1" noMove="1" noResize="1" noEditPoints="1" noAdjustHandles="1" noChangeArrowheads="1" noChangeShapeType="1" noTextEdit="1"/>
              </p:cNvSpPr>
              <p:nvPr/>
            </p:nvSpPr>
            <p:spPr>
              <a:xfrm>
                <a:off x="5528115" y="2667432"/>
                <a:ext cx="534127" cy="523220"/>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5AA5929D-B118-4FAF-940A-FBB12F0B0371}"/>
                  </a:ext>
                </a:extLst>
              </p:cNvPr>
              <p:cNvSpPr txBox="1"/>
              <p:nvPr/>
            </p:nvSpPr>
            <p:spPr>
              <a:xfrm>
                <a:off x="5870355" y="2667432"/>
                <a:ext cx="720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3</m:t>
                      </m:r>
                    </m:oMath>
                  </m:oMathPara>
                </a14:m>
                <a:endParaRPr lang="en-IN" sz="2800" dirty="0">
                  <a:solidFill>
                    <a:srgbClr val="002060"/>
                  </a:solidFill>
                </a:endParaRPr>
              </a:p>
            </p:txBody>
          </p:sp>
        </mc:Choice>
        <mc:Fallback xmlns="">
          <p:sp>
            <p:nvSpPr>
              <p:cNvPr id="83" name="TextBox 82">
                <a:extLst>
                  <a:ext uri="{FF2B5EF4-FFF2-40B4-BE49-F238E27FC236}">
                    <a16:creationId xmlns:a16="http://schemas.microsoft.com/office/drawing/2014/main" id="{5AA5929D-B118-4FAF-940A-FBB12F0B0371}"/>
                  </a:ext>
                </a:extLst>
              </p:cNvPr>
              <p:cNvSpPr txBox="1">
                <a:spLocks noRot="1" noChangeAspect="1" noMove="1" noResize="1" noEditPoints="1" noAdjustHandles="1" noChangeArrowheads="1" noChangeShapeType="1" noTextEdit="1"/>
              </p:cNvSpPr>
              <p:nvPr/>
            </p:nvSpPr>
            <p:spPr>
              <a:xfrm>
                <a:off x="5870355" y="2667432"/>
                <a:ext cx="720000" cy="523220"/>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E729E19-EC77-4321-865D-D9B104260837}"/>
                  </a:ext>
                </a:extLst>
              </p:cNvPr>
              <p:cNvSpPr txBox="1"/>
              <p:nvPr/>
            </p:nvSpPr>
            <p:spPr>
              <a:xfrm>
                <a:off x="11138609" y="2094889"/>
                <a:ext cx="522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44" name="TextBox 43">
                <a:extLst>
                  <a:ext uri="{FF2B5EF4-FFF2-40B4-BE49-F238E27FC236}">
                    <a16:creationId xmlns:a16="http://schemas.microsoft.com/office/drawing/2014/main" id="{9E729E19-EC77-4321-865D-D9B104260837}"/>
                  </a:ext>
                </a:extLst>
              </p:cNvPr>
              <p:cNvSpPr txBox="1">
                <a:spLocks noRot="1" noChangeAspect="1" noMove="1" noResize="1" noEditPoints="1" noAdjustHandles="1" noChangeArrowheads="1" noChangeShapeType="1" noTextEdit="1"/>
              </p:cNvSpPr>
              <p:nvPr/>
            </p:nvSpPr>
            <p:spPr>
              <a:xfrm>
                <a:off x="11138609" y="2094889"/>
                <a:ext cx="522000" cy="523220"/>
              </a:xfrm>
              <a:prstGeom prst="rect">
                <a:avLst/>
              </a:prstGeom>
              <a:blipFill>
                <a:blip r:embed="rId24"/>
                <a:stretch>
                  <a:fillRect/>
                </a:stretch>
              </a:blipFill>
            </p:spPr>
            <p:txBody>
              <a:bodyPr/>
              <a:lstStyle/>
              <a:p>
                <a:r>
                  <a:rPr lang="en-IN">
                    <a:noFill/>
                  </a:rPr>
                  <a:t> </a:t>
                </a:r>
              </a:p>
            </p:txBody>
          </p:sp>
        </mc:Fallback>
      </mc:AlternateContent>
      <p:sp>
        <p:nvSpPr>
          <p:cNvPr id="53" name="TextBox 52">
            <a:extLst>
              <a:ext uri="{FF2B5EF4-FFF2-40B4-BE49-F238E27FC236}">
                <a16:creationId xmlns:a16="http://schemas.microsoft.com/office/drawing/2014/main" id="{6B9B3471-C7C2-423A-A176-4DA896B4C98F}"/>
              </a:ext>
            </a:extLst>
          </p:cNvPr>
          <p:cNvSpPr txBox="1"/>
          <p:nvPr/>
        </p:nvSpPr>
        <p:spPr>
          <a:xfrm>
            <a:off x="8676957" y="2094889"/>
            <a:ext cx="2600405"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Choices of suits </a:t>
            </a:r>
            <a:r>
              <a:rPr lang="en-IN" dirty="0">
                <a:latin typeface="+mn-lt"/>
                <a:sym typeface="Wingdings" panose="05000000000000000000" pitchFamily="2" charset="2"/>
              </a:rPr>
              <a:t>:</a:t>
            </a:r>
            <a:endParaRPr lang="en-IN" dirty="0">
              <a:latin typeface="+mn-lt"/>
            </a:endParaRPr>
          </a:p>
        </p:txBody>
      </p:sp>
      <p:sp>
        <p:nvSpPr>
          <p:cNvPr id="59" name="TextBox 58">
            <a:extLst>
              <a:ext uri="{FF2B5EF4-FFF2-40B4-BE49-F238E27FC236}">
                <a16:creationId xmlns:a16="http://schemas.microsoft.com/office/drawing/2014/main" id="{FCECEEAF-F4A7-42BF-8D50-77B9D918836B}"/>
              </a:ext>
            </a:extLst>
          </p:cNvPr>
          <p:cNvSpPr txBox="1"/>
          <p:nvPr/>
        </p:nvSpPr>
        <p:spPr>
          <a:xfrm>
            <a:off x="8677197" y="3391434"/>
            <a:ext cx="260040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Remaining suits </a:t>
            </a:r>
            <a:r>
              <a:rPr lang="en-IN" dirty="0">
                <a:latin typeface="+mn-lt"/>
                <a:sym typeface="Wingdings" panose="05000000000000000000" pitchFamily="2" charset="2"/>
              </a:rPr>
              <a:t>:</a:t>
            </a:r>
            <a:endParaRPr lang="en-IN" dirty="0">
              <a:latin typeface="+mn-lt"/>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3539AF9-A26C-4F86-9214-1B12D4E95933}"/>
                  </a:ext>
                </a:extLst>
              </p:cNvPr>
              <p:cNvSpPr txBox="1"/>
              <p:nvPr/>
            </p:nvSpPr>
            <p:spPr>
              <a:xfrm>
                <a:off x="11138609" y="3391434"/>
                <a:ext cx="522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3</m:t>
                      </m:r>
                    </m:oMath>
                  </m:oMathPara>
                </a14:m>
                <a:endParaRPr lang="en-IN" sz="2800" dirty="0">
                  <a:solidFill>
                    <a:srgbClr val="002060"/>
                  </a:solidFill>
                </a:endParaRPr>
              </a:p>
            </p:txBody>
          </p:sp>
        </mc:Choice>
        <mc:Fallback xmlns="">
          <p:sp>
            <p:nvSpPr>
              <p:cNvPr id="60" name="TextBox 59">
                <a:extLst>
                  <a:ext uri="{FF2B5EF4-FFF2-40B4-BE49-F238E27FC236}">
                    <a16:creationId xmlns:a16="http://schemas.microsoft.com/office/drawing/2014/main" id="{73539AF9-A26C-4F86-9214-1B12D4E95933}"/>
                  </a:ext>
                </a:extLst>
              </p:cNvPr>
              <p:cNvSpPr txBox="1">
                <a:spLocks noRot="1" noChangeAspect="1" noMove="1" noResize="1" noEditPoints="1" noAdjustHandles="1" noChangeArrowheads="1" noChangeShapeType="1" noTextEdit="1"/>
              </p:cNvSpPr>
              <p:nvPr/>
            </p:nvSpPr>
            <p:spPr>
              <a:xfrm>
                <a:off x="11138609" y="3391434"/>
                <a:ext cx="522000" cy="523220"/>
              </a:xfrm>
              <a:prstGeom prst="rect">
                <a:avLst/>
              </a:prstGeom>
              <a:blipFill>
                <a:blip r:embed="rId25"/>
                <a:stretch>
                  <a:fillRect/>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BDEE88A4-21B7-4FA6-A665-441BAC3A0C21}"/>
              </a:ext>
            </a:extLst>
          </p:cNvPr>
          <p:cNvCxnSpPr>
            <a:cxnSpLocks/>
          </p:cNvCxnSpPr>
          <p:nvPr/>
        </p:nvCxnSpPr>
        <p:spPr>
          <a:xfrm>
            <a:off x="2599208" y="1727299"/>
            <a:ext cx="4744567" cy="0"/>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D271C43A-EFE5-4CD9-9A08-33B294E4699B}"/>
              </a:ext>
            </a:extLst>
          </p:cNvPr>
          <p:cNvCxnSpPr>
            <a:cxnSpLocks/>
          </p:cNvCxnSpPr>
          <p:nvPr/>
        </p:nvCxnSpPr>
        <p:spPr>
          <a:xfrm>
            <a:off x="2599208" y="2156808"/>
            <a:ext cx="3991147" cy="0"/>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849BA849-AF07-455B-A052-F0B420414DE1}"/>
                  </a:ext>
                </a:extLst>
              </p:cNvPr>
              <p:cNvSpPr txBox="1"/>
              <p:nvPr/>
            </p:nvSpPr>
            <p:spPr>
              <a:xfrm>
                <a:off x="8833221" y="2532336"/>
                <a:ext cx="1869890" cy="830997"/>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just"/>
                <a14:m>
                  <m:oMathPara xmlns:m="http://schemas.openxmlformats.org/officeDocument/2006/math">
                    <m:oMathParaPr>
                      <m:jc m:val="center"/>
                    </m:oMathParaPr>
                    <m:oMath xmlns:m="http://schemas.openxmlformats.org/officeDocument/2006/math">
                      <m:r>
                        <a:rPr lang="en-IN" sz="4800" i="1" dirty="0" smtClean="0">
                          <a:solidFill>
                            <a:schemeClr val="tx1"/>
                          </a:solidFill>
                          <a:latin typeface="Cambria Math" panose="02040503050406030204" pitchFamily="18" charset="0"/>
                          <a:sym typeface="Symbol" panose="05050102010706020507" pitchFamily="18" charset="2"/>
                        </a:rPr>
                        <m:t></m:t>
                      </m:r>
                      <m:r>
                        <a:rPr lang="en-IN" sz="4800" i="1" dirty="0" smtClean="0">
                          <a:solidFill>
                            <a:srgbClr val="FF0000"/>
                          </a:solidFill>
                          <a:latin typeface="Cambria Math" panose="02040503050406030204" pitchFamily="18" charset="0"/>
                          <a:sym typeface="Symbol" panose="05050102010706020507" pitchFamily="18" charset="2"/>
                        </a:rPr>
                        <m:t></m:t>
                      </m:r>
                      <m:r>
                        <a:rPr lang="en-IN" sz="4800" i="1" dirty="0" smtClean="0">
                          <a:solidFill>
                            <a:schemeClr val="tx1"/>
                          </a:solidFill>
                          <a:latin typeface="Cambria Math" panose="02040503050406030204" pitchFamily="18" charset="0"/>
                          <a:sym typeface="Symbol" panose="05050102010706020507" pitchFamily="18" charset="2"/>
                        </a:rPr>
                        <m:t></m:t>
                      </m:r>
                      <m:r>
                        <a:rPr lang="en-IN" sz="4800" i="1" dirty="0" smtClean="0">
                          <a:solidFill>
                            <a:srgbClr val="FF0000"/>
                          </a:solidFill>
                          <a:latin typeface="Cambria Math" panose="02040503050406030204" pitchFamily="18" charset="0"/>
                          <a:sym typeface="Symbol" panose="05050102010706020507" pitchFamily="18" charset="2"/>
                        </a:rPr>
                        <m:t></m:t>
                      </m:r>
                    </m:oMath>
                  </m:oMathPara>
                </a14:m>
                <a:endParaRPr lang="en-IN" sz="4800" dirty="0">
                  <a:latin typeface="+mn-lt"/>
                </a:endParaRPr>
              </a:p>
            </p:txBody>
          </p:sp>
        </mc:Choice>
        <mc:Fallback xmlns="">
          <p:sp>
            <p:nvSpPr>
              <p:cNvPr id="67" name="TextBox 66">
                <a:extLst>
                  <a:ext uri="{FF2B5EF4-FFF2-40B4-BE49-F238E27FC236}">
                    <a16:creationId xmlns:a16="http://schemas.microsoft.com/office/drawing/2014/main" id="{849BA849-AF07-455B-A052-F0B420414DE1}"/>
                  </a:ext>
                </a:extLst>
              </p:cNvPr>
              <p:cNvSpPr txBox="1">
                <a:spLocks noRot="1" noChangeAspect="1" noMove="1" noResize="1" noEditPoints="1" noAdjustHandles="1" noChangeArrowheads="1" noChangeShapeType="1" noTextEdit="1"/>
              </p:cNvSpPr>
              <p:nvPr/>
            </p:nvSpPr>
            <p:spPr>
              <a:xfrm>
                <a:off x="8833221" y="2532336"/>
                <a:ext cx="1869890" cy="830997"/>
              </a:xfrm>
              <a:prstGeom prst="rect">
                <a:avLst/>
              </a:prstGeom>
              <a:blipFill>
                <a:blip r:embed="rId26"/>
                <a:stretch>
                  <a:fillRect/>
                </a:stretch>
              </a:blipFill>
            </p:spPr>
            <p:txBody>
              <a:bodyPr/>
              <a:lstStyle/>
              <a:p>
                <a:r>
                  <a:rPr lang="en-IN">
                    <a:noFill/>
                  </a:rPr>
                  <a:t> </a:t>
                </a:r>
              </a:p>
            </p:txBody>
          </p:sp>
        </mc:Fallback>
      </mc:AlternateContent>
      <p:sp>
        <p:nvSpPr>
          <p:cNvPr id="8" name="Multiplication Sign 7">
            <a:extLst>
              <a:ext uri="{FF2B5EF4-FFF2-40B4-BE49-F238E27FC236}">
                <a16:creationId xmlns:a16="http://schemas.microsoft.com/office/drawing/2014/main" id="{DCEAF10F-0A93-47C1-AAD5-D1A5280800DB}"/>
              </a:ext>
            </a:extLst>
          </p:cNvPr>
          <p:cNvSpPr/>
          <p:nvPr/>
        </p:nvSpPr>
        <p:spPr>
          <a:xfrm>
            <a:off x="9323063" y="2717805"/>
            <a:ext cx="576870" cy="576870"/>
          </a:xfrm>
          <a:prstGeom prst="mathMultiply">
            <a:avLst>
              <a:gd name="adj1" fmla="val 14434"/>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8" name="Rectangle: Rounded Corners 67">
            <a:extLst>
              <a:ext uri="{FF2B5EF4-FFF2-40B4-BE49-F238E27FC236}">
                <a16:creationId xmlns:a16="http://schemas.microsoft.com/office/drawing/2014/main" id="{CDF13A6A-9D8B-485F-836E-F336182F3609}"/>
              </a:ext>
            </a:extLst>
          </p:cNvPr>
          <p:cNvSpPr/>
          <p:nvPr/>
        </p:nvSpPr>
        <p:spPr>
          <a:xfrm>
            <a:off x="9862823" y="736307"/>
            <a:ext cx="2268446" cy="434200"/>
          </a:xfrm>
          <a:prstGeom prst="roundRect">
            <a:avLst/>
          </a:prstGeom>
          <a:ln w="28575" cap="rnd">
            <a:solidFill>
              <a:srgbClr val="C25956"/>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5170787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5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67"/>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4"/>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5"/>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6"/>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xit" presetSubtype="0" fill="hold" nodeType="clickEffect">
                                  <p:stCondLst>
                                    <p:cond delay="0"/>
                                  </p:stCondLst>
                                  <p:childTnLst>
                                    <p:set>
                                      <p:cBhvr>
                                        <p:cTn id="55" dur="1" fill="hold">
                                          <p:stCondLst>
                                            <p:cond delay="0"/>
                                          </p:stCondLst>
                                        </p:cTn>
                                        <p:tgtEl>
                                          <p:spTgt spid="4"/>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64"/>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66"/>
                                        </p:tgtEl>
                                        <p:attrNameLst>
                                          <p:attrName>style.visibility</p:attrName>
                                        </p:attrNameLst>
                                      </p:cBhvr>
                                      <p:to>
                                        <p:strVal val="visible"/>
                                      </p:to>
                                    </p:set>
                                    <p:animEffect transition="in" filter="wipe(left)">
                                      <p:cBhvr>
                                        <p:cTn id="64" dur="500"/>
                                        <p:tgtEl>
                                          <p:spTgt spid="66"/>
                                        </p:tgtEl>
                                      </p:cBhvr>
                                    </p:animEffec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6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5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6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8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83"/>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nodeType="clickEffect">
                                  <p:stCondLst>
                                    <p:cond delay="0"/>
                                  </p:stCondLst>
                                  <p:childTnLst>
                                    <p:set>
                                      <p:cBhvr>
                                        <p:cTn id="92" dur="1" fill="hold">
                                          <p:stCondLst>
                                            <p:cond delay="0"/>
                                          </p:stCondLst>
                                        </p:cTn>
                                        <p:tgtEl>
                                          <p:spTgt spid="66"/>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51"/>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52"/>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55"/>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54"/>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56"/>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57"/>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5" grpId="0" animBg="1"/>
      <p:bldP spid="36" grpId="0" animBg="1"/>
      <p:bldP spid="37" grpId="0" animBg="1"/>
      <p:bldP spid="42" grpId="0"/>
      <p:bldP spid="43" grpId="0"/>
      <p:bldP spid="45" grpId="0"/>
      <p:bldP spid="46" grpId="0"/>
      <p:bldP spid="51" grpId="0"/>
      <p:bldP spid="52" grpId="0"/>
      <p:bldP spid="54" grpId="0" animBg="1"/>
      <p:bldP spid="55" grpId="0" animBg="1"/>
      <p:bldP spid="56" grpId="0" animBg="1"/>
      <p:bldP spid="57" grpId="0" animBg="1"/>
      <p:bldP spid="58" grpId="0" animBg="1"/>
      <p:bldP spid="64" grpId="0"/>
      <p:bldP spid="65" grpId="0"/>
      <p:bldP spid="82" grpId="0"/>
      <p:bldP spid="83" grpId="0"/>
      <p:bldP spid="44" grpId="0"/>
      <p:bldP spid="53" grpId="0" animBg="1"/>
      <p:bldP spid="59" grpId="0" animBg="1"/>
      <p:bldP spid="60" grpId="0"/>
      <p:bldP spid="67" grpId="0"/>
      <p:bldP spid="8"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a:extLst>
              <a:ext uri="{FF2B5EF4-FFF2-40B4-BE49-F238E27FC236}">
                <a16:creationId xmlns:a16="http://schemas.microsoft.com/office/drawing/2014/main" id="{EE46124B-F2B1-4EDA-A9D5-9DBE9C43460A}"/>
              </a:ext>
            </a:extLst>
          </p:cNvPr>
          <p:cNvSpPr txBox="1"/>
          <p:nvPr/>
        </p:nvSpPr>
        <p:spPr>
          <a:xfrm>
            <a:off x="1135393" y="699228"/>
            <a:ext cx="4536892"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solidFill>
                  <a:srgbClr val="002060"/>
                </a:solidFill>
              </a:rPr>
              <a:t>(6)  at least one ace is obtained</a:t>
            </a:r>
          </a:p>
        </p:txBody>
      </p:sp>
      <p:sp>
        <p:nvSpPr>
          <p:cNvPr id="2" name="Title 1"/>
          <p:cNvSpPr>
            <a:spLocks noGrp="1"/>
          </p:cNvSpPr>
          <p:nvPr>
            <p:ph type="title"/>
          </p:nvPr>
        </p:nvSpPr>
        <p:spPr/>
        <p:txBody>
          <a:bodyPr/>
          <a:lstStyle/>
          <a:p>
            <a:r>
              <a:rPr lang="en-GB" dirty="0"/>
              <a:t>Method 2.2 ⇝ Example 3 (Continue)</a:t>
            </a:r>
            <a:endParaRPr lang="en-US"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67ECC96-7590-4F07-A669-7C803F7F2DB6}"/>
                  </a:ext>
                </a:extLst>
              </p:cNvPr>
              <p:cNvSpPr txBox="1"/>
              <p:nvPr/>
            </p:nvSpPr>
            <p:spPr>
              <a:xfrm>
                <a:off x="9862823" y="708842"/>
                <a:ext cx="718822" cy="46166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sz="2400" b="0" i="0" dirty="0" smtClean="0">
                          <a:latin typeface="Cambria Math" panose="02040503050406030204" pitchFamily="18" charset="0"/>
                        </a:rPr>
                        <m:t>n</m:t>
                      </m:r>
                      <m:d>
                        <m:dPr>
                          <m:ctrlPr>
                            <a:rPr lang="en-GB" sz="2400" b="0" i="1" dirty="0" smtClean="0">
                              <a:latin typeface="Cambria Math" panose="02040503050406030204" pitchFamily="18" charset="0"/>
                            </a:rPr>
                          </m:ctrlPr>
                        </m:dPr>
                        <m:e>
                          <m:r>
                            <m:rPr>
                              <m:sty m:val="p"/>
                            </m:rPr>
                            <a:rPr lang="en-GB" sz="2400" b="0" i="0" dirty="0" smtClean="0">
                              <a:latin typeface="Cambria Math" panose="02040503050406030204" pitchFamily="18" charset="0"/>
                            </a:rPr>
                            <m:t>S</m:t>
                          </m:r>
                        </m:e>
                      </m:d>
                    </m:oMath>
                  </m:oMathPara>
                </a14:m>
                <a:endParaRPr lang="en-IN" sz="2400" dirty="0">
                  <a:latin typeface="+mn-lt"/>
                </a:endParaRPr>
              </a:p>
            </p:txBody>
          </p:sp>
        </mc:Choice>
        <mc:Fallback xmlns="">
          <p:sp>
            <p:nvSpPr>
              <p:cNvPr id="23" name="TextBox 22">
                <a:extLst>
                  <a:ext uri="{FF2B5EF4-FFF2-40B4-BE49-F238E27FC236}">
                    <a16:creationId xmlns:a16="http://schemas.microsoft.com/office/drawing/2014/main" id="{267ECC96-7590-4F07-A669-7C803F7F2DB6}"/>
                  </a:ext>
                </a:extLst>
              </p:cNvPr>
              <p:cNvSpPr txBox="1">
                <a:spLocks noRot="1" noChangeAspect="1" noMove="1" noResize="1" noEditPoints="1" noAdjustHandles="1" noChangeArrowheads="1" noChangeShapeType="1" noTextEdit="1"/>
              </p:cNvSpPr>
              <p:nvPr/>
            </p:nvSpPr>
            <p:spPr>
              <a:xfrm>
                <a:off x="9862823" y="708842"/>
                <a:ext cx="718822" cy="461665"/>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02FF09E8-0856-46EB-8B9D-FEA91621C4CF}"/>
                  </a:ext>
                </a:extLst>
              </p:cNvPr>
              <p:cNvSpPr txBox="1"/>
              <p:nvPr/>
            </p:nvSpPr>
            <p:spPr>
              <a:xfrm>
                <a:off x="10476870" y="708842"/>
                <a:ext cx="1654399"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400" dirty="0" smtClean="0">
                          <a:solidFill>
                            <a:srgbClr val="002060"/>
                          </a:solidFill>
                          <a:latin typeface="Cambria Math" panose="02040503050406030204" pitchFamily="18" charset="0"/>
                        </a:rPr>
                        <m:t>=</m:t>
                      </m:r>
                      <m:r>
                        <a:rPr lang="en-IN" sz="2400" i="1" dirty="0" smtClean="0">
                          <a:solidFill>
                            <a:srgbClr val="002060"/>
                          </a:solidFill>
                          <a:latin typeface="Cambria Math" panose="02040503050406030204" pitchFamily="18" charset="0"/>
                        </a:rPr>
                        <m:t>2</m:t>
                      </m:r>
                      <m:r>
                        <a:rPr lang="en-IN" sz="2400" b="0" i="1" dirty="0" smtClean="0">
                          <a:solidFill>
                            <a:srgbClr val="002060"/>
                          </a:solidFill>
                          <a:latin typeface="Cambria Math" panose="02040503050406030204" pitchFamily="18" charset="0"/>
                        </a:rPr>
                        <m:t>598960</m:t>
                      </m:r>
                    </m:oMath>
                  </m:oMathPara>
                </a14:m>
                <a:endParaRPr lang="en-IN" sz="2400" dirty="0">
                  <a:solidFill>
                    <a:srgbClr val="002060"/>
                  </a:solidFill>
                </a:endParaRPr>
              </a:p>
            </p:txBody>
          </p:sp>
        </mc:Choice>
        <mc:Fallback xmlns="">
          <p:sp>
            <p:nvSpPr>
              <p:cNvPr id="28" name="TextBox 27">
                <a:extLst>
                  <a:ext uri="{FF2B5EF4-FFF2-40B4-BE49-F238E27FC236}">
                    <a16:creationId xmlns:a16="http://schemas.microsoft.com/office/drawing/2014/main" id="{02FF09E8-0856-46EB-8B9D-FEA91621C4CF}"/>
                  </a:ext>
                </a:extLst>
              </p:cNvPr>
              <p:cNvSpPr txBox="1">
                <a:spLocks noRot="1" noChangeAspect="1" noMove="1" noResize="1" noEditPoints="1" noAdjustHandles="1" noChangeArrowheads="1" noChangeShapeType="1" noTextEdit="1"/>
              </p:cNvSpPr>
              <p:nvPr/>
            </p:nvSpPr>
            <p:spPr>
              <a:xfrm>
                <a:off x="10476870" y="708842"/>
                <a:ext cx="1654399" cy="461665"/>
              </a:xfrm>
              <a:prstGeom prst="rect">
                <a:avLst/>
              </a:prstGeom>
              <a:blipFill>
                <a:blip r:embed="rId3"/>
                <a:stretch>
                  <a:fillRect r="-258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B12583E-9EF0-4A92-BAA1-2E1A8668DEE3}"/>
                  </a:ext>
                </a:extLst>
              </p:cNvPr>
              <p:cNvSpPr txBox="1"/>
              <p:nvPr/>
            </p:nvSpPr>
            <p:spPr>
              <a:xfrm>
                <a:off x="1136168" y="1258054"/>
                <a:ext cx="146304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Event </a:t>
                </a:r>
                <a14:m>
                  <m:oMath xmlns:m="http://schemas.openxmlformats.org/officeDocument/2006/math">
                    <m:r>
                      <m:rPr>
                        <m:sty m:val="p"/>
                      </m:rPr>
                      <a:rPr lang="en-IN" b="0" i="0" dirty="0" smtClean="0">
                        <a:latin typeface="Cambria Math" panose="02040503050406030204" pitchFamily="18" charset="0"/>
                      </a:rPr>
                      <m:t>F</m:t>
                    </m:r>
                  </m:oMath>
                </a14:m>
                <a:r>
                  <a:rPr lang="en-IN" dirty="0">
                    <a:latin typeface="+mn-lt"/>
                  </a:rPr>
                  <a:t> :</a:t>
                </a:r>
              </a:p>
            </p:txBody>
          </p:sp>
        </mc:Choice>
        <mc:Fallback xmlns="">
          <p:sp>
            <p:nvSpPr>
              <p:cNvPr id="29" name="TextBox 28">
                <a:extLst>
                  <a:ext uri="{FF2B5EF4-FFF2-40B4-BE49-F238E27FC236}">
                    <a16:creationId xmlns:a16="http://schemas.microsoft.com/office/drawing/2014/main" id="{6B12583E-9EF0-4A92-BAA1-2E1A8668DEE3}"/>
                  </a:ext>
                </a:extLst>
              </p:cNvPr>
              <p:cNvSpPr txBox="1">
                <a:spLocks noRot="1" noChangeAspect="1" noMove="1" noResize="1" noEditPoints="1" noAdjustHandles="1" noChangeArrowheads="1" noChangeShapeType="1" noTextEdit="1"/>
              </p:cNvSpPr>
              <p:nvPr/>
            </p:nvSpPr>
            <p:spPr>
              <a:xfrm>
                <a:off x="1136168" y="1258054"/>
                <a:ext cx="1463040" cy="523220"/>
              </a:xfrm>
              <a:prstGeom prst="rect">
                <a:avLst/>
              </a:prstGeom>
              <a:blipFill>
                <a:blip r:embed="rId4"/>
                <a:stretch>
                  <a:fillRect l="-8333" t="-10465" r="-3333" b="-33721"/>
                </a:stretch>
              </a:blipFill>
            </p:spPr>
            <p:txBody>
              <a:bodyPr/>
              <a:lstStyle/>
              <a:p>
                <a:r>
                  <a:rPr lang="en-IN">
                    <a:noFill/>
                  </a:rPr>
                  <a:t> </a:t>
                </a:r>
              </a:p>
            </p:txBody>
          </p:sp>
        </mc:Fallback>
      </mc:AlternateContent>
      <p:sp>
        <p:nvSpPr>
          <p:cNvPr id="35" name="TextBox 34">
            <a:extLst>
              <a:ext uri="{FF2B5EF4-FFF2-40B4-BE49-F238E27FC236}">
                <a16:creationId xmlns:a16="http://schemas.microsoft.com/office/drawing/2014/main" id="{CB221158-D64F-4F48-8FD9-22ECFABF3344}"/>
              </a:ext>
            </a:extLst>
          </p:cNvPr>
          <p:cNvSpPr txBox="1"/>
          <p:nvPr/>
        </p:nvSpPr>
        <p:spPr>
          <a:xfrm>
            <a:off x="2365205" y="1256826"/>
            <a:ext cx="572788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just"/>
            <a:r>
              <a:rPr lang="en-GB" dirty="0">
                <a:latin typeface="+mj-lt"/>
              </a:rPr>
              <a:t> at least one ace is drawn</a:t>
            </a:r>
            <a:endParaRPr lang="en-IN" dirty="0">
              <a:latin typeface="+mn-lt"/>
            </a:endParaRPr>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2CDB59A4-D329-48CB-B457-4A398278F69C}"/>
                  </a:ext>
                </a:extLst>
              </p:cNvPr>
              <p:cNvSpPr txBox="1"/>
              <p:nvPr/>
            </p:nvSpPr>
            <p:spPr>
              <a:xfrm>
                <a:off x="1578475" y="5309836"/>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F</m:t>
                          </m:r>
                        </m:e>
                      </m:d>
                    </m:oMath>
                  </m:oMathPara>
                </a14:m>
                <a:endParaRPr lang="en-IN" dirty="0">
                  <a:latin typeface="+mn-lt"/>
                </a:endParaRPr>
              </a:p>
            </p:txBody>
          </p:sp>
        </mc:Choice>
        <mc:Fallback xmlns="">
          <p:sp>
            <p:nvSpPr>
              <p:cNvPr id="54" name="TextBox 53">
                <a:extLst>
                  <a:ext uri="{FF2B5EF4-FFF2-40B4-BE49-F238E27FC236}">
                    <a16:creationId xmlns:a16="http://schemas.microsoft.com/office/drawing/2014/main" id="{2CDB59A4-D329-48CB-B457-4A398278F69C}"/>
                  </a:ext>
                </a:extLst>
              </p:cNvPr>
              <p:cNvSpPr txBox="1">
                <a:spLocks noRot="1" noChangeAspect="1" noMove="1" noResize="1" noEditPoints="1" noAdjustHandles="1" noChangeArrowheads="1" noChangeShapeType="1" noTextEdit="1"/>
              </p:cNvSpPr>
              <p:nvPr/>
            </p:nvSpPr>
            <p:spPr>
              <a:xfrm>
                <a:off x="1578475" y="5309836"/>
                <a:ext cx="900571"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BDF652E3-8E24-467F-89B0-1342932F05FC}"/>
                  </a:ext>
                </a:extLst>
              </p:cNvPr>
              <p:cNvSpPr txBox="1"/>
              <p:nvPr/>
            </p:nvSpPr>
            <p:spPr>
              <a:xfrm>
                <a:off x="1131841" y="5309836"/>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55" name="TextBox 54">
                <a:extLst>
                  <a:ext uri="{FF2B5EF4-FFF2-40B4-BE49-F238E27FC236}">
                    <a16:creationId xmlns:a16="http://schemas.microsoft.com/office/drawing/2014/main" id="{BDF652E3-8E24-467F-89B0-1342932F05FC}"/>
                  </a:ext>
                </a:extLst>
              </p:cNvPr>
              <p:cNvSpPr txBox="1">
                <a:spLocks noRot="1" noChangeAspect="1" noMove="1" noResize="1" noEditPoints="1" noAdjustHandles="1" noChangeArrowheads="1" noChangeShapeType="1" noTextEdit="1"/>
              </p:cNvSpPr>
              <p:nvPr/>
            </p:nvSpPr>
            <p:spPr>
              <a:xfrm>
                <a:off x="1131841" y="5309836"/>
                <a:ext cx="534127"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8A2A34D-E4D1-448A-ABCE-228C56B736F8}"/>
                  </a:ext>
                </a:extLst>
              </p:cNvPr>
              <p:cNvSpPr txBox="1"/>
              <p:nvPr/>
            </p:nvSpPr>
            <p:spPr>
              <a:xfrm>
                <a:off x="2365205" y="5076727"/>
                <a:ext cx="1502185"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F</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56" name="TextBox 55">
                <a:extLst>
                  <a:ext uri="{FF2B5EF4-FFF2-40B4-BE49-F238E27FC236}">
                    <a16:creationId xmlns:a16="http://schemas.microsoft.com/office/drawing/2014/main" id="{F8A2A34D-E4D1-448A-ABCE-228C56B736F8}"/>
                  </a:ext>
                </a:extLst>
              </p:cNvPr>
              <p:cNvSpPr txBox="1">
                <a:spLocks noRot="1" noChangeAspect="1" noMove="1" noResize="1" noEditPoints="1" noAdjustHandles="1" noChangeArrowheads="1" noChangeShapeType="1" noTextEdit="1"/>
              </p:cNvSpPr>
              <p:nvPr/>
            </p:nvSpPr>
            <p:spPr>
              <a:xfrm>
                <a:off x="2365205" y="5076727"/>
                <a:ext cx="1502185" cy="989438"/>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AE58EDD1-D67D-41EE-B14E-087796167E3C}"/>
                  </a:ext>
                </a:extLst>
              </p:cNvPr>
              <p:cNvSpPr txBox="1"/>
              <p:nvPr/>
            </p:nvSpPr>
            <p:spPr>
              <a:xfrm>
                <a:off x="3741599" y="5120554"/>
                <a:ext cx="2160000"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i="1" dirty="0">
                              <a:latin typeface="Cambria Math" panose="02040503050406030204" pitchFamily="18" charset="0"/>
                            </a:rPr>
                            <m:t>886656</m:t>
                          </m:r>
                        </m:num>
                        <m:den>
                          <m:r>
                            <a:rPr lang="en-IN" b="0" i="1" dirty="0" smtClean="0">
                              <a:latin typeface="Cambria Math" panose="02040503050406030204" pitchFamily="18" charset="0"/>
                            </a:rPr>
                            <m:t> </m:t>
                          </m:r>
                          <m:r>
                            <a:rPr lang="en-IN" i="1" dirty="0">
                              <a:latin typeface="Cambria Math" panose="02040503050406030204" pitchFamily="18" charset="0"/>
                            </a:rPr>
                            <m:t>2598960</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57" name="TextBox 56">
                <a:extLst>
                  <a:ext uri="{FF2B5EF4-FFF2-40B4-BE49-F238E27FC236}">
                    <a16:creationId xmlns:a16="http://schemas.microsoft.com/office/drawing/2014/main" id="{AE58EDD1-D67D-41EE-B14E-087796167E3C}"/>
                  </a:ext>
                </a:extLst>
              </p:cNvPr>
              <p:cNvSpPr txBox="1">
                <a:spLocks noRot="1" noChangeAspect="1" noMove="1" noResize="1" noEditPoints="1" noAdjustHandles="1" noChangeArrowheads="1" noChangeShapeType="1" noTextEdit="1"/>
              </p:cNvSpPr>
              <p:nvPr/>
            </p:nvSpPr>
            <p:spPr>
              <a:xfrm>
                <a:off x="3741599" y="5120554"/>
                <a:ext cx="2160000" cy="901785"/>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5BD552E4-6916-404B-B2CD-0B7D09FD88BF}"/>
                  </a:ext>
                </a:extLst>
              </p:cNvPr>
              <p:cNvSpPr txBox="1"/>
              <p:nvPr/>
            </p:nvSpPr>
            <p:spPr>
              <a:xfrm>
                <a:off x="5901599" y="5120554"/>
                <a:ext cx="1822400"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nor/>
                            </m:rPr>
                            <a:rPr lang="en-IN"/>
                            <m:t>18472</m:t>
                          </m:r>
                        </m:num>
                        <m:den>
                          <m:r>
                            <a:rPr lang="en-IN" b="0" i="1" dirty="0" smtClean="0">
                              <a:latin typeface="Cambria Math" panose="02040503050406030204" pitchFamily="18" charset="0"/>
                            </a:rPr>
                            <m:t> </m:t>
                          </m:r>
                          <m:r>
                            <m:rPr>
                              <m:nor/>
                            </m:rPr>
                            <a:rPr lang="en-IN"/>
                            <m:t>54145</m:t>
                          </m:r>
                          <m:r>
                            <a:rPr lang="en-IN" b="0" i="1" smtClean="0">
                              <a:latin typeface="Cambria Math" panose="02040503050406030204" pitchFamily="18" charset="0"/>
                            </a:rPr>
                            <m:t> </m:t>
                          </m:r>
                        </m:den>
                      </m:f>
                    </m:oMath>
                  </m:oMathPara>
                </a14:m>
                <a:endParaRPr lang="en-IN" dirty="0">
                  <a:latin typeface="+mn-lt"/>
                </a:endParaRPr>
              </a:p>
            </p:txBody>
          </p:sp>
        </mc:Choice>
        <mc:Fallback xmlns="">
          <p:sp>
            <p:nvSpPr>
              <p:cNvPr id="58" name="TextBox 57">
                <a:extLst>
                  <a:ext uri="{FF2B5EF4-FFF2-40B4-BE49-F238E27FC236}">
                    <a16:creationId xmlns:a16="http://schemas.microsoft.com/office/drawing/2014/main" id="{5BD552E4-6916-404B-B2CD-0B7D09FD88BF}"/>
                  </a:ext>
                </a:extLst>
              </p:cNvPr>
              <p:cNvSpPr txBox="1">
                <a:spLocks noRot="1" noChangeAspect="1" noMove="1" noResize="1" noEditPoints="1" noAdjustHandles="1" noChangeArrowheads="1" noChangeShapeType="1" noTextEdit="1"/>
              </p:cNvSpPr>
              <p:nvPr/>
            </p:nvSpPr>
            <p:spPr>
              <a:xfrm>
                <a:off x="5901599" y="5120554"/>
                <a:ext cx="1822400" cy="901785"/>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09AC665-1455-496F-9BE8-D023F1FD9CA2}"/>
                  </a:ext>
                </a:extLst>
              </p:cNvPr>
              <p:cNvSpPr txBox="1"/>
              <p:nvPr/>
            </p:nvSpPr>
            <p:spPr>
              <a:xfrm>
                <a:off x="2752536" y="2827105"/>
                <a:ext cx="2051240" cy="52809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34" name="TextBox 33">
                <a:extLst>
                  <a:ext uri="{FF2B5EF4-FFF2-40B4-BE49-F238E27FC236}">
                    <a16:creationId xmlns:a16="http://schemas.microsoft.com/office/drawing/2014/main" id="{F09AC665-1455-496F-9BE8-D023F1FD9CA2}"/>
                  </a:ext>
                </a:extLst>
              </p:cNvPr>
              <p:cNvSpPr txBox="1">
                <a:spLocks noRot="1" noChangeAspect="1" noMove="1" noResize="1" noEditPoints="1" noAdjustHandles="1" noChangeArrowheads="1" noChangeShapeType="1" noTextEdit="1"/>
              </p:cNvSpPr>
              <p:nvPr/>
            </p:nvSpPr>
            <p:spPr>
              <a:xfrm>
                <a:off x="2752536" y="2827105"/>
                <a:ext cx="2051240" cy="528093"/>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484B81B1-9874-4768-954E-B49C3A27DF0A}"/>
                  </a:ext>
                </a:extLst>
              </p:cNvPr>
              <p:cNvSpPr txBox="1"/>
              <p:nvPr/>
            </p:nvSpPr>
            <p:spPr>
              <a:xfrm>
                <a:off x="1594215" y="2827105"/>
                <a:ext cx="1316625"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n</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F</m:t>
                          </m:r>
                        </m:e>
                      </m:d>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38" name="TextBox 37">
                <a:extLst>
                  <a:ext uri="{FF2B5EF4-FFF2-40B4-BE49-F238E27FC236}">
                    <a16:creationId xmlns:a16="http://schemas.microsoft.com/office/drawing/2014/main" id="{484B81B1-9874-4768-954E-B49C3A27DF0A}"/>
                  </a:ext>
                </a:extLst>
              </p:cNvPr>
              <p:cNvSpPr txBox="1">
                <a:spLocks noRot="1" noChangeAspect="1" noMove="1" noResize="1" noEditPoints="1" noAdjustHandles="1" noChangeArrowheads="1" noChangeShapeType="1" noTextEdit="1"/>
              </p:cNvSpPr>
              <p:nvPr/>
            </p:nvSpPr>
            <p:spPr>
              <a:xfrm>
                <a:off x="1594215" y="2827105"/>
                <a:ext cx="1316625"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C9CA5D1-FE89-4F6C-B133-ED7E6500013B}"/>
                  </a:ext>
                </a:extLst>
              </p:cNvPr>
              <p:cNvSpPr txBox="1"/>
              <p:nvPr/>
            </p:nvSpPr>
            <p:spPr>
              <a:xfrm>
                <a:off x="2925606" y="2827105"/>
                <a:ext cx="729320" cy="528093"/>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39" name="TextBox 38">
                <a:extLst>
                  <a:ext uri="{FF2B5EF4-FFF2-40B4-BE49-F238E27FC236}">
                    <a16:creationId xmlns:a16="http://schemas.microsoft.com/office/drawing/2014/main" id="{9C9CA5D1-FE89-4F6C-B133-ED7E6500013B}"/>
                  </a:ext>
                </a:extLst>
              </p:cNvPr>
              <p:cNvSpPr txBox="1">
                <a:spLocks noRot="1" noChangeAspect="1" noMove="1" noResize="1" noEditPoints="1" noAdjustHandles="1" noChangeArrowheads="1" noChangeShapeType="1" noTextEdit="1"/>
              </p:cNvSpPr>
              <p:nvPr/>
            </p:nvSpPr>
            <p:spPr>
              <a:xfrm>
                <a:off x="2925606" y="2827105"/>
                <a:ext cx="729320" cy="528093"/>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EA147C89-0D4A-4FA8-A9EC-C03B064D49FB}"/>
                  </a:ext>
                </a:extLst>
              </p:cNvPr>
              <p:cNvSpPr txBox="1"/>
              <p:nvPr/>
            </p:nvSpPr>
            <p:spPr>
              <a:xfrm>
                <a:off x="3534085" y="2827105"/>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EA147C89-0D4A-4FA8-A9EC-C03B064D49FB}"/>
                  </a:ext>
                </a:extLst>
              </p:cNvPr>
              <p:cNvSpPr txBox="1">
                <a:spLocks noRot="1" noChangeAspect="1" noMove="1" noResize="1" noEditPoints="1" noAdjustHandles="1" noChangeArrowheads="1" noChangeShapeType="1" noTextEdit="1"/>
              </p:cNvSpPr>
              <p:nvPr/>
            </p:nvSpPr>
            <p:spPr>
              <a:xfrm>
                <a:off x="3534085" y="2827105"/>
                <a:ext cx="484456" cy="528093"/>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E735545F-3581-4097-AE73-CE10AFDE1B16}"/>
                  </a:ext>
                </a:extLst>
              </p:cNvPr>
              <p:cNvSpPr txBox="1"/>
              <p:nvPr/>
            </p:nvSpPr>
            <p:spPr>
              <a:xfrm>
                <a:off x="3871204" y="2827105"/>
                <a:ext cx="828000"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48</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E735545F-3581-4097-AE73-CE10AFDE1B16}"/>
                  </a:ext>
                </a:extLst>
              </p:cNvPr>
              <p:cNvSpPr txBox="1">
                <a:spLocks noRot="1" noChangeAspect="1" noMove="1" noResize="1" noEditPoints="1" noAdjustHandles="1" noChangeArrowheads="1" noChangeShapeType="1" noTextEdit="1"/>
              </p:cNvSpPr>
              <p:nvPr/>
            </p:nvSpPr>
            <p:spPr>
              <a:xfrm>
                <a:off x="3871204" y="2827105"/>
                <a:ext cx="828000" cy="528093"/>
              </a:xfrm>
              <a:prstGeom prst="rect">
                <a:avLst/>
              </a:prstGeom>
              <a:blipFill>
                <a:blip r:embed="rId14"/>
                <a:stretch>
                  <a:fillRect/>
                </a:stretch>
              </a:blipFill>
            </p:spPr>
            <p:txBody>
              <a:bodyPr/>
              <a:lstStyle/>
              <a:p>
                <a:r>
                  <a:rPr lang="en-IN">
                    <a:noFill/>
                  </a:rPr>
                  <a:t> </a:t>
                </a:r>
              </a:p>
            </p:txBody>
          </p:sp>
        </mc:Fallback>
      </mc:AlternateContent>
      <p:cxnSp>
        <p:nvCxnSpPr>
          <p:cNvPr id="47" name="Straight Connector 46">
            <a:extLst>
              <a:ext uri="{FF2B5EF4-FFF2-40B4-BE49-F238E27FC236}">
                <a16:creationId xmlns:a16="http://schemas.microsoft.com/office/drawing/2014/main" id="{D6A28217-F02C-4662-B568-E99314171D59}"/>
              </a:ext>
            </a:extLst>
          </p:cNvPr>
          <p:cNvCxnSpPr>
            <a:cxnSpLocks/>
          </p:cNvCxnSpPr>
          <p:nvPr/>
        </p:nvCxnSpPr>
        <p:spPr>
          <a:xfrm>
            <a:off x="2540000" y="1748296"/>
            <a:ext cx="2162124" cy="0"/>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3ABF5A9E-067B-45C6-8868-EC2A8B832E09}"/>
              </a:ext>
            </a:extLst>
          </p:cNvPr>
          <p:cNvSpPr txBox="1"/>
          <p:nvPr/>
        </p:nvSpPr>
        <p:spPr>
          <a:xfrm>
            <a:off x="1594215" y="1815750"/>
            <a:ext cx="679085" cy="523220"/>
          </a:xfrm>
          <a:prstGeom prst="rect">
            <a:avLst/>
          </a:prstGeom>
          <a:noFill/>
        </p:spPr>
        <p:txBody>
          <a:bodyPr wrap="square" rtlCol="0">
            <a:spAutoFit/>
          </a:bodyPr>
          <a:lstStyle/>
          <a:p>
            <a:r>
              <a:rPr lang="en-IN" sz="2800" dirty="0">
                <a:solidFill>
                  <a:srgbClr val="002060"/>
                </a:solidFill>
              </a:rPr>
              <a:t>i.e., </a:t>
            </a: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89DBD911-2B7C-449E-B038-8FE91EC1FC34}"/>
                  </a:ext>
                </a:extLst>
              </p:cNvPr>
              <p:cNvSpPr txBox="1"/>
              <p:nvPr/>
            </p:nvSpPr>
            <p:spPr>
              <a:xfrm>
                <a:off x="2312320" y="1815750"/>
                <a:ext cx="2491456" cy="523220"/>
              </a:xfrm>
              <a:prstGeom prst="rect">
                <a:avLst/>
              </a:prstGeom>
              <a:noFill/>
            </p:spPr>
            <p:txBody>
              <a:bodyPr wrap="square" rtlCol="0">
                <a:spAutoFit/>
              </a:bodyPr>
              <a:lstStyle/>
              <a:p>
                <a14:m>
                  <m:oMath xmlns:m="http://schemas.openxmlformats.org/officeDocument/2006/math">
                    <m:r>
                      <a:rPr lang="en-IN" sz="2800" i="1" dirty="0" smtClean="0">
                        <a:solidFill>
                          <a:srgbClr val="002060"/>
                        </a:solidFill>
                        <a:latin typeface="Cambria Math" panose="02040503050406030204" pitchFamily="18" charset="0"/>
                      </a:rPr>
                      <m:t>5</m:t>
                    </m:r>
                  </m:oMath>
                </a14:m>
                <a:r>
                  <a:rPr lang="en-IN" sz="2800" dirty="0">
                    <a:solidFill>
                      <a:srgbClr val="002060"/>
                    </a:solidFill>
                  </a:rPr>
                  <a:t> cards contains</a:t>
                </a:r>
              </a:p>
            </p:txBody>
          </p:sp>
        </mc:Choice>
        <mc:Fallback xmlns="">
          <p:sp>
            <p:nvSpPr>
              <p:cNvPr id="49" name="TextBox 48">
                <a:extLst>
                  <a:ext uri="{FF2B5EF4-FFF2-40B4-BE49-F238E27FC236}">
                    <a16:creationId xmlns:a16="http://schemas.microsoft.com/office/drawing/2014/main" id="{89DBD911-2B7C-449E-B038-8FE91EC1FC34}"/>
                  </a:ext>
                </a:extLst>
              </p:cNvPr>
              <p:cNvSpPr txBox="1">
                <a:spLocks noRot="1" noChangeAspect="1" noMove="1" noResize="1" noEditPoints="1" noAdjustHandles="1" noChangeArrowheads="1" noChangeShapeType="1" noTextEdit="1"/>
              </p:cNvSpPr>
              <p:nvPr/>
            </p:nvSpPr>
            <p:spPr>
              <a:xfrm>
                <a:off x="2312320" y="1815750"/>
                <a:ext cx="2491456" cy="523220"/>
              </a:xfrm>
              <a:prstGeom prst="rect">
                <a:avLst/>
              </a:prstGeom>
              <a:blipFill>
                <a:blip r:embed="rId15"/>
                <a:stretch>
                  <a:fillRect t="-11628" r="-4401"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5037D7E-57CB-4916-BDC2-923660F04F24}"/>
                  </a:ext>
                </a:extLst>
              </p:cNvPr>
              <p:cNvSpPr txBox="1"/>
              <p:nvPr/>
            </p:nvSpPr>
            <p:spPr>
              <a:xfrm>
                <a:off x="4764036" y="1815750"/>
                <a:ext cx="983756" cy="523220"/>
              </a:xfrm>
              <a:prstGeom prst="rect">
                <a:avLst/>
              </a:prstGeom>
              <a:noFill/>
            </p:spPr>
            <p:txBody>
              <a:bodyPr wrap="square" rtlCol="0">
                <a:spAutoFit/>
              </a:bodyPr>
              <a:lstStyle/>
              <a:p>
                <a:pPr algn="ctr"/>
                <a14:m>
                  <m:oMath xmlns:m="http://schemas.openxmlformats.org/officeDocument/2006/math">
                    <m:r>
                      <a:rPr lang="en-IN" sz="2800" b="0" i="1" dirty="0" smtClean="0">
                        <a:solidFill>
                          <a:srgbClr val="002060"/>
                        </a:solidFill>
                        <a:latin typeface="Cambria Math" panose="02040503050406030204" pitchFamily="18" charset="0"/>
                      </a:rPr>
                      <m:t>1</m:t>
                    </m:r>
                  </m:oMath>
                </a14:m>
                <a:r>
                  <a:rPr lang="en-IN" sz="2800" dirty="0">
                    <a:solidFill>
                      <a:srgbClr val="002060"/>
                    </a:solidFill>
                  </a:rPr>
                  <a:t> ace</a:t>
                </a:r>
              </a:p>
            </p:txBody>
          </p:sp>
        </mc:Choice>
        <mc:Fallback xmlns="">
          <p:sp>
            <p:nvSpPr>
              <p:cNvPr id="50" name="TextBox 49">
                <a:extLst>
                  <a:ext uri="{FF2B5EF4-FFF2-40B4-BE49-F238E27FC236}">
                    <a16:creationId xmlns:a16="http://schemas.microsoft.com/office/drawing/2014/main" id="{E5037D7E-57CB-4916-BDC2-923660F04F24}"/>
                  </a:ext>
                </a:extLst>
              </p:cNvPr>
              <p:cNvSpPr txBox="1">
                <a:spLocks noRot="1" noChangeAspect="1" noMove="1" noResize="1" noEditPoints="1" noAdjustHandles="1" noChangeArrowheads="1" noChangeShapeType="1" noTextEdit="1"/>
              </p:cNvSpPr>
              <p:nvPr/>
            </p:nvSpPr>
            <p:spPr>
              <a:xfrm>
                <a:off x="4764036" y="1815750"/>
                <a:ext cx="983756" cy="523220"/>
              </a:xfrm>
              <a:prstGeom prst="rect">
                <a:avLst/>
              </a:prstGeom>
              <a:blipFill>
                <a:blip r:embed="rId16"/>
                <a:stretch>
                  <a:fillRect t="-11628" r="-9938" b="-32558"/>
                </a:stretch>
              </a:blipFill>
            </p:spPr>
            <p:txBody>
              <a:bodyPr/>
              <a:lstStyle/>
              <a:p>
                <a:r>
                  <a:rPr lang="en-IN">
                    <a:noFill/>
                  </a:rPr>
                  <a:t> </a:t>
                </a:r>
              </a:p>
            </p:txBody>
          </p:sp>
        </mc:Fallback>
      </mc:AlternateContent>
      <p:sp>
        <p:nvSpPr>
          <p:cNvPr id="61" name="TextBox 60">
            <a:extLst>
              <a:ext uri="{FF2B5EF4-FFF2-40B4-BE49-F238E27FC236}">
                <a16:creationId xmlns:a16="http://schemas.microsoft.com/office/drawing/2014/main" id="{94C540B7-72D1-4AB5-B939-83F35D824D70}"/>
              </a:ext>
            </a:extLst>
          </p:cNvPr>
          <p:cNvSpPr txBox="1"/>
          <p:nvPr/>
        </p:nvSpPr>
        <p:spPr>
          <a:xfrm>
            <a:off x="5804230" y="1815750"/>
            <a:ext cx="473633" cy="523220"/>
          </a:xfrm>
          <a:prstGeom prst="rect">
            <a:avLst/>
          </a:prstGeom>
          <a:noFill/>
        </p:spPr>
        <p:txBody>
          <a:bodyPr wrap="square" rtlCol="0">
            <a:spAutoFit/>
          </a:bodyPr>
          <a:lstStyle/>
          <a:p>
            <a:pPr algn="ctr"/>
            <a:r>
              <a:rPr lang="en-IN" sz="2800" b="1" dirty="0">
                <a:solidFill>
                  <a:srgbClr val="FF0000"/>
                </a:solidFill>
              </a:rPr>
              <a:t>or</a:t>
            </a:r>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E6884ED5-75B5-4480-B390-6D2C8EA43A98}"/>
                  </a:ext>
                </a:extLst>
              </p:cNvPr>
              <p:cNvSpPr txBox="1"/>
              <p:nvPr/>
            </p:nvSpPr>
            <p:spPr>
              <a:xfrm>
                <a:off x="6334301" y="1815750"/>
                <a:ext cx="1116798" cy="523220"/>
              </a:xfrm>
              <a:prstGeom prst="rect">
                <a:avLst/>
              </a:prstGeom>
              <a:noFill/>
            </p:spPr>
            <p:txBody>
              <a:bodyPr wrap="square" rtlCol="0">
                <a:spAutoFit/>
              </a:bodyPr>
              <a:lstStyle/>
              <a:p>
                <a:pPr algn="ctr"/>
                <a14:m>
                  <m:oMath xmlns:m="http://schemas.openxmlformats.org/officeDocument/2006/math">
                    <m:r>
                      <a:rPr lang="en-IN" sz="2800" b="0" i="1" dirty="0" smtClean="0">
                        <a:solidFill>
                          <a:srgbClr val="002060"/>
                        </a:solidFill>
                        <a:latin typeface="Cambria Math" panose="02040503050406030204" pitchFamily="18" charset="0"/>
                      </a:rPr>
                      <m:t>2</m:t>
                    </m:r>
                  </m:oMath>
                </a14:m>
                <a:r>
                  <a:rPr lang="en-IN" sz="2800" dirty="0">
                    <a:solidFill>
                      <a:srgbClr val="002060"/>
                    </a:solidFill>
                  </a:rPr>
                  <a:t> aces</a:t>
                </a:r>
              </a:p>
            </p:txBody>
          </p:sp>
        </mc:Choice>
        <mc:Fallback xmlns="">
          <p:sp>
            <p:nvSpPr>
              <p:cNvPr id="68" name="TextBox 67">
                <a:extLst>
                  <a:ext uri="{FF2B5EF4-FFF2-40B4-BE49-F238E27FC236}">
                    <a16:creationId xmlns:a16="http://schemas.microsoft.com/office/drawing/2014/main" id="{E6884ED5-75B5-4480-B390-6D2C8EA43A98}"/>
                  </a:ext>
                </a:extLst>
              </p:cNvPr>
              <p:cNvSpPr txBox="1">
                <a:spLocks noRot="1" noChangeAspect="1" noMove="1" noResize="1" noEditPoints="1" noAdjustHandles="1" noChangeArrowheads="1" noChangeShapeType="1" noTextEdit="1"/>
              </p:cNvSpPr>
              <p:nvPr/>
            </p:nvSpPr>
            <p:spPr>
              <a:xfrm>
                <a:off x="6334301" y="1815750"/>
                <a:ext cx="1116798" cy="523220"/>
              </a:xfrm>
              <a:prstGeom prst="rect">
                <a:avLst/>
              </a:prstGeom>
              <a:blipFill>
                <a:blip r:embed="rId17"/>
                <a:stretch>
                  <a:fillRect t="-11628" r="-10383" b="-32558"/>
                </a:stretch>
              </a:blipFill>
            </p:spPr>
            <p:txBody>
              <a:bodyPr/>
              <a:lstStyle/>
              <a:p>
                <a:r>
                  <a:rPr lang="en-IN">
                    <a:noFill/>
                  </a:rPr>
                  <a:t> </a:t>
                </a:r>
              </a:p>
            </p:txBody>
          </p:sp>
        </mc:Fallback>
      </mc:AlternateContent>
      <p:sp>
        <p:nvSpPr>
          <p:cNvPr id="69" name="TextBox 68">
            <a:extLst>
              <a:ext uri="{FF2B5EF4-FFF2-40B4-BE49-F238E27FC236}">
                <a16:creationId xmlns:a16="http://schemas.microsoft.com/office/drawing/2014/main" id="{4E4859EB-E697-41A5-926D-43904C9888EE}"/>
              </a:ext>
            </a:extLst>
          </p:cNvPr>
          <p:cNvSpPr txBox="1"/>
          <p:nvPr/>
        </p:nvSpPr>
        <p:spPr>
          <a:xfrm>
            <a:off x="7507537" y="1815750"/>
            <a:ext cx="473633" cy="523220"/>
          </a:xfrm>
          <a:prstGeom prst="rect">
            <a:avLst/>
          </a:prstGeom>
          <a:noFill/>
        </p:spPr>
        <p:txBody>
          <a:bodyPr wrap="square" rtlCol="0">
            <a:spAutoFit/>
          </a:bodyPr>
          <a:lstStyle/>
          <a:p>
            <a:pPr algn="ctr"/>
            <a:r>
              <a:rPr lang="en-IN" sz="2800" b="1" dirty="0">
                <a:solidFill>
                  <a:srgbClr val="FF0000"/>
                </a:solidFill>
              </a:rPr>
              <a:t>or</a:t>
            </a:r>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360CABA7-2F2E-4816-9DAD-B5E88FEA7F97}"/>
                  </a:ext>
                </a:extLst>
              </p:cNvPr>
              <p:cNvSpPr txBox="1"/>
              <p:nvPr/>
            </p:nvSpPr>
            <p:spPr>
              <a:xfrm>
                <a:off x="8037608" y="1815750"/>
                <a:ext cx="1116798" cy="523220"/>
              </a:xfrm>
              <a:prstGeom prst="rect">
                <a:avLst/>
              </a:prstGeom>
              <a:noFill/>
            </p:spPr>
            <p:txBody>
              <a:bodyPr wrap="square" rtlCol="0">
                <a:spAutoFit/>
              </a:bodyPr>
              <a:lstStyle/>
              <a:p>
                <a:pPr algn="ctr"/>
                <a14:m>
                  <m:oMath xmlns:m="http://schemas.openxmlformats.org/officeDocument/2006/math">
                    <m:r>
                      <a:rPr lang="en-IN" sz="2800" b="0" i="1" dirty="0" smtClean="0">
                        <a:solidFill>
                          <a:srgbClr val="002060"/>
                        </a:solidFill>
                        <a:latin typeface="Cambria Math" panose="02040503050406030204" pitchFamily="18" charset="0"/>
                      </a:rPr>
                      <m:t>3</m:t>
                    </m:r>
                  </m:oMath>
                </a14:m>
                <a:r>
                  <a:rPr lang="en-IN" sz="2800" dirty="0">
                    <a:solidFill>
                      <a:srgbClr val="002060"/>
                    </a:solidFill>
                  </a:rPr>
                  <a:t> aces</a:t>
                </a:r>
              </a:p>
            </p:txBody>
          </p:sp>
        </mc:Choice>
        <mc:Fallback xmlns="">
          <p:sp>
            <p:nvSpPr>
              <p:cNvPr id="70" name="TextBox 69">
                <a:extLst>
                  <a:ext uri="{FF2B5EF4-FFF2-40B4-BE49-F238E27FC236}">
                    <a16:creationId xmlns:a16="http://schemas.microsoft.com/office/drawing/2014/main" id="{360CABA7-2F2E-4816-9DAD-B5E88FEA7F97}"/>
                  </a:ext>
                </a:extLst>
              </p:cNvPr>
              <p:cNvSpPr txBox="1">
                <a:spLocks noRot="1" noChangeAspect="1" noMove="1" noResize="1" noEditPoints="1" noAdjustHandles="1" noChangeArrowheads="1" noChangeShapeType="1" noTextEdit="1"/>
              </p:cNvSpPr>
              <p:nvPr/>
            </p:nvSpPr>
            <p:spPr>
              <a:xfrm>
                <a:off x="8037608" y="1815750"/>
                <a:ext cx="1116798" cy="523220"/>
              </a:xfrm>
              <a:prstGeom prst="rect">
                <a:avLst/>
              </a:prstGeom>
              <a:blipFill>
                <a:blip r:embed="rId18"/>
                <a:stretch>
                  <a:fillRect t="-11628" r="-9836"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41BE5D75-5A65-4BB4-8FA5-4CE47B01D85C}"/>
                  </a:ext>
                </a:extLst>
              </p:cNvPr>
              <p:cNvSpPr txBox="1"/>
              <p:nvPr/>
            </p:nvSpPr>
            <p:spPr>
              <a:xfrm>
                <a:off x="4757685" y="2827105"/>
                <a:ext cx="484456" cy="528093"/>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71" name="TextBox 70">
                <a:extLst>
                  <a:ext uri="{FF2B5EF4-FFF2-40B4-BE49-F238E27FC236}">
                    <a16:creationId xmlns:a16="http://schemas.microsoft.com/office/drawing/2014/main" id="{41BE5D75-5A65-4BB4-8FA5-4CE47B01D85C}"/>
                  </a:ext>
                </a:extLst>
              </p:cNvPr>
              <p:cNvSpPr txBox="1">
                <a:spLocks noRot="1" noChangeAspect="1" noMove="1" noResize="1" noEditPoints="1" noAdjustHandles="1" noChangeArrowheads="1" noChangeShapeType="1" noTextEdit="1"/>
              </p:cNvSpPr>
              <p:nvPr/>
            </p:nvSpPr>
            <p:spPr>
              <a:xfrm>
                <a:off x="4757685" y="2827105"/>
                <a:ext cx="484456" cy="528093"/>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0FA62B04-25F8-46AC-93FD-54EC833713E1}"/>
                  </a:ext>
                </a:extLst>
              </p:cNvPr>
              <p:cNvSpPr txBox="1"/>
              <p:nvPr/>
            </p:nvSpPr>
            <p:spPr>
              <a:xfrm>
                <a:off x="5225795" y="2827105"/>
                <a:ext cx="2051240" cy="52809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72" name="TextBox 71">
                <a:extLst>
                  <a:ext uri="{FF2B5EF4-FFF2-40B4-BE49-F238E27FC236}">
                    <a16:creationId xmlns:a16="http://schemas.microsoft.com/office/drawing/2014/main" id="{0FA62B04-25F8-46AC-93FD-54EC833713E1}"/>
                  </a:ext>
                </a:extLst>
              </p:cNvPr>
              <p:cNvSpPr txBox="1">
                <a:spLocks noRot="1" noChangeAspect="1" noMove="1" noResize="1" noEditPoints="1" noAdjustHandles="1" noChangeArrowheads="1" noChangeShapeType="1" noTextEdit="1"/>
              </p:cNvSpPr>
              <p:nvPr/>
            </p:nvSpPr>
            <p:spPr>
              <a:xfrm>
                <a:off x="5225795" y="2827105"/>
                <a:ext cx="2051240" cy="528093"/>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5080742B-B812-480F-A8BA-D01FE530007B}"/>
                  </a:ext>
                </a:extLst>
              </p:cNvPr>
              <p:cNvSpPr txBox="1"/>
              <p:nvPr/>
            </p:nvSpPr>
            <p:spPr>
              <a:xfrm>
                <a:off x="5402449" y="2827105"/>
                <a:ext cx="729320" cy="528093"/>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dirty="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2</m:t>
                              </m:r>
                            </m:sub>
                          </m:sSub>
                        </m:e>
                      </m:sPre>
                    </m:oMath>
                  </m:oMathPara>
                </a14:m>
                <a:endParaRPr lang="en-IN" sz="2800" dirty="0">
                  <a:solidFill>
                    <a:srgbClr val="002060"/>
                  </a:solidFill>
                </a:endParaRPr>
              </a:p>
            </p:txBody>
          </p:sp>
        </mc:Choice>
        <mc:Fallback xmlns="">
          <p:sp>
            <p:nvSpPr>
              <p:cNvPr id="73" name="TextBox 72">
                <a:extLst>
                  <a:ext uri="{FF2B5EF4-FFF2-40B4-BE49-F238E27FC236}">
                    <a16:creationId xmlns:a16="http://schemas.microsoft.com/office/drawing/2014/main" id="{5080742B-B812-480F-A8BA-D01FE530007B}"/>
                  </a:ext>
                </a:extLst>
              </p:cNvPr>
              <p:cNvSpPr txBox="1">
                <a:spLocks noRot="1" noChangeAspect="1" noMove="1" noResize="1" noEditPoints="1" noAdjustHandles="1" noChangeArrowheads="1" noChangeShapeType="1" noTextEdit="1"/>
              </p:cNvSpPr>
              <p:nvPr/>
            </p:nvSpPr>
            <p:spPr>
              <a:xfrm>
                <a:off x="5402449" y="2827105"/>
                <a:ext cx="729320" cy="528093"/>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C4788ACA-A777-4074-B5D7-0DCACC3E7EC7}"/>
                  </a:ext>
                </a:extLst>
              </p:cNvPr>
              <p:cNvSpPr txBox="1"/>
              <p:nvPr/>
            </p:nvSpPr>
            <p:spPr>
              <a:xfrm>
                <a:off x="6010928" y="2827105"/>
                <a:ext cx="484456" cy="528093"/>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74" name="TextBox 73">
                <a:extLst>
                  <a:ext uri="{FF2B5EF4-FFF2-40B4-BE49-F238E27FC236}">
                    <a16:creationId xmlns:a16="http://schemas.microsoft.com/office/drawing/2014/main" id="{C4788ACA-A777-4074-B5D7-0DCACC3E7EC7}"/>
                  </a:ext>
                </a:extLst>
              </p:cNvPr>
              <p:cNvSpPr txBox="1">
                <a:spLocks noRot="1" noChangeAspect="1" noMove="1" noResize="1" noEditPoints="1" noAdjustHandles="1" noChangeArrowheads="1" noChangeShapeType="1" noTextEdit="1"/>
              </p:cNvSpPr>
              <p:nvPr/>
            </p:nvSpPr>
            <p:spPr>
              <a:xfrm>
                <a:off x="6010928" y="2827105"/>
                <a:ext cx="484456" cy="528093"/>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84EC4D2E-40B1-449F-867B-D7606D0ED3F3}"/>
                  </a:ext>
                </a:extLst>
              </p:cNvPr>
              <p:cNvSpPr txBox="1"/>
              <p:nvPr/>
            </p:nvSpPr>
            <p:spPr>
              <a:xfrm>
                <a:off x="6348047" y="2827105"/>
                <a:ext cx="828000" cy="52809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dirty="0">
                              <a:solidFill>
                                <a:srgbClr val="002060"/>
                              </a:solidFill>
                              <a:latin typeface="Cambria Math" panose="02040503050406030204" pitchFamily="18" charset="0"/>
                            </a:rPr>
                            <m:t>48</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3</m:t>
                              </m:r>
                            </m:sub>
                          </m:sSub>
                        </m:e>
                      </m:sPre>
                    </m:oMath>
                  </m:oMathPara>
                </a14:m>
                <a:endParaRPr lang="en-IN" sz="2800" dirty="0">
                  <a:solidFill>
                    <a:srgbClr val="002060"/>
                  </a:solidFill>
                </a:endParaRPr>
              </a:p>
            </p:txBody>
          </p:sp>
        </mc:Choice>
        <mc:Fallback xmlns="">
          <p:sp>
            <p:nvSpPr>
              <p:cNvPr id="75" name="TextBox 74">
                <a:extLst>
                  <a:ext uri="{FF2B5EF4-FFF2-40B4-BE49-F238E27FC236}">
                    <a16:creationId xmlns:a16="http://schemas.microsoft.com/office/drawing/2014/main" id="{84EC4D2E-40B1-449F-867B-D7606D0ED3F3}"/>
                  </a:ext>
                </a:extLst>
              </p:cNvPr>
              <p:cNvSpPr txBox="1">
                <a:spLocks noRot="1" noChangeAspect="1" noMove="1" noResize="1" noEditPoints="1" noAdjustHandles="1" noChangeArrowheads="1" noChangeShapeType="1" noTextEdit="1"/>
              </p:cNvSpPr>
              <p:nvPr/>
            </p:nvSpPr>
            <p:spPr>
              <a:xfrm>
                <a:off x="6348047" y="2827105"/>
                <a:ext cx="828000" cy="528093"/>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8F1C3BC4-C728-420E-9AAE-B5304FF23D34}"/>
                  </a:ext>
                </a:extLst>
              </p:cNvPr>
              <p:cNvSpPr txBox="1"/>
              <p:nvPr/>
            </p:nvSpPr>
            <p:spPr>
              <a:xfrm>
                <a:off x="7230944" y="2827105"/>
                <a:ext cx="484456" cy="528093"/>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76" name="TextBox 75">
                <a:extLst>
                  <a:ext uri="{FF2B5EF4-FFF2-40B4-BE49-F238E27FC236}">
                    <a16:creationId xmlns:a16="http://schemas.microsoft.com/office/drawing/2014/main" id="{8F1C3BC4-C728-420E-9AAE-B5304FF23D34}"/>
                  </a:ext>
                </a:extLst>
              </p:cNvPr>
              <p:cNvSpPr txBox="1">
                <a:spLocks noRot="1" noChangeAspect="1" noMove="1" noResize="1" noEditPoints="1" noAdjustHandles="1" noChangeArrowheads="1" noChangeShapeType="1" noTextEdit="1"/>
              </p:cNvSpPr>
              <p:nvPr/>
            </p:nvSpPr>
            <p:spPr>
              <a:xfrm>
                <a:off x="7230944" y="2827105"/>
                <a:ext cx="484456" cy="528093"/>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5B494371-9894-4934-810B-7FA6B311006E}"/>
                  </a:ext>
                </a:extLst>
              </p:cNvPr>
              <p:cNvSpPr txBox="1"/>
              <p:nvPr/>
            </p:nvSpPr>
            <p:spPr>
              <a:xfrm>
                <a:off x="7695800" y="2827105"/>
                <a:ext cx="2051240" cy="52809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77" name="TextBox 76">
                <a:extLst>
                  <a:ext uri="{FF2B5EF4-FFF2-40B4-BE49-F238E27FC236}">
                    <a16:creationId xmlns:a16="http://schemas.microsoft.com/office/drawing/2014/main" id="{5B494371-9894-4934-810B-7FA6B311006E}"/>
                  </a:ext>
                </a:extLst>
              </p:cNvPr>
              <p:cNvSpPr txBox="1">
                <a:spLocks noRot="1" noChangeAspect="1" noMove="1" noResize="1" noEditPoints="1" noAdjustHandles="1" noChangeArrowheads="1" noChangeShapeType="1" noTextEdit="1"/>
              </p:cNvSpPr>
              <p:nvPr/>
            </p:nvSpPr>
            <p:spPr>
              <a:xfrm>
                <a:off x="7695800" y="2827105"/>
                <a:ext cx="2051240" cy="528093"/>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2628545C-A6BD-4CCF-BE98-9A9296ABABD3}"/>
                  </a:ext>
                </a:extLst>
              </p:cNvPr>
              <p:cNvSpPr txBox="1"/>
              <p:nvPr/>
            </p:nvSpPr>
            <p:spPr>
              <a:xfrm>
                <a:off x="7867039" y="2827105"/>
                <a:ext cx="729320" cy="528093"/>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dirty="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3</m:t>
                              </m:r>
                            </m:sub>
                          </m:sSub>
                        </m:e>
                      </m:sPre>
                    </m:oMath>
                  </m:oMathPara>
                </a14:m>
                <a:endParaRPr lang="en-IN" sz="2800" dirty="0">
                  <a:solidFill>
                    <a:srgbClr val="002060"/>
                  </a:solidFill>
                </a:endParaRPr>
              </a:p>
            </p:txBody>
          </p:sp>
        </mc:Choice>
        <mc:Fallback xmlns="">
          <p:sp>
            <p:nvSpPr>
              <p:cNvPr id="78" name="TextBox 77">
                <a:extLst>
                  <a:ext uri="{FF2B5EF4-FFF2-40B4-BE49-F238E27FC236}">
                    <a16:creationId xmlns:a16="http://schemas.microsoft.com/office/drawing/2014/main" id="{2628545C-A6BD-4CCF-BE98-9A9296ABABD3}"/>
                  </a:ext>
                </a:extLst>
              </p:cNvPr>
              <p:cNvSpPr txBox="1">
                <a:spLocks noRot="1" noChangeAspect="1" noMove="1" noResize="1" noEditPoints="1" noAdjustHandles="1" noChangeArrowheads="1" noChangeShapeType="1" noTextEdit="1"/>
              </p:cNvSpPr>
              <p:nvPr/>
            </p:nvSpPr>
            <p:spPr>
              <a:xfrm>
                <a:off x="7867039" y="2827105"/>
                <a:ext cx="729320" cy="528093"/>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08D740B1-322F-40C8-BD4E-434D5BFE3727}"/>
                  </a:ext>
                </a:extLst>
              </p:cNvPr>
              <p:cNvSpPr txBox="1"/>
              <p:nvPr/>
            </p:nvSpPr>
            <p:spPr>
              <a:xfrm>
                <a:off x="8475518" y="2827105"/>
                <a:ext cx="484456" cy="528093"/>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79" name="TextBox 78">
                <a:extLst>
                  <a:ext uri="{FF2B5EF4-FFF2-40B4-BE49-F238E27FC236}">
                    <a16:creationId xmlns:a16="http://schemas.microsoft.com/office/drawing/2014/main" id="{08D740B1-322F-40C8-BD4E-434D5BFE3727}"/>
                  </a:ext>
                </a:extLst>
              </p:cNvPr>
              <p:cNvSpPr txBox="1">
                <a:spLocks noRot="1" noChangeAspect="1" noMove="1" noResize="1" noEditPoints="1" noAdjustHandles="1" noChangeArrowheads="1" noChangeShapeType="1" noTextEdit="1"/>
              </p:cNvSpPr>
              <p:nvPr/>
            </p:nvSpPr>
            <p:spPr>
              <a:xfrm>
                <a:off x="8475518" y="2827105"/>
                <a:ext cx="484456" cy="528093"/>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E65E1EF3-81F3-4B8B-A479-688F3D23F308}"/>
                  </a:ext>
                </a:extLst>
              </p:cNvPr>
              <p:cNvSpPr txBox="1"/>
              <p:nvPr/>
            </p:nvSpPr>
            <p:spPr>
              <a:xfrm>
                <a:off x="8812637" y="2827105"/>
                <a:ext cx="828000" cy="52809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dirty="0">
                              <a:solidFill>
                                <a:srgbClr val="002060"/>
                              </a:solidFill>
                              <a:latin typeface="Cambria Math" panose="02040503050406030204" pitchFamily="18" charset="0"/>
                            </a:rPr>
                            <m:t>48</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2</m:t>
                              </m:r>
                            </m:sub>
                          </m:sSub>
                        </m:e>
                      </m:sPre>
                    </m:oMath>
                  </m:oMathPara>
                </a14:m>
                <a:endParaRPr lang="en-IN" sz="2800" dirty="0">
                  <a:solidFill>
                    <a:srgbClr val="002060"/>
                  </a:solidFill>
                </a:endParaRPr>
              </a:p>
            </p:txBody>
          </p:sp>
        </mc:Choice>
        <mc:Fallback xmlns="">
          <p:sp>
            <p:nvSpPr>
              <p:cNvPr id="80" name="TextBox 79">
                <a:extLst>
                  <a:ext uri="{FF2B5EF4-FFF2-40B4-BE49-F238E27FC236}">
                    <a16:creationId xmlns:a16="http://schemas.microsoft.com/office/drawing/2014/main" id="{E65E1EF3-81F3-4B8B-A479-688F3D23F308}"/>
                  </a:ext>
                </a:extLst>
              </p:cNvPr>
              <p:cNvSpPr txBox="1">
                <a:spLocks noRot="1" noChangeAspect="1" noMove="1" noResize="1" noEditPoints="1" noAdjustHandles="1" noChangeArrowheads="1" noChangeShapeType="1" noTextEdit="1"/>
              </p:cNvSpPr>
              <p:nvPr/>
            </p:nvSpPr>
            <p:spPr>
              <a:xfrm>
                <a:off x="8812637" y="2827105"/>
                <a:ext cx="828000" cy="528093"/>
              </a:xfrm>
              <a:prstGeom prst="rect">
                <a:avLst/>
              </a:prstGeom>
              <a:blipFill>
                <a:blip r:embed="rId2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5ED3F070-8C60-4A52-9161-2E246E7FFBAF}"/>
                  </a:ext>
                </a:extLst>
              </p:cNvPr>
              <p:cNvSpPr txBox="1"/>
              <p:nvPr/>
            </p:nvSpPr>
            <p:spPr>
              <a:xfrm>
                <a:off x="2384818" y="3420615"/>
                <a:ext cx="526022"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98" name="TextBox 97">
                <a:extLst>
                  <a:ext uri="{FF2B5EF4-FFF2-40B4-BE49-F238E27FC236}">
                    <a16:creationId xmlns:a16="http://schemas.microsoft.com/office/drawing/2014/main" id="{5ED3F070-8C60-4A52-9161-2E246E7FFBAF}"/>
                  </a:ext>
                </a:extLst>
              </p:cNvPr>
              <p:cNvSpPr txBox="1">
                <a:spLocks noRot="1" noChangeAspect="1" noMove="1" noResize="1" noEditPoints="1" noAdjustHandles="1" noChangeArrowheads="1" noChangeShapeType="1" noTextEdit="1"/>
              </p:cNvSpPr>
              <p:nvPr/>
            </p:nvSpPr>
            <p:spPr>
              <a:xfrm>
                <a:off x="2384818" y="3420615"/>
                <a:ext cx="526022" cy="528093"/>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18AA7284-DFE7-435E-A510-0F058E158EA0}"/>
                  </a:ext>
                </a:extLst>
              </p:cNvPr>
              <p:cNvSpPr txBox="1"/>
              <p:nvPr/>
            </p:nvSpPr>
            <p:spPr>
              <a:xfrm>
                <a:off x="2842834" y="3423051"/>
                <a:ext cx="1174578"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7</m:t>
                      </m:r>
                      <m:r>
                        <a:rPr lang="en-IN" sz="2800" b="0" i="1" dirty="0" smtClean="0">
                          <a:solidFill>
                            <a:srgbClr val="002060"/>
                          </a:solidFill>
                          <a:latin typeface="Cambria Math" panose="02040503050406030204" pitchFamily="18" charset="0"/>
                        </a:rPr>
                        <m:t>78320</m:t>
                      </m:r>
                    </m:oMath>
                  </m:oMathPara>
                </a14:m>
                <a:endParaRPr lang="en-IN" sz="2800" dirty="0">
                  <a:solidFill>
                    <a:srgbClr val="002060"/>
                  </a:solidFill>
                </a:endParaRPr>
              </a:p>
            </p:txBody>
          </p:sp>
        </mc:Choice>
        <mc:Fallback xmlns="">
          <p:sp>
            <p:nvSpPr>
              <p:cNvPr id="99" name="TextBox 98">
                <a:extLst>
                  <a:ext uri="{FF2B5EF4-FFF2-40B4-BE49-F238E27FC236}">
                    <a16:creationId xmlns:a16="http://schemas.microsoft.com/office/drawing/2014/main" id="{18AA7284-DFE7-435E-A510-0F058E158EA0}"/>
                  </a:ext>
                </a:extLst>
              </p:cNvPr>
              <p:cNvSpPr txBox="1">
                <a:spLocks noRot="1" noChangeAspect="1" noMove="1" noResize="1" noEditPoints="1" noAdjustHandles="1" noChangeArrowheads="1" noChangeShapeType="1" noTextEdit="1"/>
              </p:cNvSpPr>
              <p:nvPr/>
            </p:nvSpPr>
            <p:spPr>
              <a:xfrm>
                <a:off x="2842834" y="3423051"/>
                <a:ext cx="1174578" cy="523220"/>
              </a:xfrm>
              <a:prstGeom prst="rect">
                <a:avLst/>
              </a:prstGeom>
              <a:blipFill>
                <a:blip r:embed="rId30"/>
                <a:stretch>
                  <a:fillRect r="-569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CB570CFF-64CB-4657-BCCA-97761C30526F}"/>
                  </a:ext>
                </a:extLst>
              </p:cNvPr>
              <p:cNvSpPr txBox="1"/>
              <p:nvPr/>
            </p:nvSpPr>
            <p:spPr>
              <a:xfrm>
                <a:off x="4620403" y="3420615"/>
                <a:ext cx="1415071"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1</m:t>
                      </m:r>
                      <m:r>
                        <a:rPr lang="en-IN" sz="2800" b="0" i="1" dirty="0" smtClean="0">
                          <a:solidFill>
                            <a:srgbClr val="002060"/>
                          </a:solidFill>
                          <a:latin typeface="Cambria Math" panose="02040503050406030204" pitchFamily="18" charset="0"/>
                        </a:rPr>
                        <m:t>03776</m:t>
                      </m:r>
                    </m:oMath>
                  </m:oMathPara>
                </a14:m>
                <a:endParaRPr lang="en-IN" sz="2800" dirty="0">
                  <a:solidFill>
                    <a:srgbClr val="002060"/>
                  </a:solidFill>
                </a:endParaRPr>
              </a:p>
            </p:txBody>
          </p:sp>
        </mc:Choice>
        <mc:Fallback xmlns="">
          <p:sp>
            <p:nvSpPr>
              <p:cNvPr id="100" name="TextBox 99">
                <a:extLst>
                  <a:ext uri="{FF2B5EF4-FFF2-40B4-BE49-F238E27FC236}">
                    <a16:creationId xmlns:a16="http://schemas.microsoft.com/office/drawing/2014/main" id="{CB570CFF-64CB-4657-BCCA-97761C30526F}"/>
                  </a:ext>
                </a:extLst>
              </p:cNvPr>
              <p:cNvSpPr txBox="1">
                <a:spLocks noRot="1" noChangeAspect="1" noMove="1" noResize="1" noEditPoints="1" noAdjustHandles="1" noChangeArrowheads="1" noChangeShapeType="1" noTextEdit="1"/>
              </p:cNvSpPr>
              <p:nvPr/>
            </p:nvSpPr>
            <p:spPr>
              <a:xfrm>
                <a:off x="4620403" y="3420615"/>
                <a:ext cx="1415071" cy="528093"/>
              </a:xfrm>
              <a:prstGeom prst="rect">
                <a:avLst/>
              </a:prstGeom>
              <a:blipFill>
                <a:blip r:embed="rId3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723377BB-A363-4F60-96C8-CEDE3FB8EB92}"/>
                  </a:ext>
                </a:extLst>
              </p:cNvPr>
              <p:cNvSpPr txBox="1"/>
              <p:nvPr/>
            </p:nvSpPr>
            <p:spPr>
              <a:xfrm>
                <a:off x="6330153" y="3420615"/>
                <a:ext cx="1174578"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r>
                        <a:rPr lang="en-IN" sz="2800" b="0" i="1" dirty="0" smtClean="0">
                          <a:solidFill>
                            <a:srgbClr val="002060"/>
                          </a:solidFill>
                          <a:latin typeface="Cambria Math" panose="02040503050406030204" pitchFamily="18" charset="0"/>
                        </a:rPr>
                        <m:t>512</m:t>
                      </m:r>
                    </m:oMath>
                  </m:oMathPara>
                </a14:m>
                <a:endParaRPr lang="en-IN" sz="2800" dirty="0">
                  <a:solidFill>
                    <a:srgbClr val="002060"/>
                  </a:solidFill>
                </a:endParaRPr>
              </a:p>
            </p:txBody>
          </p:sp>
        </mc:Choice>
        <mc:Fallback xmlns="">
          <p:sp>
            <p:nvSpPr>
              <p:cNvPr id="101" name="TextBox 100">
                <a:extLst>
                  <a:ext uri="{FF2B5EF4-FFF2-40B4-BE49-F238E27FC236}">
                    <a16:creationId xmlns:a16="http://schemas.microsoft.com/office/drawing/2014/main" id="{723377BB-A363-4F60-96C8-CEDE3FB8EB92}"/>
                  </a:ext>
                </a:extLst>
              </p:cNvPr>
              <p:cNvSpPr txBox="1">
                <a:spLocks noRot="1" noChangeAspect="1" noMove="1" noResize="1" noEditPoints="1" noAdjustHandles="1" noChangeArrowheads="1" noChangeShapeType="1" noTextEdit="1"/>
              </p:cNvSpPr>
              <p:nvPr/>
            </p:nvSpPr>
            <p:spPr>
              <a:xfrm>
                <a:off x="6330153" y="3420615"/>
                <a:ext cx="1174578" cy="528093"/>
              </a:xfrm>
              <a:prstGeom prst="rect">
                <a:avLst/>
              </a:prstGeom>
              <a:blipFill>
                <a:blip r:embed="rId3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33CC2059-F835-4998-A553-733A0F45546F}"/>
                  </a:ext>
                </a:extLst>
              </p:cNvPr>
              <p:cNvSpPr txBox="1"/>
              <p:nvPr/>
            </p:nvSpPr>
            <p:spPr>
              <a:xfrm>
                <a:off x="4185481" y="3420615"/>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102" name="TextBox 101">
                <a:extLst>
                  <a:ext uri="{FF2B5EF4-FFF2-40B4-BE49-F238E27FC236}">
                    <a16:creationId xmlns:a16="http://schemas.microsoft.com/office/drawing/2014/main" id="{33CC2059-F835-4998-A553-733A0F45546F}"/>
                  </a:ext>
                </a:extLst>
              </p:cNvPr>
              <p:cNvSpPr txBox="1">
                <a:spLocks noRot="1" noChangeAspect="1" noMove="1" noResize="1" noEditPoints="1" noAdjustHandles="1" noChangeArrowheads="1" noChangeShapeType="1" noTextEdit="1"/>
              </p:cNvSpPr>
              <p:nvPr/>
            </p:nvSpPr>
            <p:spPr>
              <a:xfrm>
                <a:off x="4185481" y="3420615"/>
                <a:ext cx="484456" cy="528093"/>
              </a:xfrm>
              <a:prstGeom prst="rect">
                <a:avLst/>
              </a:prstGeom>
              <a:blipFill>
                <a:blip r:embed="rId3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FA83D467-25D8-473D-92F7-6140FA9C8E1B}"/>
                  </a:ext>
                </a:extLst>
              </p:cNvPr>
              <p:cNvSpPr txBox="1"/>
              <p:nvPr/>
            </p:nvSpPr>
            <p:spPr>
              <a:xfrm>
                <a:off x="5955814" y="3420615"/>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103" name="TextBox 102">
                <a:extLst>
                  <a:ext uri="{FF2B5EF4-FFF2-40B4-BE49-F238E27FC236}">
                    <a16:creationId xmlns:a16="http://schemas.microsoft.com/office/drawing/2014/main" id="{FA83D467-25D8-473D-92F7-6140FA9C8E1B}"/>
                  </a:ext>
                </a:extLst>
              </p:cNvPr>
              <p:cNvSpPr txBox="1">
                <a:spLocks noRot="1" noChangeAspect="1" noMove="1" noResize="1" noEditPoints="1" noAdjustHandles="1" noChangeArrowheads="1" noChangeShapeType="1" noTextEdit="1"/>
              </p:cNvSpPr>
              <p:nvPr/>
            </p:nvSpPr>
            <p:spPr>
              <a:xfrm>
                <a:off x="5955814" y="3420615"/>
                <a:ext cx="484456" cy="528093"/>
              </a:xfrm>
              <a:prstGeom prst="rect">
                <a:avLst/>
              </a:prstGeom>
              <a:blipFill>
                <a:blip r:embed="rId3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B49BFAF7-FE34-4342-A665-30A564CC12BC}"/>
                  </a:ext>
                </a:extLst>
              </p:cNvPr>
              <p:cNvSpPr txBox="1"/>
              <p:nvPr/>
            </p:nvSpPr>
            <p:spPr>
              <a:xfrm>
                <a:off x="2384818" y="3990678"/>
                <a:ext cx="526022"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104" name="TextBox 103">
                <a:extLst>
                  <a:ext uri="{FF2B5EF4-FFF2-40B4-BE49-F238E27FC236}">
                    <a16:creationId xmlns:a16="http://schemas.microsoft.com/office/drawing/2014/main" id="{B49BFAF7-FE34-4342-A665-30A564CC12BC}"/>
                  </a:ext>
                </a:extLst>
              </p:cNvPr>
              <p:cNvSpPr txBox="1">
                <a:spLocks noRot="1" noChangeAspect="1" noMove="1" noResize="1" noEditPoints="1" noAdjustHandles="1" noChangeArrowheads="1" noChangeShapeType="1" noTextEdit="1"/>
              </p:cNvSpPr>
              <p:nvPr/>
            </p:nvSpPr>
            <p:spPr>
              <a:xfrm>
                <a:off x="2384818" y="3990678"/>
                <a:ext cx="526022" cy="528093"/>
              </a:xfrm>
              <a:prstGeom prst="rect">
                <a:avLst/>
              </a:prstGeom>
              <a:blipFill>
                <a:blip r:embed="rId3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CA8FF068-1997-4080-8644-19C1609A02A2}"/>
                  </a:ext>
                </a:extLst>
              </p:cNvPr>
              <p:cNvSpPr txBox="1"/>
              <p:nvPr/>
            </p:nvSpPr>
            <p:spPr>
              <a:xfrm>
                <a:off x="2842834" y="3990737"/>
                <a:ext cx="1445064"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8</m:t>
                      </m:r>
                      <m:r>
                        <a:rPr lang="en-IN" sz="2800" b="0" i="1" dirty="0" smtClean="0">
                          <a:solidFill>
                            <a:srgbClr val="002060"/>
                          </a:solidFill>
                          <a:latin typeface="Cambria Math" panose="02040503050406030204" pitchFamily="18" charset="0"/>
                        </a:rPr>
                        <m:t>86656</m:t>
                      </m:r>
                    </m:oMath>
                  </m:oMathPara>
                </a14:m>
                <a:endParaRPr lang="en-IN" sz="2800" dirty="0">
                  <a:solidFill>
                    <a:srgbClr val="002060"/>
                  </a:solidFill>
                </a:endParaRPr>
              </a:p>
            </p:txBody>
          </p:sp>
        </mc:Choice>
        <mc:Fallback xmlns="">
          <p:sp>
            <p:nvSpPr>
              <p:cNvPr id="105" name="TextBox 104">
                <a:extLst>
                  <a:ext uri="{FF2B5EF4-FFF2-40B4-BE49-F238E27FC236}">
                    <a16:creationId xmlns:a16="http://schemas.microsoft.com/office/drawing/2014/main" id="{CA8FF068-1997-4080-8644-19C1609A02A2}"/>
                  </a:ext>
                </a:extLst>
              </p:cNvPr>
              <p:cNvSpPr txBox="1">
                <a:spLocks noRot="1" noChangeAspect="1" noMove="1" noResize="1" noEditPoints="1" noAdjustHandles="1" noChangeArrowheads="1" noChangeShapeType="1" noTextEdit="1"/>
              </p:cNvSpPr>
              <p:nvPr/>
            </p:nvSpPr>
            <p:spPr>
              <a:xfrm>
                <a:off x="2842834" y="3990737"/>
                <a:ext cx="1445064" cy="523220"/>
              </a:xfrm>
              <a:prstGeom prst="rect">
                <a:avLst/>
              </a:prstGeom>
              <a:blipFill>
                <a:blip r:embed="rId36"/>
                <a:stretch>
                  <a:fillRect/>
                </a:stretch>
              </a:blipFill>
            </p:spPr>
            <p:txBody>
              <a:bodyPr/>
              <a:lstStyle/>
              <a:p>
                <a:r>
                  <a:rPr lang="en-IN">
                    <a:noFill/>
                  </a:rPr>
                  <a:t> </a:t>
                </a:r>
              </a:p>
            </p:txBody>
          </p:sp>
        </mc:Fallback>
      </mc:AlternateContent>
      <p:cxnSp>
        <p:nvCxnSpPr>
          <p:cNvPr id="106" name="Straight Connector 105">
            <a:extLst>
              <a:ext uri="{FF2B5EF4-FFF2-40B4-BE49-F238E27FC236}">
                <a16:creationId xmlns:a16="http://schemas.microsoft.com/office/drawing/2014/main" id="{6F15D6F5-FBCB-405C-81EE-C4C3B5B81A62}"/>
              </a:ext>
            </a:extLst>
          </p:cNvPr>
          <p:cNvCxnSpPr>
            <a:cxnSpLocks/>
          </p:cNvCxnSpPr>
          <p:nvPr/>
        </p:nvCxnSpPr>
        <p:spPr>
          <a:xfrm>
            <a:off x="4811094" y="2310395"/>
            <a:ext cx="894874" cy="0"/>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642FC05D-E668-4472-99E3-65EFC28FE664}"/>
              </a:ext>
            </a:extLst>
          </p:cNvPr>
          <p:cNvCxnSpPr>
            <a:cxnSpLocks/>
          </p:cNvCxnSpPr>
          <p:nvPr/>
        </p:nvCxnSpPr>
        <p:spPr>
          <a:xfrm>
            <a:off x="6449647" y="2310395"/>
            <a:ext cx="894874" cy="0"/>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692D9436-D5B4-4392-9D89-9B98F5CC0809}"/>
              </a:ext>
            </a:extLst>
          </p:cNvPr>
          <p:cNvCxnSpPr>
            <a:cxnSpLocks/>
          </p:cNvCxnSpPr>
          <p:nvPr/>
        </p:nvCxnSpPr>
        <p:spPr>
          <a:xfrm>
            <a:off x="8148922" y="2310395"/>
            <a:ext cx="894874" cy="0"/>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36FA9C48-2E4A-4315-9B0F-E13517236B46}"/>
              </a:ext>
            </a:extLst>
          </p:cNvPr>
          <p:cNvSpPr txBox="1"/>
          <p:nvPr/>
        </p:nvSpPr>
        <p:spPr>
          <a:xfrm>
            <a:off x="9210844" y="1815750"/>
            <a:ext cx="473633" cy="523220"/>
          </a:xfrm>
          <a:prstGeom prst="rect">
            <a:avLst/>
          </a:prstGeom>
          <a:noFill/>
        </p:spPr>
        <p:txBody>
          <a:bodyPr wrap="square" rtlCol="0">
            <a:spAutoFit/>
          </a:bodyPr>
          <a:lstStyle/>
          <a:p>
            <a:pPr algn="ctr"/>
            <a:r>
              <a:rPr lang="en-IN" sz="2800" b="1" dirty="0">
                <a:solidFill>
                  <a:srgbClr val="FF0000"/>
                </a:solidFill>
              </a:rPr>
              <a:t>or</a:t>
            </a:r>
          </a:p>
        </p:txBody>
      </p:sp>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1920C017-02F4-4B09-A85F-ABA6F8562601}"/>
                  </a:ext>
                </a:extLst>
              </p:cNvPr>
              <p:cNvSpPr txBox="1"/>
              <p:nvPr/>
            </p:nvSpPr>
            <p:spPr>
              <a:xfrm>
                <a:off x="9740915" y="1815750"/>
                <a:ext cx="1116798" cy="523220"/>
              </a:xfrm>
              <a:prstGeom prst="rect">
                <a:avLst/>
              </a:prstGeom>
              <a:noFill/>
            </p:spPr>
            <p:txBody>
              <a:bodyPr wrap="square" rtlCol="0">
                <a:spAutoFit/>
              </a:bodyPr>
              <a:lstStyle/>
              <a:p>
                <a:pPr algn="ctr"/>
                <a14:m>
                  <m:oMath xmlns:m="http://schemas.openxmlformats.org/officeDocument/2006/math">
                    <m:r>
                      <a:rPr lang="en-IN" sz="2800" b="0" i="1" dirty="0" smtClean="0">
                        <a:solidFill>
                          <a:srgbClr val="002060"/>
                        </a:solidFill>
                        <a:latin typeface="Cambria Math" panose="02040503050406030204" pitchFamily="18" charset="0"/>
                      </a:rPr>
                      <m:t>4</m:t>
                    </m:r>
                  </m:oMath>
                </a14:m>
                <a:r>
                  <a:rPr lang="en-IN" sz="2800" dirty="0">
                    <a:solidFill>
                      <a:srgbClr val="002060"/>
                    </a:solidFill>
                  </a:rPr>
                  <a:t> aces</a:t>
                </a:r>
              </a:p>
            </p:txBody>
          </p:sp>
        </mc:Choice>
        <mc:Fallback xmlns="">
          <p:sp>
            <p:nvSpPr>
              <p:cNvPr id="110" name="TextBox 109">
                <a:extLst>
                  <a:ext uri="{FF2B5EF4-FFF2-40B4-BE49-F238E27FC236}">
                    <a16:creationId xmlns:a16="http://schemas.microsoft.com/office/drawing/2014/main" id="{1920C017-02F4-4B09-A85F-ABA6F8562601}"/>
                  </a:ext>
                </a:extLst>
              </p:cNvPr>
              <p:cNvSpPr txBox="1">
                <a:spLocks noRot="1" noChangeAspect="1" noMove="1" noResize="1" noEditPoints="1" noAdjustHandles="1" noChangeArrowheads="1" noChangeShapeType="1" noTextEdit="1"/>
              </p:cNvSpPr>
              <p:nvPr/>
            </p:nvSpPr>
            <p:spPr>
              <a:xfrm>
                <a:off x="9740915" y="1815750"/>
                <a:ext cx="1116798" cy="523220"/>
              </a:xfrm>
              <a:prstGeom prst="rect">
                <a:avLst/>
              </a:prstGeom>
              <a:blipFill>
                <a:blip r:embed="rId37"/>
                <a:stretch>
                  <a:fillRect t="-11628" r="-9836" b="-32558"/>
                </a:stretch>
              </a:blipFill>
            </p:spPr>
            <p:txBody>
              <a:bodyPr/>
              <a:lstStyle/>
              <a:p>
                <a:r>
                  <a:rPr lang="en-IN">
                    <a:noFill/>
                  </a:rPr>
                  <a:t> </a:t>
                </a:r>
              </a:p>
            </p:txBody>
          </p:sp>
        </mc:Fallback>
      </mc:AlternateContent>
      <p:cxnSp>
        <p:nvCxnSpPr>
          <p:cNvPr id="111" name="Straight Connector 110">
            <a:extLst>
              <a:ext uri="{FF2B5EF4-FFF2-40B4-BE49-F238E27FC236}">
                <a16:creationId xmlns:a16="http://schemas.microsoft.com/office/drawing/2014/main" id="{11D79110-4FAE-4B52-B64B-B022DAEA86C6}"/>
              </a:ext>
            </a:extLst>
          </p:cNvPr>
          <p:cNvCxnSpPr>
            <a:cxnSpLocks/>
          </p:cNvCxnSpPr>
          <p:nvPr/>
        </p:nvCxnSpPr>
        <p:spPr>
          <a:xfrm>
            <a:off x="9862823" y="2310395"/>
            <a:ext cx="894874" cy="0"/>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92F9903-82D2-4A4F-A2FB-F7BDD5853B2D}"/>
                  </a:ext>
                </a:extLst>
              </p:cNvPr>
              <p:cNvSpPr txBox="1"/>
              <p:nvPr/>
            </p:nvSpPr>
            <p:spPr>
              <a:xfrm>
                <a:off x="9650877" y="2827105"/>
                <a:ext cx="484456" cy="528093"/>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112" name="TextBox 111">
                <a:extLst>
                  <a:ext uri="{FF2B5EF4-FFF2-40B4-BE49-F238E27FC236}">
                    <a16:creationId xmlns:a16="http://schemas.microsoft.com/office/drawing/2014/main" id="{492F9903-82D2-4A4F-A2FB-F7BDD5853B2D}"/>
                  </a:ext>
                </a:extLst>
              </p:cNvPr>
              <p:cNvSpPr txBox="1">
                <a:spLocks noRot="1" noChangeAspect="1" noMove="1" noResize="1" noEditPoints="1" noAdjustHandles="1" noChangeArrowheads="1" noChangeShapeType="1" noTextEdit="1"/>
              </p:cNvSpPr>
              <p:nvPr/>
            </p:nvSpPr>
            <p:spPr>
              <a:xfrm>
                <a:off x="9650877" y="2827105"/>
                <a:ext cx="484456" cy="528093"/>
              </a:xfrm>
              <a:prstGeom prst="rect">
                <a:avLst/>
              </a:prstGeom>
              <a:blipFill>
                <a:blip r:embed="rId3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15E963AD-FFA3-41E7-9372-5422F9C3FECA}"/>
                  </a:ext>
                </a:extLst>
              </p:cNvPr>
              <p:cNvSpPr txBox="1"/>
              <p:nvPr/>
            </p:nvSpPr>
            <p:spPr>
              <a:xfrm>
                <a:off x="10115733" y="2827105"/>
                <a:ext cx="2051240" cy="52809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113" name="TextBox 112">
                <a:extLst>
                  <a:ext uri="{FF2B5EF4-FFF2-40B4-BE49-F238E27FC236}">
                    <a16:creationId xmlns:a16="http://schemas.microsoft.com/office/drawing/2014/main" id="{15E963AD-FFA3-41E7-9372-5422F9C3FECA}"/>
                  </a:ext>
                </a:extLst>
              </p:cNvPr>
              <p:cNvSpPr txBox="1">
                <a:spLocks noRot="1" noChangeAspect="1" noMove="1" noResize="1" noEditPoints="1" noAdjustHandles="1" noChangeArrowheads="1" noChangeShapeType="1" noTextEdit="1"/>
              </p:cNvSpPr>
              <p:nvPr/>
            </p:nvSpPr>
            <p:spPr>
              <a:xfrm>
                <a:off x="10115733" y="2827105"/>
                <a:ext cx="2051240" cy="528093"/>
              </a:xfrm>
              <a:prstGeom prst="rect">
                <a:avLst/>
              </a:prstGeom>
              <a:blipFill>
                <a:blip r:embed="rId3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8575C538-522A-49F1-9CE1-F7C73C42F198}"/>
                  </a:ext>
                </a:extLst>
              </p:cNvPr>
              <p:cNvSpPr txBox="1"/>
              <p:nvPr/>
            </p:nvSpPr>
            <p:spPr>
              <a:xfrm>
                <a:off x="10286972" y="2827105"/>
                <a:ext cx="729320" cy="528093"/>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dirty="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114" name="TextBox 113">
                <a:extLst>
                  <a:ext uri="{FF2B5EF4-FFF2-40B4-BE49-F238E27FC236}">
                    <a16:creationId xmlns:a16="http://schemas.microsoft.com/office/drawing/2014/main" id="{8575C538-522A-49F1-9CE1-F7C73C42F198}"/>
                  </a:ext>
                </a:extLst>
              </p:cNvPr>
              <p:cNvSpPr txBox="1">
                <a:spLocks noRot="1" noChangeAspect="1" noMove="1" noResize="1" noEditPoints="1" noAdjustHandles="1" noChangeArrowheads="1" noChangeShapeType="1" noTextEdit="1"/>
              </p:cNvSpPr>
              <p:nvPr/>
            </p:nvSpPr>
            <p:spPr>
              <a:xfrm>
                <a:off x="10286972" y="2827105"/>
                <a:ext cx="729320" cy="528093"/>
              </a:xfrm>
              <a:prstGeom prst="rect">
                <a:avLst/>
              </a:prstGeom>
              <a:blipFill>
                <a:blip r:embed="rId4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DF955A08-B5CF-4B92-ADAF-C46C3B46245A}"/>
                  </a:ext>
                </a:extLst>
              </p:cNvPr>
              <p:cNvSpPr txBox="1"/>
              <p:nvPr/>
            </p:nvSpPr>
            <p:spPr>
              <a:xfrm>
                <a:off x="10895451" y="2827105"/>
                <a:ext cx="484456" cy="528093"/>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115" name="TextBox 114">
                <a:extLst>
                  <a:ext uri="{FF2B5EF4-FFF2-40B4-BE49-F238E27FC236}">
                    <a16:creationId xmlns:a16="http://schemas.microsoft.com/office/drawing/2014/main" id="{DF955A08-B5CF-4B92-ADAF-C46C3B46245A}"/>
                  </a:ext>
                </a:extLst>
              </p:cNvPr>
              <p:cNvSpPr txBox="1">
                <a:spLocks noRot="1" noChangeAspect="1" noMove="1" noResize="1" noEditPoints="1" noAdjustHandles="1" noChangeArrowheads="1" noChangeShapeType="1" noTextEdit="1"/>
              </p:cNvSpPr>
              <p:nvPr/>
            </p:nvSpPr>
            <p:spPr>
              <a:xfrm>
                <a:off x="10895451" y="2827105"/>
                <a:ext cx="484456" cy="528093"/>
              </a:xfrm>
              <a:prstGeom prst="rect">
                <a:avLst/>
              </a:prstGeom>
              <a:blipFill>
                <a:blip r:embed="rId4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A71ADB3B-17E1-4D14-AD0E-7D892416FCFF}"/>
                  </a:ext>
                </a:extLst>
              </p:cNvPr>
              <p:cNvSpPr txBox="1"/>
              <p:nvPr/>
            </p:nvSpPr>
            <p:spPr>
              <a:xfrm>
                <a:off x="11232570" y="2827105"/>
                <a:ext cx="828000" cy="52809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dirty="0">
                              <a:solidFill>
                                <a:srgbClr val="002060"/>
                              </a:solidFill>
                              <a:latin typeface="Cambria Math" panose="02040503050406030204" pitchFamily="18" charset="0"/>
                            </a:rPr>
                            <m:t>48</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116" name="TextBox 115">
                <a:extLst>
                  <a:ext uri="{FF2B5EF4-FFF2-40B4-BE49-F238E27FC236}">
                    <a16:creationId xmlns:a16="http://schemas.microsoft.com/office/drawing/2014/main" id="{A71ADB3B-17E1-4D14-AD0E-7D892416FCFF}"/>
                  </a:ext>
                </a:extLst>
              </p:cNvPr>
              <p:cNvSpPr txBox="1">
                <a:spLocks noRot="1" noChangeAspect="1" noMove="1" noResize="1" noEditPoints="1" noAdjustHandles="1" noChangeArrowheads="1" noChangeShapeType="1" noTextEdit="1"/>
              </p:cNvSpPr>
              <p:nvPr/>
            </p:nvSpPr>
            <p:spPr>
              <a:xfrm>
                <a:off x="11232570" y="2827105"/>
                <a:ext cx="828000" cy="528093"/>
              </a:xfrm>
              <a:prstGeom prst="rect">
                <a:avLst/>
              </a:prstGeom>
              <a:blipFill>
                <a:blip r:embed="rId4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8C6A9B27-C799-4EEC-AC53-9FFB6EAB0C20}"/>
                  </a:ext>
                </a:extLst>
              </p:cNvPr>
              <p:cNvSpPr txBox="1"/>
              <p:nvPr/>
            </p:nvSpPr>
            <p:spPr>
              <a:xfrm>
                <a:off x="7569967" y="3420615"/>
                <a:ext cx="1174578"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r>
                        <a:rPr lang="en-IN" sz="2800" b="0" i="1" dirty="0" smtClean="0">
                          <a:solidFill>
                            <a:srgbClr val="002060"/>
                          </a:solidFill>
                          <a:latin typeface="Cambria Math" panose="02040503050406030204" pitchFamily="18" charset="0"/>
                        </a:rPr>
                        <m:t>8</m:t>
                      </m:r>
                    </m:oMath>
                  </m:oMathPara>
                </a14:m>
                <a:endParaRPr lang="en-IN" sz="2800" dirty="0">
                  <a:solidFill>
                    <a:srgbClr val="002060"/>
                  </a:solidFill>
                </a:endParaRPr>
              </a:p>
            </p:txBody>
          </p:sp>
        </mc:Choice>
        <mc:Fallback xmlns="">
          <p:sp>
            <p:nvSpPr>
              <p:cNvPr id="123" name="TextBox 122">
                <a:extLst>
                  <a:ext uri="{FF2B5EF4-FFF2-40B4-BE49-F238E27FC236}">
                    <a16:creationId xmlns:a16="http://schemas.microsoft.com/office/drawing/2014/main" id="{8C6A9B27-C799-4EEC-AC53-9FFB6EAB0C20}"/>
                  </a:ext>
                </a:extLst>
              </p:cNvPr>
              <p:cNvSpPr txBox="1">
                <a:spLocks noRot="1" noChangeAspect="1" noMove="1" noResize="1" noEditPoints="1" noAdjustHandles="1" noChangeArrowheads="1" noChangeShapeType="1" noTextEdit="1"/>
              </p:cNvSpPr>
              <p:nvPr/>
            </p:nvSpPr>
            <p:spPr>
              <a:xfrm>
                <a:off x="7569967" y="3420615"/>
                <a:ext cx="1174578" cy="528093"/>
              </a:xfrm>
              <a:prstGeom prst="rect">
                <a:avLst/>
              </a:prstGeom>
              <a:blipFill>
                <a:blip r:embed="rId4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659E5767-6672-4C1E-9102-8077E8FA5810}"/>
                  </a:ext>
                </a:extLst>
              </p:cNvPr>
              <p:cNvSpPr txBox="1"/>
              <p:nvPr/>
            </p:nvSpPr>
            <p:spPr>
              <a:xfrm>
                <a:off x="7439494" y="3420615"/>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124" name="TextBox 123">
                <a:extLst>
                  <a:ext uri="{FF2B5EF4-FFF2-40B4-BE49-F238E27FC236}">
                    <a16:creationId xmlns:a16="http://schemas.microsoft.com/office/drawing/2014/main" id="{659E5767-6672-4C1E-9102-8077E8FA5810}"/>
                  </a:ext>
                </a:extLst>
              </p:cNvPr>
              <p:cNvSpPr txBox="1">
                <a:spLocks noRot="1" noChangeAspect="1" noMove="1" noResize="1" noEditPoints="1" noAdjustHandles="1" noChangeArrowheads="1" noChangeShapeType="1" noTextEdit="1"/>
              </p:cNvSpPr>
              <p:nvPr/>
            </p:nvSpPr>
            <p:spPr>
              <a:xfrm>
                <a:off x="7439494" y="3420615"/>
                <a:ext cx="484456" cy="528093"/>
              </a:xfrm>
              <a:prstGeom prst="rect">
                <a:avLst/>
              </a:prstGeom>
              <a:blipFill>
                <a:blip r:embed="rId44"/>
                <a:stretch>
                  <a:fillRect/>
                </a:stretch>
              </a:blipFill>
            </p:spPr>
            <p:txBody>
              <a:bodyPr/>
              <a:lstStyle/>
              <a:p>
                <a:r>
                  <a:rPr lang="en-IN">
                    <a:noFill/>
                  </a:rPr>
                  <a:t> </a:t>
                </a:r>
              </a:p>
            </p:txBody>
          </p:sp>
        </mc:Fallback>
      </mc:AlternateContent>
      <p:sp>
        <p:nvSpPr>
          <p:cNvPr id="125" name="Rectangle: Rounded Corners 124">
            <a:extLst>
              <a:ext uri="{FF2B5EF4-FFF2-40B4-BE49-F238E27FC236}">
                <a16:creationId xmlns:a16="http://schemas.microsoft.com/office/drawing/2014/main" id="{86767169-0CB0-4E12-A444-458BE3FC0984}"/>
              </a:ext>
            </a:extLst>
          </p:cNvPr>
          <p:cNvSpPr/>
          <p:nvPr/>
        </p:nvSpPr>
        <p:spPr>
          <a:xfrm>
            <a:off x="9862823" y="736307"/>
            <a:ext cx="2268446" cy="434200"/>
          </a:xfrm>
          <a:prstGeom prst="roundRect">
            <a:avLst/>
          </a:prstGeom>
          <a:ln w="28575" cap="rnd">
            <a:solidFill>
              <a:srgbClr val="C25956"/>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18664453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wipe(left)">
                                      <p:cBhvr>
                                        <p:cTn id="19" dur="500"/>
                                        <p:tgtEl>
                                          <p:spTgt spid="4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5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6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6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69"/>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70"/>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09"/>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1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xit" presetSubtype="0" fill="hold" nodeType="clickEffect">
                                  <p:stCondLst>
                                    <p:cond delay="0"/>
                                  </p:stCondLst>
                                  <p:childTnLst>
                                    <p:set>
                                      <p:cBhvr>
                                        <p:cTn id="55" dur="1" fill="hold">
                                          <p:stCondLst>
                                            <p:cond delay="0"/>
                                          </p:stCondLst>
                                        </p:cTn>
                                        <p:tgtEl>
                                          <p:spTgt spid="47"/>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38"/>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34"/>
                                        </p:tgtEl>
                                        <p:attrNameLst>
                                          <p:attrName>style.visibility</p:attrName>
                                        </p:attrNameLst>
                                      </p:cBhvr>
                                      <p:to>
                                        <p:strVal val="visible"/>
                                      </p:to>
                                    </p:set>
                                  </p:childTnLst>
                                </p:cTn>
                              </p:par>
                            </p:childTnLst>
                          </p:cTn>
                        </p:par>
                        <p:par>
                          <p:cTn id="64" fill="hold">
                            <p:stCondLst>
                              <p:cond delay="0"/>
                            </p:stCondLst>
                            <p:childTnLst>
                              <p:par>
                                <p:cTn id="65" presetID="1" presetClass="entr" presetSubtype="0" fill="hold" grpId="0" nodeType="afterEffect">
                                  <p:stCondLst>
                                    <p:cond delay="500"/>
                                  </p:stCondLst>
                                  <p:childTnLst>
                                    <p:set>
                                      <p:cBhvr>
                                        <p:cTn id="66" dur="1" fill="hold">
                                          <p:stCondLst>
                                            <p:cond delay="0"/>
                                          </p:stCondLst>
                                        </p:cTn>
                                        <p:tgtEl>
                                          <p:spTgt spid="71"/>
                                        </p:tgtEl>
                                        <p:attrNameLst>
                                          <p:attrName>style.visibility</p:attrName>
                                        </p:attrNameLst>
                                      </p:cBhvr>
                                      <p:to>
                                        <p:strVal val="visible"/>
                                      </p:to>
                                    </p:set>
                                  </p:childTnLst>
                                </p:cTn>
                              </p:par>
                            </p:childTnLst>
                          </p:cTn>
                        </p:par>
                        <p:par>
                          <p:cTn id="67" fill="hold">
                            <p:stCondLst>
                              <p:cond delay="500"/>
                            </p:stCondLst>
                            <p:childTnLst>
                              <p:par>
                                <p:cTn id="68" presetID="1" presetClass="entr" presetSubtype="0" fill="hold" grpId="0" nodeType="afterEffect">
                                  <p:stCondLst>
                                    <p:cond delay="500"/>
                                  </p:stCondLst>
                                  <p:childTnLst>
                                    <p:set>
                                      <p:cBhvr>
                                        <p:cTn id="69" dur="1" fill="hold">
                                          <p:stCondLst>
                                            <p:cond delay="0"/>
                                          </p:stCondLst>
                                        </p:cTn>
                                        <p:tgtEl>
                                          <p:spTgt spid="72"/>
                                        </p:tgtEl>
                                        <p:attrNameLst>
                                          <p:attrName>style.visibility</p:attrName>
                                        </p:attrNameLst>
                                      </p:cBhvr>
                                      <p:to>
                                        <p:strVal val="visible"/>
                                      </p:to>
                                    </p:set>
                                  </p:childTnLst>
                                </p:cTn>
                              </p:par>
                            </p:childTnLst>
                          </p:cTn>
                        </p:par>
                        <p:par>
                          <p:cTn id="70" fill="hold">
                            <p:stCondLst>
                              <p:cond delay="1000"/>
                            </p:stCondLst>
                            <p:childTnLst>
                              <p:par>
                                <p:cTn id="71" presetID="1" presetClass="entr" presetSubtype="0" fill="hold" grpId="0" nodeType="afterEffect">
                                  <p:stCondLst>
                                    <p:cond delay="500"/>
                                  </p:stCondLst>
                                  <p:childTnLst>
                                    <p:set>
                                      <p:cBhvr>
                                        <p:cTn id="72" dur="1" fill="hold">
                                          <p:stCondLst>
                                            <p:cond delay="0"/>
                                          </p:stCondLst>
                                        </p:cTn>
                                        <p:tgtEl>
                                          <p:spTgt spid="76"/>
                                        </p:tgtEl>
                                        <p:attrNameLst>
                                          <p:attrName>style.visibility</p:attrName>
                                        </p:attrNameLst>
                                      </p:cBhvr>
                                      <p:to>
                                        <p:strVal val="visible"/>
                                      </p:to>
                                    </p:set>
                                  </p:childTnLst>
                                </p:cTn>
                              </p:par>
                            </p:childTnLst>
                          </p:cTn>
                        </p:par>
                        <p:par>
                          <p:cTn id="73" fill="hold">
                            <p:stCondLst>
                              <p:cond delay="1500"/>
                            </p:stCondLst>
                            <p:childTnLst>
                              <p:par>
                                <p:cTn id="74" presetID="1" presetClass="entr" presetSubtype="0" fill="hold" grpId="0" nodeType="afterEffect">
                                  <p:stCondLst>
                                    <p:cond delay="500"/>
                                  </p:stCondLst>
                                  <p:childTnLst>
                                    <p:set>
                                      <p:cBhvr>
                                        <p:cTn id="75" dur="1" fill="hold">
                                          <p:stCondLst>
                                            <p:cond delay="0"/>
                                          </p:stCondLst>
                                        </p:cTn>
                                        <p:tgtEl>
                                          <p:spTgt spid="77"/>
                                        </p:tgtEl>
                                        <p:attrNameLst>
                                          <p:attrName>style.visibility</p:attrName>
                                        </p:attrNameLst>
                                      </p:cBhvr>
                                      <p:to>
                                        <p:strVal val="visible"/>
                                      </p:to>
                                    </p:set>
                                  </p:childTnLst>
                                </p:cTn>
                              </p:par>
                            </p:childTnLst>
                          </p:cTn>
                        </p:par>
                        <p:par>
                          <p:cTn id="76" fill="hold">
                            <p:stCondLst>
                              <p:cond delay="2000"/>
                            </p:stCondLst>
                            <p:childTnLst>
                              <p:par>
                                <p:cTn id="77" presetID="1" presetClass="entr" presetSubtype="0" fill="hold" grpId="0" nodeType="afterEffect">
                                  <p:stCondLst>
                                    <p:cond delay="500"/>
                                  </p:stCondLst>
                                  <p:childTnLst>
                                    <p:set>
                                      <p:cBhvr>
                                        <p:cTn id="78" dur="1" fill="hold">
                                          <p:stCondLst>
                                            <p:cond delay="0"/>
                                          </p:stCondLst>
                                        </p:cTn>
                                        <p:tgtEl>
                                          <p:spTgt spid="112"/>
                                        </p:tgtEl>
                                        <p:attrNameLst>
                                          <p:attrName>style.visibility</p:attrName>
                                        </p:attrNameLst>
                                      </p:cBhvr>
                                      <p:to>
                                        <p:strVal val="visible"/>
                                      </p:to>
                                    </p:set>
                                  </p:childTnLst>
                                </p:cTn>
                              </p:par>
                            </p:childTnLst>
                          </p:cTn>
                        </p:par>
                        <p:par>
                          <p:cTn id="79" fill="hold">
                            <p:stCondLst>
                              <p:cond delay="2500"/>
                            </p:stCondLst>
                            <p:childTnLst>
                              <p:par>
                                <p:cTn id="80" presetID="1" presetClass="entr" presetSubtype="0" fill="hold" grpId="0" nodeType="afterEffect">
                                  <p:stCondLst>
                                    <p:cond delay="500"/>
                                  </p:stCondLst>
                                  <p:childTnLst>
                                    <p:set>
                                      <p:cBhvr>
                                        <p:cTn id="81" dur="1" fill="hold">
                                          <p:stCondLst>
                                            <p:cond delay="0"/>
                                          </p:stCondLst>
                                        </p:cTn>
                                        <p:tgtEl>
                                          <p:spTgt spid="113"/>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106"/>
                                        </p:tgtEl>
                                        <p:attrNameLst>
                                          <p:attrName>style.visibility</p:attrName>
                                        </p:attrNameLst>
                                      </p:cBhvr>
                                      <p:to>
                                        <p:strVal val="visible"/>
                                      </p:to>
                                    </p:set>
                                    <p:animEffect transition="in" filter="wipe(left)">
                                      <p:cBhvr>
                                        <p:cTn id="86" dur="500"/>
                                        <p:tgtEl>
                                          <p:spTgt spid="106"/>
                                        </p:tgtEl>
                                      </p:cBhvr>
                                    </p:animEffec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4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106"/>
                                        </p:tgtEl>
                                        <p:attrNameLst>
                                          <p:attrName>style.visibility</p:attrName>
                                        </p:attrNameLst>
                                      </p:cBhvr>
                                      <p:to>
                                        <p:strVal val="hidden"/>
                                      </p:to>
                                    </p:set>
                                  </p:childTnLst>
                                </p:cTn>
                              </p:par>
                            </p:childTnLst>
                          </p:cTn>
                        </p:par>
                        <p:par>
                          <p:cTn id="103" fill="hold">
                            <p:stCondLst>
                              <p:cond delay="0"/>
                            </p:stCondLst>
                            <p:childTnLst>
                              <p:par>
                                <p:cTn id="104" presetID="22" presetClass="entr" presetSubtype="8" fill="hold" nodeType="afterEffect">
                                  <p:stCondLst>
                                    <p:cond delay="0"/>
                                  </p:stCondLst>
                                  <p:childTnLst>
                                    <p:set>
                                      <p:cBhvr>
                                        <p:cTn id="105" dur="1" fill="hold">
                                          <p:stCondLst>
                                            <p:cond delay="0"/>
                                          </p:stCondLst>
                                        </p:cTn>
                                        <p:tgtEl>
                                          <p:spTgt spid="107"/>
                                        </p:tgtEl>
                                        <p:attrNameLst>
                                          <p:attrName>style.visibility</p:attrName>
                                        </p:attrNameLst>
                                      </p:cBhvr>
                                      <p:to>
                                        <p:strVal val="visible"/>
                                      </p:to>
                                    </p:set>
                                    <p:animEffect transition="in" filter="wipe(left)">
                                      <p:cBhvr>
                                        <p:cTn id="106" dur="500"/>
                                        <p:tgtEl>
                                          <p:spTgt spid="107"/>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73"/>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74"/>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75"/>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xit" presetSubtype="0" fill="hold" nodeType="clickEffect">
                                  <p:stCondLst>
                                    <p:cond delay="0"/>
                                  </p:stCondLst>
                                  <p:childTnLst>
                                    <p:set>
                                      <p:cBhvr>
                                        <p:cTn id="122" dur="1" fill="hold">
                                          <p:stCondLst>
                                            <p:cond delay="0"/>
                                          </p:stCondLst>
                                        </p:cTn>
                                        <p:tgtEl>
                                          <p:spTgt spid="107"/>
                                        </p:tgtEl>
                                        <p:attrNameLst>
                                          <p:attrName>style.visibility</p:attrName>
                                        </p:attrNameLst>
                                      </p:cBhvr>
                                      <p:to>
                                        <p:strVal val="hidden"/>
                                      </p:to>
                                    </p:set>
                                  </p:childTnLst>
                                </p:cTn>
                              </p:par>
                            </p:childTnLst>
                          </p:cTn>
                        </p:par>
                        <p:par>
                          <p:cTn id="123" fill="hold">
                            <p:stCondLst>
                              <p:cond delay="0"/>
                            </p:stCondLst>
                            <p:childTnLst>
                              <p:par>
                                <p:cTn id="124" presetID="22" presetClass="entr" presetSubtype="8" fill="hold" nodeType="afterEffect">
                                  <p:stCondLst>
                                    <p:cond delay="0"/>
                                  </p:stCondLst>
                                  <p:childTnLst>
                                    <p:set>
                                      <p:cBhvr>
                                        <p:cTn id="125" dur="1" fill="hold">
                                          <p:stCondLst>
                                            <p:cond delay="0"/>
                                          </p:stCondLst>
                                        </p:cTn>
                                        <p:tgtEl>
                                          <p:spTgt spid="108"/>
                                        </p:tgtEl>
                                        <p:attrNameLst>
                                          <p:attrName>style.visibility</p:attrName>
                                        </p:attrNameLst>
                                      </p:cBhvr>
                                      <p:to>
                                        <p:strVal val="visible"/>
                                      </p:to>
                                    </p:set>
                                    <p:animEffect transition="in" filter="wipe(left)">
                                      <p:cBhvr>
                                        <p:cTn id="126" dur="500"/>
                                        <p:tgtEl>
                                          <p:spTgt spid="108"/>
                                        </p:tgtEl>
                                      </p:cBhvr>
                                    </p:animEffec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78"/>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79"/>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80"/>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xit" presetSubtype="0" fill="hold" nodeType="clickEffect">
                                  <p:stCondLst>
                                    <p:cond delay="0"/>
                                  </p:stCondLst>
                                  <p:childTnLst>
                                    <p:set>
                                      <p:cBhvr>
                                        <p:cTn id="142" dur="1" fill="hold">
                                          <p:stCondLst>
                                            <p:cond delay="0"/>
                                          </p:stCondLst>
                                        </p:cTn>
                                        <p:tgtEl>
                                          <p:spTgt spid="108"/>
                                        </p:tgtEl>
                                        <p:attrNameLst>
                                          <p:attrName>style.visibility</p:attrName>
                                        </p:attrNameLst>
                                      </p:cBhvr>
                                      <p:to>
                                        <p:strVal val="hidden"/>
                                      </p:to>
                                    </p:set>
                                  </p:childTnLst>
                                </p:cTn>
                              </p:par>
                            </p:childTnLst>
                          </p:cTn>
                        </p:par>
                        <p:par>
                          <p:cTn id="143" fill="hold">
                            <p:stCondLst>
                              <p:cond delay="0"/>
                            </p:stCondLst>
                            <p:childTnLst>
                              <p:par>
                                <p:cTn id="144" presetID="22" presetClass="entr" presetSubtype="8" fill="hold" nodeType="afterEffect">
                                  <p:stCondLst>
                                    <p:cond delay="0"/>
                                  </p:stCondLst>
                                  <p:childTnLst>
                                    <p:set>
                                      <p:cBhvr>
                                        <p:cTn id="145" dur="1" fill="hold">
                                          <p:stCondLst>
                                            <p:cond delay="0"/>
                                          </p:stCondLst>
                                        </p:cTn>
                                        <p:tgtEl>
                                          <p:spTgt spid="111"/>
                                        </p:tgtEl>
                                        <p:attrNameLst>
                                          <p:attrName>style.visibility</p:attrName>
                                        </p:attrNameLst>
                                      </p:cBhvr>
                                      <p:to>
                                        <p:strVal val="visible"/>
                                      </p:to>
                                    </p:set>
                                    <p:animEffect transition="in" filter="wipe(left)">
                                      <p:cBhvr>
                                        <p:cTn id="146" dur="500"/>
                                        <p:tgtEl>
                                          <p:spTgt spid="111"/>
                                        </p:tgtEl>
                                      </p:cBhvr>
                                    </p:animEffec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114"/>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115"/>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116"/>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xit" presetSubtype="0" fill="hold" nodeType="clickEffect">
                                  <p:stCondLst>
                                    <p:cond delay="0"/>
                                  </p:stCondLst>
                                  <p:childTnLst>
                                    <p:set>
                                      <p:cBhvr>
                                        <p:cTn id="162" dur="1" fill="hold">
                                          <p:stCondLst>
                                            <p:cond delay="0"/>
                                          </p:stCondLst>
                                        </p:cTn>
                                        <p:tgtEl>
                                          <p:spTgt spid="111"/>
                                        </p:tgtEl>
                                        <p:attrNameLst>
                                          <p:attrName>style.visibility</p:attrName>
                                        </p:attrNameLst>
                                      </p:cBhvr>
                                      <p:to>
                                        <p:strVal val="hidden"/>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98"/>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99"/>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102"/>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100"/>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grpId="0" nodeType="clickEffect">
                                  <p:stCondLst>
                                    <p:cond delay="0"/>
                                  </p:stCondLst>
                                  <p:childTnLst>
                                    <p:set>
                                      <p:cBhvr>
                                        <p:cTn id="182" dur="1" fill="hold">
                                          <p:stCondLst>
                                            <p:cond delay="0"/>
                                          </p:stCondLst>
                                        </p:cTn>
                                        <p:tgtEl>
                                          <p:spTgt spid="103"/>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101"/>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grpId="0" nodeType="clickEffect">
                                  <p:stCondLst>
                                    <p:cond delay="0"/>
                                  </p:stCondLst>
                                  <p:childTnLst>
                                    <p:set>
                                      <p:cBhvr>
                                        <p:cTn id="190" dur="1" fill="hold">
                                          <p:stCondLst>
                                            <p:cond delay="0"/>
                                          </p:stCondLst>
                                        </p:cTn>
                                        <p:tgtEl>
                                          <p:spTgt spid="124"/>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grpId="0" nodeType="clickEffect">
                                  <p:stCondLst>
                                    <p:cond delay="0"/>
                                  </p:stCondLst>
                                  <p:childTnLst>
                                    <p:set>
                                      <p:cBhvr>
                                        <p:cTn id="194" dur="1" fill="hold">
                                          <p:stCondLst>
                                            <p:cond delay="0"/>
                                          </p:stCondLst>
                                        </p:cTn>
                                        <p:tgtEl>
                                          <p:spTgt spid="123"/>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grpId="0" nodeType="clickEffect">
                                  <p:stCondLst>
                                    <p:cond delay="0"/>
                                  </p:stCondLst>
                                  <p:childTnLst>
                                    <p:set>
                                      <p:cBhvr>
                                        <p:cTn id="198" dur="1" fill="hold">
                                          <p:stCondLst>
                                            <p:cond delay="0"/>
                                          </p:stCondLst>
                                        </p:cTn>
                                        <p:tgtEl>
                                          <p:spTgt spid="104"/>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grpId="0" nodeType="clickEffect">
                                  <p:stCondLst>
                                    <p:cond delay="0"/>
                                  </p:stCondLst>
                                  <p:childTnLst>
                                    <p:set>
                                      <p:cBhvr>
                                        <p:cTn id="202" dur="1" fill="hold">
                                          <p:stCondLst>
                                            <p:cond delay="0"/>
                                          </p:stCondLst>
                                        </p:cTn>
                                        <p:tgtEl>
                                          <p:spTgt spid="105"/>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grpId="0" nodeType="clickEffect">
                                  <p:stCondLst>
                                    <p:cond delay="0"/>
                                  </p:stCondLst>
                                  <p:childTnLst>
                                    <p:set>
                                      <p:cBhvr>
                                        <p:cTn id="206" dur="1" fill="hold">
                                          <p:stCondLst>
                                            <p:cond delay="0"/>
                                          </p:stCondLst>
                                        </p:cTn>
                                        <p:tgtEl>
                                          <p:spTgt spid="55"/>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grpId="0" nodeType="clickEffect">
                                  <p:stCondLst>
                                    <p:cond delay="0"/>
                                  </p:stCondLst>
                                  <p:childTnLst>
                                    <p:set>
                                      <p:cBhvr>
                                        <p:cTn id="210" dur="1" fill="hold">
                                          <p:stCondLst>
                                            <p:cond delay="0"/>
                                          </p:stCondLst>
                                        </p:cTn>
                                        <p:tgtEl>
                                          <p:spTgt spid="54"/>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grpId="0" nodeType="clickEffect">
                                  <p:stCondLst>
                                    <p:cond delay="0"/>
                                  </p:stCondLst>
                                  <p:childTnLst>
                                    <p:set>
                                      <p:cBhvr>
                                        <p:cTn id="214" dur="1" fill="hold">
                                          <p:stCondLst>
                                            <p:cond delay="0"/>
                                          </p:stCondLst>
                                        </p:cTn>
                                        <p:tgtEl>
                                          <p:spTgt spid="56"/>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57"/>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grpId="0" nodeType="clickEffect">
                                  <p:stCondLst>
                                    <p:cond delay="0"/>
                                  </p:stCondLst>
                                  <p:childTnLst>
                                    <p:set>
                                      <p:cBhvr>
                                        <p:cTn id="222"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5" grpId="0" animBg="1"/>
      <p:bldP spid="54" grpId="0" animBg="1"/>
      <p:bldP spid="55" grpId="0" animBg="1"/>
      <p:bldP spid="56" grpId="0" animBg="1"/>
      <p:bldP spid="57" grpId="0" animBg="1"/>
      <p:bldP spid="58" grpId="0" animBg="1"/>
      <p:bldP spid="34" grpId="0"/>
      <p:bldP spid="38" grpId="0"/>
      <p:bldP spid="39" grpId="0"/>
      <p:bldP spid="40" grpId="0"/>
      <p:bldP spid="41" grpId="0"/>
      <p:bldP spid="48" grpId="0"/>
      <p:bldP spid="49" grpId="0"/>
      <p:bldP spid="50" grpId="0"/>
      <p:bldP spid="61" grpId="0"/>
      <p:bldP spid="68" grpId="0"/>
      <p:bldP spid="69" grpId="0"/>
      <p:bldP spid="70" grpId="0"/>
      <p:bldP spid="71" grpId="0"/>
      <p:bldP spid="72" grpId="0"/>
      <p:bldP spid="73" grpId="0"/>
      <p:bldP spid="74" grpId="0"/>
      <p:bldP spid="75" grpId="0"/>
      <p:bldP spid="76" grpId="0"/>
      <p:bldP spid="77" grpId="0"/>
      <p:bldP spid="78" grpId="0"/>
      <p:bldP spid="79" grpId="0"/>
      <p:bldP spid="80" grpId="0"/>
      <p:bldP spid="98" grpId="0"/>
      <p:bldP spid="99" grpId="0"/>
      <p:bldP spid="100" grpId="0"/>
      <p:bldP spid="101" grpId="0"/>
      <p:bldP spid="102" grpId="0"/>
      <p:bldP spid="103" grpId="0"/>
      <p:bldP spid="104" grpId="0"/>
      <p:bldP spid="105" grpId="0"/>
      <p:bldP spid="109" grpId="0"/>
      <p:bldP spid="110" grpId="0"/>
      <p:bldP spid="112" grpId="0"/>
      <p:bldP spid="113" grpId="0"/>
      <p:bldP spid="114" grpId="0"/>
      <p:bldP spid="115" grpId="0"/>
      <p:bldP spid="116" grpId="0"/>
      <p:bldP spid="123" grpId="0"/>
      <p:bldP spid="124"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D3DBDAAC-EFE9-4E82-866E-A7DA2ACB9FFF}"/>
                  </a:ext>
                </a:extLst>
              </p:cNvPr>
              <p:cNvSpPr txBox="1"/>
              <p:nvPr/>
            </p:nvSpPr>
            <p:spPr>
              <a:xfrm>
                <a:off x="6368680" y="2252959"/>
                <a:ext cx="1248605" cy="523220"/>
              </a:xfrm>
              <a:prstGeom prst="rect">
                <a:avLst/>
              </a:prstGeom>
              <a:noFill/>
            </p:spPr>
            <p:txBody>
              <a:bodyPr wrap="square">
                <a:spAutoFit/>
              </a:bodyPr>
              <a:lstStyle/>
              <a:p>
                <a:pPr algn="ctr"/>
                <a14:m>
                  <m:oMath xmlns:m="http://schemas.openxmlformats.org/officeDocument/2006/math">
                    <m:r>
                      <a:rPr lang="en-GB" sz="2800" i="1" dirty="0" smtClean="0">
                        <a:solidFill>
                          <a:srgbClr val="002060"/>
                        </a:solidFill>
                        <a:latin typeface="Cambria Math" panose="02040503050406030204" pitchFamily="18" charset="0"/>
                      </a:rPr>
                      <m:t>9</m:t>
                    </m:r>
                  </m:oMath>
                </a14:m>
                <a:r>
                  <a:rPr lang="en-GB" sz="2800" dirty="0">
                    <a:solidFill>
                      <a:srgbClr val="002060"/>
                    </a:solidFill>
                  </a:rPr>
                  <a:t> black</a:t>
                </a:r>
                <a:endParaRPr lang="en-IN" sz="2800" dirty="0">
                  <a:solidFill>
                    <a:srgbClr val="002060"/>
                  </a:solidFill>
                </a:endParaRPr>
              </a:p>
            </p:txBody>
          </p:sp>
        </mc:Choice>
        <mc:Fallback xmlns="">
          <p:sp>
            <p:nvSpPr>
              <p:cNvPr id="43" name="TextBox 42">
                <a:extLst>
                  <a:ext uri="{FF2B5EF4-FFF2-40B4-BE49-F238E27FC236}">
                    <a16:creationId xmlns:a16="http://schemas.microsoft.com/office/drawing/2014/main" id="{D3DBDAAC-EFE9-4E82-866E-A7DA2ACB9FFF}"/>
                  </a:ext>
                </a:extLst>
              </p:cNvPr>
              <p:cNvSpPr txBox="1">
                <a:spLocks noRot="1" noChangeAspect="1" noMove="1" noResize="1" noEditPoints="1" noAdjustHandles="1" noChangeArrowheads="1" noChangeShapeType="1" noTextEdit="1"/>
              </p:cNvSpPr>
              <p:nvPr/>
            </p:nvSpPr>
            <p:spPr>
              <a:xfrm>
                <a:off x="6368680" y="2252959"/>
                <a:ext cx="1248605" cy="523220"/>
              </a:xfrm>
              <a:prstGeom prst="rect">
                <a:avLst/>
              </a:prstGeom>
              <a:blipFill>
                <a:blip r:embed="rId2"/>
                <a:stretch>
                  <a:fillRect t="-11765" r="-7317"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12240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spcAft>
                    <a:spcPts val="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dirty="0"/>
                  <a:t>An urn contains </a:t>
                </a:r>
                <a14:m>
                  <m:oMath xmlns:m="http://schemas.openxmlformats.org/officeDocument/2006/math">
                    <m:r>
                      <a:rPr lang="en-GB" i="1" dirty="0" smtClean="0">
                        <a:latin typeface="Cambria Math" panose="02040503050406030204" pitchFamily="18" charset="0"/>
                      </a:rPr>
                      <m:t>6</m:t>
                    </m:r>
                  </m:oMath>
                </a14:m>
                <a:r>
                  <a:rPr lang="en-GB" dirty="0"/>
                  <a:t> green, </a:t>
                </a:r>
                <a14:m>
                  <m:oMath xmlns:m="http://schemas.openxmlformats.org/officeDocument/2006/math">
                    <m:r>
                      <a:rPr lang="en-GB" i="1" dirty="0" smtClean="0">
                        <a:latin typeface="Cambria Math" panose="02040503050406030204" pitchFamily="18" charset="0"/>
                      </a:rPr>
                      <m:t>4</m:t>
                    </m:r>
                  </m:oMath>
                </a14:m>
                <a:r>
                  <a:rPr lang="en-GB" dirty="0"/>
                  <a:t> red and </a:t>
                </a:r>
                <a14:m>
                  <m:oMath xmlns:m="http://schemas.openxmlformats.org/officeDocument/2006/math">
                    <m:r>
                      <a:rPr lang="en-GB" i="1" dirty="0" smtClean="0">
                        <a:latin typeface="Cambria Math" panose="02040503050406030204" pitchFamily="18" charset="0"/>
                      </a:rPr>
                      <m:t>9</m:t>
                    </m:r>
                  </m:oMath>
                </a14:m>
                <a:r>
                  <a:rPr lang="en-GB" dirty="0"/>
                  <a:t> black balls. If </a:t>
                </a:r>
                <a14:m>
                  <m:oMath xmlns:m="http://schemas.openxmlformats.org/officeDocument/2006/math">
                    <m:r>
                      <a:rPr lang="en-GB" i="1" dirty="0" smtClean="0">
                        <a:latin typeface="Cambria Math" panose="02040503050406030204" pitchFamily="18" charset="0"/>
                      </a:rPr>
                      <m:t>3</m:t>
                    </m:r>
                  </m:oMath>
                </a14:m>
                <a:r>
                  <a:rPr lang="en-GB" dirty="0"/>
                  <a:t> balls are drawn at random, find the probability that at least one is green.</a:t>
                </a:r>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1224000"/>
              </a:xfrm>
              <a:prstGeom prst="rect">
                <a:avLst/>
              </a:prstGeom>
              <a:blipFill>
                <a:blip r:embed="rId3"/>
                <a:stretch>
                  <a:fillRect l="-1074" r="-1074" b="-4975"/>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2.2 ⇝ Example 4</a:t>
            </a:r>
            <a:endParaRPr lang="en-US" dirty="0"/>
          </a:p>
        </p:txBody>
      </p:sp>
      <p:sp>
        <p:nvSpPr>
          <p:cNvPr id="4" name="Content Placeholder 2"/>
          <p:cNvSpPr txBox="1">
            <a:spLocks/>
          </p:cNvSpPr>
          <p:nvPr/>
        </p:nvSpPr>
        <p:spPr>
          <a:xfrm>
            <a:off x="131176" y="2248477"/>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23" name="TextBox 22">
            <a:extLst>
              <a:ext uri="{FF2B5EF4-FFF2-40B4-BE49-F238E27FC236}">
                <a16:creationId xmlns:a16="http://schemas.microsoft.com/office/drawing/2014/main" id="{E326C4A5-BD7F-4FDC-B2F6-117DF8436364}"/>
              </a:ext>
            </a:extLst>
          </p:cNvPr>
          <p:cNvSpPr txBox="1"/>
          <p:nvPr/>
        </p:nvSpPr>
        <p:spPr>
          <a:xfrm>
            <a:off x="1594218" y="2248479"/>
            <a:ext cx="1737427" cy="523220"/>
          </a:xfrm>
          <a:prstGeom prst="rect">
            <a:avLst/>
          </a:prstGeom>
          <a:noFill/>
        </p:spPr>
        <p:txBody>
          <a:bodyPr wrap="square" rtlCol="0" anchor="ctr">
            <a:spAutoFit/>
          </a:bodyPr>
          <a:lstStyle/>
          <a:p>
            <a:r>
              <a:rPr lang="en-IN" sz="2800" b="0" dirty="0">
                <a:solidFill>
                  <a:srgbClr val="002060"/>
                </a:solidFill>
              </a:rPr>
              <a:t>Total </a:t>
            </a:r>
            <a:r>
              <a:rPr lang="gu-IN" sz="2800" b="0" dirty="0">
                <a:solidFill>
                  <a:srgbClr val="002060"/>
                </a:solidFill>
              </a:rPr>
              <a:t>balls</a:t>
            </a:r>
            <a:r>
              <a:rPr lang="en-IN" sz="2800" b="0" dirty="0">
                <a:solidFill>
                  <a:srgbClr val="002060"/>
                </a:solidFill>
              </a:rPr>
              <a:t> </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5B58280A-E88E-4B36-B3DD-98613307A996}"/>
                  </a:ext>
                </a:extLst>
              </p:cNvPr>
              <p:cNvSpPr txBox="1"/>
              <p:nvPr/>
            </p:nvSpPr>
            <p:spPr>
              <a:xfrm>
                <a:off x="1594215" y="2851849"/>
                <a:ext cx="7717425" cy="523220"/>
              </a:xfrm>
              <a:prstGeom prst="rect">
                <a:avLst/>
              </a:prstGeom>
              <a:noFill/>
            </p:spPr>
            <p:txBody>
              <a:bodyPr wrap="square" rtlCol="0">
                <a:spAutoFit/>
              </a:bodyPr>
              <a:lstStyle/>
              <a:p>
                <a:r>
                  <a:rPr lang="en-GB" sz="2800" dirty="0">
                    <a:solidFill>
                      <a:srgbClr val="002060"/>
                    </a:solidFill>
                  </a:rPr>
                  <a:t>The total number of ways to draw </a:t>
                </a:r>
                <a14:m>
                  <m:oMath xmlns:m="http://schemas.openxmlformats.org/officeDocument/2006/math">
                    <m:r>
                      <a:rPr lang="en-GB" sz="2800" i="0" dirty="0" smtClean="0">
                        <a:solidFill>
                          <a:srgbClr val="002060"/>
                        </a:solidFill>
                        <a:latin typeface="Cambria Math" panose="02040503050406030204" pitchFamily="18" charset="0"/>
                      </a:rPr>
                      <m:t>3</m:t>
                    </m:r>
                  </m:oMath>
                </a14:m>
                <a:r>
                  <a:rPr lang="en-GB" sz="2800" dirty="0">
                    <a:solidFill>
                      <a:srgbClr val="002060"/>
                    </a:solidFill>
                  </a:rPr>
                  <a:t> balls out of </a:t>
                </a:r>
                <a14:m>
                  <m:oMath xmlns:m="http://schemas.openxmlformats.org/officeDocument/2006/math">
                    <m:r>
                      <a:rPr lang="en-GB" sz="2800" i="1" dirty="0" smtClean="0">
                        <a:solidFill>
                          <a:srgbClr val="002060"/>
                        </a:solidFill>
                        <a:latin typeface="Cambria Math" panose="02040503050406030204" pitchFamily="18" charset="0"/>
                      </a:rPr>
                      <m:t>19</m:t>
                    </m:r>
                  </m:oMath>
                </a14:m>
                <a:r>
                  <a:rPr lang="en-GB" sz="2800" dirty="0">
                    <a:solidFill>
                      <a:srgbClr val="002060"/>
                    </a:solidFill>
                  </a:rPr>
                  <a:t> is:</a:t>
                </a:r>
                <a:endParaRPr lang="en-IN" sz="2800" dirty="0">
                  <a:solidFill>
                    <a:srgbClr val="002060"/>
                  </a:solidFill>
                </a:endParaRPr>
              </a:p>
            </p:txBody>
          </p:sp>
        </mc:Choice>
        <mc:Fallback xmlns="">
          <p:sp>
            <p:nvSpPr>
              <p:cNvPr id="33" name="TextBox 32">
                <a:extLst>
                  <a:ext uri="{FF2B5EF4-FFF2-40B4-BE49-F238E27FC236}">
                    <a16:creationId xmlns:a16="http://schemas.microsoft.com/office/drawing/2014/main" id="{5B58280A-E88E-4B36-B3DD-98613307A996}"/>
                  </a:ext>
                </a:extLst>
              </p:cNvPr>
              <p:cNvSpPr txBox="1">
                <a:spLocks noRot="1" noChangeAspect="1" noMove="1" noResize="1" noEditPoints="1" noAdjustHandles="1" noChangeArrowheads="1" noChangeShapeType="1" noTextEdit="1"/>
              </p:cNvSpPr>
              <p:nvPr/>
            </p:nvSpPr>
            <p:spPr>
              <a:xfrm>
                <a:off x="1594215" y="2851849"/>
                <a:ext cx="7717425" cy="523220"/>
              </a:xfrm>
              <a:prstGeom prst="rect">
                <a:avLst/>
              </a:prstGeom>
              <a:blipFill>
                <a:blip r:embed="rId4"/>
                <a:stretch>
                  <a:fillRect l="-1659"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3B3DCDF6-B095-4543-B32A-ED412A37F6EE}"/>
                  </a:ext>
                </a:extLst>
              </p:cNvPr>
              <p:cNvSpPr txBox="1"/>
              <p:nvPr/>
            </p:nvSpPr>
            <p:spPr>
              <a:xfrm>
                <a:off x="9145992" y="2854172"/>
                <a:ext cx="863349" cy="523220"/>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m:rPr>
                          <m:sty m:val="p"/>
                        </m:rPr>
                        <a:rPr lang="en-IN" sz="2800" b="0" i="0" dirty="0" smtClean="0">
                          <a:solidFill>
                            <a:srgbClr val="002060"/>
                          </a:solidFill>
                          <a:latin typeface="Cambria Math" panose="02040503050406030204" pitchFamily="18" charset="0"/>
                        </a:rPr>
                        <m:t>n</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S</m:t>
                          </m:r>
                        </m:e>
                      </m:d>
                    </m:oMath>
                  </m:oMathPara>
                </a14:m>
                <a:endParaRPr lang="en-IN" sz="2800" dirty="0">
                  <a:solidFill>
                    <a:srgbClr val="002060"/>
                  </a:solidFill>
                </a:endParaRPr>
              </a:p>
            </p:txBody>
          </p:sp>
        </mc:Choice>
        <mc:Fallback xmlns="">
          <p:sp>
            <p:nvSpPr>
              <p:cNvPr id="34" name="TextBox 33">
                <a:extLst>
                  <a:ext uri="{FF2B5EF4-FFF2-40B4-BE49-F238E27FC236}">
                    <a16:creationId xmlns:a16="http://schemas.microsoft.com/office/drawing/2014/main" id="{3B3DCDF6-B095-4543-B32A-ED412A37F6EE}"/>
                  </a:ext>
                </a:extLst>
              </p:cNvPr>
              <p:cNvSpPr txBox="1">
                <a:spLocks noRot="1" noChangeAspect="1" noMove="1" noResize="1" noEditPoints="1" noAdjustHandles="1" noChangeArrowheads="1" noChangeShapeType="1" noTextEdit="1"/>
              </p:cNvSpPr>
              <p:nvPr/>
            </p:nvSpPr>
            <p:spPr>
              <a:xfrm>
                <a:off x="9145992" y="2854172"/>
                <a:ext cx="863349"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9205C40-C797-4796-9C84-207C70F15F93}"/>
                  </a:ext>
                </a:extLst>
              </p:cNvPr>
              <p:cNvSpPr txBox="1"/>
              <p:nvPr/>
            </p:nvSpPr>
            <p:spPr>
              <a:xfrm>
                <a:off x="7581358" y="2252959"/>
                <a:ext cx="96638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800" dirty="0" smtClean="0">
                          <a:solidFill>
                            <a:srgbClr val="002060"/>
                          </a:solidFill>
                          <a:latin typeface="Cambria Math" panose="02040503050406030204" pitchFamily="18" charset="0"/>
                        </a:rPr>
                        <m:t>=</m:t>
                      </m:r>
                      <m:r>
                        <a:rPr lang="en-IN" sz="2800" i="1" dirty="0" smtClean="0">
                          <a:solidFill>
                            <a:srgbClr val="002060"/>
                          </a:solidFill>
                          <a:latin typeface="Cambria Math" panose="02040503050406030204" pitchFamily="18" charset="0"/>
                        </a:rPr>
                        <m:t>1</m:t>
                      </m:r>
                      <m:r>
                        <a:rPr lang="gu-IN" sz="2800" b="0" i="1" dirty="0" smtClean="0">
                          <a:solidFill>
                            <a:srgbClr val="002060"/>
                          </a:solidFill>
                          <a:latin typeface="Cambria Math" panose="02040503050406030204" pitchFamily="18" charset="0"/>
                        </a:rPr>
                        <m:t>9</m:t>
                      </m:r>
                    </m:oMath>
                  </m:oMathPara>
                </a14:m>
                <a:endParaRPr lang="en-IN" sz="2800" dirty="0">
                  <a:solidFill>
                    <a:srgbClr val="002060"/>
                  </a:solidFill>
                </a:endParaRPr>
              </a:p>
            </p:txBody>
          </p:sp>
        </mc:Choice>
        <mc:Fallback xmlns="">
          <p:sp>
            <p:nvSpPr>
              <p:cNvPr id="35" name="TextBox 34">
                <a:extLst>
                  <a:ext uri="{FF2B5EF4-FFF2-40B4-BE49-F238E27FC236}">
                    <a16:creationId xmlns:a16="http://schemas.microsoft.com/office/drawing/2014/main" id="{C9205C40-C797-4796-9C84-207C70F15F93}"/>
                  </a:ext>
                </a:extLst>
              </p:cNvPr>
              <p:cNvSpPr txBox="1">
                <a:spLocks noRot="1" noChangeAspect="1" noMove="1" noResize="1" noEditPoints="1" noAdjustHandles="1" noChangeArrowheads="1" noChangeShapeType="1" noTextEdit="1"/>
              </p:cNvSpPr>
              <p:nvPr/>
            </p:nvSpPr>
            <p:spPr>
              <a:xfrm>
                <a:off x="7581358" y="2252959"/>
                <a:ext cx="966381"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3F3E53F-7679-4FDC-8FEC-215D034FAA07}"/>
                  </a:ext>
                </a:extLst>
              </p:cNvPr>
              <p:cNvSpPr txBox="1"/>
              <p:nvPr/>
            </p:nvSpPr>
            <p:spPr>
              <a:xfrm>
                <a:off x="10935973" y="2851849"/>
                <a:ext cx="1192527"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b="0" i="0" dirty="0" smtClean="0">
                          <a:solidFill>
                            <a:srgbClr val="002060"/>
                          </a:solidFill>
                          <a:latin typeface="Cambria Math" panose="02040503050406030204" pitchFamily="18" charset="0"/>
                        </a:rPr>
                        <m:t>=</m:t>
                      </m:r>
                      <m:r>
                        <a:rPr lang="gu-IN" sz="2800" b="0" i="1" dirty="0" smtClean="0">
                          <a:solidFill>
                            <a:srgbClr val="002060"/>
                          </a:solidFill>
                          <a:latin typeface="Cambria Math" panose="02040503050406030204" pitchFamily="18" charset="0"/>
                        </a:rPr>
                        <m:t>969</m:t>
                      </m:r>
                    </m:oMath>
                  </m:oMathPara>
                </a14:m>
                <a:endParaRPr lang="en-IN" sz="2800" dirty="0">
                  <a:solidFill>
                    <a:srgbClr val="002060"/>
                  </a:solidFill>
                </a:endParaRPr>
              </a:p>
            </p:txBody>
          </p:sp>
        </mc:Choice>
        <mc:Fallback xmlns="">
          <p:sp>
            <p:nvSpPr>
              <p:cNvPr id="36" name="TextBox 35">
                <a:extLst>
                  <a:ext uri="{FF2B5EF4-FFF2-40B4-BE49-F238E27FC236}">
                    <a16:creationId xmlns:a16="http://schemas.microsoft.com/office/drawing/2014/main" id="{53F3E53F-7679-4FDC-8FEC-215D034FAA07}"/>
                  </a:ext>
                </a:extLst>
              </p:cNvPr>
              <p:cNvSpPr txBox="1">
                <a:spLocks noRot="1" noChangeAspect="1" noMove="1" noResize="1" noEditPoints="1" noAdjustHandles="1" noChangeArrowheads="1" noChangeShapeType="1" noTextEdit="1"/>
              </p:cNvSpPr>
              <p:nvPr/>
            </p:nvSpPr>
            <p:spPr>
              <a:xfrm>
                <a:off x="10935973" y="2851849"/>
                <a:ext cx="1192527"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9FEC7D4B-9C30-4939-BB6B-1CC9CE3A25B4}"/>
                  </a:ext>
                </a:extLst>
              </p:cNvPr>
              <p:cNvSpPr txBox="1"/>
              <p:nvPr/>
            </p:nvSpPr>
            <p:spPr>
              <a:xfrm>
                <a:off x="9869025" y="2851849"/>
                <a:ext cx="124993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sPre>
                        <m:sPrePr>
                          <m:ctrlPr>
                            <a:rPr lang="en-IN" sz="2800" i="1" dirty="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dirty="0">
                              <a:solidFill>
                                <a:srgbClr val="002060"/>
                              </a:solidFill>
                              <a:latin typeface="Cambria Math" panose="02040503050406030204" pitchFamily="18" charset="0"/>
                            </a:rPr>
                            <m:t>1</m:t>
                          </m:r>
                          <m:r>
                            <a:rPr lang="gu-IN" sz="2800" b="0" i="0" dirty="0" smtClean="0">
                              <a:solidFill>
                                <a:srgbClr val="002060"/>
                              </a:solidFill>
                              <a:latin typeface="Cambria Math" panose="02040503050406030204" pitchFamily="18" charset="0"/>
                            </a:rPr>
                            <m:t>9</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gu-IN" sz="2800" b="0" i="0" dirty="0" smtClean="0">
                                  <a:solidFill>
                                    <a:srgbClr val="002060"/>
                                  </a:solidFill>
                                  <a:latin typeface="Cambria Math" panose="02040503050406030204" pitchFamily="18" charset="0"/>
                                </a:rPr>
                                <m:t>3</m:t>
                              </m:r>
                            </m:sub>
                          </m:sSub>
                        </m:e>
                      </m:sPre>
                    </m:oMath>
                  </m:oMathPara>
                </a14:m>
                <a:endParaRPr lang="en-IN" sz="2800" dirty="0">
                  <a:solidFill>
                    <a:srgbClr val="002060"/>
                  </a:solidFill>
                </a:endParaRPr>
              </a:p>
            </p:txBody>
          </p:sp>
        </mc:Choice>
        <mc:Fallback xmlns="">
          <p:sp>
            <p:nvSpPr>
              <p:cNvPr id="50" name="TextBox 49">
                <a:extLst>
                  <a:ext uri="{FF2B5EF4-FFF2-40B4-BE49-F238E27FC236}">
                    <a16:creationId xmlns:a16="http://schemas.microsoft.com/office/drawing/2014/main" id="{9FEC7D4B-9C30-4939-BB6B-1CC9CE3A25B4}"/>
                  </a:ext>
                </a:extLst>
              </p:cNvPr>
              <p:cNvSpPr txBox="1">
                <a:spLocks noRot="1" noChangeAspect="1" noMove="1" noResize="1" noEditPoints="1" noAdjustHandles="1" noChangeArrowheads="1" noChangeShapeType="1" noTextEdit="1"/>
              </p:cNvSpPr>
              <p:nvPr/>
            </p:nvSpPr>
            <p:spPr>
              <a:xfrm>
                <a:off x="9869025" y="2851849"/>
                <a:ext cx="1249939"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6F70C184-D94C-4818-BFE1-5F17CE82EB05}"/>
                  </a:ext>
                </a:extLst>
              </p:cNvPr>
              <p:cNvSpPr txBox="1"/>
              <p:nvPr/>
            </p:nvSpPr>
            <p:spPr>
              <a:xfrm>
                <a:off x="3517880" y="2252959"/>
                <a:ext cx="1345947" cy="523220"/>
              </a:xfrm>
              <a:prstGeom prst="rect">
                <a:avLst/>
              </a:prstGeom>
              <a:noFill/>
            </p:spPr>
            <p:txBody>
              <a:bodyPr wrap="square">
                <a:spAutoFit/>
              </a:bodyPr>
              <a:lstStyle/>
              <a:p>
                <a:pPr algn="ctr"/>
                <a14:m>
                  <m:oMath xmlns:m="http://schemas.openxmlformats.org/officeDocument/2006/math">
                    <m:r>
                      <a:rPr lang="en-GB" sz="2800" i="1" dirty="0" smtClean="0">
                        <a:solidFill>
                          <a:srgbClr val="002060"/>
                        </a:solidFill>
                        <a:latin typeface="Cambria Math" panose="02040503050406030204" pitchFamily="18" charset="0"/>
                      </a:rPr>
                      <m:t>6</m:t>
                    </m:r>
                  </m:oMath>
                </a14:m>
                <a:r>
                  <a:rPr lang="en-GB" sz="2800" dirty="0">
                    <a:solidFill>
                      <a:srgbClr val="002060"/>
                    </a:solidFill>
                  </a:rPr>
                  <a:t> green</a:t>
                </a:r>
                <a:endParaRPr lang="en-IN" sz="2800" dirty="0">
                  <a:solidFill>
                    <a:srgbClr val="002060"/>
                  </a:solidFill>
                </a:endParaRPr>
              </a:p>
            </p:txBody>
          </p:sp>
        </mc:Choice>
        <mc:Fallback xmlns="">
          <p:sp>
            <p:nvSpPr>
              <p:cNvPr id="38" name="TextBox 37">
                <a:extLst>
                  <a:ext uri="{FF2B5EF4-FFF2-40B4-BE49-F238E27FC236}">
                    <a16:creationId xmlns:a16="http://schemas.microsoft.com/office/drawing/2014/main" id="{6F70C184-D94C-4818-BFE1-5F17CE82EB05}"/>
                  </a:ext>
                </a:extLst>
              </p:cNvPr>
              <p:cNvSpPr txBox="1">
                <a:spLocks noRot="1" noChangeAspect="1" noMove="1" noResize="1" noEditPoints="1" noAdjustHandles="1" noChangeArrowheads="1" noChangeShapeType="1" noTextEdit="1"/>
              </p:cNvSpPr>
              <p:nvPr/>
            </p:nvSpPr>
            <p:spPr>
              <a:xfrm>
                <a:off x="3517880" y="2252959"/>
                <a:ext cx="1345947" cy="523220"/>
              </a:xfrm>
              <a:prstGeom prst="rect">
                <a:avLst/>
              </a:prstGeom>
              <a:blipFill>
                <a:blip r:embed="rId9"/>
                <a:stretch>
                  <a:fillRect t="-11765" r="-4977"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07B6C86F-1A91-4F69-86ED-8A9D451664E9}"/>
                  </a:ext>
                </a:extLst>
              </p:cNvPr>
              <p:cNvSpPr txBox="1"/>
              <p:nvPr/>
            </p:nvSpPr>
            <p:spPr>
              <a:xfrm>
                <a:off x="5101984" y="2252959"/>
                <a:ext cx="1028539" cy="523220"/>
              </a:xfrm>
              <a:prstGeom prst="rect">
                <a:avLst/>
              </a:prstGeom>
              <a:noFill/>
            </p:spPr>
            <p:txBody>
              <a:bodyPr wrap="square">
                <a:spAutoFit/>
              </a:bodyPr>
              <a:lstStyle/>
              <a:p>
                <a:pPr algn="ctr"/>
                <a14:m>
                  <m:oMath xmlns:m="http://schemas.openxmlformats.org/officeDocument/2006/math">
                    <m:r>
                      <a:rPr lang="en-GB" sz="2800" i="1" dirty="0" smtClean="0">
                        <a:solidFill>
                          <a:srgbClr val="002060"/>
                        </a:solidFill>
                        <a:latin typeface="Cambria Math" panose="02040503050406030204" pitchFamily="18" charset="0"/>
                      </a:rPr>
                      <m:t>4</m:t>
                    </m:r>
                  </m:oMath>
                </a14:m>
                <a:r>
                  <a:rPr lang="en-GB" sz="2800" dirty="0">
                    <a:solidFill>
                      <a:srgbClr val="002060"/>
                    </a:solidFill>
                  </a:rPr>
                  <a:t> red</a:t>
                </a:r>
                <a:endParaRPr lang="en-IN" sz="2800" dirty="0">
                  <a:solidFill>
                    <a:srgbClr val="002060"/>
                  </a:solidFill>
                </a:endParaRPr>
              </a:p>
            </p:txBody>
          </p:sp>
        </mc:Choice>
        <mc:Fallback xmlns="">
          <p:sp>
            <p:nvSpPr>
              <p:cNvPr id="39" name="TextBox 38">
                <a:extLst>
                  <a:ext uri="{FF2B5EF4-FFF2-40B4-BE49-F238E27FC236}">
                    <a16:creationId xmlns:a16="http://schemas.microsoft.com/office/drawing/2014/main" id="{07B6C86F-1A91-4F69-86ED-8A9D451664E9}"/>
                  </a:ext>
                </a:extLst>
              </p:cNvPr>
              <p:cNvSpPr txBox="1">
                <a:spLocks noRot="1" noChangeAspect="1" noMove="1" noResize="1" noEditPoints="1" noAdjustHandles="1" noChangeArrowheads="1" noChangeShapeType="1" noTextEdit="1"/>
              </p:cNvSpPr>
              <p:nvPr/>
            </p:nvSpPr>
            <p:spPr>
              <a:xfrm>
                <a:off x="5101984" y="2252959"/>
                <a:ext cx="1028539" cy="523220"/>
              </a:xfrm>
              <a:prstGeom prst="rect">
                <a:avLst/>
              </a:prstGeom>
              <a:blipFill>
                <a:blip r:embed="rId10"/>
                <a:stretch>
                  <a:fillRect t="-11765" r="-5917"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3ACE6C5-9A33-4DF9-8A18-2B9994E5ECEA}"/>
                  </a:ext>
                </a:extLst>
              </p:cNvPr>
              <p:cNvSpPr txBox="1"/>
              <p:nvPr/>
            </p:nvSpPr>
            <p:spPr>
              <a:xfrm>
                <a:off x="3143318" y="2252959"/>
                <a:ext cx="495905"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B3ACE6C5-9A33-4DF9-8A18-2B9994E5ECEA}"/>
                  </a:ext>
                </a:extLst>
              </p:cNvPr>
              <p:cNvSpPr txBox="1">
                <a:spLocks noRot="1" noChangeAspect="1" noMove="1" noResize="1" noEditPoints="1" noAdjustHandles="1" noChangeArrowheads="1" noChangeShapeType="1" noTextEdit="1"/>
              </p:cNvSpPr>
              <p:nvPr/>
            </p:nvSpPr>
            <p:spPr>
              <a:xfrm>
                <a:off x="3143318" y="2252959"/>
                <a:ext cx="495905"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9F02AD66-56F1-435F-A1E1-7A640CFE5DA0}"/>
                  </a:ext>
                </a:extLst>
              </p:cNvPr>
              <p:cNvSpPr txBox="1"/>
              <p:nvPr/>
            </p:nvSpPr>
            <p:spPr>
              <a:xfrm>
                <a:off x="4734953" y="2252959"/>
                <a:ext cx="495905"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9F02AD66-56F1-435F-A1E1-7A640CFE5DA0}"/>
                  </a:ext>
                </a:extLst>
              </p:cNvPr>
              <p:cNvSpPr txBox="1">
                <a:spLocks noRot="1" noChangeAspect="1" noMove="1" noResize="1" noEditPoints="1" noAdjustHandles="1" noChangeArrowheads="1" noChangeShapeType="1" noTextEdit="1"/>
              </p:cNvSpPr>
              <p:nvPr/>
            </p:nvSpPr>
            <p:spPr>
              <a:xfrm>
                <a:off x="4734953" y="2252959"/>
                <a:ext cx="495905"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8A364C2A-97F3-4EE2-A183-848B7B1B017A}"/>
                  </a:ext>
                </a:extLst>
              </p:cNvPr>
              <p:cNvSpPr txBox="1"/>
              <p:nvPr/>
            </p:nvSpPr>
            <p:spPr>
              <a:xfrm>
                <a:off x="5985323" y="2252959"/>
                <a:ext cx="495905"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4" name="TextBox 43">
                <a:extLst>
                  <a:ext uri="{FF2B5EF4-FFF2-40B4-BE49-F238E27FC236}">
                    <a16:creationId xmlns:a16="http://schemas.microsoft.com/office/drawing/2014/main" id="{8A364C2A-97F3-4EE2-A183-848B7B1B017A}"/>
                  </a:ext>
                </a:extLst>
              </p:cNvPr>
              <p:cNvSpPr txBox="1">
                <a:spLocks noRot="1" noChangeAspect="1" noMove="1" noResize="1" noEditPoints="1" noAdjustHandles="1" noChangeArrowheads="1" noChangeShapeType="1" noTextEdit="1"/>
              </p:cNvSpPr>
              <p:nvPr/>
            </p:nvSpPr>
            <p:spPr>
              <a:xfrm>
                <a:off x="5985323" y="2252959"/>
                <a:ext cx="495905"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89CEA7D-B7D1-40FF-9DAF-B380EF64058F}"/>
                  </a:ext>
                </a:extLst>
              </p:cNvPr>
              <p:cNvSpPr txBox="1"/>
              <p:nvPr/>
            </p:nvSpPr>
            <p:spPr>
              <a:xfrm>
                <a:off x="1593061" y="3899426"/>
                <a:ext cx="146304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Event </a:t>
                </a:r>
                <a14:m>
                  <m:oMath xmlns:m="http://schemas.openxmlformats.org/officeDocument/2006/math">
                    <m:r>
                      <m:rPr>
                        <m:sty m:val="p"/>
                      </m:rPr>
                      <a:rPr lang="gu-IN" b="0" i="0" dirty="0" smtClean="0">
                        <a:latin typeface="Cambria Math" panose="02040503050406030204" pitchFamily="18" charset="0"/>
                      </a:rPr>
                      <m:t>E</m:t>
                    </m:r>
                  </m:oMath>
                </a14:m>
                <a:r>
                  <a:rPr lang="en-IN" dirty="0">
                    <a:latin typeface="+mn-lt"/>
                  </a:rPr>
                  <a:t> :</a:t>
                </a:r>
              </a:p>
            </p:txBody>
          </p:sp>
        </mc:Choice>
        <mc:Fallback xmlns="">
          <p:sp>
            <p:nvSpPr>
              <p:cNvPr id="47" name="TextBox 46">
                <a:extLst>
                  <a:ext uri="{FF2B5EF4-FFF2-40B4-BE49-F238E27FC236}">
                    <a16:creationId xmlns:a16="http://schemas.microsoft.com/office/drawing/2014/main" id="{589CEA7D-B7D1-40FF-9DAF-B380EF64058F}"/>
                  </a:ext>
                </a:extLst>
              </p:cNvPr>
              <p:cNvSpPr txBox="1">
                <a:spLocks noRot="1" noChangeAspect="1" noMove="1" noResize="1" noEditPoints="1" noAdjustHandles="1" noChangeArrowheads="1" noChangeShapeType="1" noTextEdit="1"/>
              </p:cNvSpPr>
              <p:nvPr/>
            </p:nvSpPr>
            <p:spPr>
              <a:xfrm>
                <a:off x="1593061" y="3899426"/>
                <a:ext cx="1463040" cy="523220"/>
              </a:xfrm>
              <a:prstGeom prst="rect">
                <a:avLst/>
              </a:prstGeom>
              <a:blipFill>
                <a:blip r:embed="rId14"/>
                <a:stretch>
                  <a:fillRect l="-8333" t="-10588" r="-4583" b="-34118"/>
                </a:stretch>
              </a:blipFill>
            </p:spPr>
            <p:txBody>
              <a:bodyPr/>
              <a:lstStyle/>
              <a:p>
                <a:r>
                  <a:rPr lang="en-IN">
                    <a:noFill/>
                  </a:rPr>
                  <a:t> </a:t>
                </a:r>
              </a:p>
            </p:txBody>
          </p:sp>
        </mc:Fallback>
      </mc:AlternateContent>
      <p:sp>
        <p:nvSpPr>
          <p:cNvPr id="48" name="TextBox 47">
            <a:extLst>
              <a:ext uri="{FF2B5EF4-FFF2-40B4-BE49-F238E27FC236}">
                <a16:creationId xmlns:a16="http://schemas.microsoft.com/office/drawing/2014/main" id="{641A9EB2-FCCA-4888-B183-F74C1ABC9664}"/>
              </a:ext>
            </a:extLst>
          </p:cNvPr>
          <p:cNvSpPr txBox="1"/>
          <p:nvPr/>
        </p:nvSpPr>
        <p:spPr>
          <a:xfrm>
            <a:off x="2822098" y="3898198"/>
            <a:ext cx="3310668"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just"/>
            <a:r>
              <a:rPr lang="en-GB" dirty="0">
                <a:latin typeface="+mj-lt"/>
              </a:rPr>
              <a:t> </a:t>
            </a:r>
            <a:r>
              <a:rPr lang="gu-IN" dirty="0">
                <a:latin typeface="+mj-lt"/>
              </a:rPr>
              <a:t>no green ball is drawn</a:t>
            </a:r>
            <a:endParaRPr lang="en-IN" dirty="0">
              <a:latin typeface="+mn-lt"/>
            </a:endParaRP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7F47E76-8D55-45B3-ABEB-1C8390A3F9A7}"/>
                  </a:ext>
                </a:extLst>
              </p:cNvPr>
              <p:cNvSpPr txBox="1"/>
              <p:nvPr/>
            </p:nvSpPr>
            <p:spPr>
              <a:xfrm>
                <a:off x="1689450" y="6021263"/>
                <a:ext cx="863349" cy="523220"/>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m:rPr>
                          <m:sty m:val="p"/>
                        </m:rPr>
                        <a:rPr lang="en-IN" sz="2800" b="0" i="0" dirty="0" smtClean="0">
                          <a:solidFill>
                            <a:srgbClr val="002060"/>
                          </a:solidFill>
                          <a:latin typeface="Cambria Math" panose="02040503050406030204" pitchFamily="18" charset="0"/>
                        </a:rPr>
                        <m:t>n</m:t>
                      </m:r>
                      <m:d>
                        <m:dPr>
                          <m:ctrlPr>
                            <a:rPr lang="en-IN" sz="2800" b="0" i="1" dirty="0" smtClean="0">
                              <a:solidFill>
                                <a:srgbClr val="002060"/>
                              </a:solidFill>
                              <a:latin typeface="Cambria Math" panose="02040503050406030204" pitchFamily="18" charset="0"/>
                            </a:rPr>
                          </m:ctrlPr>
                        </m:dPr>
                        <m:e>
                          <m:r>
                            <m:rPr>
                              <m:sty m:val="p"/>
                            </m:rPr>
                            <a:rPr lang="gu-IN" sz="2800" b="0" i="0" dirty="0" smtClean="0">
                              <a:solidFill>
                                <a:srgbClr val="002060"/>
                              </a:solidFill>
                              <a:latin typeface="Cambria Math" panose="02040503050406030204" pitchFamily="18" charset="0"/>
                            </a:rPr>
                            <m:t>E</m:t>
                          </m:r>
                        </m:e>
                      </m:d>
                    </m:oMath>
                  </m:oMathPara>
                </a14:m>
                <a:endParaRPr lang="en-IN" sz="2800" dirty="0">
                  <a:solidFill>
                    <a:srgbClr val="002060"/>
                  </a:solidFill>
                </a:endParaRPr>
              </a:p>
            </p:txBody>
          </p:sp>
        </mc:Choice>
        <mc:Fallback xmlns="">
          <p:sp>
            <p:nvSpPr>
              <p:cNvPr id="49" name="TextBox 48">
                <a:extLst>
                  <a:ext uri="{FF2B5EF4-FFF2-40B4-BE49-F238E27FC236}">
                    <a16:creationId xmlns:a16="http://schemas.microsoft.com/office/drawing/2014/main" id="{67F47E76-8D55-45B3-ABEB-1C8390A3F9A7}"/>
                  </a:ext>
                </a:extLst>
              </p:cNvPr>
              <p:cNvSpPr txBox="1">
                <a:spLocks noRot="1" noChangeAspect="1" noMove="1" noResize="1" noEditPoints="1" noAdjustHandles="1" noChangeArrowheads="1" noChangeShapeType="1" noTextEdit="1"/>
              </p:cNvSpPr>
              <p:nvPr/>
            </p:nvSpPr>
            <p:spPr>
              <a:xfrm>
                <a:off x="1689450" y="6021263"/>
                <a:ext cx="863349"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BF34CE30-7186-4C8E-BE1E-62E82581EA50}"/>
                  </a:ext>
                </a:extLst>
              </p:cNvPr>
              <p:cNvSpPr txBox="1"/>
              <p:nvPr/>
            </p:nvSpPr>
            <p:spPr>
              <a:xfrm>
                <a:off x="3611474" y="6018940"/>
                <a:ext cx="1192527"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b="0" i="0" dirty="0" smtClean="0">
                          <a:solidFill>
                            <a:srgbClr val="002060"/>
                          </a:solidFill>
                          <a:latin typeface="Cambria Math" panose="02040503050406030204" pitchFamily="18" charset="0"/>
                        </a:rPr>
                        <m:t>=</m:t>
                      </m:r>
                      <m:r>
                        <a:rPr lang="gu-IN" sz="2800" b="0" i="1" dirty="0" smtClean="0">
                          <a:solidFill>
                            <a:srgbClr val="002060"/>
                          </a:solidFill>
                          <a:latin typeface="Cambria Math" panose="02040503050406030204" pitchFamily="18" charset="0"/>
                        </a:rPr>
                        <m:t>286</m:t>
                      </m:r>
                    </m:oMath>
                  </m:oMathPara>
                </a14:m>
                <a:endParaRPr lang="en-IN" sz="2800" dirty="0">
                  <a:solidFill>
                    <a:srgbClr val="002060"/>
                  </a:solidFill>
                </a:endParaRPr>
              </a:p>
            </p:txBody>
          </p:sp>
        </mc:Choice>
        <mc:Fallback xmlns="">
          <p:sp>
            <p:nvSpPr>
              <p:cNvPr id="51" name="TextBox 50">
                <a:extLst>
                  <a:ext uri="{FF2B5EF4-FFF2-40B4-BE49-F238E27FC236}">
                    <a16:creationId xmlns:a16="http://schemas.microsoft.com/office/drawing/2014/main" id="{BF34CE30-7186-4C8E-BE1E-62E82581EA50}"/>
                  </a:ext>
                </a:extLst>
              </p:cNvPr>
              <p:cNvSpPr txBox="1">
                <a:spLocks noRot="1" noChangeAspect="1" noMove="1" noResize="1" noEditPoints="1" noAdjustHandles="1" noChangeArrowheads="1" noChangeShapeType="1" noTextEdit="1"/>
              </p:cNvSpPr>
              <p:nvPr/>
            </p:nvSpPr>
            <p:spPr>
              <a:xfrm>
                <a:off x="3611474" y="6018940"/>
                <a:ext cx="1192527"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1C0A96B1-3BAD-412E-BF10-2DB439009C56}"/>
                  </a:ext>
                </a:extLst>
              </p:cNvPr>
              <p:cNvSpPr txBox="1"/>
              <p:nvPr/>
            </p:nvSpPr>
            <p:spPr>
              <a:xfrm>
                <a:off x="2438096" y="6018940"/>
                <a:ext cx="124993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sPre>
                        <m:sPrePr>
                          <m:ctrlPr>
                            <a:rPr lang="en-IN" sz="2800" i="1" dirty="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dirty="0">
                              <a:solidFill>
                                <a:srgbClr val="002060"/>
                              </a:solidFill>
                              <a:latin typeface="Cambria Math" panose="02040503050406030204" pitchFamily="18" charset="0"/>
                            </a:rPr>
                            <m:t>1</m:t>
                          </m:r>
                          <m:r>
                            <a:rPr lang="gu-IN" sz="2800" b="0" i="0" dirty="0" smtClean="0">
                              <a:solidFill>
                                <a:srgbClr val="002060"/>
                              </a:solidFill>
                              <a:latin typeface="Cambria Math" panose="02040503050406030204" pitchFamily="18" charset="0"/>
                            </a:rPr>
                            <m:t>3</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gu-IN" sz="2800" b="0" i="0" dirty="0" smtClean="0">
                                  <a:solidFill>
                                    <a:srgbClr val="002060"/>
                                  </a:solidFill>
                                  <a:latin typeface="Cambria Math" panose="02040503050406030204" pitchFamily="18" charset="0"/>
                                </a:rPr>
                                <m:t>3</m:t>
                              </m:r>
                            </m:sub>
                          </m:sSub>
                        </m:e>
                      </m:sPre>
                    </m:oMath>
                  </m:oMathPara>
                </a14:m>
                <a:endParaRPr lang="en-IN" sz="2800" dirty="0">
                  <a:solidFill>
                    <a:srgbClr val="002060"/>
                  </a:solidFill>
                </a:endParaRPr>
              </a:p>
            </p:txBody>
          </p:sp>
        </mc:Choice>
        <mc:Fallback xmlns="">
          <p:sp>
            <p:nvSpPr>
              <p:cNvPr id="52" name="TextBox 51">
                <a:extLst>
                  <a:ext uri="{FF2B5EF4-FFF2-40B4-BE49-F238E27FC236}">
                    <a16:creationId xmlns:a16="http://schemas.microsoft.com/office/drawing/2014/main" id="{1C0A96B1-3BAD-412E-BF10-2DB439009C56}"/>
                  </a:ext>
                </a:extLst>
              </p:cNvPr>
              <p:cNvSpPr txBox="1">
                <a:spLocks noRot="1" noChangeAspect="1" noMove="1" noResize="1" noEditPoints="1" noAdjustHandles="1" noChangeArrowheads="1" noChangeShapeType="1" noTextEdit="1"/>
              </p:cNvSpPr>
              <p:nvPr/>
            </p:nvSpPr>
            <p:spPr>
              <a:xfrm>
                <a:off x="2438096" y="6018940"/>
                <a:ext cx="1249939" cy="523220"/>
              </a:xfrm>
              <a:prstGeom prst="rect">
                <a:avLst/>
              </a:prstGeom>
              <a:blipFill>
                <a:blip r:embed="rId17"/>
                <a:stretch>
                  <a:fillRect/>
                </a:stretch>
              </a:blipFill>
            </p:spPr>
            <p:txBody>
              <a:bodyPr/>
              <a:lstStyle/>
              <a:p>
                <a:r>
                  <a:rPr lang="en-IN">
                    <a:noFill/>
                  </a:rPr>
                  <a:t> </a:t>
                </a:r>
              </a:p>
            </p:txBody>
          </p:sp>
        </mc:Fallback>
      </mc:AlternateContent>
      <p:sp>
        <p:nvSpPr>
          <p:cNvPr id="6" name="Rectangle: Rounded Corners 5">
            <a:extLst>
              <a:ext uri="{FF2B5EF4-FFF2-40B4-BE49-F238E27FC236}">
                <a16:creationId xmlns:a16="http://schemas.microsoft.com/office/drawing/2014/main" id="{853775D2-3DDC-479E-8D06-468092153361}"/>
              </a:ext>
            </a:extLst>
          </p:cNvPr>
          <p:cNvSpPr/>
          <p:nvPr/>
        </p:nvSpPr>
        <p:spPr>
          <a:xfrm>
            <a:off x="5188323" y="2248477"/>
            <a:ext cx="2393035" cy="52322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8971911F-EB83-4BDC-ABA5-6F944041FA82}"/>
              </a:ext>
            </a:extLst>
          </p:cNvPr>
          <p:cNvSpPr txBox="1"/>
          <p:nvPr/>
        </p:nvSpPr>
        <p:spPr>
          <a:xfrm>
            <a:off x="1593061" y="4463090"/>
            <a:ext cx="75368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So,</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8AC7277-403F-411F-8345-1E96D2DC54EA}"/>
                  </a:ext>
                </a:extLst>
              </p:cNvPr>
              <p:cNvSpPr txBox="1"/>
              <p:nvPr/>
            </p:nvSpPr>
            <p:spPr>
              <a:xfrm>
                <a:off x="1593061" y="4961611"/>
                <a:ext cx="155250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Event </a:t>
                </a:r>
                <a14:m>
                  <m:oMath xmlns:m="http://schemas.openxmlformats.org/officeDocument/2006/math">
                    <m:sSup>
                      <m:sSupPr>
                        <m:ctrlPr>
                          <a:rPr lang="en-IN" b="0" i="1" dirty="0" smtClean="0">
                            <a:latin typeface="Cambria Math" panose="02040503050406030204" pitchFamily="18" charset="0"/>
                          </a:rPr>
                        </m:ctrlPr>
                      </m:sSupPr>
                      <m:e>
                        <m:r>
                          <m:rPr>
                            <m:sty m:val="p"/>
                          </m:rPr>
                          <a:rPr lang="gu-IN" b="0" i="0" dirty="0" smtClean="0">
                            <a:latin typeface="Cambria Math" panose="02040503050406030204" pitchFamily="18" charset="0"/>
                          </a:rPr>
                          <m:t>E</m:t>
                        </m:r>
                      </m:e>
                      <m:sup>
                        <m:r>
                          <a:rPr lang="en-IN" b="0" i="0" dirty="0" smtClean="0">
                            <a:latin typeface="Cambria Math" panose="02040503050406030204" pitchFamily="18" charset="0"/>
                          </a:rPr>
                          <m:t>′</m:t>
                        </m:r>
                      </m:sup>
                    </m:sSup>
                  </m:oMath>
                </a14:m>
                <a:r>
                  <a:rPr lang="en-IN" dirty="0">
                    <a:latin typeface="+mn-lt"/>
                  </a:rPr>
                  <a:t> :</a:t>
                </a:r>
              </a:p>
            </p:txBody>
          </p:sp>
        </mc:Choice>
        <mc:Fallback xmlns="">
          <p:sp>
            <p:nvSpPr>
              <p:cNvPr id="25" name="TextBox 24">
                <a:extLst>
                  <a:ext uri="{FF2B5EF4-FFF2-40B4-BE49-F238E27FC236}">
                    <a16:creationId xmlns:a16="http://schemas.microsoft.com/office/drawing/2014/main" id="{88AC7277-403F-411F-8345-1E96D2DC54EA}"/>
                  </a:ext>
                </a:extLst>
              </p:cNvPr>
              <p:cNvSpPr txBox="1">
                <a:spLocks noRot="1" noChangeAspect="1" noMove="1" noResize="1" noEditPoints="1" noAdjustHandles="1" noChangeArrowheads="1" noChangeShapeType="1" noTextEdit="1"/>
              </p:cNvSpPr>
              <p:nvPr/>
            </p:nvSpPr>
            <p:spPr>
              <a:xfrm>
                <a:off x="1593061" y="4961611"/>
                <a:ext cx="1552500" cy="523220"/>
              </a:xfrm>
              <a:prstGeom prst="rect">
                <a:avLst/>
              </a:prstGeom>
              <a:blipFill>
                <a:blip r:embed="rId18"/>
                <a:stretch>
                  <a:fillRect l="-7843" t="-10465" r="-5882" b="-32558"/>
                </a:stretch>
              </a:blipFill>
            </p:spPr>
            <p:txBody>
              <a:bodyPr/>
              <a:lstStyle/>
              <a:p>
                <a:r>
                  <a:rPr lang="en-IN">
                    <a:noFill/>
                  </a:rPr>
                  <a:t> </a:t>
                </a:r>
              </a:p>
            </p:txBody>
          </p:sp>
        </mc:Fallback>
      </mc:AlternateContent>
      <p:sp>
        <p:nvSpPr>
          <p:cNvPr id="26" name="TextBox 25">
            <a:extLst>
              <a:ext uri="{FF2B5EF4-FFF2-40B4-BE49-F238E27FC236}">
                <a16:creationId xmlns:a16="http://schemas.microsoft.com/office/drawing/2014/main" id="{BD24E7CA-821C-4715-9828-BD850B8A08B7}"/>
              </a:ext>
            </a:extLst>
          </p:cNvPr>
          <p:cNvSpPr txBox="1"/>
          <p:nvPr/>
        </p:nvSpPr>
        <p:spPr>
          <a:xfrm>
            <a:off x="2963518" y="4959183"/>
            <a:ext cx="461783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just"/>
            <a:r>
              <a:rPr lang="en-GB" dirty="0">
                <a:latin typeface="+mj-lt"/>
              </a:rPr>
              <a:t> </a:t>
            </a:r>
            <a:r>
              <a:rPr lang="en-IN" dirty="0">
                <a:latin typeface="+mj-lt"/>
              </a:rPr>
              <a:t>at least one green ball is drawn</a:t>
            </a:r>
            <a:endParaRPr lang="en-IN" dirty="0">
              <a:latin typeface="+mn-lt"/>
            </a:endParaRPr>
          </a:p>
        </p:txBody>
      </p:sp>
      <p:sp>
        <p:nvSpPr>
          <p:cNvPr id="27" name="TextBox 26">
            <a:extLst>
              <a:ext uri="{FF2B5EF4-FFF2-40B4-BE49-F238E27FC236}">
                <a16:creationId xmlns:a16="http://schemas.microsoft.com/office/drawing/2014/main" id="{05419CE7-F428-4607-A5D8-83025F9B15A2}"/>
              </a:ext>
            </a:extLst>
          </p:cNvPr>
          <p:cNvSpPr txBox="1"/>
          <p:nvPr/>
        </p:nvSpPr>
        <p:spPr>
          <a:xfrm>
            <a:off x="1593061" y="3429000"/>
            <a:ext cx="75368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Let,</a:t>
            </a:r>
          </a:p>
        </p:txBody>
      </p:sp>
      <p:sp>
        <p:nvSpPr>
          <p:cNvPr id="28" name="TextBox 27">
            <a:extLst>
              <a:ext uri="{FF2B5EF4-FFF2-40B4-BE49-F238E27FC236}">
                <a16:creationId xmlns:a16="http://schemas.microsoft.com/office/drawing/2014/main" id="{8156EA53-5D5B-4E57-85F4-81958A4F40DA}"/>
              </a:ext>
            </a:extLst>
          </p:cNvPr>
          <p:cNvSpPr txBox="1"/>
          <p:nvPr/>
        </p:nvSpPr>
        <p:spPr>
          <a:xfrm>
            <a:off x="1593061" y="5488433"/>
            <a:ext cx="1096755"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Now,</a:t>
            </a: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34BD818-947E-49DC-B209-C1A0A6523655}"/>
                  </a:ext>
                </a:extLst>
              </p:cNvPr>
              <p:cNvSpPr txBox="1"/>
              <p:nvPr/>
            </p:nvSpPr>
            <p:spPr>
              <a:xfrm>
                <a:off x="7981906" y="3608178"/>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sSup>
                            <m:sSupPr>
                              <m:ctrlPr>
                                <a:rPr lang="en-IN" b="0" i="1" dirty="0" smtClean="0">
                                  <a:latin typeface="Cambria Math" panose="02040503050406030204" pitchFamily="18" charset="0"/>
                                </a:rPr>
                              </m:ctrlPr>
                            </m:sSupPr>
                            <m:e>
                              <m:r>
                                <m:rPr>
                                  <m:sty m:val="p"/>
                                </m:rPr>
                                <a:rPr lang="en-IN" b="0" i="0" dirty="0" smtClean="0">
                                  <a:latin typeface="Cambria Math" panose="02040503050406030204" pitchFamily="18" charset="0"/>
                                </a:rPr>
                                <m:t>E</m:t>
                              </m:r>
                            </m:e>
                            <m:sup>
                              <m:r>
                                <a:rPr lang="en-IN" b="0" i="0" dirty="0" smtClean="0">
                                  <a:latin typeface="Cambria Math" panose="02040503050406030204" pitchFamily="18" charset="0"/>
                                </a:rPr>
                                <m:t>′</m:t>
                              </m:r>
                            </m:sup>
                          </m:sSup>
                        </m:e>
                      </m:d>
                    </m:oMath>
                  </m:oMathPara>
                </a14:m>
                <a:endParaRPr lang="en-IN" dirty="0">
                  <a:latin typeface="+mn-lt"/>
                </a:endParaRPr>
              </a:p>
            </p:txBody>
          </p:sp>
        </mc:Choice>
        <mc:Fallback xmlns="">
          <p:sp>
            <p:nvSpPr>
              <p:cNvPr id="29" name="TextBox 28">
                <a:extLst>
                  <a:ext uri="{FF2B5EF4-FFF2-40B4-BE49-F238E27FC236}">
                    <a16:creationId xmlns:a16="http://schemas.microsoft.com/office/drawing/2014/main" id="{634BD818-947E-49DC-B209-C1A0A6523655}"/>
                  </a:ext>
                </a:extLst>
              </p:cNvPr>
              <p:cNvSpPr txBox="1">
                <a:spLocks noRot="1" noChangeAspect="1" noMove="1" noResize="1" noEditPoints="1" noAdjustHandles="1" noChangeArrowheads="1" noChangeShapeType="1" noTextEdit="1"/>
              </p:cNvSpPr>
              <p:nvPr/>
            </p:nvSpPr>
            <p:spPr>
              <a:xfrm>
                <a:off x="7981906" y="3608178"/>
                <a:ext cx="900571"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781902C-8040-4B39-A352-7BD761C5D60B}"/>
                  </a:ext>
                </a:extLst>
              </p:cNvPr>
              <p:cNvSpPr txBox="1"/>
              <p:nvPr/>
            </p:nvSpPr>
            <p:spPr>
              <a:xfrm>
                <a:off x="7535272" y="3608178"/>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30" name="TextBox 29">
                <a:extLst>
                  <a:ext uri="{FF2B5EF4-FFF2-40B4-BE49-F238E27FC236}">
                    <a16:creationId xmlns:a16="http://schemas.microsoft.com/office/drawing/2014/main" id="{0781902C-8040-4B39-A352-7BD761C5D60B}"/>
                  </a:ext>
                </a:extLst>
              </p:cNvPr>
              <p:cNvSpPr txBox="1">
                <a:spLocks noRot="1" noChangeAspect="1" noMove="1" noResize="1" noEditPoints="1" noAdjustHandles="1" noChangeArrowheads="1" noChangeShapeType="1" noTextEdit="1"/>
              </p:cNvSpPr>
              <p:nvPr/>
            </p:nvSpPr>
            <p:spPr>
              <a:xfrm>
                <a:off x="7535272" y="3608178"/>
                <a:ext cx="534127"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E115074-55FF-4549-ACAC-20300B339923}"/>
                  </a:ext>
                </a:extLst>
              </p:cNvPr>
              <p:cNvSpPr txBox="1"/>
              <p:nvPr/>
            </p:nvSpPr>
            <p:spPr>
              <a:xfrm>
                <a:off x="8818107" y="3608178"/>
                <a:ext cx="233243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=1−</m:t>
                      </m:r>
                      <m:r>
                        <m:rPr>
                          <m:sty m:val="p"/>
                        </m:rPr>
                        <a:rPr lang="en-IN" b="0" i="0" dirty="0" smtClean="0">
                          <a:latin typeface="Cambria Math" panose="02040503050406030204" pitchFamily="18" charset="0"/>
                        </a:rPr>
                        <m:t>P</m:t>
                      </m:r>
                      <m:d>
                        <m:dPr>
                          <m:ctrlPr>
                            <a:rPr lang="en-IN" b="0" i="1" dirty="0" smtClean="0">
                              <a:latin typeface="Cambria Math" panose="02040503050406030204" pitchFamily="18" charset="0"/>
                            </a:rPr>
                          </m:ctrlPr>
                        </m:dPr>
                        <m:e>
                          <m:r>
                            <m:rPr>
                              <m:sty m:val="p"/>
                            </m:rPr>
                            <a:rPr lang="en-IN" b="0" i="0" dirty="0" smtClean="0">
                              <a:latin typeface="Cambria Math" panose="02040503050406030204" pitchFamily="18" charset="0"/>
                            </a:rPr>
                            <m:t>E</m:t>
                          </m:r>
                        </m:e>
                      </m:d>
                    </m:oMath>
                  </m:oMathPara>
                </a14:m>
                <a:endParaRPr lang="en-IN" dirty="0">
                  <a:latin typeface="+mn-lt"/>
                </a:endParaRPr>
              </a:p>
            </p:txBody>
          </p:sp>
        </mc:Choice>
        <mc:Fallback xmlns="">
          <p:sp>
            <p:nvSpPr>
              <p:cNvPr id="31" name="TextBox 30">
                <a:extLst>
                  <a:ext uri="{FF2B5EF4-FFF2-40B4-BE49-F238E27FC236}">
                    <a16:creationId xmlns:a16="http://schemas.microsoft.com/office/drawing/2014/main" id="{1E115074-55FF-4549-ACAC-20300B339923}"/>
                  </a:ext>
                </a:extLst>
              </p:cNvPr>
              <p:cNvSpPr txBox="1">
                <a:spLocks noRot="1" noChangeAspect="1" noMove="1" noResize="1" noEditPoints="1" noAdjustHandles="1" noChangeArrowheads="1" noChangeShapeType="1" noTextEdit="1"/>
              </p:cNvSpPr>
              <p:nvPr/>
            </p:nvSpPr>
            <p:spPr>
              <a:xfrm>
                <a:off x="8818107" y="3608178"/>
                <a:ext cx="2332437"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65D416B-C7DB-44FC-B6DF-C5973D2B3FC6}"/>
                  </a:ext>
                </a:extLst>
              </p:cNvPr>
              <p:cNvSpPr txBox="1"/>
              <p:nvPr/>
            </p:nvSpPr>
            <p:spPr>
              <a:xfrm>
                <a:off x="8818107" y="4190525"/>
                <a:ext cx="2332437"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=1−</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E</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32" name="TextBox 31">
                <a:extLst>
                  <a:ext uri="{FF2B5EF4-FFF2-40B4-BE49-F238E27FC236}">
                    <a16:creationId xmlns:a16="http://schemas.microsoft.com/office/drawing/2014/main" id="{265D416B-C7DB-44FC-B6DF-C5973D2B3FC6}"/>
                  </a:ext>
                </a:extLst>
              </p:cNvPr>
              <p:cNvSpPr txBox="1">
                <a:spLocks noRot="1" noChangeAspect="1" noMove="1" noResize="1" noEditPoints="1" noAdjustHandles="1" noChangeArrowheads="1" noChangeShapeType="1" noTextEdit="1"/>
              </p:cNvSpPr>
              <p:nvPr/>
            </p:nvSpPr>
            <p:spPr>
              <a:xfrm>
                <a:off x="8818107" y="4190525"/>
                <a:ext cx="2332437" cy="989438"/>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9525548-45C4-480C-A519-0C011AC2F705}"/>
                  </a:ext>
                </a:extLst>
              </p:cNvPr>
              <p:cNvSpPr txBox="1"/>
              <p:nvPr/>
            </p:nvSpPr>
            <p:spPr>
              <a:xfrm>
                <a:off x="8818107" y="5299150"/>
                <a:ext cx="2332437"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=1−</m:t>
                      </m:r>
                      <m:f>
                        <m:fPr>
                          <m:ctrlPr>
                            <a:rPr lang="en-IN" b="0" i="1" dirty="0" smtClean="0">
                              <a:latin typeface="Cambria Math" panose="02040503050406030204" pitchFamily="18" charset="0"/>
                            </a:rPr>
                          </m:ctrlPr>
                        </m:fPr>
                        <m:num>
                          <m:r>
                            <a:rPr lang="gu-IN" i="1" dirty="0">
                              <a:latin typeface="Cambria Math" panose="02040503050406030204" pitchFamily="18" charset="0"/>
                            </a:rPr>
                            <m:t>286</m:t>
                          </m:r>
                        </m:num>
                        <m:den>
                          <m:r>
                            <a:rPr lang="en-IN" b="0" i="1" dirty="0" smtClean="0">
                              <a:latin typeface="Cambria Math" panose="02040503050406030204" pitchFamily="18" charset="0"/>
                            </a:rPr>
                            <m:t> </m:t>
                          </m:r>
                          <m:r>
                            <a:rPr lang="gu-IN" i="1" dirty="0">
                              <a:latin typeface="Cambria Math" panose="02040503050406030204" pitchFamily="18" charset="0"/>
                            </a:rPr>
                            <m:t>969</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37" name="TextBox 36">
                <a:extLst>
                  <a:ext uri="{FF2B5EF4-FFF2-40B4-BE49-F238E27FC236}">
                    <a16:creationId xmlns:a16="http://schemas.microsoft.com/office/drawing/2014/main" id="{F9525548-45C4-480C-A519-0C011AC2F705}"/>
                  </a:ext>
                </a:extLst>
              </p:cNvPr>
              <p:cNvSpPr txBox="1">
                <a:spLocks noRot="1" noChangeAspect="1" noMove="1" noResize="1" noEditPoints="1" noAdjustHandles="1" noChangeArrowheads="1" noChangeShapeType="1" noTextEdit="1"/>
              </p:cNvSpPr>
              <p:nvPr/>
            </p:nvSpPr>
            <p:spPr>
              <a:xfrm>
                <a:off x="8818107" y="5299150"/>
                <a:ext cx="2332437" cy="901785"/>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3B4E3FB-F53A-4BEC-9D34-D0B117818CFF}"/>
                  </a:ext>
                </a:extLst>
              </p:cNvPr>
              <p:cNvSpPr txBox="1"/>
              <p:nvPr/>
            </p:nvSpPr>
            <p:spPr>
              <a:xfrm>
                <a:off x="10780515" y="5299150"/>
                <a:ext cx="1386030"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gu-IN" i="1" dirty="0">
                              <a:latin typeface="Cambria Math" panose="02040503050406030204" pitchFamily="18" charset="0"/>
                            </a:rPr>
                            <m:t>683</m:t>
                          </m:r>
                        </m:num>
                        <m:den>
                          <m:r>
                            <a:rPr lang="en-IN" b="0" i="1" dirty="0" smtClean="0">
                              <a:latin typeface="Cambria Math" panose="02040503050406030204" pitchFamily="18" charset="0"/>
                            </a:rPr>
                            <m:t> </m:t>
                          </m:r>
                          <m:r>
                            <a:rPr lang="gu-IN" i="1" dirty="0">
                              <a:latin typeface="Cambria Math" panose="02040503050406030204" pitchFamily="18" charset="0"/>
                            </a:rPr>
                            <m:t>969</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42" name="TextBox 41">
                <a:extLst>
                  <a:ext uri="{FF2B5EF4-FFF2-40B4-BE49-F238E27FC236}">
                    <a16:creationId xmlns:a16="http://schemas.microsoft.com/office/drawing/2014/main" id="{53B4E3FB-F53A-4BEC-9D34-D0B117818CFF}"/>
                  </a:ext>
                </a:extLst>
              </p:cNvPr>
              <p:cNvSpPr txBox="1">
                <a:spLocks noRot="1" noChangeAspect="1" noMove="1" noResize="1" noEditPoints="1" noAdjustHandles="1" noChangeArrowheads="1" noChangeShapeType="1" noTextEdit="1"/>
              </p:cNvSpPr>
              <p:nvPr/>
            </p:nvSpPr>
            <p:spPr>
              <a:xfrm>
                <a:off x="10780515" y="5299150"/>
                <a:ext cx="1386030" cy="901785"/>
              </a:xfrm>
              <a:prstGeom prst="rect">
                <a:avLst/>
              </a:prstGeom>
              <a:blipFill>
                <a:blip r:embed="rId24"/>
                <a:stretch>
                  <a:fillRect/>
                </a:stretch>
              </a:blipFill>
            </p:spPr>
            <p:txBody>
              <a:bodyPr/>
              <a:lstStyle/>
              <a:p>
                <a:r>
                  <a:rPr lang="en-IN">
                    <a:noFill/>
                  </a:rPr>
                  <a:t> </a:t>
                </a:r>
              </a:p>
            </p:txBody>
          </p:sp>
        </mc:Fallback>
      </mc:AlternateContent>
      <p:cxnSp>
        <p:nvCxnSpPr>
          <p:cNvPr id="45" name="Straight Connector 44">
            <a:extLst>
              <a:ext uri="{FF2B5EF4-FFF2-40B4-BE49-F238E27FC236}">
                <a16:creationId xmlns:a16="http://schemas.microsoft.com/office/drawing/2014/main" id="{2C24CCE3-E9E1-46DD-8382-F6354A504B0D}"/>
              </a:ext>
            </a:extLst>
          </p:cNvPr>
          <p:cNvCxnSpPr>
            <a:cxnSpLocks/>
          </p:cNvCxnSpPr>
          <p:nvPr/>
        </p:nvCxnSpPr>
        <p:spPr>
          <a:xfrm>
            <a:off x="7526161" y="3362525"/>
            <a:ext cx="0" cy="3179635"/>
          </a:xfrm>
          <a:prstGeom prst="line">
            <a:avLst/>
          </a:prstGeom>
          <a:ln w="28575" cap="rnd">
            <a:solidFill>
              <a:srgbClr val="FF0000"/>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09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6"/>
                                        </p:tgtEl>
                                        <p:attrNameLst>
                                          <p:attrName>style.visibility</p:attrName>
                                        </p:attrNameLst>
                                      </p:cBhvr>
                                      <p:to>
                                        <p:strVal val="visible"/>
                                      </p:to>
                                    </p:set>
                                    <p:animEffect transition="in" filter="wipe(left)">
                                      <p:cBhvr>
                                        <p:cTn id="91" dur="500"/>
                                        <p:tgtEl>
                                          <p:spTgt spid="6"/>
                                        </p:tgtEl>
                                      </p:cBhvr>
                                    </p:animEffec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52"/>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51"/>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22" presetClass="entr" presetSubtype="1" fill="hold" nodeType="clickEffect">
                                  <p:stCondLst>
                                    <p:cond delay="0"/>
                                  </p:stCondLst>
                                  <p:childTnLst>
                                    <p:set>
                                      <p:cBhvr>
                                        <p:cTn id="103" dur="1" fill="hold">
                                          <p:stCondLst>
                                            <p:cond delay="0"/>
                                          </p:stCondLst>
                                        </p:cTn>
                                        <p:tgtEl>
                                          <p:spTgt spid="45"/>
                                        </p:tgtEl>
                                        <p:attrNameLst>
                                          <p:attrName>style.visibility</p:attrName>
                                        </p:attrNameLst>
                                      </p:cBhvr>
                                      <p:to>
                                        <p:strVal val="visible"/>
                                      </p:to>
                                    </p:set>
                                    <p:animEffect transition="in" filter="wipe(up)">
                                      <p:cBhvr>
                                        <p:cTn id="104" dur="500"/>
                                        <p:tgtEl>
                                          <p:spTgt spid="45"/>
                                        </p:tgtEl>
                                      </p:cBhvr>
                                    </p:animEffec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30"/>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29"/>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31"/>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32"/>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37"/>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 grpId="0" animBg="1"/>
      <p:bldP spid="23" grpId="0"/>
      <p:bldP spid="33" grpId="0"/>
      <p:bldP spid="34" grpId="0"/>
      <p:bldP spid="35" grpId="0"/>
      <p:bldP spid="36" grpId="0"/>
      <p:bldP spid="50" grpId="0"/>
      <p:bldP spid="38" grpId="0"/>
      <p:bldP spid="39" grpId="0"/>
      <p:bldP spid="40" grpId="0"/>
      <p:bldP spid="41" grpId="0"/>
      <p:bldP spid="44" grpId="0"/>
      <p:bldP spid="47" grpId="0" animBg="1"/>
      <p:bldP spid="48" grpId="0" animBg="1"/>
      <p:bldP spid="49" grpId="0"/>
      <p:bldP spid="51" grpId="0"/>
      <p:bldP spid="52" grpId="0"/>
      <p:bldP spid="6" grpId="0" animBg="1"/>
      <p:bldP spid="24" grpId="0" animBg="1"/>
      <p:bldP spid="25" grpId="0" animBg="1"/>
      <p:bldP spid="26" grpId="0" animBg="1"/>
      <p:bldP spid="27" grpId="0" animBg="1"/>
      <p:bldP spid="28" grpId="0" animBg="1"/>
      <p:bldP spid="29" grpId="0" animBg="1"/>
      <p:bldP spid="30" grpId="0" animBg="1"/>
      <p:bldP spid="31" grpId="0" animBg="1"/>
      <p:bldP spid="32" grpId="0" animBg="1"/>
      <p:bldP spid="37" grpId="0" animBg="1"/>
      <p:bldP spid="42"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12240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spcAft>
                <a:spcPts val="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Consider a poker hand of five cards. Find the probability of getting four of a kind (i.e., four cards of the same face value) assuming the five cards are chosen at random.</a:t>
            </a:r>
            <a:endParaRPr lang="en-US" dirty="0">
              <a:latin typeface="+mj-lt"/>
            </a:endParaRPr>
          </a:p>
        </p:txBody>
      </p:sp>
      <p:sp>
        <p:nvSpPr>
          <p:cNvPr id="2" name="Title 1"/>
          <p:cNvSpPr>
            <a:spLocks noGrp="1"/>
          </p:cNvSpPr>
          <p:nvPr>
            <p:ph type="title"/>
          </p:nvPr>
        </p:nvSpPr>
        <p:spPr/>
        <p:txBody>
          <a:bodyPr/>
          <a:lstStyle/>
          <a:p>
            <a:r>
              <a:rPr lang="en-GB" dirty="0"/>
              <a:t>Method 2.2 ⇝ Example 5</a:t>
            </a:r>
            <a:endParaRPr lang="en-US" dirty="0"/>
          </a:p>
        </p:txBody>
      </p:sp>
      <p:sp>
        <p:nvSpPr>
          <p:cNvPr id="4" name="Content Placeholder 2"/>
          <p:cNvSpPr txBox="1">
            <a:spLocks/>
          </p:cNvSpPr>
          <p:nvPr/>
        </p:nvSpPr>
        <p:spPr>
          <a:xfrm>
            <a:off x="131176" y="2248477"/>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886DF7E2-687A-4110-9D71-A3760BFADB44}"/>
                  </a:ext>
                </a:extLst>
              </p:cNvPr>
              <p:cNvSpPr txBox="1"/>
              <p:nvPr/>
            </p:nvSpPr>
            <p:spPr>
              <a:xfrm>
                <a:off x="1594216" y="2248477"/>
                <a:ext cx="9735820" cy="523220"/>
              </a:xfrm>
              <a:prstGeom prst="rect">
                <a:avLst/>
              </a:prstGeom>
              <a:noFill/>
            </p:spPr>
            <p:txBody>
              <a:bodyPr wrap="square">
                <a:spAutoFit/>
              </a:bodyPr>
              <a:lstStyle/>
              <a:p>
                <a:r>
                  <a:rPr lang="en-GB" sz="2800" dirty="0">
                    <a:solidFill>
                      <a:srgbClr val="002060"/>
                    </a:solidFill>
                  </a:rPr>
                  <a:t>The total number of ways to choose </a:t>
                </a:r>
                <a14:m>
                  <m:oMath xmlns:m="http://schemas.openxmlformats.org/officeDocument/2006/math">
                    <m:r>
                      <a:rPr lang="en-GB" sz="2800" i="0" dirty="0" smtClean="0">
                        <a:solidFill>
                          <a:srgbClr val="002060"/>
                        </a:solidFill>
                        <a:latin typeface="Cambria Math" panose="02040503050406030204" pitchFamily="18" charset="0"/>
                      </a:rPr>
                      <m:t>5</m:t>
                    </m:r>
                  </m:oMath>
                </a14:m>
                <a:r>
                  <a:rPr lang="en-GB" sz="2800" dirty="0">
                    <a:solidFill>
                      <a:srgbClr val="002060"/>
                    </a:solidFill>
                  </a:rPr>
                  <a:t> cards from a </a:t>
                </a:r>
                <a14:m>
                  <m:oMath xmlns:m="http://schemas.openxmlformats.org/officeDocument/2006/math">
                    <m:r>
                      <a:rPr lang="en-GB" sz="2800" i="1" dirty="0" smtClean="0">
                        <a:solidFill>
                          <a:srgbClr val="002060"/>
                        </a:solidFill>
                        <a:latin typeface="Cambria Math" panose="02040503050406030204" pitchFamily="18" charset="0"/>
                      </a:rPr>
                      <m:t>52</m:t>
                    </m:r>
                  </m:oMath>
                </a14:m>
                <a:r>
                  <a:rPr lang="en-GB" sz="2800" dirty="0">
                    <a:solidFill>
                      <a:srgbClr val="002060"/>
                    </a:solidFill>
                  </a:rPr>
                  <a:t> card deck is:</a:t>
                </a:r>
                <a:endParaRPr lang="en-IN" sz="2800" dirty="0">
                  <a:solidFill>
                    <a:srgbClr val="002060"/>
                  </a:solidFill>
                </a:endParaRPr>
              </a:p>
            </p:txBody>
          </p:sp>
        </mc:Choice>
        <mc:Fallback xmlns="">
          <p:sp>
            <p:nvSpPr>
              <p:cNvPr id="39" name="TextBox 38">
                <a:extLst>
                  <a:ext uri="{FF2B5EF4-FFF2-40B4-BE49-F238E27FC236}">
                    <a16:creationId xmlns:a16="http://schemas.microsoft.com/office/drawing/2014/main" id="{886DF7E2-687A-4110-9D71-A3760BFADB44}"/>
                  </a:ext>
                </a:extLst>
              </p:cNvPr>
              <p:cNvSpPr txBox="1">
                <a:spLocks noRot="1" noChangeAspect="1" noMove="1" noResize="1" noEditPoints="1" noAdjustHandles="1" noChangeArrowheads="1" noChangeShapeType="1" noTextEdit="1"/>
              </p:cNvSpPr>
              <p:nvPr/>
            </p:nvSpPr>
            <p:spPr>
              <a:xfrm>
                <a:off x="1594216" y="2248477"/>
                <a:ext cx="9735820" cy="523220"/>
              </a:xfrm>
              <a:prstGeom prst="rect">
                <a:avLst/>
              </a:prstGeom>
              <a:blipFill>
                <a:blip r:embed="rId2"/>
                <a:stretch>
                  <a:fillRect l="-1315"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91C11A8F-DC44-48A4-8F1F-83D3E17670A0}"/>
                  </a:ext>
                </a:extLst>
              </p:cNvPr>
              <p:cNvSpPr txBox="1"/>
              <p:nvPr/>
            </p:nvSpPr>
            <p:spPr>
              <a:xfrm>
                <a:off x="1896682" y="2785615"/>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GB" b="0" i="0" dirty="0" smtClean="0">
                              <a:latin typeface="Cambria Math" panose="02040503050406030204" pitchFamily="18" charset="0"/>
                            </a:rPr>
                            <m:t>S</m:t>
                          </m:r>
                        </m:e>
                      </m:d>
                    </m:oMath>
                  </m:oMathPara>
                </a14:m>
                <a:endParaRPr lang="en-IN" dirty="0">
                  <a:latin typeface="+mn-lt"/>
                </a:endParaRPr>
              </a:p>
            </p:txBody>
          </p:sp>
        </mc:Choice>
        <mc:Fallback xmlns="">
          <p:sp>
            <p:nvSpPr>
              <p:cNvPr id="40" name="TextBox 39">
                <a:extLst>
                  <a:ext uri="{FF2B5EF4-FFF2-40B4-BE49-F238E27FC236}">
                    <a16:creationId xmlns:a16="http://schemas.microsoft.com/office/drawing/2014/main" id="{91C11A8F-DC44-48A4-8F1F-83D3E17670A0}"/>
                  </a:ext>
                </a:extLst>
              </p:cNvPr>
              <p:cNvSpPr txBox="1">
                <a:spLocks noRot="1" noChangeAspect="1" noMove="1" noResize="1" noEditPoints="1" noAdjustHandles="1" noChangeArrowheads="1" noChangeShapeType="1" noTextEdit="1"/>
              </p:cNvSpPr>
              <p:nvPr/>
            </p:nvSpPr>
            <p:spPr>
              <a:xfrm>
                <a:off x="1896682" y="2785615"/>
                <a:ext cx="863234"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94117EA8-16C0-4506-A1EA-19B7F677FC28}"/>
                  </a:ext>
                </a:extLst>
              </p:cNvPr>
              <p:cNvSpPr txBox="1"/>
              <p:nvPr/>
            </p:nvSpPr>
            <p:spPr>
              <a:xfrm>
                <a:off x="2690066" y="2785615"/>
                <a:ext cx="124993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sPre>
                        <m:sPrePr>
                          <m:ctrlPr>
                            <a:rPr lang="en-IN" sz="2800" i="1" dirty="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52</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5</m:t>
                              </m:r>
                            </m:sub>
                          </m:sSub>
                        </m:e>
                      </m:sPre>
                    </m:oMath>
                  </m:oMathPara>
                </a14:m>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94117EA8-16C0-4506-A1EA-19B7F677FC28}"/>
                  </a:ext>
                </a:extLst>
              </p:cNvPr>
              <p:cNvSpPr txBox="1">
                <a:spLocks noRot="1" noChangeAspect="1" noMove="1" noResize="1" noEditPoints="1" noAdjustHandles="1" noChangeArrowheads="1" noChangeShapeType="1" noTextEdit="1"/>
              </p:cNvSpPr>
              <p:nvPr/>
            </p:nvSpPr>
            <p:spPr>
              <a:xfrm>
                <a:off x="2690066" y="2785615"/>
                <a:ext cx="1249939"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0C7F9C32-AD9A-4647-8A9C-30E1C24A27CD}"/>
                  </a:ext>
                </a:extLst>
              </p:cNvPr>
              <p:cNvSpPr txBox="1"/>
              <p:nvPr/>
            </p:nvSpPr>
            <p:spPr>
              <a:xfrm>
                <a:off x="3940005" y="2785615"/>
                <a:ext cx="200025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i="1" dirty="0" smtClean="0">
                          <a:solidFill>
                            <a:srgbClr val="002060"/>
                          </a:solidFill>
                          <a:latin typeface="Cambria Math" panose="02040503050406030204" pitchFamily="18" charset="0"/>
                        </a:rPr>
                        <m:t>2</m:t>
                      </m:r>
                      <m:r>
                        <a:rPr lang="en-IN" sz="2800" b="0" i="1" dirty="0" smtClean="0">
                          <a:solidFill>
                            <a:srgbClr val="002060"/>
                          </a:solidFill>
                          <a:latin typeface="Cambria Math" panose="02040503050406030204" pitchFamily="18" charset="0"/>
                        </a:rPr>
                        <m:t>598960</m:t>
                      </m:r>
                    </m:oMath>
                  </m:oMathPara>
                </a14:m>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0C7F9C32-AD9A-4647-8A9C-30E1C24A27CD}"/>
                  </a:ext>
                </a:extLst>
              </p:cNvPr>
              <p:cNvSpPr txBox="1">
                <a:spLocks noRot="1" noChangeAspect="1" noMove="1" noResize="1" noEditPoints="1" noAdjustHandles="1" noChangeArrowheads="1" noChangeShapeType="1" noTextEdit="1"/>
              </p:cNvSpPr>
              <p:nvPr/>
            </p:nvSpPr>
            <p:spPr>
              <a:xfrm>
                <a:off x="3940005" y="2785615"/>
                <a:ext cx="2000250"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A05E71A-AFC5-4430-8D7C-E80194FB2B12}"/>
                  </a:ext>
                </a:extLst>
              </p:cNvPr>
              <p:cNvSpPr txBox="1"/>
              <p:nvPr/>
            </p:nvSpPr>
            <p:spPr>
              <a:xfrm>
                <a:off x="1594218" y="3328776"/>
                <a:ext cx="146304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Event </a:t>
                </a:r>
                <a14:m>
                  <m:oMath xmlns:m="http://schemas.openxmlformats.org/officeDocument/2006/math">
                    <m:r>
                      <m:rPr>
                        <m:sty m:val="p"/>
                      </m:rPr>
                      <a:rPr lang="en-IN" b="0" i="0" dirty="0" smtClean="0">
                        <a:latin typeface="Cambria Math" panose="02040503050406030204" pitchFamily="18" charset="0"/>
                      </a:rPr>
                      <m:t>X</m:t>
                    </m:r>
                  </m:oMath>
                </a14:m>
                <a:r>
                  <a:rPr lang="en-IN" dirty="0">
                    <a:latin typeface="+mn-lt"/>
                  </a:rPr>
                  <a:t> :</a:t>
                </a:r>
              </a:p>
            </p:txBody>
          </p:sp>
        </mc:Choice>
        <mc:Fallback xmlns="">
          <p:sp>
            <p:nvSpPr>
              <p:cNvPr id="49" name="TextBox 48">
                <a:extLst>
                  <a:ext uri="{FF2B5EF4-FFF2-40B4-BE49-F238E27FC236}">
                    <a16:creationId xmlns:a16="http://schemas.microsoft.com/office/drawing/2014/main" id="{9A05E71A-AFC5-4430-8D7C-E80194FB2B12}"/>
                  </a:ext>
                </a:extLst>
              </p:cNvPr>
              <p:cNvSpPr txBox="1">
                <a:spLocks noRot="1" noChangeAspect="1" noMove="1" noResize="1" noEditPoints="1" noAdjustHandles="1" noChangeArrowheads="1" noChangeShapeType="1" noTextEdit="1"/>
              </p:cNvSpPr>
              <p:nvPr/>
            </p:nvSpPr>
            <p:spPr>
              <a:xfrm>
                <a:off x="1594218" y="3328776"/>
                <a:ext cx="1463040" cy="523220"/>
              </a:xfrm>
              <a:prstGeom prst="rect">
                <a:avLst/>
              </a:prstGeom>
              <a:blipFill>
                <a:blip r:embed="rId6"/>
                <a:stretch>
                  <a:fillRect l="-8750" t="-10465" r="-3750" b="-32558"/>
                </a:stretch>
              </a:blipFill>
            </p:spPr>
            <p:txBody>
              <a:bodyPr/>
              <a:lstStyle/>
              <a:p>
                <a:r>
                  <a:rPr lang="en-IN">
                    <a:noFill/>
                  </a:rPr>
                  <a:t> </a:t>
                </a:r>
              </a:p>
            </p:txBody>
          </p:sp>
        </mc:Fallback>
      </mc:AlternateContent>
      <p:sp>
        <p:nvSpPr>
          <p:cNvPr id="51" name="TextBox 50">
            <a:extLst>
              <a:ext uri="{FF2B5EF4-FFF2-40B4-BE49-F238E27FC236}">
                <a16:creationId xmlns:a16="http://schemas.microsoft.com/office/drawing/2014/main" id="{34DA4023-4F8E-48BC-8D99-701CEDF2A832}"/>
              </a:ext>
            </a:extLst>
          </p:cNvPr>
          <p:cNvSpPr txBox="1"/>
          <p:nvPr/>
        </p:nvSpPr>
        <p:spPr>
          <a:xfrm>
            <a:off x="2941421" y="3328776"/>
            <a:ext cx="784269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i="0" dirty="0">
                <a:latin typeface="+mj-lt"/>
              </a:rPr>
              <a:t>four out of the five cards have the same face value</a:t>
            </a:r>
            <a:endParaRPr lang="en-IN" dirty="0">
              <a:latin typeface="+mn-lt"/>
            </a:endParaRP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C5BD57E2-C3E3-4CFB-9D3B-54FC8D393048}"/>
                  </a:ext>
                </a:extLst>
              </p:cNvPr>
              <p:cNvSpPr txBox="1"/>
              <p:nvPr/>
            </p:nvSpPr>
            <p:spPr>
              <a:xfrm>
                <a:off x="2040850" y="3990104"/>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X</m:t>
                          </m:r>
                        </m:e>
                      </m:d>
                    </m:oMath>
                  </m:oMathPara>
                </a14:m>
                <a:endParaRPr lang="en-IN" dirty="0">
                  <a:latin typeface="+mn-lt"/>
                </a:endParaRPr>
              </a:p>
            </p:txBody>
          </p:sp>
        </mc:Choice>
        <mc:Fallback xmlns="">
          <p:sp>
            <p:nvSpPr>
              <p:cNvPr id="52" name="TextBox 51">
                <a:extLst>
                  <a:ext uri="{FF2B5EF4-FFF2-40B4-BE49-F238E27FC236}">
                    <a16:creationId xmlns:a16="http://schemas.microsoft.com/office/drawing/2014/main" id="{C5BD57E2-C3E3-4CFB-9D3B-54FC8D393048}"/>
                  </a:ext>
                </a:extLst>
              </p:cNvPr>
              <p:cNvSpPr txBox="1">
                <a:spLocks noRot="1" noChangeAspect="1" noMove="1" noResize="1" noEditPoints="1" noAdjustHandles="1" noChangeArrowheads="1" noChangeShapeType="1" noTextEdit="1"/>
              </p:cNvSpPr>
              <p:nvPr/>
            </p:nvSpPr>
            <p:spPr>
              <a:xfrm>
                <a:off x="2040850" y="3990104"/>
                <a:ext cx="900571"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5E33BD1B-A76B-407E-8622-005C53568820}"/>
                  </a:ext>
                </a:extLst>
              </p:cNvPr>
              <p:cNvSpPr txBox="1"/>
              <p:nvPr/>
            </p:nvSpPr>
            <p:spPr>
              <a:xfrm>
                <a:off x="1594216" y="3990104"/>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53" name="TextBox 52">
                <a:extLst>
                  <a:ext uri="{FF2B5EF4-FFF2-40B4-BE49-F238E27FC236}">
                    <a16:creationId xmlns:a16="http://schemas.microsoft.com/office/drawing/2014/main" id="{5E33BD1B-A76B-407E-8622-005C53568820}"/>
                  </a:ext>
                </a:extLst>
              </p:cNvPr>
              <p:cNvSpPr txBox="1">
                <a:spLocks noRot="1" noChangeAspect="1" noMove="1" noResize="1" noEditPoints="1" noAdjustHandles="1" noChangeArrowheads="1" noChangeShapeType="1" noTextEdit="1"/>
              </p:cNvSpPr>
              <p:nvPr/>
            </p:nvSpPr>
            <p:spPr>
              <a:xfrm>
                <a:off x="1594216" y="3990104"/>
                <a:ext cx="534127"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E18CAA0D-B8BA-48CA-89DF-09865F6519E0}"/>
                  </a:ext>
                </a:extLst>
              </p:cNvPr>
              <p:cNvSpPr txBox="1"/>
              <p:nvPr/>
            </p:nvSpPr>
            <p:spPr>
              <a:xfrm>
                <a:off x="2834234" y="3990104"/>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4" name="TextBox 53">
                <a:extLst>
                  <a:ext uri="{FF2B5EF4-FFF2-40B4-BE49-F238E27FC236}">
                    <a16:creationId xmlns:a16="http://schemas.microsoft.com/office/drawing/2014/main" id="{E18CAA0D-B8BA-48CA-89DF-09865F6519E0}"/>
                  </a:ext>
                </a:extLst>
              </p:cNvPr>
              <p:cNvSpPr txBox="1">
                <a:spLocks noRot="1" noChangeAspect="1" noMove="1" noResize="1" noEditPoints="1" noAdjustHandles="1" noChangeArrowheads="1" noChangeShapeType="1" noTextEdit="1"/>
              </p:cNvSpPr>
              <p:nvPr/>
            </p:nvSpPr>
            <p:spPr>
              <a:xfrm>
                <a:off x="2834234" y="3990104"/>
                <a:ext cx="534127"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6E1D30E8-1B2E-4501-84C7-61402E8E419A}"/>
                  </a:ext>
                </a:extLst>
              </p:cNvPr>
              <p:cNvSpPr txBox="1"/>
              <p:nvPr/>
            </p:nvSpPr>
            <p:spPr>
              <a:xfrm>
                <a:off x="4277598" y="3990104"/>
                <a:ext cx="720131"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55" name="TextBox 54">
                <a:extLst>
                  <a:ext uri="{FF2B5EF4-FFF2-40B4-BE49-F238E27FC236}">
                    <a16:creationId xmlns:a16="http://schemas.microsoft.com/office/drawing/2014/main" id="{6E1D30E8-1B2E-4501-84C7-61402E8E419A}"/>
                  </a:ext>
                </a:extLst>
              </p:cNvPr>
              <p:cNvSpPr txBox="1">
                <a:spLocks noRot="1" noChangeAspect="1" noMove="1" noResize="1" noEditPoints="1" noAdjustHandles="1" noChangeArrowheads="1" noChangeShapeType="1" noTextEdit="1"/>
              </p:cNvSpPr>
              <p:nvPr/>
            </p:nvSpPr>
            <p:spPr>
              <a:xfrm>
                <a:off x="4277598" y="3990104"/>
                <a:ext cx="720131"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3D9EB35-26E8-40E1-AFA7-BBCAAFCBB1CB}"/>
                  </a:ext>
                </a:extLst>
              </p:cNvPr>
              <p:cNvSpPr txBox="1"/>
              <p:nvPr/>
            </p:nvSpPr>
            <p:spPr>
              <a:xfrm>
                <a:off x="3839837" y="3990104"/>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6" name="TextBox 55">
                <a:extLst>
                  <a:ext uri="{FF2B5EF4-FFF2-40B4-BE49-F238E27FC236}">
                    <a16:creationId xmlns:a16="http://schemas.microsoft.com/office/drawing/2014/main" id="{F3D9EB35-26E8-40E1-AFA7-BBCAAFCBB1CB}"/>
                  </a:ext>
                </a:extLst>
              </p:cNvPr>
              <p:cNvSpPr txBox="1">
                <a:spLocks noRot="1" noChangeAspect="1" noMove="1" noResize="1" noEditPoints="1" noAdjustHandles="1" noChangeArrowheads="1" noChangeShapeType="1" noTextEdit="1"/>
              </p:cNvSpPr>
              <p:nvPr/>
            </p:nvSpPr>
            <p:spPr>
              <a:xfrm>
                <a:off x="3839837" y="3990104"/>
                <a:ext cx="534127"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5B897876-09F9-415C-9D54-B15A4345CD69}"/>
                  </a:ext>
                </a:extLst>
              </p:cNvPr>
              <p:cNvSpPr txBox="1"/>
              <p:nvPr/>
            </p:nvSpPr>
            <p:spPr>
              <a:xfrm>
                <a:off x="3149639" y="3990104"/>
                <a:ext cx="880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1</m:t>
                      </m:r>
                      <m:r>
                        <a:rPr lang="en-IN" sz="2800" b="0" i="1" dirty="0" smtClean="0">
                          <a:solidFill>
                            <a:srgbClr val="002060"/>
                          </a:solidFill>
                          <a:latin typeface="Cambria Math" panose="02040503050406030204" pitchFamily="18" charset="0"/>
                        </a:rPr>
                        <m:t>3</m:t>
                      </m:r>
                    </m:oMath>
                  </m:oMathPara>
                </a14:m>
                <a:endParaRPr lang="en-IN" sz="2800" dirty="0">
                  <a:solidFill>
                    <a:srgbClr val="002060"/>
                  </a:solidFill>
                </a:endParaRPr>
              </a:p>
            </p:txBody>
          </p:sp>
        </mc:Choice>
        <mc:Fallback xmlns="">
          <p:sp>
            <p:nvSpPr>
              <p:cNvPr id="57" name="TextBox 56">
                <a:extLst>
                  <a:ext uri="{FF2B5EF4-FFF2-40B4-BE49-F238E27FC236}">
                    <a16:creationId xmlns:a16="http://schemas.microsoft.com/office/drawing/2014/main" id="{5B897876-09F9-415C-9D54-B15A4345CD69}"/>
                  </a:ext>
                </a:extLst>
              </p:cNvPr>
              <p:cNvSpPr txBox="1">
                <a:spLocks noRot="1" noChangeAspect="1" noMove="1" noResize="1" noEditPoints="1" noAdjustHandles="1" noChangeArrowheads="1" noChangeShapeType="1" noTextEdit="1"/>
              </p:cNvSpPr>
              <p:nvPr/>
            </p:nvSpPr>
            <p:spPr>
              <a:xfrm>
                <a:off x="3149639" y="3990104"/>
                <a:ext cx="880455" cy="523220"/>
              </a:xfrm>
              <a:prstGeom prst="rect">
                <a:avLst/>
              </a:prstGeom>
              <a:blipFill>
                <a:blip r:embed="rId12"/>
                <a:stretch>
                  <a:fillRect/>
                </a:stretch>
              </a:blipFill>
            </p:spPr>
            <p:txBody>
              <a:bodyPr/>
              <a:lstStyle/>
              <a:p>
                <a:r>
                  <a:rPr lang="en-IN">
                    <a:noFill/>
                  </a:rPr>
                  <a:t> </a:t>
                </a:r>
              </a:p>
            </p:txBody>
          </p:sp>
        </mc:Fallback>
      </mc:AlternateContent>
      <p:sp>
        <p:nvSpPr>
          <p:cNvPr id="58" name="TextBox 57">
            <a:extLst>
              <a:ext uri="{FF2B5EF4-FFF2-40B4-BE49-F238E27FC236}">
                <a16:creationId xmlns:a16="http://schemas.microsoft.com/office/drawing/2014/main" id="{C4CCC213-750F-4787-A4F2-D5869257B9EC}"/>
              </a:ext>
            </a:extLst>
          </p:cNvPr>
          <p:cNvSpPr txBox="1"/>
          <p:nvPr/>
        </p:nvSpPr>
        <p:spPr>
          <a:xfrm>
            <a:off x="7604412" y="3852569"/>
            <a:ext cx="337974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i="0" dirty="0">
                <a:latin typeface="+mj-lt"/>
              </a:rPr>
              <a:t>Different face values :</a:t>
            </a:r>
            <a:endParaRPr lang="en-IN" dirty="0">
              <a:latin typeface="+mn-lt"/>
            </a:endParaRP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4820223A-F756-4359-B7E4-941F5E3277FE}"/>
                  </a:ext>
                </a:extLst>
              </p:cNvPr>
              <p:cNvSpPr txBox="1"/>
              <p:nvPr/>
            </p:nvSpPr>
            <p:spPr>
              <a:xfrm>
                <a:off x="10597782" y="3851996"/>
                <a:ext cx="880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1</m:t>
                      </m:r>
                      <m:r>
                        <a:rPr lang="en-IN" sz="2800" b="0" i="1" dirty="0" smtClean="0">
                          <a:solidFill>
                            <a:srgbClr val="002060"/>
                          </a:solidFill>
                          <a:latin typeface="Cambria Math" panose="02040503050406030204" pitchFamily="18" charset="0"/>
                        </a:rPr>
                        <m:t>3</m:t>
                      </m:r>
                    </m:oMath>
                  </m:oMathPara>
                </a14:m>
                <a:endParaRPr lang="en-IN" sz="2800" dirty="0">
                  <a:solidFill>
                    <a:srgbClr val="002060"/>
                  </a:solidFill>
                </a:endParaRPr>
              </a:p>
            </p:txBody>
          </p:sp>
        </mc:Choice>
        <mc:Fallback xmlns="">
          <p:sp>
            <p:nvSpPr>
              <p:cNvPr id="59" name="TextBox 58">
                <a:extLst>
                  <a:ext uri="{FF2B5EF4-FFF2-40B4-BE49-F238E27FC236}">
                    <a16:creationId xmlns:a16="http://schemas.microsoft.com/office/drawing/2014/main" id="{4820223A-F756-4359-B7E4-941F5E3277FE}"/>
                  </a:ext>
                </a:extLst>
              </p:cNvPr>
              <p:cNvSpPr txBox="1">
                <a:spLocks noRot="1" noChangeAspect="1" noMove="1" noResize="1" noEditPoints="1" noAdjustHandles="1" noChangeArrowheads="1" noChangeShapeType="1" noTextEdit="1"/>
              </p:cNvSpPr>
              <p:nvPr/>
            </p:nvSpPr>
            <p:spPr>
              <a:xfrm>
                <a:off x="10597782" y="3851996"/>
                <a:ext cx="880455"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F7268A38-937D-4BCD-8A10-D7CCC4BB2BB1}"/>
                  </a:ext>
                </a:extLst>
              </p:cNvPr>
              <p:cNvSpPr txBox="1"/>
              <p:nvPr/>
            </p:nvSpPr>
            <p:spPr>
              <a:xfrm>
                <a:off x="5327813" y="3990104"/>
                <a:ext cx="880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48</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60" name="TextBox 59">
                <a:extLst>
                  <a:ext uri="{FF2B5EF4-FFF2-40B4-BE49-F238E27FC236}">
                    <a16:creationId xmlns:a16="http://schemas.microsoft.com/office/drawing/2014/main" id="{F7268A38-937D-4BCD-8A10-D7CCC4BB2BB1}"/>
                  </a:ext>
                </a:extLst>
              </p:cNvPr>
              <p:cNvSpPr txBox="1">
                <a:spLocks noRot="1" noChangeAspect="1" noMove="1" noResize="1" noEditPoints="1" noAdjustHandles="1" noChangeArrowheads="1" noChangeShapeType="1" noTextEdit="1"/>
              </p:cNvSpPr>
              <p:nvPr/>
            </p:nvSpPr>
            <p:spPr>
              <a:xfrm>
                <a:off x="5327813" y="3990104"/>
                <a:ext cx="880455"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712B6078-6BC3-480F-AD4C-08B41878C546}"/>
                  </a:ext>
                </a:extLst>
              </p:cNvPr>
              <p:cNvSpPr txBox="1"/>
              <p:nvPr/>
            </p:nvSpPr>
            <p:spPr>
              <a:xfrm>
                <a:off x="4890052" y="3990104"/>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61" name="TextBox 60">
                <a:extLst>
                  <a:ext uri="{FF2B5EF4-FFF2-40B4-BE49-F238E27FC236}">
                    <a16:creationId xmlns:a16="http://schemas.microsoft.com/office/drawing/2014/main" id="{712B6078-6BC3-480F-AD4C-08B41878C546}"/>
                  </a:ext>
                </a:extLst>
              </p:cNvPr>
              <p:cNvSpPr txBox="1">
                <a:spLocks noRot="1" noChangeAspect="1" noMove="1" noResize="1" noEditPoints="1" noAdjustHandles="1" noChangeArrowheads="1" noChangeShapeType="1" noTextEdit="1"/>
              </p:cNvSpPr>
              <p:nvPr/>
            </p:nvSpPr>
            <p:spPr>
              <a:xfrm>
                <a:off x="4890052" y="3990104"/>
                <a:ext cx="534127"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D7B0FAEA-BE62-4BF4-937E-CF85B6138148}"/>
                  </a:ext>
                </a:extLst>
              </p:cNvPr>
              <p:cNvSpPr txBox="1"/>
              <p:nvPr/>
            </p:nvSpPr>
            <p:spPr>
              <a:xfrm>
                <a:off x="6671182" y="4375216"/>
                <a:ext cx="541926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m:rPr>
                          <m:nor/>
                        </m:rPr>
                        <a:rPr lang="en-GB" sz="2800" smtClean="0">
                          <a:solidFill>
                            <a:srgbClr val="002060"/>
                          </a:solidFill>
                        </a:rPr>
                        <m:t>(2, 3, 4, ..., 10, </m:t>
                      </m:r>
                      <m:r>
                        <m:rPr>
                          <m:nor/>
                        </m:rPr>
                        <a:rPr lang="en-GB" sz="2800" smtClean="0">
                          <a:solidFill>
                            <a:srgbClr val="002060"/>
                          </a:solidFill>
                        </a:rPr>
                        <m:t>Jack</m:t>
                      </m:r>
                      <m:r>
                        <m:rPr>
                          <m:nor/>
                        </m:rPr>
                        <a:rPr lang="en-GB" sz="2800" smtClean="0">
                          <a:solidFill>
                            <a:srgbClr val="002060"/>
                          </a:solidFill>
                        </a:rPr>
                        <m:t>, </m:t>
                      </m:r>
                      <m:r>
                        <m:rPr>
                          <m:nor/>
                        </m:rPr>
                        <a:rPr lang="en-GB" sz="2800" smtClean="0">
                          <a:solidFill>
                            <a:srgbClr val="002060"/>
                          </a:solidFill>
                        </a:rPr>
                        <m:t>Queen</m:t>
                      </m:r>
                      <m:r>
                        <m:rPr>
                          <m:nor/>
                        </m:rPr>
                        <a:rPr lang="en-GB" sz="2800" smtClean="0">
                          <a:solidFill>
                            <a:srgbClr val="002060"/>
                          </a:solidFill>
                        </a:rPr>
                        <m:t>, </m:t>
                      </m:r>
                      <m:r>
                        <m:rPr>
                          <m:nor/>
                        </m:rPr>
                        <a:rPr lang="en-GB" sz="2800" smtClean="0">
                          <a:solidFill>
                            <a:srgbClr val="002060"/>
                          </a:solidFill>
                        </a:rPr>
                        <m:t>King</m:t>
                      </m:r>
                      <m:r>
                        <m:rPr>
                          <m:nor/>
                        </m:rPr>
                        <a:rPr lang="en-GB" sz="2800" smtClean="0">
                          <a:solidFill>
                            <a:srgbClr val="002060"/>
                          </a:solidFill>
                        </a:rPr>
                        <m:t>, </m:t>
                      </m:r>
                      <m:r>
                        <m:rPr>
                          <m:nor/>
                        </m:rPr>
                        <a:rPr lang="en-GB" sz="2800" smtClean="0">
                          <a:solidFill>
                            <a:srgbClr val="002060"/>
                          </a:solidFill>
                        </a:rPr>
                        <m:t>Ace</m:t>
                      </m:r>
                      <m:r>
                        <m:rPr>
                          <m:nor/>
                        </m:rPr>
                        <a:rPr lang="en-GB" sz="2800" smtClean="0">
                          <a:solidFill>
                            <a:srgbClr val="002060"/>
                          </a:solidFill>
                        </a:rPr>
                        <m:t>)</m:t>
                      </m:r>
                    </m:oMath>
                  </m:oMathPara>
                </a14:m>
                <a:endParaRPr lang="en-IN" sz="2800" dirty="0">
                  <a:solidFill>
                    <a:srgbClr val="002060"/>
                  </a:solidFill>
                </a:endParaRPr>
              </a:p>
            </p:txBody>
          </p:sp>
        </mc:Choice>
        <mc:Fallback xmlns="">
          <p:sp>
            <p:nvSpPr>
              <p:cNvPr id="62" name="TextBox 61">
                <a:extLst>
                  <a:ext uri="{FF2B5EF4-FFF2-40B4-BE49-F238E27FC236}">
                    <a16:creationId xmlns:a16="http://schemas.microsoft.com/office/drawing/2014/main" id="{D7B0FAEA-BE62-4BF4-937E-CF85B6138148}"/>
                  </a:ext>
                </a:extLst>
              </p:cNvPr>
              <p:cNvSpPr txBox="1">
                <a:spLocks noRot="1" noChangeAspect="1" noMove="1" noResize="1" noEditPoints="1" noAdjustHandles="1" noChangeArrowheads="1" noChangeShapeType="1" noTextEdit="1"/>
              </p:cNvSpPr>
              <p:nvPr/>
            </p:nvSpPr>
            <p:spPr>
              <a:xfrm>
                <a:off x="6671182" y="4375216"/>
                <a:ext cx="5419260"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CA6D2A81-5357-48AF-9586-2F8D81F6FE95}"/>
                  </a:ext>
                </a:extLst>
              </p:cNvPr>
              <p:cNvSpPr txBox="1"/>
              <p:nvPr/>
            </p:nvSpPr>
            <p:spPr>
              <a:xfrm>
                <a:off x="2834234" y="4522696"/>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63" name="TextBox 62">
                <a:extLst>
                  <a:ext uri="{FF2B5EF4-FFF2-40B4-BE49-F238E27FC236}">
                    <a16:creationId xmlns:a16="http://schemas.microsoft.com/office/drawing/2014/main" id="{CA6D2A81-5357-48AF-9586-2F8D81F6FE95}"/>
                  </a:ext>
                </a:extLst>
              </p:cNvPr>
              <p:cNvSpPr txBox="1">
                <a:spLocks noRot="1" noChangeAspect="1" noMove="1" noResize="1" noEditPoints="1" noAdjustHandles="1" noChangeArrowheads="1" noChangeShapeType="1" noTextEdit="1"/>
              </p:cNvSpPr>
              <p:nvPr/>
            </p:nvSpPr>
            <p:spPr>
              <a:xfrm>
                <a:off x="2834234" y="4522696"/>
                <a:ext cx="534127"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A361A49C-6842-4F08-8BE4-A44CACC76CDE}"/>
                  </a:ext>
                </a:extLst>
              </p:cNvPr>
              <p:cNvSpPr txBox="1"/>
              <p:nvPr/>
            </p:nvSpPr>
            <p:spPr>
              <a:xfrm>
                <a:off x="3319492" y="4522696"/>
                <a:ext cx="801658"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624</m:t>
                      </m:r>
                    </m:oMath>
                  </m:oMathPara>
                </a14:m>
                <a:endParaRPr lang="en-IN" sz="2800" dirty="0">
                  <a:solidFill>
                    <a:srgbClr val="002060"/>
                  </a:solidFill>
                </a:endParaRPr>
              </a:p>
            </p:txBody>
          </p:sp>
        </mc:Choice>
        <mc:Fallback xmlns="">
          <p:sp>
            <p:nvSpPr>
              <p:cNvPr id="64" name="TextBox 63">
                <a:extLst>
                  <a:ext uri="{FF2B5EF4-FFF2-40B4-BE49-F238E27FC236}">
                    <a16:creationId xmlns:a16="http://schemas.microsoft.com/office/drawing/2014/main" id="{A361A49C-6842-4F08-8BE4-A44CACC76CDE}"/>
                  </a:ext>
                </a:extLst>
              </p:cNvPr>
              <p:cNvSpPr txBox="1">
                <a:spLocks noRot="1" noChangeAspect="1" noMove="1" noResize="1" noEditPoints="1" noAdjustHandles="1" noChangeArrowheads="1" noChangeShapeType="1" noTextEdit="1"/>
              </p:cNvSpPr>
              <p:nvPr/>
            </p:nvSpPr>
            <p:spPr>
              <a:xfrm>
                <a:off x="3319492" y="4522696"/>
                <a:ext cx="801658"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31CDB75F-300D-4CFE-9AF2-FFAABE10B01B}"/>
                  </a:ext>
                </a:extLst>
              </p:cNvPr>
              <p:cNvSpPr txBox="1"/>
              <p:nvPr/>
            </p:nvSpPr>
            <p:spPr>
              <a:xfrm>
                <a:off x="2040850" y="5610365"/>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X</m:t>
                          </m:r>
                        </m:e>
                      </m:d>
                    </m:oMath>
                  </m:oMathPara>
                </a14:m>
                <a:endParaRPr lang="en-IN" dirty="0">
                  <a:latin typeface="+mn-lt"/>
                </a:endParaRPr>
              </a:p>
            </p:txBody>
          </p:sp>
        </mc:Choice>
        <mc:Fallback xmlns="">
          <p:sp>
            <p:nvSpPr>
              <p:cNvPr id="68" name="TextBox 67">
                <a:extLst>
                  <a:ext uri="{FF2B5EF4-FFF2-40B4-BE49-F238E27FC236}">
                    <a16:creationId xmlns:a16="http://schemas.microsoft.com/office/drawing/2014/main" id="{31CDB75F-300D-4CFE-9AF2-FFAABE10B01B}"/>
                  </a:ext>
                </a:extLst>
              </p:cNvPr>
              <p:cNvSpPr txBox="1">
                <a:spLocks noRot="1" noChangeAspect="1" noMove="1" noResize="1" noEditPoints="1" noAdjustHandles="1" noChangeArrowheads="1" noChangeShapeType="1" noTextEdit="1"/>
              </p:cNvSpPr>
              <p:nvPr/>
            </p:nvSpPr>
            <p:spPr>
              <a:xfrm>
                <a:off x="2040850" y="5610365"/>
                <a:ext cx="900571"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25065C15-F8BA-4AEE-8BE1-3FA7976B434C}"/>
                  </a:ext>
                </a:extLst>
              </p:cNvPr>
              <p:cNvSpPr txBox="1"/>
              <p:nvPr/>
            </p:nvSpPr>
            <p:spPr>
              <a:xfrm>
                <a:off x="1594216" y="5610365"/>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69" name="TextBox 68">
                <a:extLst>
                  <a:ext uri="{FF2B5EF4-FFF2-40B4-BE49-F238E27FC236}">
                    <a16:creationId xmlns:a16="http://schemas.microsoft.com/office/drawing/2014/main" id="{25065C15-F8BA-4AEE-8BE1-3FA7976B434C}"/>
                  </a:ext>
                </a:extLst>
              </p:cNvPr>
              <p:cNvSpPr txBox="1">
                <a:spLocks noRot="1" noChangeAspect="1" noMove="1" noResize="1" noEditPoints="1" noAdjustHandles="1" noChangeArrowheads="1" noChangeShapeType="1" noTextEdit="1"/>
              </p:cNvSpPr>
              <p:nvPr/>
            </p:nvSpPr>
            <p:spPr>
              <a:xfrm>
                <a:off x="1594216" y="5610365"/>
                <a:ext cx="534127"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84E7B967-967E-4167-BE7B-A56D28BF4001}"/>
                  </a:ext>
                </a:extLst>
              </p:cNvPr>
              <p:cNvSpPr txBox="1"/>
              <p:nvPr/>
            </p:nvSpPr>
            <p:spPr>
              <a:xfrm>
                <a:off x="2827580" y="5377256"/>
                <a:ext cx="1502185"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X</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70" name="TextBox 69">
                <a:extLst>
                  <a:ext uri="{FF2B5EF4-FFF2-40B4-BE49-F238E27FC236}">
                    <a16:creationId xmlns:a16="http://schemas.microsoft.com/office/drawing/2014/main" id="{84E7B967-967E-4167-BE7B-A56D28BF4001}"/>
                  </a:ext>
                </a:extLst>
              </p:cNvPr>
              <p:cNvSpPr txBox="1">
                <a:spLocks noRot="1" noChangeAspect="1" noMove="1" noResize="1" noEditPoints="1" noAdjustHandles="1" noChangeArrowheads="1" noChangeShapeType="1" noTextEdit="1"/>
              </p:cNvSpPr>
              <p:nvPr/>
            </p:nvSpPr>
            <p:spPr>
              <a:xfrm>
                <a:off x="2827580" y="5377256"/>
                <a:ext cx="1502185" cy="989438"/>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53FB75F3-CF00-4D51-BEB3-FE501B1C3CFF}"/>
                  </a:ext>
                </a:extLst>
              </p:cNvPr>
              <p:cNvSpPr txBox="1"/>
              <p:nvPr/>
            </p:nvSpPr>
            <p:spPr>
              <a:xfrm>
                <a:off x="4203974" y="5421083"/>
                <a:ext cx="2160000"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i="1" dirty="0">
                              <a:latin typeface="Cambria Math" panose="02040503050406030204" pitchFamily="18" charset="0"/>
                            </a:rPr>
                            <m:t>624</m:t>
                          </m:r>
                        </m:num>
                        <m:den>
                          <m:r>
                            <a:rPr lang="en-IN" b="0" i="1" dirty="0" smtClean="0">
                              <a:latin typeface="Cambria Math" panose="02040503050406030204" pitchFamily="18" charset="0"/>
                            </a:rPr>
                            <m:t> </m:t>
                          </m:r>
                          <m:r>
                            <a:rPr lang="en-IN" i="1" dirty="0">
                              <a:latin typeface="Cambria Math" panose="02040503050406030204" pitchFamily="18" charset="0"/>
                            </a:rPr>
                            <m:t>2598960</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71" name="TextBox 70">
                <a:extLst>
                  <a:ext uri="{FF2B5EF4-FFF2-40B4-BE49-F238E27FC236}">
                    <a16:creationId xmlns:a16="http://schemas.microsoft.com/office/drawing/2014/main" id="{53FB75F3-CF00-4D51-BEB3-FE501B1C3CFF}"/>
                  </a:ext>
                </a:extLst>
              </p:cNvPr>
              <p:cNvSpPr txBox="1">
                <a:spLocks noRot="1" noChangeAspect="1" noMove="1" noResize="1" noEditPoints="1" noAdjustHandles="1" noChangeArrowheads="1" noChangeShapeType="1" noTextEdit="1"/>
              </p:cNvSpPr>
              <p:nvPr/>
            </p:nvSpPr>
            <p:spPr>
              <a:xfrm>
                <a:off x="4203974" y="5421083"/>
                <a:ext cx="2160000" cy="901785"/>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644583A4-D0A3-4AD9-A0AF-6C97E3561E2F}"/>
                  </a:ext>
                </a:extLst>
              </p:cNvPr>
              <p:cNvSpPr txBox="1"/>
              <p:nvPr/>
            </p:nvSpPr>
            <p:spPr>
              <a:xfrm>
                <a:off x="6363974" y="5421083"/>
                <a:ext cx="1822400"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nor/>
                            </m:rPr>
                            <a:rPr lang="en-IN" b="0" i="0" smtClean="0"/>
                            <m:t>1</m:t>
                          </m:r>
                        </m:num>
                        <m:den>
                          <m:r>
                            <m:rPr>
                              <m:nor/>
                            </m:rPr>
                            <a:rPr lang="en-IN" b="0" i="0" smtClean="0">
                              <a:latin typeface="Cambria Math" panose="02040503050406030204" pitchFamily="18" charset="0"/>
                            </a:rPr>
                            <m:t> </m:t>
                          </m:r>
                          <m:r>
                            <m:rPr>
                              <m:nor/>
                            </m:rPr>
                            <a:rPr lang="en-IN"/>
                            <m:t>4165</m:t>
                          </m:r>
                          <m:r>
                            <m:rPr>
                              <m:nor/>
                            </m:rPr>
                            <a:rPr lang="en-IN" b="0" i="0" smtClean="0"/>
                            <m:t> </m:t>
                          </m:r>
                        </m:den>
                      </m:f>
                    </m:oMath>
                  </m:oMathPara>
                </a14:m>
                <a:endParaRPr lang="en-IN" dirty="0">
                  <a:latin typeface="+mn-lt"/>
                </a:endParaRPr>
              </a:p>
            </p:txBody>
          </p:sp>
        </mc:Choice>
        <mc:Fallback xmlns="">
          <p:sp>
            <p:nvSpPr>
              <p:cNvPr id="72" name="TextBox 71">
                <a:extLst>
                  <a:ext uri="{FF2B5EF4-FFF2-40B4-BE49-F238E27FC236}">
                    <a16:creationId xmlns:a16="http://schemas.microsoft.com/office/drawing/2014/main" id="{644583A4-D0A3-4AD9-A0AF-6C97E3561E2F}"/>
                  </a:ext>
                </a:extLst>
              </p:cNvPr>
              <p:cNvSpPr txBox="1">
                <a:spLocks noRot="1" noChangeAspect="1" noMove="1" noResize="1" noEditPoints="1" noAdjustHandles="1" noChangeArrowheads="1" noChangeShapeType="1" noTextEdit="1"/>
              </p:cNvSpPr>
              <p:nvPr/>
            </p:nvSpPr>
            <p:spPr>
              <a:xfrm>
                <a:off x="6363974" y="5421083"/>
                <a:ext cx="1822400" cy="901785"/>
              </a:xfrm>
              <a:prstGeom prst="rect">
                <a:avLst/>
              </a:prstGeom>
              <a:blipFill>
                <a:blip r:embed="rId2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676554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 presetClass="entr" presetSubtype="2" fill="hold" grpId="0" nodeType="clickEffect">
                                  <p:stCondLst>
                                    <p:cond delay="0"/>
                                  </p:stCondLst>
                                  <p:childTnLst>
                                    <p:set>
                                      <p:cBhvr>
                                        <p:cTn id="62" dur="1" fill="hold">
                                          <p:stCondLst>
                                            <p:cond delay="0"/>
                                          </p:stCondLst>
                                        </p:cTn>
                                        <p:tgtEl>
                                          <p:spTgt spid="62"/>
                                        </p:tgtEl>
                                        <p:attrNameLst>
                                          <p:attrName>style.visibility</p:attrName>
                                        </p:attrNameLst>
                                      </p:cBhvr>
                                      <p:to>
                                        <p:strVal val="visible"/>
                                      </p:to>
                                    </p:set>
                                    <p:anim calcmode="lin" valueType="num">
                                      <p:cBhvr additive="base">
                                        <p:cTn id="63" dur="500" fill="hold"/>
                                        <p:tgtEl>
                                          <p:spTgt spid="62"/>
                                        </p:tgtEl>
                                        <p:attrNameLst>
                                          <p:attrName>ppt_x</p:attrName>
                                        </p:attrNameLst>
                                      </p:cBhvr>
                                      <p:tavLst>
                                        <p:tav tm="0">
                                          <p:val>
                                            <p:strVal val="1+#ppt_w/2"/>
                                          </p:val>
                                        </p:tav>
                                        <p:tav tm="100000">
                                          <p:val>
                                            <p:strVal val="#ppt_x"/>
                                          </p:val>
                                        </p:tav>
                                      </p:tavLst>
                                    </p:anim>
                                    <p:anim calcmode="lin" valueType="num">
                                      <p:cBhvr additive="base">
                                        <p:cTn id="64" dur="500" fill="hold"/>
                                        <p:tgtEl>
                                          <p:spTgt spid="62"/>
                                        </p:tgtEl>
                                        <p:attrNameLst>
                                          <p:attrName>ppt_y</p:attrName>
                                        </p:attrNameLst>
                                      </p:cBhvr>
                                      <p:tavLst>
                                        <p:tav tm="0">
                                          <p:val>
                                            <p:strVal val="#ppt_y"/>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5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6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6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63"/>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64"/>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69"/>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68"/>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70"/>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71"/>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9" grpId="0"/>
      <p:bldP spid="40" grpId="0"/>
      <p:bldP spid="41" grpId="0"/>
      <p:bldP spid="42" grpId="0"/>
      <p:bldP spid="49" grpId="0" animBg="1"/>
      <p:bldP spid="51" grpId="0" animBg="1"/>
      <p:bldP spid="52" grpId="0" animBg="1"/>
      <p:bldP spid="53" grpId="0" animBg="1"/>
      <p:bldP spid="54" grpId="0"/>
      <p:bldP spid="55" grpId="0"/>
      <p:bldP spid="56" grpId="0"/>
      <p:bldP spid="57" grpId="0"/>
      <p:bldP spid="58" grpId="0" animBg="1"/>
      <p:bldP spid="59" grpId="0"/>
      <p:bldP spid="60" grpId="0"/>
      <p:bldP spid="61" grpId="0"/>
      <p:bldP spid="62" grpId="0"/>
      <p:bldP spid="63" grpId="0"/>
      <p:bldP spid="64" grpId="0"/>
      <p:bldP spid="68" grpId="0" animBg="1"/>
      <p:bldP spid="69" grpId="0" animBg="1"/>
      <p:bldP spid="70" grpId="0" animBg="1"/>
      <p:bldP spid="71" grpId="0" animBg="1"/>
      <p:bldP spid="72"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12240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spcAft>
                    <a:spcPts val="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dirty="0"/>
                  <a:t>An integer is chosen at random from the first </a:t>
                </a:r>
                <a14:m>
                  <m:oMath xmlns:m="http://schemas.openxmlformats.org/officeDocument/2006/math">
                    <m:r>
                      <a:rPr lang="en-GB" i="1" dirty="0" smtClean="0">
                        <a:latin typeface="Cambria Math" panose="02040503050406030204" pitchFamily="18" charset="0"/>
                      </a:rPr>
                      <m:t>200</m:t>
                    </m:r>
                  </m:oMath>
                </a14:m>
                <a:r>
                  <a:rPr lang="en-GB" dirty="0"/>
                  <a:t> positive integers. What is the probability that the integer is divisible by </a:t>
                </a:r>
                <a14:m>
                  <m:oMath xmlns:m="http://schemas.openxmlformats.org/officeDocument/2006/math">
                    <m:r>
                      <a:rPr lang="en-GB" i="1" dirty="0" smtClean="0">
                        <a:latin typeface="Cambria Math" panose="02040503050406030204" pitchFamily="18" charset="0"/>
                      </a:rPr>
                      <m:t>6</m:t>
                    </m:r>
                  </m:oMath>
                </a14:m>
                <a:r>
                  <a:rPr lang="en-GB" dirty="0"/>
                  <a:t> or </a:t>
                </a:r>
                <a14:m>
                  <m:oMath xmlns:m="http://schemas.openxmlformats.org/officeDocument/2006/math">
                    <m:r>
                      <a:rPr lang="en-GB" i="1" dirty="0" smtClean="0">
                        <a:latin typeface="Cambria Math" panose="02040503050406030204" pitchFamily="18" charset="0"/>
                      </a:rPr>
                      <m:t>8</m:t>
                    </m:r>
                  </m:oMath>
                </a14:m>
                <a:r>
                  <a:rPr lang="en-GB" dirty="0"/>
                  <a:t>?</a:t>
                </a:r>
                <a:endParaRPr lang="en-US" dirty="0">
                  <a:latin typeface="+mj-lt"/>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1224000"/>
              </a:xfrm>
              <a:prstGeom prst="rect">
                <a:avLst/>
              </a:prstGeom>
              <a:blipFill>
                <a:blip r:embed="rId2"/>
                <a:stretch>
                  <a:fillRect l="-1074" r="-1074" b="-4975"/>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2.2 ⇝ Example 6</a:t>
            </a:r>
            <a:endParaRPr lang="en-US" dirty="0"/>
          </a:p>
        </p:txBody>
      </p:sp>
      <p:sp>
        <p:nvSpPr>
          <p:cNvPr id="4" name="Content Placeholder 2"/>
          <p:cNvSpPr txBox="1">
            <a:spLocks/>
          </p:cNvSpPr>
          <p:nvPr/>
        </p:nvSpPr>
        <p:spPr>
          <a:xfrm>
            <a:off x="131176" y="2248477"/>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886DF7E2-687A-4110-9D71-A3760BFADB44}"/>
                  </a:ext>
                </a:extLst>
              </p:cNvPr>
              <p:cNvSpPr txBox="1"/>
              <p:nvPr/>
            </p:nvSpPr>
            <p:spPr>
              <a:xfrm>
                <a:off x="1594215" y="2248477"/>
                <a:ext cx="4266835" cy="523220"/>
              </a:xfrm>
              <a:prstGeom prst="rect">
                <a:avLst/>
              </a:prstGeom>
              <a:noFill/>
            </p:spPr>
            <p:txBody>
              <a:bodyPr wrap="square">
                <a:spAutoFit/>
              </a:bodyPr>
              <a:lstStyle/>
              <a:p>
                <a:r>
                  <a:rPr lang="en-GB" sz="2800" dirty="0">
                    <a:solidFill>
                      <a:srgbClr val="002060"/>
                    </a:solidFill>
                  </a:rPr>
                  <a:t>Total integers from </a:t>
                </a:r>
                <a14:m>
                  <m:oMath xmlns:m="http://schemas.openxmlformats.org/officeDocument/2006/math">
                    <m:r>
                      <a:rPr lang="en-GB" sz="2800" i="1" dirty="0" smtClean="0">
                        <a:solidFill>
                          <a:srgbClr val="002060"/>
                        </a:solidFill>
                        <a:latin typeface="Cambria Math" panose="02040503050406030204" pitchFamily="18" charset="0"/>
                      </a:rPr>
                      <m:t>1</m:t>
                    </m:r>
                  </m:oMath>
                </a14:m>
                <a:r>
                  <a:rPr lang="en-GB" sz="2800" dirty="0">
                    <a:solidFill>
                      <a:srgbClr val="002060"/>
                    </a:solidFill>
                  </a:rPr>
                  <a:t> to </a:t>
                </a:r>
                <a14:m>
                  <m:oMath xmlns:m="http://schemas.openxmlformats.org/officeDocument/2006/math">
                    <m:r>
                      <a:rPr lang="en-GB" sz="2800" i="1" dirty="0" smtClean="0">
                        <a:solidFill>
                          <a:srgbClr val="002060"/>
                        </a:solidFill>
                        <a:latin typeface="Cambria Math" panose="02040503050406030204" pitchFamily="18" charset="0"/>
                      </a:rPr>
                      <m:t>200</m:t>
                    </m:r>
                  </m:oMath>
                </a14:m>
                <a:r>
                  <a:rPr lang="en-GB" sz="2800" dirty="0">
                    <a:solidFill>
                      <a:srgbClr val="002060"/>
                    </a:solidFill>
                  </a:rPr>
                  <a:t>:</a:t>
                </a:r>
                <a:endParaRPr lang="en-IN" sz="2800" dirty="0">
                  <a:solidFill>
                    <a:srgbClr val="002060"/>
                  </a:solidFill>
                </a:endParaRPr>
              </a:p>
            </p:txBody>
          </p:sp>
        </mc:Choice>
        <mc:Fallback xmlns="">
          <p:sp>
            <p:nvSpPr>
              <p:cNvPr id="39" name="TextBox 38">
                <a:extLst>
                  <a:ext uri="{FF2B5EF4-FFF2-40B4-BE49-F238E27FC236}">
                    <a16:creationId xmlns:a16="http://schemas.microsoft.com/office/drawing/2014/main" id="{886DF7E2-687A-4110-9D71-A3760BFADB44}"/>
                  </a:ext>
                </a:extLst>
              </p:cNvPr>
              <p:cNvSpPr txBox="1">
                <a:spLocks noRot="1" noChangeAspect="1" noMove="1" noResize="1" noEditPoints="1" noAdjustHandles="1" noChangeArrowheads="1" noChangeShapeType="1" noTextEdit="1"/>
              </p:cNvSpPr>
              <p:nvPr/>
            </p:nvSpPr>
            <p:spPr>
              <a:xfrm>
                <a:off x="1594215" y="2248477"/>
                <a:ext cx="4266835" cy="523220"/>
              </a:xfrm>
              <a:prstGeom prst="rect">
                <a:avLst/>
              </a:prstGeom>
              <a:blipFill>
                <a:blip r:embed="rId3"/>
                <a:stretch>
                  <a:fillRect l="-3004" t="-11628" r="-1574"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91C11A8F-DC44-48A4-8F1F-83D3E17670A0}"/>
                  </a:ext>
                </a:extLst>
              </p:cNvPr>
              <p:cNvSpPr txBox="1"/>
              <p:nvPr/>
            </p:nvSpPr>
            <p:spPr>
              <a:xfrm>
                <a:off x="1592773" y="2762186"/>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GB" b="0" i="0" dirty="0" smtClean="0">
                              <a:latin typeface="Cambria Math" panose="02040503050406030204" pitchFamily="18" charset="0"/>
                            </a:rPr>
                            <m:t>S</m:t>
                          </m:r>
                        </m:e>
                      </m:d>
                    </m:oMath>
                  </m:oMathPara>
                </a14:m>
                <a:endParaRPr lang="en-IN" dirty="0">
                  <a:latin typeface="+mn-lt"/>
                </a:endParaRPr>
              </a:p>
            </p:txBody>
          </p:sp>
        </mc:Choice>
        <mc:Fallback xmlns="">
          <p:sp>
            <p:nvSpPr>
              <p:cNvPr id="40" name="TextBox 39">
                <a:extLst>
                  <a:ext uri="{FF2B5EF4-FFF2-40B4-BE49-F238E27FC236}">
                    <a16:creationId xmlns:a16="http://schemas.microsoft.com/office/drawing/2014/main" id="{91C11A8F-DC44-48A4-8F1F-83D3E17670A0}"/>
                  </a:ext>
                </a:extLst>
              </p:cNvPr>
              <p:cNvSpPr txBox="1">
                <a:spLocks noRot="1" noChangeAspect="1" noMove="1" noResize="1" noEditPoints="1" noAdjustHandles="1" noChangeArrowheads="1" noChangeShapeType="1" noTextEdit="1"/>
              </p:cNvSpPr>
              <p:nvPr/>
            </p:nvSpPr>
            <p:spPr>
              <a:xfrm>
                <a:off x="1592773" y="2762186"/>
                <a:ext cx="863234"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0C7F9C32-AD9A-4647-8A9C-30E1C24A27CD}"/>
                  </a:ext>
                </a:extLst>
              </p:cNvPr>
              <p:cNvSpPr txBox="1"/>
              <p:nvPr/>
            </p:nvSpPr>
            <p:spPr>
              <a:xfrm>
                <a:off x="2383190" y="2758236"/>
                <a:ext cx="116653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i="1" dirty="0" smtClean="0">
                          <a:solidFill>
                            <a:srgbClr val="002060"/>
                          </a:solidFill>
                          <a:latin typeface="Cambria Math" panose="02040503050406030204" pitchFamily="18" charset="0"/>
                        </a:rPr>
                        <m:t>2</m:t>
                      </m:r>
                      <m:r>
                        <a:rPr lang="en-IN" sz="2800" b="0" i="1" dirty="0" smtClean="0">
                          <a:solidFill>
                            <a:srgbClr val="002060"/>
                          </a:solidFill>
                          <a:latin typeface="Cambria Math" panose="02040503050406030204" pitchFamily="18" charset="0"/>
                        </a:rPr>
                        <m:t>00</m:t>
                      </m:r>
                    </m:oMath>
                  </m:oMathPara>
                </a14:m>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0C7F9C32-AD9A-4647-8A9C-30E1C24A27CD}"/>
                  </a:ext>
                </a:extLst>
              </p:cNvPr>
              <p:cNvSpPr txBox="1">
                <a:spLocks noRot="1" noChangeAspect="1" noMove="1" noResize="1" noEditPoints="1" noAdjustHandles="1" noChangeArrowheads="1" noChangeShapeType="1" noTextEdit="1"/>
              </p:cNvSpPr>
              <p:nvPr/>
            </p:nvSpPr>
            <p:spPr>
              <a:xfrm>
                <a:off x="2383190" y="2758236"/>
                <a:ext cx="1166532"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A05E71A-AFC5-4430-8D7C-E80194FB2B12}"/>
                  </a:ext>
                </a:extLst>
              </p:cNvPr>
              <p:cNvSpPr txBox="1"/>
              <p:nvPr/>
            </p:nvSpPr>
            <p:spPr>
              <a:xfrm>
                <a:off x="1594218" y="3289304"/>
                <a:ext cx="65308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m:rPr>
                        <m:sty m:val="p"/>
                      </m:rPr>
                      <a:rPr lang="en-IN" b="0" i="0" dirty="0" smtClean="0">
                        <a:latin typeface="Cambria Math" panose="02040503050406030204" pitchFamily="18" charset="0"/>
                      </a:rPr>
                      <m:t>A</m:t>
                    </m:r>
                  </m:oMath>
                </a14:m>
                <a:r>
                  <a:rPr lang="en-IN" dirty="0">
                    <a:latin typeface="+mn-lt"/>
                  </a:rPr>
                  <a:t> :</a:t>
                </a:r>
              </a:p>
            </p:txBody>
          </p:sp>
        </mc:Choice>
        <mc:Fallback xmlns="">
          <p:sp>
            <p:nvSpPr>
              <p:cNvPr id="49" name="TextBox 48">
                <a:extLst>
                  <a:ext uri="{FF2B5EF4-FFF2-40B4-BE49-F238E27FC236}">
                    <a16:creationId xmlns:a16="http://schemas.microsoft.com/office/drawing/2014/main" id="{9A05E71A-AFC5-4430-8D7C-E80194FB2B12}"/>
                  </a:ext>
                </a:extLst>
              </p:cNvPr>
              <p:cNvSpPr txBox="1">
                <a:spLocks noRot="1" noChangeAspect="1" noMove="1" noResize="1" noEditPoints="1" noAdjustHandles="1" noChangeArrowheads="1" noChangeShapeType="1" noTextEdit="1"/>
              </p:cNvSpPr>
              <p:nvPr/>
            </p:nvSpPr>
            <p:spPr>
              <a:xfrm>
                <a:off x="1594218" y="3289304"/>
                <a:ext cx="653080" cy="523220"/>
              </a:xfrm>
              <a:prstGeom prst="rect">
                <a:avLst/>
              </a:prstGeom>
              <a:blipFill>
                <a:blip r:embed="rId6"/>
                <a:stretch>
                  <a:fillRect t="-11765" r="-4673"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34DA4023-4F8E-48BC-8D99-701CEDF2A832}"/>
                  </a:ext>
                </a:extLst>
              </p:cNvPr>
              <p:cNvSpPr txBox="1"/>
              <p:nvPr/>
            </p:nvSpPr>
            <p:spPr>
              <a:xfrm>
                <a:off x="2113868" y="3289018"/>
                <a:ext cx="351494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i="0" dirty="0">
                    <a:latin typeface="+mj-lt"/>
                  </a:rPr>
                  <a:t>number is divisible by </a:t>
                </a:r>
                <a14:m>
                  <m:oMath xmlns:m="http://schemas.openxmlformats.org/officeDocument/2006/math">
                    <m:r>
                      <a:rPr lang="en-GB" i="1" dirty="0" smtClean="0">
                        <a:latin typeface="Cambria Math" panose="02040503050406030204" pitchFamily="18" charset="0"/>
                      </a:rPr>
                      <m:t>6</m:t>
                    </m:r>
                  </m:oMath>
                </a14:m>
                <a:endParaRPr lang="en-IN" dirty="0">
                  <a:latin typeface="+mn-lt"/>
                </a:endParaRPr>
              </a:p>
            </p:txBody>
          </p:sp>
        </mc:Choice>
        <mc:Fallback xmlns="">
          <p:sp>
            <p:nvSpPr>
              <p:cNvPr id="51" name="TextBox 50">
                <a:extLst>
                  <a:ext uri="{FF2B5EF4-FFF2-40B4-BE49-F238E27FC236}">
                    <a16:creationId xmlns:a16="http://schemas.microsoft.com/office/drawing/2014/main" id="{34DA4023-4F8E-48BC-8D99-701CEDF2A832}"/>
                  </a:ext>
                </a:extLst>
              </p:cNvPr>
              <p:cNvSpPr txBox="1">
                <a:spLocks noRot="1" noChangeAspect="1" noMove="1" noResize="1" noEditPoints="1" noAdjustHandles="1" noChangeArrowheads="1" noChangeShapeType="1" noTextEdit="1"/>
              </p:cNvSpPr>
              <p:nvPr/>
            </p:nvSpPr>
            <p:spPr>
              <a:xfrm>
                <a:off x="2113868" y="3289018"/>
                <a:ext cx="3514949" cy="523220"/>
              </a:xfrm>
              <a:prstGeom prst="rect">
                <a:avLst/>
              </a:prstGeom>
              <a:blipFill>
                <a:blip r:embed="rId7"/>
                <a:stretch>
                  <a:fillRect l="-3646" t="-1176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C5BD57E2-C3E3-4CFB-9D3B-54FC8D393048}"/>
                  </a:ext>
                </a:extLst>
              </p:cNvPr>
              <p:cNvSpPr txBox="1"/>
              <p:nvPr/>
            </p:nvSpPr>
            <p:spPr>
              <a:xfrm>
                <a:off x="2040850" y="4629962"/>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oMath>
                  </m:oMathPara>
                </a14:m>
                <a:endParaRPr lang="en-IN" dirty="0">
                  <a:latin typeface="+mn-lt"/>
                </a:endParaRPr>
              </a:p>
            </p:txBody>
          </p:sp>
        </mc:Choice>
        <mc:Fallback xmlns="">
          <p:sp>
            <p:nvSpPr>
              <p:cNvPr id="52" name="TextBox 51">
                <a:extLst>
                  <a:ext uri="{FF2B5EF4-FFF2-40B4-BE49-F238E27FC236}">
                    <a16:creationId xmlns:a16="http://schemas.microsoft.com/office/drawing/2014/main" id="{C5BD57E2-C3E3-4CFB-9D3B-54FC8D393048}"/>
                  </a:ext>
                </a:extLst>
              </p:cNvPr>
              <p:cNvSpPr txBox="1">
                <a:spLocks noRot="1" noChangeAspect="1" noMove="1" noResize="1" noEditPoints="1" noAdjustHandles="1" noChangeArrowheads="1" noChangeShapeType="1" noTextEdit="1"/>
              </p:cNvSpPr>
              <p:nvPr/>
            </p:nvSpPr>
            <p:spPr>
              <a:xfrm>
                <a:off x="2040850" y="4629962"/>
                <a:ext cx="900571"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5E33BD1B-A76B-407E-8622-005C53568820}"/>
                  </a:ext>
                </a:extLst>
              </p:cNvPr>
              <p:cNvSpPr txBox="1"/>
              <p:nvPr/>
            </p:nvSpPr>
            <p:spPr>
              <a:xfrm>
                <a:off x="1594216" y="4629962"/>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53" name="TextBox 52">
                <a:extLst>
                  <a:ext uri="{FF2B5EF4-FFF2-40B4-BE49-F238E27FC236}">
                    <a16:creationId xmlns:a16="http://schemas.microsoft.com/office/drawing/2014/main" id="{5E33BD1B-A76B-407E-8622-005C53568820}"/>
                  </a:ext>
                </a:extLst>
              </p:cNvPr>
              <p:cNvSpPr txBox="1">
                <a:spLocks noRot="1" noChangeAspect="1" noMove="1" noResize="1" noEditPoints="1" noAdjustHandles="1" noChangeArrowheads="1" noChangeShapeType="1" noTextEdit="1"/>
              </p:cNvSpPr>
              <p:nvPr/>
            </p:nvSpPr>
            <p:spPr>
              <a:xfrm>
                <a:off x="1594216" y="4629962"/>
                <a:ext cx="534127"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E18CAA0D-B8BA-48CA-89DF-09865F6519E0}"/>
                  </a:ext>
                </a:extLst>
              </p:cNvPr>
              <p:cNvSpPr txBox="1"/>
              <p:nvPr/>
            </p:nvSpPr>
            <p:spPr>
              <a:xfrm>
                <a:off x="2831711" y="4629962"/>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4" name="TextBox 53">
                <a:extLst>
                  <a:ext uri="{FF2B5EF4-FFF2-40B4-BE49-F238E27FC236}">
                    <a16:creationId xmlns:a16="http://schemas.microsoft.com/office/drawing/2014/main" id="{E18CAA0D-B8BA-48CA-89DF-09865F6519E0}"/>
                  </a:ext>
                </a:extLst>
              </p:cNvPr>
              <p:cNvSpPr txBox="1">
                <a:spLocks noRot="1" noChangeAspect="1" noMove="1" noResize="1" noEditPoints="1" noAdjustHandles="1" noChangeArrowheads="1" noChangeShapeType="1" noTextEdit="1"/>
              </p:cNvSpPr>
              <p:nvPr/>
            </p:nvSpPr>
            <p:spPr>
              <a:xfrm>
                <a:off x="2831711" y="4629962"/>
                <a:ext cx="534127"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6E1D30E8-1B2E-4501-84C7-61402E8E419A}"/>
                  </a:ext>
                </a:extLst>
              </p:cNvPr>
              <p:cNvSpPr txBox="1"/>
              <p:nvPr/>
            </p:nvSpPr>
            <p:spPr>
              <a:xfrm>
                <a:off x="6178665" y="4629962"/>
                <a:ext cx="985034"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33</m:t>
                      </m:r>
                    </m:oMath>
                  </m:oMathPara>
                </a14:m>
                <a:endParaRPr lang="en-IN" sz="2800" dirty="0">
                  <a:solidFill>
                    <a:srgbClr val="002060"/>
                  </a:solidFill>
                </a:endParaRPr>
              </a:p>
            </p:txBody>
          </p:sp>
        </mc:Choice>
        <mc:Fallback xmlns="">
          <p:sp>
            <p:nvSpPr>
              <p:cNvPr id="55" name="TextBox 54">
                <a:extLst>
                  <a:ext uri="{FF2B5EF4-FFF2-40B4-BE49-F238E27FC236}">
                    <a16:creationId xmlns:a16="http://schemas.microsoft.com/office/drawing/2014/main" id="{6E1D30E8-1B2E-4501-84C7-61402E8E419A}"/>
                  </a:ext>
                </a:extLst>
              </p:cNvPr>
              <p:cNvSpPr txBox="1">
                <a:spLocks noRot="1" noChangeAspect="1" noMove="1" noResize="1" noEditPoints="1" noAdjustHandles="1" noChangeArrowheads="1" noChangeShapeType="1" noTextEdit="1"/>
              </p:cNvSpPr>
              <p:nvPr/>
            </p:nvSpPr>
            <p:spPr>
              <a:xfrm>
                <a:off x="6178665" y="4629962"/>
                <a:ext cx="985034"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3D9EB35-26E8-40E1-AFA7-BBCAAFCBB1CB}"/>
                  </a:ext>
                </a:extLst>
              </p:cNvPr>
              <p:cNvSpPr txBox="1"/>
              <p:nvPr/>
            </p:nvSpPr>
            <p:spPr>
              <a:xfrm>
                <a:off x="4456520" y="4629962"/>
                <a:ext cx="182656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d>
                        <m:dPr>
                          <m:begChr m:val="⌊"/>
                          <m:endChr m:val="⌋"/>
                          <m:ctrlPr>
                            <a:rPr lang="en-IN" sz="2800" i="1" dirty="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33.33 </m:t>
                          </m:r>
                        </m:e>
                      </m:d>
                    </m:oMath>
                  </m:oMathPara>
                </a14:m>
                <a:endParaRPr lang="en-IN" sz="2800" dirty="0">
                  <a:solidFill>
                    <a:srgbClr val="002060"/>
                  </a:solidFill>
                </a:endParaRPr>
              </a:p>
            </p:txBody>
          </p:sp>
        </mc:Choice>
        <mc:Fallback xmlns="">
          <p:sp>
            <p:nvSpPr>
              <p:cNvPr id="56" name="TextBox 55">
                <a:extLst>
                  <a:ext uri="{FF2B5EF4-FFF2-40B4-BE49-F238E27FC236}">
                    <a16:creationId xmlns:a16="http://schemas.microsoft.com/office/drawing/2014/main" id="{F3D9EB35-26E8-40E1-AFA7-BBCAAFCBB1CB}"/>
                  </a:ext>
                </a:extLst>
              </p:cNvPr>
              <p:cNvSpPr txBox="1">
                <a:spLocks noRot="1" noChangeAspect="1" noMove="1" noResize="1" noEditPoints="1" noAdjustHandles="1" noChangeArrowheads="1" noChangeShapeType="1" noTextEdit="1"/>
              </p:cNvSpPr>
              <p:nvPr/>
            </p:nvSpPr>
            <p:spPr>
              <a:xfrm>
                <a:off x="4456520" y="4629962"/>
                <a:ext cx="1826565"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5B897876-09F9-415C-9D54-B15A4345CD69}"/>
                  </a:ext>
                </a:extLst>
              </p:cNvPr>
              <p:cNvSpPr txBox="1"/>
              <p:nvPr/>
            </p:nvSpPr>
            <p:spPr>
              <a:xfrm>
                <a:off x="3256127" y="4366075"/>
                <a:ext cx="1304812" cy="1050993"/>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d>
                        <m:dPr>
                          <m:begChr m:val="⌊"/>
                          <m:endChr m:val="⌋"/>
                          <m:ctrlPr>
                            <a:rPr lang="en-IN" sz="2800" b="0" i="1" dirty="0" smtClean="0">
                              <a:solidFill>
                                <a:srgbClr val="002060"/>
                              </a:solidFill>
                              <a:latin typeface="Cambria Math" panose="02040503050406030204" pitchFamily="18" charset="0"/>
                            </a:rPr>
                          </m:ctrlPr>
                        </m:dPr>
                        <m:e>
                          <m:eqArr>
                            <m:eqArrPr>
                              <m:ctrlPr>
                                <a:rPr lang="en-IN" sz="2800" b="0" i="1" dirty="0" smtClean="0">
                                  <a:solidFill>
                                    <a:srgbClr val="002060"/>
                                  </a:solidFill>
                                  <a:latin typeface="Cambria Math" panose="02040503050406030204" pitchFamily="18" charset="0"/>
                                </a:rPr>
                              </m:ctrlPr>
                            </m:eqArrPr>
                            <m:e>
                              <m:r>
                                <a:rPr lang="en-IN" sz="2800" b="0" i="1" dirty="0" smtClean="0">
                                  <a:solidFill>
                                    <a:srgbClr val="002060"/>
                                  </a:solidFill>
                                  <a:latin typeface="Cambria Math" panose="02040503050406030204" pitchFamily="18" charset="0"/>
                                </a:rPr>
                                <m:t> </m:t>
                              </m:r>
                            </m:e>
                            <m:e>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 200 </m:t>
                                  </m:r>
                                </m:num>
                                <m:den>
                                  <m:r>
                                    <a:rPr lang="en-IN" sz="2800" b="0" i="1" dirty="0" smtClean="0">
                                      <a:solidFill>
                                        <a:srgbClr val="002060"/>
                                      </a:solidFill>
                                      <a:latin typeface="Cambria Math" panose="02040503050406030204" pitchFamily="18" charset="0"/>
                                    </a:rPr>
                                    <m:t>6</m:t>
                                  </m:r>
                                </m:den>
                              </m:f>
                            </m:e>
                          </m:eqArr>
                        </m:e>
                      </m:d>
                    </m:oMath>
                  </m:oMathPara>
                </a14:m>
                <a:endParaRPr lang="en-IN" sz="2800" dirty="0">
                  <a:solidFill>
                    <a:srgbClr val="002060"/>
                  </a:solidFill>
                </a:endParaRPr>
              </a:p>
            </p:txBody>
          </p:sp>
        </mc:Choice>
        <mc:Fallback xmlns="">
          <p:sp>
            <p:nvSpPr>
              <p:cNvPr id="57" name="TextBox 56">
                <a:extLst>
                  <a:ext uri="{FF2B5EF4-FFF2-40B4-BE49-F238E27FC236}">
                    <a16:creationId xmlns:a16="http://schemas.microsoft.com/office/drawing/2014/main" id="{5B897876-09F9-415C-9D54-B15A4345CD69}"/>
                  </a:ext>
                </a:extLst>
              </p:cNvPr>
              <p:cNvSpPr txBox="1">
                <a:spLocks noRot="1" noChangeAspect="1" noMove="1" noResize="1" noEditPoints="1" noAdjustHandles="1" noChangeArrowheads="1" noChangeShapeType="1" noTextEdit="1"/>
              </p:cNvSpPr>
              <p:nvPr/>
            </p:nvSpPr>
            <p:spPr>
              <a:xfrm>
                <a:off x="3256127" y="4366075"/>
                <a:ext cx="1304812" cy="1050993"/>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818335E4-B10B-4650-BE79-AD44042D1482}"/>
                  </a:ext>
                </a:extLst>
              </p:cNvPr>
              <p:cNvSpPr txBox="1"/>
              <p:nvPr/>
            </p:nvSpPr>
            <p:spPr>
              <a:xfrm>
                <a:off x="1594218" y="3806625"/>
                <a:ext cx="65308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m:rPr>
                        <m:sty m:val="p"/>
                      </m:rPr>
                      <a:rPr lang="en-IN" b="0" i="0" dirty="0" smtClean="0">
                        <a:latin typeface="Cambria Math" panose="02040503050406030204" pitchFamily="18" charset="0"/>
                      </a:rPr>
                      <m:t>B</m:t>
                    </m:r>
                  </m:oMath>
                </a14:m>
                <a:r>
                  <a:rPr lang="en-IN" dirty="0">
                    <a:latin typeface="+mn-lt"/>
                  </a:rPr>
                  <a:t> :</a:t>
                </a:r>
              </a:p>
            </p:txBody>
          </p:sp>
        </mc:Choice>
        <mc:Fallback xmlns="">
          <p:sp>
            <p:nvSpPr>
              <p:cNvPr id="29" name="TextBox 28">
                <a:extLst>
                  <a:ext uri="{FF2B5EF4-FFF2-40B4-BE49-F238E27FC236}">
                    <a16:creationId xmlns:a16="http://schemas.microsoft.com/office/drawing/2014/main" id="{818335E4-B10B-4650-BE79-AD44042D1482}"/>
                  </a:ext>
                </a:extLst>
              </p:cNvPr>
              <p:cNvSpPr txBox="1">
                <a:spLocks noRot="1" noChangeAspect="1" noMove="1" noResize="1" noEditPoints="1" noAdjustHandles="1" noChangeArrowheads="1" noChangeShapeType="1" noTextEdit="1"/>
              </p:cNvSpPr>
              <p:nvPr/>
            </p:nvSpPr>
            <p:spPr>
              <a:xfrm>
                <a:off x="1594218" y="3806625"/>
                <a:ext cx="653080" cy="523220"/>
              </a:xfrm>
              <a:prstGeom prst="rect">
                <a:avLst/>
              </a:prstGeom>
              <a:blipFill>
                <a:blip r:embed="rId14"/>
                <a:stretch>
                  <a:fillRect t="-10465" r="-4673"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E757A542-0F4C-4ED9-B36C-DFA0DF7AB251}"/>
                  </a:ext>
                </a:extLst>
              </p:cNvPr>
              <p:cNvSpPr txBox="1"/>
              <p:nvPr/>
            </p:nvSpPr>
            <p:spPr>
              <a:xfrm>
                <a:off x="2113868" y="3806339"/>
                <a:ext cx="351494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i="0" dirty="0">
                    <a:latin typeface="+mj-lt"/>
                  </a:rPr>
                  <a:t>number is divisible by </a:t>
                </a:r>
                <a14:m>
                  <m:oMath xmlns:m="http://schemas.openxmlformats.org/officeDocument/2006/math">
                    <m:r>
                      <a:rPr lang="en-GB" i="1" dirty="0" smtClean="0">
                        <a:latin typeface="Cambria Math" panose="02040503050406030204" pitchFamily="18" charset="0"/>
                      </a:rPr>
                      <m:t>8</m:t>
                    </m:r>
                  </m:oMath>
                </a14:m>
                <a:endParaRPr lang="en-IN" dirty="0">
                  <a:latin typeface="+mn-lt"/>
                </a:endParaRPr>
              </a:p>
            </p:txBody>
          </p:sp>
        </mc:Choice>
        <mc:Fallback xmlns="">
          <p:sp>
            <p:nvSpPr>
              <p:cNvPr id="30" name="TextBox 29">
                <a:extLst>
                  <a:ext uri="{FF2B5EF4-FFF2-40B4-BE49-F238E27FC236}">
                    <a16:creationId xmlns:a16="http://schemas.microsoft.com/office/drawing/2014/main" id="{E757A542-0F4C-4ED9-B36C-DFA0DF7AB251}"/>
                  </a:ext>
                </a:extLst>
              </p:cNvPr>
              <p:cNvSpPr txBox="1">
                <a:spLocks noRot="1" noChangeAspect="1" noMove="1" noResize="1" noEditPoints="1" noAdjustHandles="1" noChangeArrowheads="1" noChangeShapeType="1" noTextEdit="1"/>
              </p:cNvSpPr>
              <p:nvPr/>
            </p:nvSpPr>
            <p:spPr>
              <a:xfrm>
                <a:off x="2113868" y="3806339"/>
                <a:ext cx="3514949" cy="523220"/>
              </a:xfrm>
              <a:prstGeom prst="rect">
                <a:avLst/>
              </a:prstGeom>
              <a:blipFill>
                <a:blip r:embed="rId15"/>
                <a:stretch>
                  <a:fillRect l="-3646" t="-10465"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A6FFE17-141F-4625-8534-310BB2B376E1}"/>
                  </a:ext>
                </a:extLst>
              </p:cNvPr>
              <p:cNvSpPr txBox="1"/>
              <p:nvPr/>
            </p:nvSpPr>
            <p:spPr>
              <a:xfrm>
                <a:off x="2040850" y="5836137"/>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31" name="TextBox 30">
                <a:extLst>
                  <a:ext uri="{FF2B5EF4-FFF2-40B4-BE49-F238E27FC236}">
                    <a16:creationId xmlns:a16="http://schemas.microsoft.com/office/drawing/2014/main" id="{CA6FFE17-141F-4625-8534-310BB2B376E1}"/>
                  </a:ext>
                </a:extLst>
              </p:cNvPr>
              <p:cNvSpPr txBox="1">
                <a:spLocks noRot="1" noChangeAspect="1" noMove="1" noResize="1" noEditPoints="1" noAdjustHandles="1" noChangeArrowheads="1" noChangeShapeType="1" noTextEdit="1"/>
              </p:cNvSpPr>
              <p:nvPr/>
            </p:nvSpPr>
            <p:spPr>
              <a:xfrm>
                <a:off x="2040850" y="5836137"/>
                <a:ext cx="900571"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77557392-6218-46FC-9C1C-1AC05227048F}"/>
                  </a:ext>
                </a:extLst>
              </p:cNvPr>
              <p:cNvSpPr txBox="1"/>
              <p:nvPr/>
            </p:nvSpPr>
            <p:spPr>
              <a:xfrm>
                <a:off x="1594216" y="5836137"/>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32" name="TextBox 31">
                <a:extLst>
                  <a:ext uri="{FF2B5EF4-FFF2-40B4-BE49-F238E27FC236}">
                    <a16:creationId xmlns:a16="http://schemas.microsoft.com/office/drawing/2014/main" id="{77557392-6218-46FC-9C1C-1AC05227048F}"/>
                  </a:ext>
                </a:extLst>
              </p:cNvPr>
              <p:cNvSpPr txBox="1">
                <a:spLocks noRot="1" noChangeAspect="1" noMove="1" noResize="1" noEditPoints="1" noAdjustHandles="1" noChangeArrowheads="1" noChangeShapeType="1" noTextEdit="1"/>
              </p:cNvSpPr>
              <p:nvPr/>
            </p:nvSpPr>
            <p:spPr>
              <a:xfrm>
                <a:off x="1594216" y="5836137"/>
                <a:ext cx="534127"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01718AAB-153A-4E47-87C2-F80B99786B06}"/>
                  </a:ext>
                </a:extLst>
              </p:cNvPr>
              <p:cNvSpPr txBox="1"/>
              <p:nvPr/>
            </p:nvSpPr>
            <p:spPr>
              <a:xfrm>
                <a:off x="2831711" y="5836137"/>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33" name="TextBox 32">
                <a:extLst>
                  <a:ext uri="{FF2B5EF4-FFF2-40B4-BE49-F238E27FC236}">
                    <a16:creationId xmlns:a16="http://schemas.microsoft.com/office/drawing/2014/main" id="{01718AAB-153A-4E47-87C2-F80B99786B06}"/>
                  </a:ext>
                </a:extLst>
              </p:cNvPr>
              <p:cNvSpPr txBox="1">
                <a:spLocks noRot="1" noChangeAspect="1" noMove="1" noResize="1" noEditPoints="1" noAdjustHandles="1" noChangeArrowheads="1" noChangeShapeType="1" noTextEdit="1"/>
              </p:cNvSpPr>
              <p:nvPr/>
            </p:nvSpPr>
            <p:spPr>
              <a:xfrm>
                <a:off x="2831711" y="5836137"/>
                <a:ext cx="534127"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5F8F87FC-33B8-40DF-9CB0-89A3E3DACFC1}"/>
                  </a:ext>
                </a:extLst>
              </p:cNvPr>
              <p:cNvSpPr txBox="1"/>
              <p:nvPr/>
            </p:nvSpPr>
            <p:spPr>
              <a:xfrm>
                <a:off x="5761332" y="5836137"/>
                <a:ext cx="985034"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25</m:t>
                      </m:r>
                    </m:oMath>
                  </m:oMathPara>
                </a14:m>
                <a:endParaRPr lang="en-IN" sz="2800" dirty="0">
                  <a:solidFill>
                    <a:srgbClr val="002060"/>
                  </a:solidFill>
                </a:endParaRPr>
              </a:p>
            </p:txBody>
          </p:sp>
        </mc:Choice>
        <mc:Fallback xmlns="">
          <p:sp>
            <p:nvSpPr>
              <p:cNvPr id="34" name="TextBox 33">
                <a:extLst>
                  <a:ext uri="{FF2B5EF4-FFF2-40B4-BE49-F238E27FC236}">
                    <a16:creationId xmlns:a16="http://schemas.microsoft.com/office/drawing/2014/main" id="{5F8F87FC-33B8-40DF-9CB0-89A3E3DACFC1}"/>
                  </a:ext>
                </a:extLst>
              </p:cNvPr>
              <p:cNvSpPr txBox="1">
                <a:spLocks noRot="1" noChangeAspect="1" noMove="1" noResize="1" noEditPoints="1" noAdjustHandles="1" noChangeArrowheads="1" noChangeShapeType="1" noTextEdit="1"/>
              </p:cNvSpPr>
              <p:nvPr/>
            </p:nvSpPr>
            <p:spPr>
              <a:xfrm>
                <a:off x="5761332" y="5836137"/>
                <a:ext cx="985034"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1E42060-DB8F-44A0-9E54-E33D5A333BA7}"/>
                  </a:ext>
                </a:extLst>
              </p:cNvPr>
              <p:cNvSpPr txBox="1"/>
              <p:nvPr/>
            </p:nvSpPr>
            <p:spPr>
              <a:xfrm>
                <a:off x="4456520" y="5836137"/>
                <a:ext cx="1304813"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d>
                        <m:dPr>
                          <m:begChr m:val="⌊"/>
                          <m:endChr m:val="⌋"/>
                          <m:ctrlPr>
                            <a:rPr lang="en-IN" sz="2800" i="1" dirty="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25 </m:t>
                          </m:r>
                        </m:e>
                      </m:d>
                    </m:oMath>
                  </m:oMathPara>
                </a14:m>
                <a:endParaRPr lang="en-IN" sz="2800" dirty="0">
                  <a:solidFill>
                    <a:srgbClr val="002060"/>
                  </a:solidFill>
                </a:endParaRPr>
              </a:p>
            </p:txBody>
          </p:sp>
        </mc:Choice>
        <mc:Fallback xmlns="">
          <p:sp>
            <p:nvSpPr>
              <p:cNvPr id="35" name="TextBox 34">
                <a:extLst>
                  <a:ext uri="{FF2B5EF4-FFF2-40B4-BE49-F238E27FC236}">
                    <a16:creationId xmlns:a16="http://schemas.microsoft.com/office/drawing/2014/main" id="{B1E42060-DB8F-44A0-9E54-E33D5A333BA7}"/>
                  </a:ext>
                </a:extLst>
              </p:cNvPr>
              <p:cNvSpPr txBox="1">
                <a:spLocks noRot="1" noChangeAspect="1" noMove="1" noResize="1" noEditPoints="1" noAdjustHandles="1" noChangeArrowheads="1" noChangeShapeType="1" noTextEdit="1"/>
              </p:cNvSpPr>
              <p:nvPr/>
            </p:nvSpPr>
            <p:spPr>
              <a:xfrm>
                <a:off x="4456520" y="5836137"/>
                <a:ext cx="1304813"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6DD0885E-FE0C-400E-807F-36E5E7B0AB7A}"/>
                  </a:ext>
                </a:extLst>
              </p:cNvPr>
              <p:cNvSpPr txBox="1"/>
              <p:nvPr/>
            </p:nvSpPr>
            <p:spPr>
              <a:xfrm>
                <a:off x="3256127" y="5541473"/>
                <a:ext cx="1304812" cy="1050993"/>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d>
                        <m:dPr>
                          <m:begChr m:val="⌊"/>
                          <m:endChr m:val="⌋"/>
                          <m:ctrlPr>
                            <a:rPr lang="en-IN" sz="2800" b="0" i="1" dirty="0" smtClean="0">
                              <a:solidFill>
                                <a:srgbClr val="002060"/>
                              </a:solidFill>
                              <a:latin typeface="Cambria Math" panose="02040503050406030204" pitchFamily="18" charset="0"/>
                            </a:rPr>
                          </m:ctrlPr>
                        </m:dPr>
                        <m:e>
                          <m:eqArr>
                            <m:eqArrPr>
                              <m:ctrlPr>
                                <a:rPr lang="en-IN" sz="2800" b="0" i="1" dirty="0" smtClean="0">
                                  <a:solidFill>
                                    <a:srgbClr val="002060"/>
                                  </a:solidFill>
                                  <a:latin typeface="Cambria Math" panose="02040503050406030204" pitchFamily="18" charset="0"/>
                                </a:rPr>
                              </m:ctrlPr>
                            </m:eqArrPr>
                            <m:e>
                              <m:r>
                                <a:rPr lang="en-IN" sz="2800" b="0" i="1" dirty="0" smtClean="0">
                                  <a:solidFill>
                                    <a:srgbClr val="002060"/>
                                  </a:solidFill>
                                  <a:latin typeface="Cambria Math" panose="02040503050406030204" pitchFamily="18" charset="0"/>
                                </a:rPr>
                                <m:t> </m:t>
                              </m:r>
                            </m:e>
                            <m:e>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 200 </m:t>
                                  </m:r>
                                </m:num>
                                <m:den>
                                  <m:r>
                                    <a:rPr lang="en-IN" sz="2800" b="0" i="1" dirty="0" smtClean="0">
                                      <a:solidFill>
                                        <a:srgbClr val="002060"/>
                                      </a:solidFill>
                                      <a:latin typeface="Cambria Math" panose="02040503050406030204" pitchFamily="18" charset="0"/>
                                    </a:rPr>
                                    <m:t>8</m:t>
                                  </m:r>
                                </m:den>
                              </m:f>
                            </m:e>
                          </m:eqArr>
                        </m:e>
                      </m:d>
                    </m:oMath>
                  </m:oMathPara>
                </a14:m>
                <a:endParaRPr lang="en-IN" sz="2800" dirty="0">
                  <a:solidFill>
                    <a:srgbClr val="002060"/>
                  </a:solidFill>
                </a:endParaRPr>
              </a:p>
            </p:txBody>
          </p:sp>
        </mc:Choice>
        <mc:Fallback xmlns="">
          <p:sp>
            <p:nvSpPr>
              <p:cNvPr id="36" name="TextBox 35">
                <a:extLst>
                  <a:ext uri="{FF2B5EF4-FFF2-40B4-BE49-F238E27FC236}">
                    <a16:creationId xmlns:a16="http://schemas.microsoft.com/office/drawing/2014/main" id="{6DD0885E-FE0C-400E-807F-36E5E7B0AB7A}"/>
                  </a:ext>
                </a:extLst>
              </p:cNvPr>
              <p:cNvSpPr txBox="1">
                <a:spLocks noRot="1" noChangeAspect="1" noMove="1" noResize="1" noEditPoints="1" noAdjustHandles="1" noChangeArrowheads="1" noChangeShapeType="1" noTextEdit="1"/>
              </p:cNvSpPr>
              <p:nvPr/>
            </p:nvSpPr>
            <p:spPr>
              <a:xfrm>
                <a:off x="3256127" y="5541473"/>
                <a:ext cx="1304812" cy="1050993"/>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8BA261CE-94CB-4838-A96B-C453A567DB2D}"/>
                  </a:ext>
                </a:extLst>
              </p:cNvPr>
              <p:cNvSpPr txBox="1"/>
              <p:nvPr/>
            </p:nvSpPr>
            <p:spPr>
              <a:xfrm>
                <a:off x="6395909" y="2248477"/>
                <a:ext cx="153557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m:rPr>
                          <m:sty m:val="p"/>
                        </m:rPr>
                        <a:rPr lang="en-IN" b="0" i="0" dirty="0" smtClean="0">
                          <a:latin typeface="Cambria Math" panose="02040503050406030204" pitchFamily="18" charset="0"/>
                        </a:rPr>
                        <m:t>P</m:t>
                      </m:r>
                      <m:d>
                        <m:dPr>
                          <m:ctrlPr>
                            <a:rPr lang="en-IN" b="0" i="1" dirty="0" smtClean="0">
                              <a:latin typeface="Cambria Math" panose="02040503050406030204" pitchFamily="18" charset="0"/>
                            </a:rPr>
                          </m:ctrlPr>
                        </m:dPr>
                        <m:e>
                          <m:r>
                            <m:rPr>
                              <m:sty m:val="p"/>
                            </m:rPr>
                            <a:rPr lang="en-IN" b="0" i="0" dirty="0" smtClean="0">
                              <a:latin typeface="Cambria Math" panose="02040503050406030204" pitchFamily="18" charset="0"/>
                            </a:rPr>
                            <m:t>A</m:t>
                          </m:r>
                          <m:r>
                            <a:rPr lang="en-IN" b="0" i="0" dirty="0" smtClean="0">
                              <a:latin typeface="Cambria Math" panose="02040503050406030204" pitchFamily="18" charset="0"/>
                            </a:rPr>
                            <m:t>∪</m:t>
                          </m:r>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37" name="TextBox 36">
                <a:extLst>
                  <a:ext uri="{FF2B5EF4-FFF2-40B4-BE49-F238E27FC236}">
                    <a16:creationId xmlns:a16="http://schemas.microsoft.com/office/drawing/2014/main" id="{8BA261CE-94CB-4838-A96B-C453A567DB2D}"/>
                  </a:ext>
                </a:extLst>
              </p:cNvPr>
              <p:cNvSpPr txBox="1">
                <a:spLocks noRot="1" noChangeAspect="1" noMove="1" noResize="1" noEditPoints="1" noAdjustHandles="1" noChangeArrowheads="1" noChangeShapeType="1" noTextEdit="1"/>
              </p:cNvSpPr>
              <p:nvPr/>
            </p:nvSpPr>
            <p:spPr>
              <a:xfrm>
                <a:off x="6395909" y="2248477"/>
                <a:ext cx="1535579" cy="523220"/>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71849A1A-624E-40E5-8A53-F2EB9E485E1F}"/>
                  </a:ext>
                </a:extLst>
              </p:cNvPr>
              <p:cNvSpPr txBox="1"/>
              <p:nvPr/>
            </p:nvSpPr>
            <p:spPr>
              <a:xfrm>
                <a:off x="7802182" y="2248477"/>
                <a:ext cx="42318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0" dirty="0" smtClean="0">
                          <a:latin typeface="Cambria Math" panose="02040503050406030204" pitchFamily="18" charset="0"/>
                        </a:rPr>
                        <m:t>=</m:t>
                      </m:r>
                    </m:oMath>
                  </m:oMathPara>
                </a14:m>
                <a:endParaRPr lang="en-IN" dirty="0">
                  <a:latin typeface="+mn-lt"/>
                </a:endParaRPr>
              </a:p>
            </p:txBody>
          </p:sp>
        </mc:Choice>
        <mc:Fallback xmlns="">
          <p:sp>
            <p:nvSpPr>
              <p:cNvPr id="38" name="TextBox 37">
                <a:extLst>
                  <a:ext uri="{FF2B5EF4-FFF2-40B4-BE49-F238E27FC236}">
                    <a16:creationId xmlns:a16="http://schemas.microsoft.com/office/drawing/2014/main" id="{71849A1A-624E-40E5-8A53-F2EB9E485E1F}"/>
                  </a:ext>
                </a:extLst>
              </p:cNvPr>
              <p:cNvSpPr txBox="1">
                <a:spLocks noRot="1" noChangeAspect="1" noMove="1" noResize="1" noEditPoints="1" noAdjustHandles="1" noChangeArrowheads="1" noChangeShapeType="1" noTextEdit="1"/>
              </p:cNvSpPr>
              <p:nvPr/>
            </p:nvSpPr>
            <p:spPr>
              <a:xfrm>
                <a:off x="7802182" y="2248477"/>
                <a:ext cx="423181" cy="523220"/>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1BED6F6C-4B2E-4175-ADD6-2E48CA4B1529}"/>
                  </a:ext>
                </a:extLst>
              </p:cNvPr>
              <p:cNvSpPr txBox="1"/>
              <p:nvPr/>
            </p:nvSpPr>
            <p:spPr>
              <a:xfrm>
                <a:off x="8160982" y="2248477"/>
                <a:ext cx="42318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0" dirty="0" smtClean="0">
                          <a:latin typeface="Cambria Math" panose="02040503050406030204" pitchFamily="18" charset="0"/>
                        </a:rPr>
                        <m:t>?</m:t>
                      </m:r>
                    </m:oMath>
                  </m:oMathPara>
                </a14:m>
                <a:endParaRPr lang="en-IN" dirty="0">
                  <a:latin typeface="+mn-lt"/>
                </a:endParaRPr>
              </a:p>
            </p:txBody>
          </p:sp>
        </mc:Choice>
        <mc:Fallback xmlns="">
          <p:sp>
            <p:nvSpPr>
              <p:cNvPr id="43" name="TextBox 42">
                <a:extLst>
                  <a:ext uri="{FF2B5EF4-FFF2-40B4-BE49-F238E27FC236}">
                    <a16:creationId xmlns:a16="http://schemas.microsoft.com/office/drawing/2014/main" id="{1BED6F6C-4B2E-4175-ADD6-2E48CA4B1529}"/>
                  </a:ext>
                </a:extLst>
              </p:cNvPr>
              <p:cNvSpPr txBox="1">
                <a:spLocks noRot="1" noChangeAspect="1" noMove="1" noResize="1" noEditPoints="1" noAdjustHandles="1" noChangeArrowheads="1" noChangeShapeType="1" noTextEdit="1"/>
              </p:cNvSpPr>
              <p:nvPr/>
            </p:nvSpPr>
            <p:spPr>
              <a:xfrm>
                <a:off x="8160982" y="2248477"/>
                <a:ext cx="423181" cy="523220"/>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A0CD21A9-6724-42FF-9E66-62649CFFEB98}"/>
                  </a:ext>
                </a:extLst>
              </p:cNvPr>
              <p:cNvSpPr txBox="1"/>
              <p:nvPr/>
            </p:nvSpPr>
            <p:spPr>
              <a:xfrm>
                <a:off x="7856715" y="4629962"/>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oMath>
                  </m:oMathPara>
                </a14:m>
                <a:endParaRPr lang="en-IN" dirty="0">
                  <a:latin typeface="+mn-lt"/>
                </a:endParaRPr>
              </a:p>
            </p:txBody>
          </p:sp>
        </mc:Choice>
        <mc:Fallback xmlns="">
          <p:sp>
            <p:nvSpPr>
              <p:cNvPr id="44" name="TextBox 43">
                <a:extLst>
                  <a:ext uri="{FF2B5EF4-FFF2-40B4-BE49-F238E27FC236}">
                    <a16:creationId xmlns:a16="http://schemas.microsoft.com/office/drawing/2014/main" id="{A0CD21A9-6724-42FF-9E66-62649CFFEB98}"/>
                  </a:ext>
                </a:extLst>
              </p:cNvPr>
              <p:cNvSpPr txBox="1">
                <a:spLocks noRot="1" noChangeAspect="1" noMove="1" noResize="1" noEditPoints="1" noAdjustHandles="1" noChangeArrowheads="1" noChangeShapeType="1" noTextEdit="1"/>
              </p:cNvSpPr>
              <p:nvPr/>
            </p:nvSpPr>
            <p:spPr>
              <a:xfrm>
                <a:off x="7856715" y="4629962"/>
                <a:ext cx="900571" cy="523220"/>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EC3A8222-1DA4-42FE-ADC9-3B30CE275232}"/>
                  </a:ext>
                </a:extLst>
              </p:cNvPr>
              <p:cNvSpPr txBox="1"/>
              <p:nvPr/>
            </p:nvSpPr>
            <p:spPr>
              <a:xfrm>
                <a:off x="7345080" y="4629962"/>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45" name="TextBox 44">
                <a:extLst>
                  <a:ext uri="{FF2B5EF4-FFF2-40B4-BE49-F238E27FC236}">
                    <a16:creationId xmlns:a16="http://schemas.microsoft.com/office/drawing/2014/main" id="{EC3A8222-1DA4-42FE-ADC9-3B30CE275232}"/>
                  </a:ext>
                </a:extLst>
              </p:cNvPr>
              <p:cNvSpPr txBox="1">
                <a:spLocks noRot="1" noChangeAspect="1" noMove="1" noResize="1" noEditPoints="1" noAdjustHandles="1" noChangeArrowheads="1" noChangeShapeType="1" noTextEdit="1"/>
              </p:cNvSpPr>
              <p:nvPr/>
            </p:nvSpPr>
            <p:spPr>
              <a:xfrm>
                <a:off x="7345080" y="4629962"/>
                <a:ext cx="534127" cy="523220"/>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C1B0F73C-5EE9-43C3-B194-E714A3049647}"/>
                  </a:ext>
                </a:extLst>
              </p:cNvPr>
              <p:cNvSpPr txBox="1"/>
              <p:nvPr/>
            </p:nvSpPr>
            <p:spPr>
              <a:xfrm>
                <a:off x="8643445" y="4396853"/>
                <a:ext cx="1502185"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46" name="TextBox 45">
                <a:extLst>
                  <a:ext uri="{FF2B5EF4-FFF2-40B4-BE49-F238E27FC236}">
                    <a16:creationId xmlns:a16="http://schemas.microsoft.com/office/drawing/2014/main" id="{C1B0F73C-5EE9-43C3-B194-E714A3049647}"/>
                  </a:ext>
                </a:extLst>
              </p:cNvPr>
              <p:cNvSpPr txBox="1">
                <a:spLocks noRot="1" noChangeAspect="1" noMove="1" noResize="1" noEditPoints="1" noAdjustHandles="1" noChangeArrowheads="1" noChangeShapeType="1" noTextEdit="1"/>
              </p:cNvSpPr>
              <p:nvPr/>
            </p:nvSpPr>
            <p:spPr>
              <a:xfrm>
                <a:off x="8643445" y="4396853"/>
                <a:ext cx="1502185" cy="989438"/>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B0098D16-1F72-4AFB-9475-FD9EAC35CB05}"/>
                  </a:ext>
                </a:extLst>
              </p:cNvPr>
              <p:cNvSpPr txBox="1"/>
              <p:nvPr/>
            </p:nvSpPr>
            <p:spPr>
              <a:xfrm>
                <a:off x="10019839" y="4440680"/>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33</m:t>
                          </m:r>
                        </m:num>
                        <m:den>
                          <m:r>
                            <a:rPr lang="en-IN" b="0" i="1" dirty="0" smtClean="0">
                              <a:latin typeface="Cambria Math" panose="02040503050406030204" pitchFamily="18" charset="0"/>
                            </a:rPr>
                            <m:t> 200 </m:t>
                          </m:r>
                        </m:den>
                      </m:f>
                    </m:oMath>
                  </m:oMathPara>
                </a14:m>
                <a:endParaRPr lang="en-IN" dirty="0">
                  <a:latin typeface="+mn-lt"/>
                </a:endParaRPr>
              </a:p>
            </p:txBody>
          </p:sp>
        </mc:Choice>
        <mc:Fallback xmlns="">
          <p:sp>
            <p:nvSpPr>
              <p:cNvPr id="47" name="TextBox 46">
                <a:extLst>
                  <a:ext uri="{FF2B5EF4-FFF2-40B4-BE49-F238E27FC236}">
                    <a16:creationId xmlns:a16="http://schemas.microsoft.com/office/drawing/2014/main" id="{B0098D16-1F72-4AFB-9475-FD9EAC35CB05}"/>
                  </a:ext>
                </a:extLst>
              </p:cNvPr>
              <p:cNvSpPr txBox="1">
                <a:spLocks noRot="1" noChangeAspect="1" noMove="1" noResize="1" noEditPoints="1" noAdjustHandles="1" noChangeArrowheads="1" noChangeShapeType="1" noTextEdit="1"/>
              </p:cNvSpPr>
              <p:nvPr/>
            </p:nvSpPr>
            <p:spPr>
              <a:xfrm>
                <a:off x="10019839" y="4440680"/>
                <a:ext cx="1330332" cy="901785"/>
              </a:xfrm>
              <a:prstGeom prst="rect">
                <a:avLst/>
              </a:prstGeom>
              <a:blipFill>
                <a:blip r:embed="rId2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33BE9830-EA1E-4BE9-901D-78BDB50D122F}"/>
                  </a:ext>
                </a:extLst>
              </p:cNvPr>
              <p:cNvSpPr txBox="1"/>
              <p:nvPr/>
            </p:nvSpPr>
            <p:spPr>
              <a:xfrm>
                <a:off x="7856715" y="5836137"/>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48" name="TextBox 47">
                <a:extLst>
                  <a:ext uri="{FF2B5EF4-FFF2-40B4-BE49-F238E27FC236}">
                    <a16:creationId xmlns:a16="http://schemas.microsoft.com/office/drawing/2014/main" id="{33BE9830-EA1E-4BE9-901D-78BDB50D122F}"/>
                  </a:ext>
                </a:extLst>
              </p:cNvPr>
              <p:cNvSpPr txBox="1">
                <a:spLocks noRot="1" noChangeAspect="1" noMove="1" noResize="1" noEditPoints="1" noAdjustHandles="1" noChangeArrowheads="1" noChangeShapeType="1" noTextEdit="1"/>
              </p:cNvSpPr>
              <p:nvPr/>
            </p:nvSpPr>
            <p:spPr>
              <a:xfrm>
                <a:off x="7856715" y="5836137"/>
                <a:ext cx="900571" cy="523220"/>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982D78E3-0AAA-470E-994E-153E64AEA905}"/>
                  </a:ext>
                </a:extLst>
              </p:cNvPr>
              <p:cNvSpPr txBox="1"/>
              <p:nvPr/>
            </p:nvSpPr>
            <p:spPr>
              <a:xfrm>
                <a:off x="7345080" y="5836137"/>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50" name="TextBox 49">
                <a:extLst>
                  <a:ext uri="{FF2B5EF4-FFF2-40B4-BE49-F238E27FC236}">
                    <a16:creationId xmlns:a16="http://schemas.microsoft.com/office/drawing/2014/main" id="{982D78E3-0AAA-470E-994E-153E64AEA905}"/>
                  </a:ext>
                </a:extLst>
              </p:cNvPr>
              <p:cNvSpPr txBox="1">
                <a:spLocks noRot="1" noChangeAspect="1" noMove="1" noResize="1" noEditPoints="1" noAdjustHandles="1" noChangeArrowheads="1" noChangeShapeType="1" noTextEdit="1"/>
              </p:cNvSpPr>
              <p:nvPr/>
            </p:nvSpPr>
            <p:spPr>
              <a:xfrm>
                <a:off x="7345080" y="5836137"/>
                <a:ext cx="534127" cy="523220"/>
              </a:xfrm>
              <a:prstGeom prst="rect">
                <a:avLst/>
              </a:prstGeom>
              <a:blipFill>
                <a:blip r:embed="rId3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E91E4FF5-00CB-44D6-8785-94051AEA46A1}"/>
                  </a:ext>
                </a:extLst>
              </p:cNvPr>
              <p:cNvSpPr txBox="1"/>
              <p:nvPr/>
            </p:nvSpPr>
            <p:spPr>
              <a:xfrm>
                <a:off x="8643445" y="5603028"/>
                <a:ext cx="1502185"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B</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65" name="TextBox 64">
                <a:extLst>
                  <a:ext uri="{FF2B5EF4-FFF2-40B4-BE49-F238E27FC236}">
                    <a16:creationId xmlns:a16="http://schemas.microsoft.com/office/drawing/2014/main" id="{E91E4FF5-00CB-44D6-8785-94051AEA46A1}"/>
                  </a:ext>
                </a:extLst>
              </p:cNvPr>
              <p:cNvSpPr txBox="1">
                <a:spLocks noRot="1" noChangeAspect="1" noMove="1" noResize="1" noEditPoints="1" noAdjustHandles="1" noChangeArrowheads="1" noChangeShapeType="1" noTextEdit="1"/>
              </p:cNvSpPr>
              <p:nvPr/>
            </p:nvSpPr>
            <p:spPr>
              <a:xfrm>
                <a:off x="8643445" y="5603028"/>
                <a:ext cx="1502185" cy="989438"/>
              </a:xfrm>
              <a:prstGeom prst="rect">
                <a:avLst/>
              </a:prstGeom>
              <a:blipFill>
                <a:blip r:embed="rId3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C58BEE3E-1DB8-42A6-A122-E16337380960}"/>
                  </a:ext>
                </a:extLst>
              </p:cNvPr>
              <p:cNvSpPr txBox="1"/>
              <p:nvPr/>
            </p:nvSpPr>
            <p:spPr>
              <a:xfrm>
                <a:off x="10019839" y="5646855"/>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25</m:t>
                          </m:r>
                        </m:num>
                        <m:den>
                          <m:r>
                            <a:rPr lang="en-IN" b="0" i="1" dirty="0" smtClean="0">
                              <a:latin typeface="Cambria Math" panose="02040503050406030204" pitchFamily="18" charset="0"/>
                            </a:rPr>
                            <m:t> 200 </m:t>
                          </m:r>
                        </m:den>
                      </m:f>
                    </m:oMath>
                  </m:oMathPara>
                </a14:m>
                <a:endParaRPr lang="en-IN" dirty="0">
                  <a:latin typeface="+mn-lt"/>
                </a:endParaRPr>
              </a:p>
            </p:txBody>
          </p:sp>
        </mc:Choice>
        <mc:Fallback xmlns="">
          <p:sp>
            <p:nvSpPr>
              <p:cNvPr id="66" name="TextBox 65">
                <a:extLst>
                  <a:ext uri="{FF2B5EF4-FFF2-40B4-BE49-F238E27FC236}">
                    <a16:creationId xmlns:a16="http://schemas.microsoft.com/office/drawing/2014/main" id="{C58BEE3E-1DB8-42A6-A122-E16337380960}"/>
                  </a:ext>
                </a:extLst>
              </p:cNvPr>
              <p:cNvSpPr txBox="1">
                <a:spLocks noRot="1" noChangeAspect="1" noMove="1" noResize="1" noEditPoints="1" noAdjustHandles="1" noChangeArrowheads="1" noChangeShapeType="1" noTextEdit="1"/>
              </p:cNvSpPr>
              <p:nvPr/>
            </p:nvSpPr>
            <p:spPr>
              <a:xfrm>
                <a:off x="10019839" y="5646855"/>
                <a:ext cx="1330332" cy="901785"/>
              </a:xfrm>
              <a:prstGeom prst="rect">
                <a:avLst/>
              </a:prstGeom>
              <a:blipFill>
                <a:blip r:embed="rId3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680951C9-C76A-4DFB-ACDC-58E9058FFA9A}"/>
                  </a:ext>
                </a:extLst>
              </p:cNvPr>
              <p:cNvSpPr txBox="1"/>
              <p:nvPr/>
            </p:nvSpPr>
            <p:spPr>
              <a:xfrm>
                <a:off x="8163723" y="2248477"/>
                <a:ext cx="384963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m:rPr>
                          <m:sty m:val="p"/>
                        </m:rPr>
                        <a:rPr lang="en-IN" i="0" dirty="0" smtClean="0">
                          <a:latin typeface="Cambria Math" panose="02040503050406030204" pitchFamily="18" charset="0"/>
                        </a:rPr>
                        <m:t>P</m:t>
                      </m:r>
                      <m:d>
                        <m:dPr>
                          <m:ctrlPr>
                            <a:rPr lang="en-GB" i="1" dirty="0">
                              <a:latin typeface="Cambria Math" panose="02040503050406030204" pitchFamily="18" charset="0"/>
                            </a:rPr>
                          </m:ctrlPr>
                        </m:dPr>
                        <m:e>
                          <m:r>
                            <m:rPr>
                              <m:sty m:val="p"/>
                            </m:rPr>
                            <a:rPr lang="en-IN" i="0" dirty="0">
                              <a:latin typeface="Cambria Math" panose="02040503050406030204" pitchFamily="18" charset="0"/>
                            </a:rPr>
                            <m:t>A</m:t>
                          </m:r>
                        </m:e>
                      </m:d>
                      <m:r>
                        <a:rPr lang="en-IN" b="0" i="0" dirty="0" smtClean="0">
                          <a:latin typeface="Cambria Math" panose="02040503050406030204" pitchFamily="18" charset="0"/>
                        </a:rPr>
                        <m:t>+</m:t>
                      </m:r>
                      <m:r>
                        <m:rPr>
                          <m:sty m:val="p"/>
                        </m:rPr>
                        <a:rPr lang="en-IN" i="0" dirty="0">
                          <a:latin typeface="Cambria Math" panose="02040503050406030204" pitchFamily="18" charset="0"/>
                        </a:rPr>
                        <m:t>P</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B</m:t>
                          </m:r>
                        </m:e>
                      </m:d>
                      <m:r>
                        <a:rPr lang="en-IN" b="0" i="0" dirty="0" smtClean="0">
                          <a:latin typeface="Cambria Math" panose="02040503050406030204" pitchFamily="18" charset="0"/>
                        </a:rPr>
                        <m:t>−</m:t>
                      </m:r>
                      <m:r>
                        <m:rPr>
                          <m:sty m:val="p"/>
                        </m:rPr>
                        <a:rPr lang="en-IN" i="0" dirty="0">
                          <a:latin typeface="Cambria Math" panose="02040503050406030204" pitchFamily="18" charset="0"/>
                        </a:rPr>
                        <m:t>P</m:t>
                      </m:r>
                      <m:d>
                        <m:dPr>
                          <m:ctrlPr>
                            <a:rPr lang="en-GB" i="1" dirty="0">
                              <a:latin typeface="Cambria Math" panose="02040503050406030204" pitchFamily="18" charset="0"/>
                            </a:rPr>
                          </m:ctrlPr>
                        </m:dPr>
                        <m:e>
                          <m:r>
                            <m:rPr>
                              <m:sty m:val="p"/>
                            </m:rPr>
                            <a:rPr lang="en-IN" i="0" dirty="0">
                              <a:latin typeface="Cambria Math" panose="02040503050406030204" pitchFamily="18" charset="0"/>
                            </a:rPr>
                            <m:t>A</m:t>
                          </m:r>
                          <m:r>
                            <a:rPr lang="en-IN" b="0" i="0" dirty="0" smtClean="0">
                              <a:latin typeface="Cambria Math" panose="02040503050406030204" pitchFamily="18" charset="0"/>
                            </a:rPr>
                            <m:t>∩</m:t>
                          </m:r>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67" name="TextBox 66">
                <a:extLst>
                  <a:ext uri="{FF2B5EF4-FFF2-40B4-BE49-F238E27FC236}">
                    <a16:creationId xmlns:a16="http://schemas.microsoft.com/office/drawing/2014/main" id="{680951C9-C76A-4DFB-ACDC-58E9058FFA9A}"/>
                  </a:ext>
                </a:extLst>
              </p:cNvPr>
              <p:cNvSpPr txBox="1">
                <a:spLocks noRot="1" noChangeAspect="1" noMove="1" noResize="1" noEditPoints="1" noAdjustHandles="1" noChangeArrowheads="1" noChangeShapeType="1" noTextEdit="1"/>
              </p:cNvSpPr>
              <p:nvPr/>
            </p:nvSpPr>
            <p:spPr>
              <a:xfrm>
                <a:off x="8163723" y="2248477"/>
                <a:ext cx="3849637" cy="523220"/>
              </a:xfrm>
              <a:prstGeom prst="rect">
                <a:avLst/>
              </a:prstGeom>
              <a:blipFill>
                <a:blip r:embed="rId3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722378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43"/>
                                        </p:tgtEl>
                                        <p:attrNameLst>
                                          <p:attrName>style.visibility</p:attrName>
                                        </p:attrNameLst>
                                      </p:cBhvr>
                                      <p:to>
                                        <p:strVal val="hidden"/>
                                      </p:to>
                                    </p:set>
                                  </p:childTnLst>
                                </p:cTn>
                              </p:par>
                              <p:par>
                                <p:cTn id="51" presetID="1" presetClass="entr" presetSubtype="0" fill="hold" grpId="0" nodeType="withEffect">
                                  <p:stCondLst>
                                    <p:cond delay="0"/>
                                  </p:stCondLst>
                                  <p:childTnLst>
                                    <p:set>
                                      <p:cBhvr>
                                        <p:cTn id="52" dur="1" fill="hold">
                                          <p:stCondLst>
                                            <p:cond delay="0"/>
                                          </p:stCondLst>
                                        </p:cTn>
                                        <p:tgtEl>
                                          <p:spTgt spid="6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5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5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57"/>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5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55"/>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2"/>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1"/>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33"/>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36"/>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3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34"/>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45"/>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44"/>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46"/>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47"/>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50"/>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48"/>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65"/>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9" grpId="0"/>
      <p:bldP spid="40" grpId="0"/>
      <p:bldP spid="42" grpId="0"/>
      <p:bldP spid="49" grpId="0" animBg="1"/>
      <p:bldP spid="51" grpId="0" animBg="1"/>
      <p:bldP spid="52" grpId="0" animBg="1"/>
      <p:bldP spid="53" grpId="0" animBg="1"/>
      <p:bldP spid="54" grpId="0"/>
      <p:bldP spid="55" grpId="0"/>
      <p:bldP spid="56" grpId="0"/>
      <p:bldP spid="57" grpId="0"/>
      <p:bldP spid="29" grpId="0" animBg="1"/>
      <p:bldP spid="30" grpId="0" animBg="1"/>
      <p:bldP spid="31" grpId="0" animBg="1"/>
      <p:bldP spid="32" grpId="0" animBg="1"/>
      <p:bldP spid="33" grpId="0"/>
      <p:bldP spid="34" grpId="0"/>
      <p:bldP spid="35" grpId="0"/>
      <p:bldP spid="36" grpId="0"/>
      <p:bldP spid="37" grpId="0" animBg="1"/>
      <p:bldP spid="38" grpId="0" animBg="1"/>
      <p:bldP spid="43" grpId="0" animBg="1"/>
      <p:bldP spid="43" grpId="1"/>
      <p:bldP spid="44" grpId="0" animBg="1"/>
      <p:bldP spid="45" grpId="0" animBg="1"/>
      <p:bldP spid="46" grpId="0" animBg="1"/>
      <p:bldP spid="47" grpId="0" animBg="1"/>
      <p:bldP spid="48" grpId="0" animBg="1"/>
      <p:bldP spid="50" grpId="0" animBg="1"/>
      <p:bldP spid="65" grpId="0" animBg="1"/>
      <p:bldP spid="66" grpId="0" animBg="1"/>
      <p:bldP spid="67"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43ACF430-E667-4EF8-8F4B-5267826EB5E8}"/>
                  </a:ext>
                </a:extLst>
              </p:cNvPr>
              <p:cNvSpPr txBox="1"/>
              <p:nvPr/>
            </p:nvSpPr>
            <p:spPr>
              <a:xfrm>
                <a:off x="3072469" y="3638924"/>
                <a:ext cx="384963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m:rPr>
                          <m:sty m:val="p"/>
                        </m:rPr>
                        <a:rPr lang="en-IN" i="0" dirty="0" smtClean="0">
                          <a:latin typeface="Cambria Math" panose="02040503050406030204" pitchFamily="18" charset="0"/>
                        </a:rPr>
                        <m:t>P</m:t>
                      </m:r>
                      <m:d>
                        <m:dPr>
                          <m:ctrlPr>
                            <a:rPr lang="en-GB" i="1" dirty="0">
                              <a:latin typeface="Cambria Math" panose="02040503050406030204" pitchFamily="18" charset="0"/>
                            </a:rPr>
                          </m:ctrlPr>
                        </m:dPr>
                        <m:e>
                          <m:r>
                            <m:rPr>
                              <m:sty m:val="p"/>
                            </m:rPr>
                            <a:rPr lang="en-IN" i="0" dirty="0">
                              <a:latin typeface="Cambria Math" panose="02040503050406030204" pitchFamily="18" charset="0"/>
                            </a:rPr>
                            <m:t>A</m:t>
                          </m:r>
                        </m:e>
                      </m:d>
                      <m:r>
                        <a:rPr lang="en-IN" b="0" i="0" dirty="0" smtClean="0">
                          <a:latin typeface="Cambria Math" panose="02040503050406030204" pitchFamily="18" charset="0"/>
                        </a:rPr>
                        <m:t>+</m:t>
                      </m:r>
                      <m:r>
                        <m:rPr>
                          <m:sty m:val="p"/>
                        </m:rPr>
                        <a:rPr lang="en-IN" i="0" dirty="0">
                          <a:latin typeface="Cambria Math" panose="02040503050406030204" pitchFamily="18" charset="0"/>
                        </a:rPr>
                        <m:t>P</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B</m:t>
                          </m:r>
                        </m:e>
                      </m:d>
                      <m:r>
                        <a:rPr lang="en-IN" b="0" i="0" dirty="0" smtClean="0">
                          <a:latin typeface="Cambria Math" panose="02040503050406030204" pitchFamily="18" charset="0"/>
                        </a:rPr>
                        <m:t>−</m:t>
                      </m:r>
                      <m:r>
                        <m:rPr>
                          <m:sty m:val="p"/>
                        </m:rPr>
                        <a:rPr lang="en-IN" i="0" dirty="0">
                          <a:latin typeface="Cambria Math" panose="02040503050406030204" pitchFamily="18" charset="0"/>
                        </a:rPr>
                        <m:t>P</m:t>
                      </m:r>
                      <m:d>
                        <m:dPr>
                          <m:ctrlPr>
                            <a:rPr lang="en-GB" i="1" dirty="0">
                              <a:latin typeface="Cambria Math" panose="02040503050406030204" pitchFamily="18" charset="0"/>
                            </a:rPr>
                          </m:ctrlPr>
                        </m:dPr>
                        <m:e>
                          <m:r>
                            <m:rPr>
                              <m:sty m:val="p"/>
                            </m:rPr>
                            <a:rPr lang="en-IN" i="0" dirty="0">
                              <a:latin typeface="Cambria Math" panose="02040503050406030204" pitchFamily="18" charset="0"/>
                            </a:rPr>
                            <m:t>A</m:t>
                          </m:r>
                          <m:r>
                            <a:rPr lang="en-IN" b="0" i="0" dirty="0" smtClean="0">
                              <a:latin typeface="Cambria Math" panose="02040503050406030204" pitchFamily="18" charset="0"/>
                            </a:rPr>
                            <m:t>∩</m:t>
                          </m:r>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61" name="TextBox 60">
                <a:extLst>
                  <a:ext uri="{FF2B5EF4-FFF2-40B4-BE49-F238E27FC236}">
                    <a16:creationId xmlns:a16="http://schemas.microsoft.com/office/drawing/2014/main" id="{43ACF430-E667-4EF8-8F4B-5267826EB5E8}"/>
                  </a:ext>
                </a:extLst>
              </p:cNvPr>
              <p:cNvSpPr txBox="1">
                <a:spLocks noRot="1" noChangeAspect="1" noMove="1" noResize="1" noEditPoints="1" noAdjustHandles="1" noChangeArrowheads="1" noChangeShapeType="1" noTextEdit="1"/>
              </p:cNvSpPr>
              <p:nvPr/>
            </p:nvSpPr>
            <p:spPr>
              <a:xfrm>
                <a:off x="3072469" y="3638924"/>
                <a:ext cx="3849637" cy="523220"/>
              </a:xfrm>
              <a:prstGeom prst="rect">
                <a:avLst/>
              </a:prstGeom>
              <a:blipFill>
                <a:blip r:embed="rId2"/>
                <a:stretch>
                  <a:fillRect/>
                </a:stretch>
              </a:blipFill>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2.2 ⇝ Example 6 (Continue)</a:t>
            </a:r>
            <a:endParaRPr lang="en-US" dirty="0"/>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A0CD21A9-6724-42FF-9E66-62649CFFEB98}"/>
                  </a:ext>
                </a:extLst>
              </p:cNvPr>
              <p:cNvSpPr txBox="1"/>
              <p:nvPr/>
            </p:nvSpPr>
            <p:spPr>
              <a:xfrm>
                <a:off x="9896387" y="4660503"/>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oMath>
                  </m:oMathPara>
                </a14:m>
                <a:endParaRPr lang="en-IN" dirty="0">
                  <a:latin typeface="+mn-lt"/>
                </a:endParaRPr>
              </a:p>
            </p:txBody>
          </p:sp>
        </mc:Choice>
        <mc:Fallback xmlns="">
          <p:sp>
            <p:nvSpPr>
              <p:cNvPr id="44" name="TextBox 43">
                <a:extLst>
                  <a:ext uri="{FF2B5EF4-FFF2-40B4-BE49-F238E27FC236}">
                    <a16:creationId xmlns:a16="http://schemas.microsoft.com/office/drawing/2014/main" id="{A0CD21A9-6724-42FF-9E66-62649CFFEB98}"/>
                  </a:ext>
                </a:extLst>
              </p:cNvPr>
              <p:cNvSpPr txBox="1">
                <a:spLocks noRot="1" noChangeAspect="1" noMove="1" noResize="1" noEditPoints="1" noAdjustHandles="1" noChangeArrowheads="1" noChangeShapeType="1" noTextEdit="1"/>
              </p:cNvSpPr>
              <p:nvPr/>
            </p:nvSpPr>
            <p:spPr>
              <a:xfrm>
                <a:off x="9896387" y="4660503"/>
                <a:ext cx="900571"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B0098D16-1F72-4AFB-9475-FD9EAC35CB05}"/>
                  </a:ext>
                </a:extLst>
              </p:cNvPr>
              <p:cNvSpPr txBox="1"/>
              <p:nvPr/>
            </p:nvSpPr>
            <p:spPr>
              <a:xfrm>
                <a:off x="10735780" y="4471221"/>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33</m:t>
                          </m:r>
                        </m:num>
                        <m:den>
                          <m:r>
                            <a:rPr lang="en-IN" b="0" i="1" dirty="0" smtClean="0">
                              <a:latin typeface="Cambria Math" panose="02040503050406030204" pitchFamily="18" charset="0"/>
                            </a:rPr>
                            <m:t> 200 </m:t>
                          </m:r>
                        </m:den>
                      </m:f>
                    </m:oMath>
                  </m:oMathPara>
                </a14:m>
                <a:endParaRPr lang="en-IN" dirty="0">
                  <a:latin typeface="+mn-lt"/>
                </a:endParaRPr>
              </a:p>
            </p:txBody>
          </p:sp>
        </mc:Choice>
        <mc:Fallback xmlns="">
          <p:sp>
            <p:nvSpPr>
              <p:cNvPr id="47" name="TextBox 46">
                <a:extLst>
                  <a:ext uri="{FF2B5EF4-FFF2-40B4-BE49-F238E27FC236}">
                    <a16:creationId xmlns:a16="http://schemas.microsoft.com/office/drawing/2014/main" id="{B0098D16-1F72-4AFB-9475-FD9EAC35CB05}"/>
                  </a:ext>
                </a:extLst>
              </p:cNvPr>
              <p:cNvSpPr txBox="1">
                <a:spLocks noRot="1" noChangeAspect="1" noMove="1" noResize="1" noEditPoints="1" noAdjustHandles="1" noChangeArrowheads="1" noChangeShapeType="1" noTextEdit="1"/>
              </p:cNvSpPr>
              <p:nvPr/>
            </p:nvSpPr>
            <p:spPr>
              <a:xfrm>
                <a:off x="10735780" y="4471221"/>
                <a:ext cx="1330332" cy="90178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33BE9830-EA1E-4BE9-901D-78BDB50D122F}"/>
                  </a:ext>
                </a:extLst>
              </p:cNvPr>
              <p:cNvSpPr txBox="1"/>
              <p:nvPr/>
            </p:nvSpPr>
            <p:spPr>
              <a:xfrm>
                <a:off x="9902595" y="5765658"/>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48" name="TextBox 47">
                <a:extLst>
                  <a:ext uri="{FF2B5EF4-FFF2-40B4-BE49-F238E27FC236}">
                    <a16:creationId xmlns:a16="http://schemas.microsoft.com/office/drawing/2014/main" id="{33BE9830-EA1E-4BE9-901D-78BDB50D122F}"/>
                  </a:ext>
                </a:extLst>
              </p:cNvPr>
              <p:cNvSpPr txBox="1">
                <a:spLocks noRot="1" noChangeAspect="1" noMove="1" noResize="1" noEditPoints="1" noAdjustHandles="1" noChangeArrowheads="1" noChangeShapeType="1" noTextEdit="1"/>
              </p:cNvSpPr>
              <p:nvPr/>
            </p:nvSpPr>
            <p:spPr>
              <a:xfrm>
                <a:off x="9902595" y="5765658"/>
                <a:ext cx="900571"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C58BEE3E-1DB8-42A6-A122-E16337380960}"/>
                  </a:ext>
                </a:extLst>
              </p:cNvPr>
              <p:cNvSpPr txBox="1"/>
              <p:nvPr/>
            </p:nvSpPr>
            <p:spPr>
              <a:xfrm>
                <a:off x="10735780" y="5562504"/>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25</m:t>
                          </m:r>
                        </m:num>
                        <m:den>
                          <m:r>
                            <a:rPr lang="en-IN" b="0" i="1" dirty="0" smtClean="0">
                              <a:latin typeface="Cambria Math" panose="02040503050406030204" pitchFamily="18" charset="0"/>
                            </a:rPr>
                            <m:t> 200 </m:t>
                          </m:r>
                        </m:den>
                      </m:f>
                    </m:oMath>
                  </m:oMathPara>
                </a14:m>
                <a:endParaRPr lang="en-IN" dirty="0">
                  <a:latin typeface="+mn-lt"/>
                </a:endParaRPr>
              </a:p>
            </p:txBody>
          </p:sp>
        </mc:Choice>
        <mc:Fallback xmlns="">
          <p:sp>
            <p:nvSpPr>
              <p:cNvPr id="66" name="TextBox 65">
                <a:extLst>
                  <a:ext uri="{FF2B5EF4-FFF2-40B4-BE49-F238E27FC236}">
                    <a16:creationId xmlns:a16="http://schemas.microsoft.com/office/drawing/2014/main" id="{C58BEE3E-1DB8-42A6-A122-E16337380960}"/>
                  </a:ext>
                </a:extLst>
              </p:cNvPr>
              <p:cNvSpPr txBox="1">
                <a:spLocks noRot="1" noChangeAspect="1" noMove="1" noResize="1" noEditPoints="1" noAdjustHandles="1" noChangeArrowheads="1" noChangeShapeType="1" noTextEdit="1"/>
              </p:cNvSpPr>
              <p:nvPr/>
            </p:nvSpPr>
            <p:spPr>
              <a:xfrm>
                <a:off x="10735780" y="5562504"/>
                <a:ext cx="1330332" cy="901785"/>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2057F9B0-99D7-4E5F-9BDC-5C99051925FA}"/>
                  </a:ext>
                </a:extLst>
              </p:cNvPr>
              <p:cNvSpPr txBox="1"/>
              <p:nvPr/>
            </p:nvSpPr>
            <p:spPr>
              <a:xfrm>
                <a:off x="1304655" y="3638924"/>
                <a:ext cx="153557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m:rPr>
                          <m:sty m:val="p"/>
                        </m:rPr>
                        <a:rPr lang="en-IN" b="0" i="0" dirty="0" smtClean="0">
                          <a:latin typeface="Cambria Math" panose="02040503050406030204" pitchFamily="18" charset="0"/>
                        </a:rPr>
                        <m:t>P</m:t>
                      </m:r>
                      <m:d>
                        <m:dPr>
                          <m:ctrlPr>
                            <a:rPr lang="en-IN" b="0" i="1" dirty="0" smtClean="0">
                              <a:latin typeface="Cambria Math" panose="02040503050406030204" pitchFamily="18" charset="0"/>
                            </a:rPr>
                          </m:ctrlPr>
                        </m:dPr>
                        <m:e>
                          <m:r>
                            <m:rPr>
                              <m:sty m:val="p"/>
                            </m:rPr>
                            <a:rPr lang="en-IN" b="0" i="0" dirty="0" smtClean="0">
                              <a:latin typeface="Cambria Math" panose="02040503050406030204" pitchFamily="18" charset="0"/>
                            </a:rPr>
                            <m:t>A</m:t>
                          </m:r>
                          <m:r>
                            <a:rPr lang="en-IN" b="0" i="0" dirty="0" smtClean="0">
                              <a:latin typeface="Cambria Math" panose="02040503050406030204" pitchFamily="18" charset="0"/>
                            </a:rPr>
                            <m:t>∪</m:t>
                          </m:r>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58" name="TextBox 57">
                <a:extLst>
                  <a:ext uri="{FF2B5EF4-FFF2-40B4-BE49-F238E27FC236}">
                    <a16:creationId xmlns:a16="http://schemas.microsoft.com/office/drawing/2014/main" id="{2057F9B0-99D7-4E5F-9BDC-5C99051925FA}"/>
                  </a:ext>
                </a:extLst>
              </p:cNvPr>
              <p:cNvSpPr txBox="1">
                <a:spLocks noRot="1" noChangeAspect="1" noMove="1" noResize="1" noEditPoints="1" noAdjustHandles="1" noChangeArrowheads="1" noChangeShapeType="1" noTextEdit="1"/>
              </p:cNvSpPr>
              <p:nvPr/>
            </p:nvSpPr>
            <p:spPr>
              <a:xfrm>
                <a:off x="1304655" y="3638924"/>
                <a:ext cx="1535579"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D2DFC866-E077-46DA-AB6F-A23A39EC8FCC}"/>
                  </a:ext>
                </a:extLst>
              </p:cNvPr>
              <p:cNvSpPr txBox="1"/>
              <p:nvPr/>
            </p:nvSpPr>
            <p:spPr>
              <a:xfrm>
                <a:off x="2710928" y="3638924"/>
                <a:ext cx="42318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0" dirty="0" smtClean="0">
                          <a:latin typeface="Cambria Math" panose="02040503050406030204" pitchFamily="18" charset="0"/>
                        </a:rPr>
                        <m:t>=</m:t>
                      </m:r>
                    </m:oMath>
                  </m:oMathPara>
                </a14:m>
                <a:endParaRPr lang="en-IN" dirty="0">
                  <a:latin typeface="+mn-lt"/>
                </a:endParaRPr>
              </a:p>
            </p:txBody>
          </p:sp>
        </mc:Choice>
        <mc:Fallback xmlns="">
          <p:sp>
            <p:nvSpPr>
              <p:cNvPr id="59" name="TextBox 58">
                <a:extLst>
                  <a:ext uri="{FF2B5EF4-FFF2-40B4-BE49-F238E27FC236}">
                    <a16:creationId xmlns:a16="http://schemas.microsoft.com/office/drawing/2014/main" id="{D2DFC866-E077-46DA-AB6F-A23A39EC8FCC}"/>
                  </a:ext>
                </a:extLst>
              </p:cNvPr>
              <p:cNvSpPr txBox="1">
                <a:spLocks noRot="1" noChangeAspect="1" noMove="1" noResize="1" noEditPoints="1" noAdjustHandles="1" noChangeArrowheads="1" noChangeShapeType="1" noTextEdit="1"/>
              </p:cNvSpPr>
              <p:nvPr/>
            </p:nvSpPr>
            <p:spPr>
              <a:xfrm>
                <a:off x="2710928" y="3638924"/>
                <a:ext cx="423181"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82C4E77A-157D-4844-95A1-AA38F53F9167}"/>
                  </a:ext>
                </a:extLst>
              </p:cNvPr>
              <p:cNvSpPr txBox="1"/>
              <p:nvPr/>
            </p:nvSpPr>
            <p:spPr>
              <a:xfrm>
                <a:off x="1304656" y="801235"/>
                <a:ext cx="1192528"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m:rPr>
                        <m:sty m:val="p"/>
                      </m:rPr>
                      <a:rPr lang="en-IN" b="0" i="0" dirty="0" smtClean="0">
                        <a:latin typeface="Cambria Math" panose="02040503050406030204" pitchFamily="18" charset="0"/>
                      </a:rPr>
                      <m:t>A</m:t>
                    </m:r>
                    <m:r>
                      <a:rPr lang="en-IN" b="0" i="1" dirty="0" smtClean="0">
                        <a:latin typeface="Cambria Math" panose="02040503050406030204" pitchFamily="18" charset="0"/>
                      </a:rPr>
                      <m:t>∩</m:t>
                    </m:r>
                    <m:r>
                      <m:rPr>
                        <m:sty m:val="p"/>
                      </m:rPr>
                      <a:rPr lang="en-IN" b="0" i="0" dirty="0" smtClean="0">
                        <a:latin typeface="Cambria Math" panose="02040503050406030204" pitchFamily="18" charset="0"/>
                      </a:rPr>
                      <m:t>B</m:t>
                    </m:r>
                  </m:oMath>
                </a14:m>
                <a:r>
                  <a:rPr lang="en-IN" dirty="0">
                    <a:latin typeface="+mn-lt"/>
                  </a:rPr>
                  <a:t> :</a:t>
                </a:r>
              </a:p>
            </p:txBody>
          </p:sp>
        </mc:Choice>
        <mc:Fallback xmlns="">
          <p:sp>
            <p:nvSpPr>
              <p:cNvPr id="63" name="TextBox 62">
                <a:extLst>
                  <a:ext uri="{FF2B5EF4-FFF2-40B4-BE49-F238E27FC236}">
                    <a16:creationId xmlns:a16="http://schemas.microsoft.com/office/drawing/2014/main" id="{82C4E77A-157D-4844-95A1-AA38F53F9167}"/>
                  </a:ext>
                </a:extLst>
              </p:cNvPr>
              <p:cNvSpPr txBox="1">
                <a:spLocks noRot="1" noChangeAspect="1" noMove="1" noResize="1" noEditPoints="1" noAdjustHandles="1" noChangeArrowheads="1" noChangeShapeType="1" noTextEdit="1"/>
              </p:cNvSpPr>
              <p:nvPr/>
            </p:nvSpPr>
            <p:spPr>
              <a:xfrm>
                <a:off x="1304656" y="801235"/>
                <a:ext cx="1192528" cy="523220"/>
              </a:xfrm>
              <a:prstGeom prst="rect">
                <a:avLst/>
              </a:prstGeom>
              <a:blipFill>
                <a:blip r:embed="rId9"/>
                <a:stretch>
                  <a:fillRect t="-10465" r="-9694"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E5192E5B-DFE9-41D0-A004-AC8A7ADE6420}"/>
                  </a:ext>
                </a:extLst>
              </p:cNvPr>
              <p:cNvSpPr txBox="1"/>
              <p:nvPr/>
            </p:nvSpPr>
            <p:spPr>
              <a:xfrm>
                <a:off x="2453001" y="801237"/>
                <a:ext cx="506836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number is divisible by both </a:t>
                </a:r>
                <a14:m>
                  <m:oMath xmlns:m="http://schemas.openxmlformats.org/officeDocument/2006/math">
                    <m:r>
                      <a:rPr lang="en-IN" i="1" dirty="0" smtClean="0">
                        <a:latin typeface="Cambria Math" panose="02040503050406030204" pitchFamily="18" charset="0"/>
                      </a:rPr>
                      <m:t>6 </m:t>
                    </m:r>
                  </m:oMath>
                </a14:m>
                <a:r>
                  <a:rPr lang="en-IN" dirty="0">
                    <a:latin typeface="+mn-lt"/>
                  </a:rPr>
                  <a:t>and </a:t>
                </a:r>
                <a14:m>
                  <m:oMath xmlns:m="http://schemas.openxmlformats.org/officeDocument/2006/math">
                    <m:r>
                      <a:rPr lang="en-IN" i="1" dirty="0" smtClean="0">
                        <a:latin typeface="Cambria Math" panose="02040503050406030204" pitchFamily="18" charset="0"/>
                      </a:rPr>
                      <m:t>8</m:t>
                    </m:r>
                  </m:oMath>
                </a14:m>
                <a:endParaRPr lang="en-IN" dirty="0">
                  <a:latin typeface="+mn-lt"/>
                </a:endParaRPr>
              </a:p>
            </p:txBody>
          </p:sp>
        </mc:Choice>
        <mc:Fallback xmlns="">
          <p:sp>
            <p:nvSpPr>
              <p:cNvPr id="64" name="TextBox 63">
                <a:extLst>
                  <a:ext uri="{FF2B5EF4-FFF2-40B4-BE49-F238E27FC236}">
                    <a16:creationId xmlns:a16="http://schemas.microsoft.com/office/drawing/2014/main" id="{E5192E5B-DFE9-41D0-A004-AC8A7ADE6420}"/>
                  </a:ext>
                </a:extLst>
              </p:cNvPr>
              <p:cNvSpPr txBox="1">
                <a:spLocks noRot="1" noChangeAspect="1" noMove="1" noResize="1" noEditPoints="1" noAdjustHandles="1" noChangeArrowheads="1" noChangeShapeType="1" noTextEdit="1"/>
              </p:cNvSpPr>
              <p:nvPr/>
            </p:nvSpPr>
            <p:spPr>
              <a:xfrm>
                <a:off x="2453001" y="801237"/>
                <a:ext cx="5068367" cy="523220"/>
              </a:xfrm>
              <a:prstGeom prst="rect">
                <a:avLst/>
              </a:prstGeom>
              <a:blipFill>
                <a:blip r:embed="rId10"/>
                <a:stretch>
                  <a:fillRect l="-2404" t="-10465" b="-33721"/>
                </a:stretch>
              </a:blipFill>
            </p:spPr>
            <p:txBody>
              <a:bodyPr/>
              <a:lstStyle/>
              <a:p>
                <a:r>
                  <a:rPr lang="en-IN">
                    <a:noFill/>
                  </a:rPr>
                  <a:t> </a:t>
                </a:r>
              </a:p>
            </p:txBody>
          </p:sp>
        </mc:Fallback>
      </mc:AlternateContent>
      <p:sp>
        <p:nvSpPr>
          <p:cNvPr id="67" name="TextBox 66">
            <a:extLst>
              <a:ext uri="{FF2B5EF4-FFF2-40B4-BE49-F238E27FC236}">
                <a16:creationId xmlns:a16="http://schemas.microsoft.com/office/drawing/2014/main" id="{D0BA8895-88D2-48AA-B78E-96AB878DB1D6}"/>
              </a:ext>
            </a:extLst>
          </p:cNvPr>
          <p:cNvSpPr txBox="1"/>
          <p:nvPr/>
        </p:nvSpPr>
        <p:spPr>
          <a:xfrm>
            <a:off x="1856737" y="1324453"/>
            <a:ext cx="64044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b="0" i="0" dirty="0">
                <a:latin typeface="+mj-lt"/>
              </a:rPr>
              <a:t>i.e.</a:t>
            </a:r>
            <a:endParaRPr lang="en-IN" dirty="0">
              <a:latin typeface="+mn-lt"/>
            </a:endParaRPr>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6191129E-A6CC-40EE-AAE3-2AD5BB9CA4C9}"/>
                  </a:ext>
                </a:extLst>
              </p:cNvPr>
              <p:cNvSpPr txBox="1"/>
              <p:nvPr/>
            </p:nvSpPr>
            <p:spPr>
              <a:xfrm>
                <a:off x="2453001" y="1324455"/>
                <a:ext cx="558228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number is divisible by </a:t>
                </a:r>
                <a14:m>
                  <m:oMath xmlns:m="http://schemas.openxmlformats.org/officeDocument/2006/math">
                    <m:r>
                      <a:rPr lang="en-IN" i="0" dirty="0" smtClean="0">
                        <a:latin typeface="Cambria Math" panose="02040503050406030204" pitchFamily="18" charset="0"/>
                      </a:rPr>
                      <m:t>24</m:t>
                    </m:r>
                  </m:oMath>
                </a14:m>
                <a:r>
                  <a:rPr lang="en-IN" dirty="0">
                    <a:latin typeface="+mn-lt"/>
                  </a:rPr>
                  <a:t>  [ </a:t>
                </a:r>
                <a14:m>
                  <m:oMath xmlns:m="http://schemas.openxmlformats.org/officeDocument/2006/math">
                    <m:r>
                      <m:rPr>
                        <m:sty m:val="p"/>
                      </m:rPr>
                      <a:rPr lang="en-IN" i="0" dirty="0" smtClean="0">
                        <a:latin typeface="Cambria Math" panose="02040503050406030204" pitchFamily="18" charset="0"/>
                      </a:rPr>
                      <m:t>lcm</m:t>
                    </m:r>
                    <m:d>
                      <m:dPr>
                        <m:ctrlPr>
                          <a:rPr lang="en-IN" i="1" dirty="0" smtClean="0">
                            <a:latin typeface="Cambria Math" panose="02040503050406030204" pitchFamily="18" charset="0"/>
                          </a:rPr>
                        </m:ctrlPr>
                      </m:dPr>
                      <m:e>
                        <m:r>
                          <a:rPr lang="en-IN" b="0" i="0" dirty="0" smtClean="0">
                            <a:latin typeface="Cambria Math" panose="02040503050406030204" pitchFamily="18" charset="0"/>
                          </a:rPr>
                          <m:t>6, 8</m:t>
                        </m:r>
                      </m:e>
                    </m:d>
                  </m:oMath>
                </a14:m>
                <a:r>
                  <a:rPr lang="en-IN" dirty="0">
                    <a:latin typeface="+mn-lt"/>
                  </a:rPr>
                  <a:t> ]</a:t>
                </a:r>
              </a:p>
            </p:txBody>
          </p:sp>
        </mc:Choice>
        <mc:Fallback xmlns="">
          <p:sp>
            <p:nvSpPr>
              <p:cNvPr id="68" name="TextBox 67">
                <a:extLst>
                  <a:ext uri="{FF2B5EF4-FFF2-40B4-BE49-F238E27FC236}">
                    <a16:creationId xmlns:a16="http://schemas.microsoft.com/office/drawing/2014/main" id="{6191129E-A6CC-40EE-AAE3-2AD5BB9CA4C9}"/>
                  </a:ext>
                </a:extLst>
              </p:cNvPr>
              <p:cNvSpPr txBox="1">
                <a:spLocks noRot="1" noChangeAspect="1" noMove="1" noResize="1" noEditPoints="1" noAdjustHandles="1" noChangeArrowheads="1" noChangeShapeType="1" noTextEdit="1"/>
              </p:cNvSpPr>
              <p:nvPr/>
            </p:nvSpPr>
            <p:spPr>
              <a:xfrm>
                <a:off x="2453001" y="1324455"/>
                <a:ext cx="5582289" cy="523220"/>
              </a:xfrm>
              <a:prstGeom prst="rect">
                <a:avLst/>
              </a:prstGeom>
              <a:blipFill>
                <a:blip r:embed="rId11"/>
                <a:stretch>
                  <a:fillRect l="-2183" t="-10465" r="-873"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666F3515-9DA1-4B9D-A836-752DC025C137}"/>
                  </a:ext>
                </a:extLst>
              </p:cNvPr>
              <p:cNvSpPr txBox="1"/>
              <p:nvPr/>
            </p:nvSpPr>
            <p:spPr>
              <a:xfrm>
                <a:off x="1732154" y="2349746"/>
                <a:ext cx="1535056"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dirty="0">
                              <a:latin typeface="Cambria Math" panose="02040503050406030204" pitchFamily="18" charset="0"/>
                            </a:rPr>
                            <m:t>A</m:t>
                          </m:r>
                          <m:r>
                            <a:rPr lang="en-IN" i="1" dirty="0">
                              <a:latin typeface="Cambria Math" panose="02040503050406030204" pitchFamily="18" charset="0"/>
                            </a:rPr>
                            <m:t>∩</m:t>
                          </m:r>
                          <m:r>
                            <m:rPr>
                              <m:sty m:val="p"/>
                            </m:rPr>
                            <a:rPr lang="en-IN" dirty="0">
                              <a:latin typeface="Cambria Math" panose="02040503050406030204" pitchFamily="18" charset="0"/>
                            </a:rPr>
                            <m:t>B</m:t>
                          </m:r>
                        </m:e>
                      </m:d>
                    </m:oMath>
                  </m:oMathPara>
                </a14:m>
                <a:endParaRPr lang="en-IN" dirty="0">
                  <a:latin typeface="+mn-lt"/>
                </a:endParaRPr>
              </a:p>
            </p:txBody>
          </p:sp>
        </mc:Choice>
        <mc:Fallback xmlns="">
          <p:sp>
            <p:nvSpPr>
              <p:cNvPr id="69" name="TextBox 68">
                <a:extLst>
                  <a:ext uri="{FF2B5EF4-FFF2-40B4-BE49-F238E27FC236}">
                    <a16:creationId xmlns:a16="http://schemas.microsoft.com/office/drawing/2014/main" id="{666F3515-9DA1-4B9D-A836-752DC025C137}"/>
                  </a:ext>
                </a:extLst>
              </p:cNvPr>
              <p:cNvSpPr txBox="1">
                <a:spLocks noRot="1" noChangeAspect="1" noMove="1" noResize="1" noEditPoints="1" noAdjustHandles="1" noChangeArrowheads="1" noChangeShapeType="1" noTextEdit="1"/>
              </p:cNvSpPr>
              <p:nvPr/>
            </p:nvSpPr>
            <p:spPr>
              <a:xfrm>
                <a:off x="1732154" y="2349746"/>
                <a:ext cx="1535056"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474ABD6E-B370-4908-82B7-37D246993D14}"/>
                  </a:ext>
                </a:extLst>
              </p:cNvPr>
              <p:cNvSpPr txBox="1"/>
              <p:nvPr/>
            </p:nvSpPr>
            <p:spPr>
              <a:xfrm>
                <a:off x="1304656" y="2349746"/>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70" name="TextBox 69">
                <a:extLst>
                  <a:ext uri="{FF2B5EF4-FFF2-40B4-BE49-F238E27FC236}">
                    <a16:creationId xmlns:a16="http://schemas.microsoft.com/office/drawing/2014/main" id="{474ABD6E-B370-4908-82B7-37D246993D14}"/>
                  </a:ext>
                </a:extLst>
              </p:cNvPr>
              <p:cNvSpPr txBox="1">
                <a:spLocks noRot="1" noChangeAspect="1" noMove="1" noResize="1" noEditPoints="1" noAdjustHandles="1" noChangeArrowheads="1" noChangeShapeType="1" noTextEdit="1"/>
              </p:cNvSpPr>
              <p:nvPr/>
            </p:nvSpPr>
            <p:spPr>
              <a:xfrm>
                <a:off x="1304656" y="2349746"/>
                <a:ext cx="534127"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42FE4C38-D5ED-44A2-8248-B87A4BAE4910}"/>
                  </a:ext>
                </a:extLst>
              </p:cNvPr>
              <p:cNvSpPr txBox="1"/>
              <p:nvPr/>
            </p:nvSpPr>
            <p:spPr>
              <a:xfrm>
                <a:off x="3085686" y="2349746"/>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71" name="TextBox 70">
                <a:extLst>
                  <a:ext uri="{FF2B5EF4-FFF2-40B4-BE49-F238E27FC236}">
                    <a16:creationId xmlns:a16="http://schemas.microsoft.com/office/drawing/2014/main" id="{42FE4C38-D5ED-44A2-8248-B87A4BAE4910}"/>
                  </a:ext>
                </a:extLst>
              </p:cNvPr>
              <p:cNvSpPr txBox="1">
                <a:spLocks noRot="1" noChangeAspect="1" noMove="1" noResize="1" noEditPoints="1" noAdjustHandles="1" noChangeArrowheads="1" noChangeShapeType="1" noTextEdit="1"/>
              </p:cNvSpPr>
              <p:nvPr/>
            </p:nvSpPr>
            <p:spPr>
              <a:xfrm>
                <a:off x="3085686" y="2349746"/>
                <a:ext cx="534127"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22E18839-F749-4E3F-AC70-04D12081DCA4}"/>
                  </a:ext>
                </a:extLst>
              </p:cNvPr>
              <p:cNvSpPr txBox="1"/>
              <p:nvPr/>
            </p:nvSpPr>
            <p:spPr>
              <a:xfrm>
                <a:off x="5889105" y="2349746"/>
                <a:ext cx="985034"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8</m:t>
                      </m:r>
                    </m:oMath>
                  </m:oMathPara>
                </a14:m>
                <a:endParaRPr lang="en-IN" sz="2800" dirty="0">
                  <a:solidFill>
                    <a:srgbClr val="002060"/>
                  </a:solidFill>
                </a:endParaRPr>
              </a:p>
            </p:txBody>
          </p:sp>
        </mc:Choice>
        <mc:Fallback xmlns="">
          <p:sp>
            <p:nvSpPr>
              <p:cNvPr id="72" name="TextBox 71">
                <a:extLst>
                  <a:ext uri="{FF2B5EF4-FFF2-40B4-BE49-F238E27FC236}">
                    <a16:creationId xmlns:a16="http://schemas.microsoft.com/office/drawing/2014/main" id="{22E18839-F749-4E3F-AC70-04D12081DCA4}"/>
                  </a:ext>
                </a:extLst>
              </p:cNvPr>
              <p:cNvSpPr txBox="1">
                <a:spLocks noRot="1" noChangeAspect="1" noMove="1" noResize="1" noEditPoints="1" noAdjustHandles="1" noChangeArrowheads="1" noChangeShapeType="1" noTextEdit="1"/>
              </p:cNvSpPr>
              <p:nvPr/>
            </p:nvSpPr>
            <p:spPr>
              <a:xfrm>
                <a:off x="5889105" y="2349746"/>
                <a:ext cx="985034"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29BD83E6-D77B-4EAA-B020-873279DAFF11}"/>
                  </a:ext>
                </a:extLst>
              </p:cNvPr>
              <p:cNvSpPr txBox="1"/>
              <p:nvPr/>
            </p:nvSpPr>
            <p:spPr>
              <a:xfrm>
                <a:off x="4436945" y="2349746"/>
                <a:ext cx="182656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d>
                        <m:dPr>
                          <m:begChr m:val="⌊"/>
                          <m:endChr m:val="⌋"/>
                          <m:ctrlPr>
                            <a:rPr lang="en-IN" sz="2800" i="1" dirty="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8.33 </m:t>
                          </m:r>
                        </m:e>
                      </m:d>
                    </m:oMath>
                  </m:oMathPara>
                </a14:m>
                <a:endParaRPr lang="en-IN" sz="2800" dirty="0">
                  <a:solidFill>
                    <a:srgbClr val="002060"/>
                  </a:solidFill>
                </a:endParaRPr>
              </a:p>
            </p:txBody>
          </p:sp>
        </mc:Choice>
        <mc:Fallback xmlns="">
          <p:sp>
            <p:nvSpPr>
              <p:cNvPr id="73" name="TextBox 72">
                <a:extLst>
                  <a:ext uri="{FF2B5EF4-FFF2-40B4-BE49-F238E27FC236}">
                    <a16:creationId xmlns:a16="http://schemas.microsoft.com/office/drawing/2014/main" id="{29BD83E6-D77B-4EAA-B020-873279DAFF11}"/>
                  </a:ext>
                </a:extLst>
              </p:cNvPr>
              <p:cNvSpPr txBox="1">
                <a:spLocks noRot="1" noChangeAspect="1" noMove="1" noResize="1" noEditPoints="1" noAdjustHandles="1" noChangeArrowheads="1" noChangeShapeType="1" noTextEdit="1"/>
              </p:cNvSpPr>
              <p:nvPr/>
            </p:nvSpPr>
            <p:spPr>
              <a:xfrm>
                <a:off x="4436945" y="2349746"/>
                <a:ext cx="1826565"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3A4B8AEC-27D0-4BF4-B193-75EC93F6C6CE}"/>
                  </a:ext>
                </a:extLst>
              </p:cNvPr>
              <p:cNvSpPr txBox="1"/>
              <p:nvPr/>
            </p:nvSpPr>
            <p:spPr>
              <a:xfrm>
                <a:off x="3419152" y="2085860"/>
                <a:ext cx="1304812" cy="1050993"/>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d>
                        <m:dPr>
                          <m:begChr m:val="⌊"/>
                          <m:endChr m:val="⌋"/>
                          <m:ctrlPr>
                            <a:rPr lang="en-IN" sz="2800" b="0" i="1" dirty="0" smtClean="0">
                              <a:solidFill>
                                <a:srgbClr val="002060"/>
                              </a:solidFill>
                              <a:latin typeface="Cambria Math" panose="02040503050406030204" pitchFamily="18" charset="0"/>
                            </a:rPr>
                          </m:ctrlPr>
                        </m:dPr>
                        <m:e>
                          <m:eqArr>
                            <m:eqArrPr>
                              <m:ctrlPr>
                                <a:rPr lang="en-IN" sz="2800" b="0" i="1" dirty="0" smtClean="0">
                                  <a:solidFill>
                                    <a:srgbClr val="002060"/>
                                  </a:solidFill>
                                  <a:latin typeface="Cambria Math" panose="02040503050406030204" pitchFamily="18" charset="0"/>
                                </a:rPr>
                              </m:ctrlPr>
                            </m:eqArrPr>
                            <m:e>
                              <m:r>
                                <a:rPr lang="en-IN" sz="2800" b="0" i="1" dirty="0" smtClean="0">
                                  <a:solidFill>
                                    <a:srgbClr val="002060"/>
                                  </a:solidFill>
                                  <a:latin typeface="Cambria Math" panose="02040503050406030204" pitchFamily="18" charset="0"/>
                                </a:rPr>
                                <m:t> </m:t>
                              </m:r>
                            </m:e>
                            <m:e>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 200 </m:t>
                                  </m:r>
                                </m:num>
                                <m:den>
                                  <m:r>
                                    <a:rPr lang="en-IN" sz="2800" b="0" i="1" dirty="0" smtClean="0">
                                      <a:solidFill>
                                        <a:srgbClr val="002060"/>
                                      </a:solidFill>
                                      <a:latin typeface="Cambria Math" panose="02040503050406030204" pitchFamily="18" charset="0"/>
                                    </a:rPr>
                                    <m:t>24</m:t>
                                  </m:r>
                                </m:den>
                              </m:f>
                            </m:e>
                          </m:eqArr>
                        </m:e>
                      </m:d>
                    </m:oMath>
                  </m:oMathPara>
                </a14:m>
                <a:endParaRPr lang="en-IN" sz="2800" dirty="0">
                  <a:solidFill>
                    <a:srgbClr val="002060"/>
                  </a:solidFill>
                </a:endParaRPr>
              </a:p>
            </p:txBody>
          </p:sp>
        </mc:Choice>
        <mc:Fallback xmlns="">
          <p:sp>
            <p:nvSpPr>
              <p:cNvPr id="74" name="TextBox 73">
                <a:extLst>
                  <a:ext uri="{FF2B5EF4-FFF2-40B4-BE49-F238E27FC236}">
                    <a16:creationId xmlns:a16="http://schemas.microsoft.com/office/drawing/2014/main" id="{3A4B8AEC-27D0-4BF4-B193-75EC93F6C6CE}"/>
                  </a:ext>
                </a:extLst>
              </p:cNvPr>
              <p:cNvSpPr txBox="1">
                <a:spLocks noRot="1" noChangeAspect="1" noMove="1" noResize="1" noEditPoints="1" noAdjustHandles="1" noChangeArrowheads="1" noChangeShapeType="1" noTextEdit="1"/>
              </p:cNvSpPr>
              <p:nvPr/>
            </p:nvSpPr>
            <p:spPr>
              <a:xfrm>
                <a:off x="3419152" y="2085860"/>
                <a:ext cx="1304812" cy="1050993"/>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66DB8E3D-6324-4B71-892C-914D2B08B095}"/>
                  </a:ext>
                </a:extLst>
              </p:cNvPr>
              <p:cNvSpPr txBox="1"/>
              <p:nvPr/>
            </p:nvSpPr>
            <p:spPr>
              <a:xfrm>
                <a:off x="7327136" y="2349746"/>
                <a:ext cx="1638442"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dirty="0">
                              <a:latin typeface="Cambria Math" panose="02040503050406030204" pitchFamily="18" charset="0"/>
                            </a:rPr>
                            <m:t>A</m:t>
                          </m:r>
                          <m:r>
                            <a:rPr lang="en-IN" i="1" dirty="0">
                              <a:latin typeface="Cambria Math" panose="02040503050406030204" pitchFamily="18" charset="0"/>
                            </a:rPr>
                            <m:t>∩</m:t>
                          </m:r>
                          <m:r>
                            <m:rPr>
                              <m:sty m:val="p"/>
                            </m:rPr>
                            <a:rPr lang="en-IN" dirty="0">
                              <a:latin typeface="Cambria Math" panose="02040503050406030204" pitchFamily="18" charset="0"/>
                            </a:rPr>
                            <m:t>B</m:t>
                          </m:r>
                        </m:e>
                      </m:d>
                    </m:oMath>
                  </m:oMathPara>
                </a14:m>
                <a:endParaRPr lang="en-IN" dirty="0">
                  <a:latin typeface="+mn-lt"/>
                </a:endParaRPr>
              </a:p>
            </p:txBody>
          </p:sp>
        </mc:Choice>
        <mc:Fallback xmlns="">
          <p:sp>
            <p:nvSpPr>
              <p:cNvPr id="75" name="TextBox 74">
                <a:extLst>
                  <a:ext uri="{FF2B5EF4-FFF2-40B4-BE49-F238E27FC236}">
                    <a16:creationId xmlns:a16="http://schemas.microsoft.com/office/drawing/2014/main" id="{66DB8E3D-6324-4B71-892C-914D2B08B095}"/>
                  </a:ext>
                </a:extLst>
              </p:cNvPr>
              <p:cNvSpPr txBox="1">
                <a:spLocks noRot="1" noChangeAspect="1" noMove="1" noResize="1" noEditPoints="1" noAdjustHandles="1" noChangeArrowheads="1" noChangeShapeType="1" noTextEdit="1"/>
              </p:cNvSpPr>
              <p:nvPr/>
            </p:nvSpPr>
            <p:spPr>
              <a:xfrm>
                <a:off x="7327136" y="2349746"/>
                <a:ext cx="1638442"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DB9D1F98-DE2C-4A21-9504-96C9F75CF041}"/>
                  </a:ext>
                </a:extLst>
              </p:cNvPr>
              <p:cNvSpPr txBox="1"/>
              <p:nvPr/>
            </p:nvSpPr>
            <p:spPr>
              <a:xfrm>
                <a:off x="6874139" y="2349746"/>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76" name="TextBox 75">
                <a:extLst>
                  <a:ext uri="{FF2B5EF4-FFF2-40B4-BE49-F238E27FC236}">
                    <a16:creationId xmlns:a16="http://schemas.microsoft.com/office/drawing/2014/main" id="{DB9D1F98-DE2C-4A21-9504-96C9F75CF041}"/>
                  </a:ext>
                </a:extLst>
              </p:cNvPr>
              <p:cNvSpPr txBox="1">
                <a:spLocks noRot="1" noChangeAspect="1" noMove="1" noResize="1" noEditPoints="1" noAdjustHandles="1" noChangeArrowheads="1" noChangeShapeType="1" noTextEdit="1"/>
              </p:cNvSpPr>
              <p:nvPr/>
            </p:nvSpPr>
            <p:spPr>
              <a:xfrm>
                <a:off x="6874139" y="2349746"/>
                <a:ext cx="534127"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98E02D72-D11B-4C5F-A4A8-E2418A566788}"/>
                  </a:ext>
                </a:extLst>
              </p:cNvPr>
              <p:cNvSpPr txBox="1"/>
              <p:nvPr/>
            </p:nvSpPr>
            <p:spPr>
              <a:xfrm>
                <a:off x="8756986" y="2116637"/>
                <a:ext cx="1997112"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dirty="0">
                                  <a:latin typeface="Cambria Math" panose="02040503050406030204" pitchFamily="18" charset="0"/>
                                </a:rPr>
                                <m:t>A</m:t>
                              </m:r>
                              <m:r>
                                <a:rPr lang="en-IN" i="1" dirty="0">
                                  <a:latin typeface="Cambria Math" panose="02040503050406030204" pitchFamily="18" charset="0"/>
                                </a:rPr>
                                <m:t>∩</m:t>
                              </m:r>
                              <m:r>
                                <m:rPr>
                                  <m:sty m:val="p"/>
                                </m:rPr>
                                <a:rPr lang="en-IN" dirty="0">
                                  <a:latin typeface="Cambria Math" panose="02040503050406030204" pitchFamily="18" charset="0"/>
                                </a:rPr>
                                <m:t>B</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77" name="TextBox 76">
                <a:extLst>
                  <a:ext uri="{FF2B5EF4-FFF2-40B4-BE49-F238E27FC236}">
                    <a16:creationId xmlns:a16="http://schemas.microsoft.com/office/drawing/2014/main" id="{98E02D72-D11B-4C5F-A4A8-E2418A566788}"/>
                  </a:ext>
                </a:extLst>
              </p:cNvPr>
              <p:cNvSpPr txBox="1">
                <a:spLocks noRot="1" noChangeAspect="1" noMove="1" noResize="1" noEditPoints="1" noAdjustHandles="1" noChangeArrowheads="1" noChangeShapeType="1" noTextEdit="1"/>
              </p:cNvSpPr>
              <p:nvPr/>
            </p:nvSpPr>
            <p:spPr>
              <a:xfrm>
                <a:off x="8756986" y="2116637"/>
                <a:ext cx="1997112" cy="989438"/>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03E914C5-C418-4D2B-B7E9-B4D7B30AD208}"/>
                  </a:ext>
                </a:extLst>
              </p:cNvPr>
              <p:cNvSpPr txBox="1"/>
              <p:nvPr/>
            </p:nvSpPr>
            <p:spPr>
              <a:xfrm>
                <a:off x="10678552" y="2160464"/>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8</m:t>
                          </m:r>
                        </m:num>
                        <m:den>
                          <m:r>
                            <a:rPr lang="en-IN" b="0" i="1" dirty="0" smtClean="0">
                              <a:latin typeface="Cambria Math" panose="02040503050406030204" pitchFamily="18" charset="0"/>
                            </a:rPr>
                            <m:t> 200 </m:t>
                          </m:r>
                        </m:den>
                      </m:f>
                    </m:oMath>
                  </m:oMathPara>
                </a14:m>
                <a:endParaRPr lang="en-IN" dirty="0">
                  <a:latin typeface="+mn-lt"/>
                </a:endParaRPr>
              </a:p>
            </p:txBody>
          </p:sp>
        </mc:Choice>
        <mc:Fallback xmlns="">
          <p:sp>
            <p:nvSpPr>
              <p:cNvPr id="78" name="TextBox 77">
                <a:extLst>
                  <a:ext uri="{FF2B5EF4-FFF2-40B4-BE49-F238E27FC236}">
                    <a16:creationId xmlns:a16="http://schemas.microsoft.com/office/drawing/2014/main" id="{03E914C5-C418-4D2B-B7E9-B4D7B30AD208}"/>
                  </a:ext>
                </a:extLst>
              </p:cNvPr>
              <p:cNvSpPr txBox="1">
                <a:spLocks noRot="1" noChangeAspect="1" noMove="1" noResize="1" noEditPoints="1" noAdjustHandles="1" noChangeArrowheads="1" noChangeShapeType="1" noTextEdit="1"/>
              </p:cNvSpPr>
              <p:nvPr/>
            </p:nvSpPr>
            <p:spPr>
              <a:xfrm>
                <a:off x="10678552" y="2160464"/>
                <a:ext cx="1330332" cy="901785"/>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219E0277-D9FB-4FD0-AB65-545D4DD62608}"/>
                  </a:ext>
                </a:extLst>
              </p:cNvPr>
              <p:cNvSpPr txBox="1"/>
              <p:nvPr/>
            </p:nvSpPr>
            <p:spPr>
              <a:xfrm>
                <a:off x="2710928" y="4387182"/>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33</m:t>
                          </m:r>
                        </m:num>
                        <m:den>
                          <m:r>
                            <a:rPr lang="en-IN" b="0" i="1" dirty="0" smtClean="0">
                              <a:latin typeface="Cambria Math" panose="02040503050406030204" pitchFamily="18" charset="0"/>
                            </a:rPr>
                            <m:t> 200 </m:t>
                          </m:r>
                        </m:den>
                      </m:f>
                    </m:oMath>
                  </m:oMathPara>
                </a14:m>
                <a:endParaRPr lang="en-IN" dirty="0">
                  <a:latin typeface="+mn-lt"/>
                </a:endParaRPr>
              </a:p>
            </p:txBody>
          </p:sp>
        </mc:Choice>
        <mc:Fallback xmlns="">
          <p:sp>
            <p:nvSpPr>
              <p:cNvPr id="79" name="TextBox 78">
                <a:extLst>
                  <a:ext uri="{FF2B5EF4-FFF2-40B4-BE49-F238E27FC236}">
                    <a16:creationId xmlns:a16="http://schemas.microsoft.com/office/drawing/2014/main" id="{219E0277-D9FB-4FD0-AB65-545D4DD62608}"/>
                  </a:ext>
                </a:extLst>
              </p:cNvPr>
              <p:cNvSpPr txBox="1">
                <a:spLocks noRot="1" noChangeAspect="1" noMove="1" noResize="1" noEditPoints="1" noAdjustHandles="1" noChangeArrowheads="1" noChangeShapeType="1" noTextEdit="1"/>
              </p:cNvSpPr>
              <p:nvPr/>
            </p:nvSpPr>
            <p:spPr>
              <a:xfrm>
                <a:off x="2710928" y="4387182"/>
                <a:ext cx="1330332" cy="901785"/>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EDA11076-6569-4B09-8920-A5746ACA567D}"/>
                  </a:ext>
                </a:extLst>
              </p:cNvPr>
              <p:cNvSpPr txBox="1"/>
              <p:nvPr/>
            </p:nvSpPr>
            <p:spPr>
              <a:xfrm>
                <a:off x="3913813" y="4387182"/>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 </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25</m:t>
                          </m:r>
                        </m:num>
                        <m:den>
                          <m:r>
                            <a:rPr lang="en-IN" b="0" i="1" dirty="0" smtClean="0">
                              <a:latin typeface="Cambria Math" panose="02040503050406030204" pitchFamily="18" charset="0"/>
                            </a:rPr>
                            <m:t> 200 </m:t>
                          </m:r>
                        </m:den>
                      </m:f>
                    </m:oMath>
                  </m:oMathPara>
                </a14:m>
                <a:endParaRPr lang="en-IN" dirty="0">
                  <a:latin typeface="+mn-lt"/>
                </a:endParaRPr>
              </a:p>
            </p:txBody>
          </p:sp>
        </mc:Choice>
        <mc:Fallback xmlns="">
          <p:sp>
            <p:nvSpPr>
              <p:cNvPr id="80" name="TextBox 79">
                <a:extLst>
                  <a:ext uri="{FF2B5EF4-FFF2-40B4-BE49-F238E27FC236}">
                    <a16:creationId xmlns:a16="http://schemas.microsoft.com/office/drawing/2014/main" id="{EDA11076-6569-4B09-8920-A5746ACA567D}"/>
                  </a:ext>
                </a:extLst>
              </p:cNvPr>
              <p:cNvSpPr txBox="1">
                <a:spLocks noRot="1" noChangeAspect="1" noMove="1" noResize="1" noEditPoints="1" noAdjustHandles="1" noChangeArrowheads="1" noChangeShapeType="1" noTextEdit="1"/>
              </p:cNvSpPr>
              <p:nvPr/>
            </p:nvSpPr>
            <p:spPr>
              <a:xfrm>
                <a:off x="3913813" y="4387182"/>
                <a:ext cx="1330332" cy="901785"/>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F2755B8E-6FDF-4469-AA5F-63C4AC523C95}"/>
                  </a:ext>
                </a:extLst>
              </p:cNvPr>
              <p:cNvSpPr txBox="1"/>
              <p:nvPr/>
            </p:nvSpPr>
            <p:spPr>
              <a:xfrm>
                <a:off x="5223939" y="4387182"/>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 </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8</m:t>
                          </m:r>
                        </m:num>
                        <m:den>
                          <m:r>
                            <a:rPr lang="en-IN" b="0" i="1" dirty="0" smtClean="0">
                              <a:latin typeface="Cambria Math" panose="02040503050406030204" pitchFamily="18" charset="0"/>
                            </a:rPr>
                            <m:t> 200 </m:t>
                          </m:r>
                        </m:den>
                      </m:f>
                    </m:oMath>
                  </m:oMathPara>
                </a14:m>
                <a:endParaRPr lang="en-IN" dirty="0">
                  <a:latin typeface="+mn-lt"/>
                </a:endParaRPr>
              </a:p>
            </p:txBody>
          </p:sp>
        </mc:Choice>
        <mc:Fallback xmlns="">
          <p:sp>
            <p:nvSpPr>
              <p:cNvPr id="81" name="TextBox 80">
                <a:extLst>
                  <a:ext uri="{FF2B5EF4-FFF2-40B4-BE49-F238E27FC236}">
                    <a16:creationId xmlns:a16="http://schemas.microsoft.com/office/drawing/2014/main" id="{F2755B8E-6FDF-4469-AA5F-63C4AC523C95}"/>
                  </a:ext>
                </a:extLst>
              </p:cNvPr>
              <p:cNvSpPr txBox="1">
                <a:spLocks noRot="1" noChangeAspect="1" noMove="1" noResize="1" noEditPoints="1" noAdjustHandles="1" noChangeArrowheads="1" noChangeShapeType="1" noTextEdit="1"/>
              </p:cNvSpPr>
              <p:nvPr/>
            </p:nvSpPr>
            <p:spPr>
              <a:xfrm>
                <a:off x="5223939" y="4387182"/>
                <a:ext cx="1330332" cy="901785"/>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51301190-AA15-4C32-BE42-6D91438DE8CC}"/>
                  </a:ext>
                </a:extLst>
              </p:cNvPr>
              <p:cNvSpPr txBox="1"/>
              <p:nvPr/>
            </p:nvSpPr>
            <p:spPr>
              <a:xfrm>
                <a:off x="2710928" y="5514005"/>
                <a:ext cx="1005455"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1</m:t>
                          </m:r>
                        </m:num>
                        <m:den>
                          <m:r>
                            <a:rPr lang="en-IN" b="0" i="1" dirty="0" smtClean="0">
                              <a:latin typeface="Cambria Math" panose="02040503050406030204" pitchFamily="18" charset="0"/>
                            </a:rPr>
                            <m:t> 4 </m:t>
                          </m:r>
                        </m:den>
                      </m:f>
                    </m:oMath>
                  </m:oMathPara>
                </a14:m>
                <a:endParaRPr lang="en-IN" dirty="0">
                  <a:latin typeface="+mn-lt"/>
                </a:endParaRPr>
              </a:p>
            </p:txBody>
          </p:sp>
        </mc:Choice>
        <mc:Fallback xmlns="">
          <p:sp>
            <p:nvSpPr>
              <p:cNvPr id="82" name="TextBox 81">
                <a:extLst>
                  <a:ext uri="{FF2B5EF4-FFF2-40B4-BE49-F238E27FC236}">
                    <a16:creationId xmlns:a16="http://schemas.microsoft.com/office/drawing/2014/main" id="{51301190-AA15-4C32-BE42-6D91438DE8CC}"/>
                  </a:ext>
                </a:extLst>
              </p:cNvPr>
              <p:cNvSpPr txBox="1">
                <a:spLocks noRot="1" noChangeAspect="1" noMove="1" noResize="1" noEditPoints="1" noAdjustHandles="1" noChangeArrowheads="1" noChangeShapeType="1" noTextEdit="1"/>
              </p:cNvSpPr>
              <p:nvPr/>
            </p:nvSpPr>
            <p:spPr>
              <a:xfrm>
                <a:off x="2710928" y="5514005"/>
                <a:ext cx="1005455" cy="901785"/>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EF4ADD4-6729-4093-BBB0-5CBF2FECE99D}"/>
                  </a:ext>
                </a:extLst>
              </p:cNvPr>
              <p:cNvSpPr txBox="1"/>
              <p:nvPr/>
            </p:nvSpPr>
            <p:spPr>
              <a:xfrm>
                <a:off x="10109163" y="742533"/>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GB" b="0" i="0" dirty="0" smtClean="0">
                              <a:latin typeface="Cambria Math" panose="02040503050406030204" pitchFamily="18" charset="0"/>
                            </a:rPr>
                            <m:t>S</m:t>
                          </m:r>
                        </m:e>
                      </m:d>
                    </m:oMath>
                  </m:oMathPara>
                </a14:m>
                <a:endParaRPr lang="en-IN" dirty="0">
                  <a:latin typeface="+mn-lt"/>
                </a:endParaRPr>
              </a:p>
            </p:txBody>
          </p:sp>
        </mc:Choice>
        <mc:Fallback xmlns="">
          <p:sp>
            <p:nvSpPr>
              <p:cNvPr id="83" name="TextBox 82">
                <a:extLst>
                  <a:ext uri="{FF2B5EF4-FFF2-40B4-BE49-F238E27FC236}">
                    <a16:creationId xmlns:a16="http://schemas.microsoft.com/office/drawing/2014/main" id="{EEF4ADD4-6729-4093-BBB0-5CBF2FECE99D}"/>
                  </a:ext>
                </a:extLst>
              </p:cNvPr>
              <p:cNvSpPr txBox="1">
                <a:spLocks noRot="1" noChangeAspect="1" noMove="1" noResize="1" noEditPoints="1" noAdjustHandles="1" noChangeArrowheads="1" noChangeShapeType="1" noTextEdit="1"/>
              </p:cNvSpPr>
              <p:nvPr/>
            </p:nvSpPr>
            <p:spPr>
              <a:xfrm>
                <a:off x="10109163" y="742533"/>
                <a:ext cx="863234" cy="523220"/>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A631080D-BE0A-4161-90F5-4CB53491739F}"/>
                  </a:ext>
                </a:extLst>
              </p:cNvPr>
              <p:cNvSpPr txBox="1"/>
              <p:nvPr/>
            </p:nvSpPr>
            <p:spPr>
              <a:xfrm>
                <a:off x="10899580" y="738583"/>
                <a:ext cx="116653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i="1" dirty="0" smtClean="0">
                          <a:solidFill>
                            <a:srgbClr val="002060"/>
                          </a:solidFill>
                          <a:latin typeface="Cambria Math" panose="02040503050406030204" pitchFamily="18" charset="0"/>
                        </a:rPr>
                        <m:t>2</m:t>
                      </m:r>
                      <m:r>
                        <a:rPr lang="en-IN" sz="2800" b="0" i="1" dirty="0" smtClean="0">
                          <a:solidFill>
                            <a:srgbClr val="002060"/>
                          </a:solidFill>
                          <a:latin typeface="Cambria Math" panose="02040503050406030204" pitchFamily="18" charset="0"/>
                        </a:rPr>
                        <m:t>00</m:t>
                      </m:r>
                    </m:oMath>
                  </m:oMathPara>
                </a14:m>
                <a:endParaRPr lang="en-IN" sz="2800" dirty="0">
                  <a:solidFill>
                    <a:srgbClr val="002060"/>
                  </a:solidFill>
                </a:endParaRPr>
              </a:p>
            </p:txBody>
          </p:sp>
        </mc:Choice>
        <mc:Fallback xmlns="">
          <p:sp>
            <p:nvSpPr>
              <p:cNvPr id="84" name="TextBox 83">
                <a:extLst>
                  <a:ext uri="{FF2B5EF4-FFF2-40B4-BE49-F238E27FC236}">
                    <a16:creationId xmlns:a16="http://schemas.microsoft.com/office/drawing/2014/main" id="{A631080D-BE0A-4161-90F5-4CB53491739F}"/>
                  </a:ext>
                </a:extLst>
              </p:cNvPr>
              <p:cNvSpPr txBox="1">
                <a:spLocks noRot="1" noChangeAspect="1" noMove="1" noResize="1" noEditPoints="1" noAdjustHandles="1" noChangeArrowheads="1" noChangeShapeType="1" noTextEdit="1"/>
              </p:cNvSpPr>
              <p:nvPr/>
            </p:nvSpPr>
            <p:spPr>
              <a:xfrm>
                <a:off x="10899580" y="738583"/>
                <a:ext cx="1166532" cy="523220"/>
              </a:xfrm>
              <a:prstGeom prst="rect">
                <a:avLst/>
              </a:prstGeom>
              <a:blipFill>
                <a:blip r:embed="rId2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64924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8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4" grpId="0"/>
      <p:bldP spid="67" grpId="0"/>
      <p:bldP spid="68" grpId="0"/>
      <p:bldP spid="69" grpId="0" animBg="1"/>
      <p:bldP spid="70" grpId="0" animBg="1"/>
      <p:bldP spid="71" grpId="0"/>
      <p:bldP spid="72" grpId="0"/>
      <p:bldP spid="73" grpId="0"/>
      <p:bldP spid="74" grpId="0"/>
      <p:bldP spid="75" grpId="0" animBg="1"/>
      <p:bldP spid="76" grpId="0" animBg="1"/>
      <p:bldP spid="77" grpId="0" animBg="1"/>
      <p:bldP spid="78" grpId="0" animBg="1"/>
      <p:bldP spid="79" grpId="0"/>
      <p:bldP spid="80" grpId="0"/>
      <p:bldP spid="81" grpId="0"/>
      <p:bldP spid="82"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10">
            <a:extLst>
              <a:ext uri="{FF2B5EF4-FFF2-40B4-BE49-F238E27FC236}">
                <a16:creationId xmlns:a16="http://schemas.microsoft.com/office/drawing/2014/main" id="{BA7294AA-E6C5-41C1-B532-88AC16486AAA}"/>
              </a:ext>
            </a:extLst>
          </p:cNvPr>
          <p:cNvGraphicFramePr>
            <a:graphicFrameLocks noGrp="1"/>
          </p:cNvGraphicFramePr>
          <p:nvPr>
            <p:extLst>
              <p:ext uri="{D42A27DB-BD31-4B8C-83A1-F6EECF244321}">
                <p14:modId xmlns:p14="http://schemas.microsoft.com/office/powerpoint/2010/main" val="2332810186"/>
              </p:ext>
            </p:extLst>
          </p:nvPr>
        </p:nvGraphicFramePr>
        <p:xfrm>
          <a:off x="1689466" y="2681765"/>
          <a:ext cx="4618421" cy="2448000"/>
        </p:xfrm>
        <a:graphic>
          <a:graphicData uri="http://schemas.openxmlformats.org/drawingml/2006/table">
            <a:tbl>
              <a:tblPr firstRow="1" firstCol="1" bandRow="1">
                <a:tableStyleId>{2D5ABB26-0587-4C30-8999-92F81FD0307C}</a:tableStyleId>
              </a:tblPr>
              <a:tblGrid>
                <a:gridCol w="1306421">
                  <a:extLst>
                    <a:ext uri="{9D8B030D-6E8A-4147-A177-3AD203B41FA5}">
                      <a16:colId xmlns:a16="http://schemas.microsoft.com/office/drawing/2014/main" val="3207154094"/>
                    </a:ext>
                  </a:extLst>
                </a:gridCol>
                <a:gridCol w="1188000">
                  <a:extLst>
                    <a:ext uri="{9D8B030D-6E8A-4147-A177-3AD203B41FA5}">
                      <a16:colId xmlns:a16="http://schemas.microsoft.com/office/drawing/2014/main" val="1971944706"/>
                    </a:ext>
                  </a:extLst>
                </a:gridCol>
                <a:gridCol w="1188000">
                  <a:extLst>
                    <a:ext uri="{9D8B030D-6E8A-4147-A177-3AD203B41FA5}">
                      <a16:colId xmlns:a16="http://schemas.microsoft.com/office/drawing/2014/main" val="1572264338"/>
                    </a:ext>
                  </a:extLst>
                </a:gridCol>
                <a:gridCol w="936000">
                  <a:extLst>
                    <a:ext uri="{9D8B030D-6E8A-4147-A177-3AD203B41FA5}">
                      <a16:colId xmlns:a16="http://schemas.microsoft.com/office/drawing/2014/main" val="2758617350"/>
                    </a:ext>
                  </a:extLst>
                </a:gridCol>
              </a:tblGrid>
              <a:tr h="612000">
                <a:tc>
                  <a:txBody>
                    <a:bodyPr/>
                    <a:lstStyle/>
                    <a:p>
                      <a:endParaRPr lang="en-IN"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7206059"/>
                  </a:ext>
                </a:extLst>
              </a:tr>
              <a:tr h="612000">
                <a:tc>
                  <a:txBody>
                    <a:bodyPr/>
                    <a:lstStyle/>
                    <a:p>
                      <a:endParaRPr lang="en-IN"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4314181"/>
                  </a:ext>
                </a:extLst>
              </a:tr>
              <a:tr h="612000">
                <a:tc>
                  <a:txBody>
                    <a:bodyPr/>
                    <a:lstStyle/>
                    <a:p>
                      <a:endParaRPr lang="en-IN"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5186122"/>
                  </a:ext>
                </a:extLst>
              </a:tr>
              <a:tr h="612000">
                <a:tc>
                  <a:txBody>
                    <a:bodyPr/>
                    <a:lstStyle/>
                    <a:p>
                      <a:endParaRPr lang="en-IN"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30013488"/>
                  </a:ext>
                </a:extLst>
              </a:tr>
            </a:tbl>
          </a:graphicData>
        </a:graphic>
      </p:graphicFrame>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1657288"/>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spcAft>
                    <a:spcPts val="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A basket contains </a:t>
                </a:r>
                <a14:m>
                  <m:oMath xmlns:m="http://schemas.openxmlformats.org/officeDocument/2006/math">
                    <m:r>
                      <a:rPr lang="en-US">
                        <a:latin typeface="Cambria Math" panose="02040503050406030204" pitchFamily="18" charset="0"/>
                      </a:rPr>
                      <m:t>20</m:t>
                    </m:r>
                  </m:oMath>
                </a14:m>
                <a:r>
                  <a:rPr lang="en-US" dirty="0"/>
                  <a:t> apples and </a:t>
                </a:r>
                <a14:m>
                  <m:oMath xmlns:m="http://schemas.openxmlformats.org/officeDocument/2006/math">
                    <m:r>
                      <a:rPr lang="en-US">
                        <a:latin typeface="Cambria Math" panose="02040503050406030204" pitchFamily="18" charset="0"/>
                      </a:rPr>
                      <m:t>10</m:t>
                    </m:r>
                  </m:oMath>
                </a14:m>
                <a:r>
                  <a:rPr lang="en-US" dirty="0"/>
                  <a:t> oranges of which </a:t>
                </a:r>
                <a14:m>
                  <m:oMath xmlns:m="http://schemas.openxmlformats.org/officeDocument/2006/math">
                    <m:r>
                      <a:rPr lang="en-US">
                        <a:latin typeface="Cambria Math" panose="02040503050406030204" pitchFamily="18" charset="0"/>
                      </a:rPr>
                      <m:t>5</m:t>
                    </m:r>
                  </m:oMath>
                </a14:m>
                <a:r>
                  <a:rPr lang="en-US" dirty="0"/>
                  <a:t> apples and </a:t>
                </a:r>
                <a14:m>
                  <m:oMath xmlns:m="http://schemas.openxmlformats.org/officeDocument/2006/math">
                    <m:r>
                      <a:rPr lang="en-US">
                        <a:latin typeface="Cambria Math" panose="02040503050406030204" pitchFamily="18" charset="0"/>
                      </a:rPr>
                      <m:t>3</m:t>
                    </m:r>
                  </m:oMath>
                </a14:m>
                <a:r>
                  <a:rPr lang="en-US" dirty="0"/>
                  <a:t> oranges are bad. If a person takes </a:t>
                </a:r>
                <a14:m>
                  <m:oMath xmlns:m="http://schemas.openxmlformats.org/officeDocument/2006/math">
                    <m:r>
                      <a:rPr lang="en-US">
                        <a:latin typeface="Cambria Math" panose="02040503050406030204" pitchFamily="18" charset="0"/>
                      </a:rPr>
                      <m:t>2</m:t>
                    </m:r>
                  </m:oMath>
                </a14:m>
                <a:r>
                  <a:rPr lang="en-US" dirty="0"/>
                  <a:t> at random, what is the probability that either both are apples or both are good?</a:t>
                </a:r>
                <a:endParaRPr lang="en-US" dirty="0">
                  <a:latin typeface="+mj-lt"/>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1657288"/>
              </a:xfrm>
              <a:prstGeom prst="rect">
                <a:avLst/>
              </a:prstGeom>
              <a:blipFill>
                <a:blip r:embed="rId2"/>
                <a:stretch>
                  <a:fillRect l="-1074" r="-1074" b="-9926"/>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2.2 ⇝ Example 7</a:t>
            </a:r>
            <a:endParaRPr lang="en-US" dirty="0"/>
          </a:p>
        </p:txBody>
      </p:sp>
      <p:sp>
        <p:nvSpPr>
          <p:cNvPr id="4" name="Content Placeholder 2"/>
          <p:cNvSpPr txBox="1">
            <a:spLocks/>
          </p:cNvSpPr>
          <p:nvPr/>
        </p:nvSpPr>
        <p:spPr>
          <a:xfrm>
            <a:off x="131176" y="2681765"/>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41" name="TextBox 40">
            <a:extLst>
              <a:ext uri="{FF2B5EF4-FFF2-40B4-BE49-F238E27FC236}">
                <a16:creationId xmlns:a16="http://schemas.microsoft.com/office/drawing/2014/main" id="{12DB7561-9A87-421C-8825-F8CFCEB7DB05}"/>
              </a:ext>
            </a:extLst>
          </p:cNvPr>
          <p:cNvSpPr txBox="1"/>
          <p:nvPr/>
        </p:nvSpPr>
        <p:spPr>
          <a:xfrm>
            <a:off x="1719990" y="3342017"/>
            <a:ext cx="1256844" cy="523220"/>
          </a:xfrm>
          <a:prstGeom prst="rect">
            <a:avLst/>
          </a:prstGeom>
          <a:noFill/>
        </p:spPr>
        <p:txBody>
          <a:bodyPr wrap="square">
            <a:spAutoFit/>
          </a:bodyPr>
          <a:lstStyle/>
          <a:p>
            <a:pPr algn="ctr"/>
            <a:r>
              <a:rPr lang="en-US" sz="2800" b="1" dirty="0">
                <a:solidFill>
                  <a:srgbClr val="002060"/>
                </a:solidFill>
              </a:rPr>
              <a:t>Apples</a:t>
            </a:r>
            <a:endParaRPr lang="en-IN" sz="2800" b="1" dirty="0">
              <a:solidFill>
                <a:srgbClr val="002060"/>
              </a:solidFill>
            </a:endParaRPr>
          </a:p>
        </p:txBody>
      </p:sp>
      <p:sp>
        <p:nvSpPr>
          <p:cNvPr id="58" name="TextBox 57">
            <a:extLst>
              <a:ext uri="{FF2B5EF4-FFF2-40B4-BE49-F238E27FC236}">
                <a16:creationId xmlns:a16="http://schemas.microsoft.com/office/drawing/2014/main" id="{C0B5E069-2DED-4CFC-B96B-99CF0D5098BB}"/>
              </a:ext>
            </a:extLst>
          </p:cNvPr>
          <p:cNvSpPr txBox="1"/>
          <p:nvPr/>
        </p:nvSpPr>
        <p:spPr>
          <a:xfrm>
            <a:off x="1594216" y="3954690"/>
            <a:ext cx="1457220" cy="523220"/>
          </a:xfrm>
          <a:prstGeom prst="rect">
            <a:avLst/>
          </a:prstGeom>
          <a:noFill/>
        </p:spPr>
        <p:txBody>
          <a:bodyPr wrap="square">
            <a:spAutoFit/>
          </a:bodyPr>
          <a:lstStyle/>
          <a:p>
            <a:pPr algn="ctr"/>
            <a:r>
              <a:rPr lang="en-US" sz="2800" b="1" dirty="0">
                <a:solidFill>
                  <a:srgbClr val="002060"/>
                </a:solidFill>
              </a:rPr>
              <a:t>Oranges</a:t>
            </a:r>
            <a:endParaRPr lang="en-IN" sz="2800" b="1" dirty="0">
              <a:solidFill>
                <a:srgbClr val="002060"/>
              </a:solidFill>
            </a:endParaRPr>
          </a:p>
        </p:txBody>
      </p:sp>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CB397B6E-EA5E-4ED2-9F5D-2F477A7A6420}"/>
                  </a:ext>
                </a:extLst>
              </p:cNvPr>
              <p:cNvSpPr txBox="1"/>
              <p:nvPr/>
            </p:nvSpPr>
            <p:spPr>
              <a:xfrm>
                <a:off x="1556116" y="5356250"/>
                <a:ext cx="5231108" cy="523220"/>
              </a:xfrm>
              <a:prstGeom prst="rect">
                <a:avLst/>
              </a:prstGeom>
              <a:noFill/>
            </p:spPr>
            <p:txBody>
              <a:bodyPr wrap="square">
                <a:spAutoFit/>
              </a:bodyPr>
              <a:lstStyle/>
              <a:p>
                <a:r>
                  <a:rPr lang="en-GB" sz="2800" dirty="0">
                    <a:solidFill>
                      <a:srgbClr val="002060"/>
                    </a:solidFill>
                  </a:rPr>
                  <a:t>Ways to choose </a:t>
                </a:r>
                <a14:m>
                  <m:oMath xmlns:m="http://schemas.openxmlformats.org/officeDocument/2006/math">
                    <m:r>
                      <a:rPr lang="en-GB" sz="2800" i="1" dirty="0" smtClean="0">
                        <a:solidFill>
                          <a:srgbClr val="002060"/>
                        </a:solidFill>
                        <a:latin typeface="Cambria Math" panose="02040503050406030204" pitchFamily="18" charset="0"/>
                      </a:rPr>
                      <m:t>2</m:t>
                    </m:r>
                  </m:oMath>
                </a14:m>
                <a:r>
                  <a:rPr lang="en-GB" sz="2800" dirty="0">
                    <a:solidFill>
                      <a:srgbClr val="002060"/>
                    </a:solidFill>
                  </a:rPr>
                  <a:t> fruits from </a:t>
                </a:r>
                <a14:m>
                  <m:oMath xmlns:m="http://schemas.openxmlformats.org/officeDocument/2006/math">
                    <m:r>
                      <a:rPr lang="en-GB" sz="2800" i="1" dirty="0" smtClean="0">
                        <a:solidFill>
                          <a:srgbClr val="002060"/>
                        </a:solidFill>
                        <a:latin typeface="Cambria Math" panose="02040503050406030204" pitchFamily="18" charset="0"/>
                      </a:rPr>
                      <m:t>30</m:t>
                    </m:r>
                  </m:oMath>
                </a14:m>
                <a:r>
                  <a:rPr lang="en-IN" sz="2800" b="1" dirty="0">
                    <a:solidFill>
                      <a:srgbClr val="002060"/>
                    </a:solidFill>
                  </a:rPr>
                  <a:t>:</a:t>
                </a:r>
              </a:p>
            </p:txBody>
          </p:sp>
        </mc:Choice>
        <mc:Fallback xmlns="">
          <p:sp>
            <p:nvSpPr>
              <p:cNvPr id="78" name="TextBox 77">
                <a:extLst>
                  <a:ext uri="{FF2B5EF4-FFF2-40B4-BE49-F238E27FC236}">
                    <a16:creationId xmlns:a16="http://schemas.microsoft.com/office/drawing/2014/main" id="{CB397B6E-EA5E-4ED2-9F5D-2F477A7A6420}"/>
                  </a:ext>
                </a:extLst>
              </p:cNvPr>
              <p:cNvSpPr txBox="1">
                <a:spLocks noRot="1" noChangeAspect="1" noMove="1" noResize="1" noEditPoints="1" noAdjustHandles="1" noChangeArrowheads="1" noChangeShapeType="1" noTextEdit="1"/>
              </p:cNvSpPr>
              <p:nvPr/>
            </p:nvSpPr>
            <p:spPr>
              <a:xfrm>
                <a:off x="1556116" y="5356250"/>
                <a:ext cx="5231108" cy="523220"/>
              </a:xfrm>
              <a:prstGeom prst="rect">
                <a:avLst/>
              </a:prstGeom>
              <a:blipFill>
                <a:blip r:embed="rId3"/>
                <a:stretch>
                  <a:fillRect l="-2331" t="-1176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2DCFCD-EF39-4F7A-AE26-D9A477F644A6}"/>
                  </a:ext>
                </a:extLst>
              </p:cNvPr>
              <p:cNvSpPr txBox="1"/>
              <p:nvPr/>
            </p:nvSpPr>
            <p:spPr>
              <a:xfrm>
                <a:off x="1594216" y="5943787"/>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GB" b="0" i="0" dirty="0" smtClean="0">
                              <a:latin typeface="Cambria Math" panose="02040503050406030204" pitchFamily="18" charset="0"/>
                            </a:rPr>
                            <m:t>S</m:t>
                          </m:r>
                        </m:e>
                      </m:d>
                    </m:oMath>
                  </m:oMathPara>
                </a14:m>
                <a:endParaRPr lang="en-IN" dirty="0">
                  <a:latin typeface="+mn-lt"/>
                </a:endParaRPr>
              </a:p>
            </p:txBody>
          </p:sp>
        </mc:Choice>
        <mc:Fallback xmlns="">
          <p:sp>
            <p:nvSpPr>
              <p:cNvPr id="80" name="TextBox 79">
                <a:extLst>
                  <a:ext uri="{FF2B5EF4-FFF2-40B4-BE49-F238E27FC236}">
                    <a16:creationId xmlns:a16="http://schemas.microsoft.com/office/drawing/2014/main" id="{102DCFCD-EF39-4F7A-AE26-D9A477F644A6}"/>
                  </a:ext>
                </a:extLst>
              </p:cNvPr>
              <p:cNvSpPr txBox="1">
                <a:spLocks noRot="1" noChangeAspect="1" noMove="1" noResize="1" noEditPoints="1" noAdjustHandles="1" noChangeArrowheads="1" noChangeShapeType="1" noTextEdit="1"/>
              </p:cNvSpPr>
              <p:nvPr/>
            </p:nvSpPr>
            <p:spPr>
              <a:xfrm>
                <a:off x="1594216" y="5943787"/>
                <a:ext cx="863234"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A0988970-2DEE-4529-B1E6-12DF77FE9979}"/>
                  </a:ext>
                </a:extLst>
              </p:cNvPr>
              <p:cNvSpPr txBox="1"/>
              <p:nvPr/>
            </p:nvSpPr>
            <p:spPr>
              <a:xfrm>
                <a:off x="2422525" y="5943787"/>
                <a:ext cx="124993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sPre>
                        <m:sPrePr>
                          <m:ctrlPr>
                            <a:rPr lang="en-IN" sz="2800" i="1" dirty="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30</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2</m:t>
                              </m:r>
                            </m:sub>
                          </m:sSub>
                        </m:e>
                      </m:sPre>
                    </m:oMath>
                  </m:oMathPara>
                </a14:m>
                <a:endParaRPr lang="en-IN" sz="2800" dirty="0">
                  <a:solidFill>
                    <a:srgbClr val="002060"/>
                  </a:solidFill>
                </a:endParaRPr>
              </a:p>
            </p:txBody>
          </p:sp>
        </mc:Choice>
        <mc:Fallback xmlns="">
          <p:sp>
            <p:nvSpPr>
              <p:cNvPr id="81" name="TextBox 80">
                <a:extLst>
                  <a:ext uri="{FF2B5EF4-FFF2-40B4-BE49-F238E27FC236}">
                    <a16:creationId xmlns:a16="http://schemas.microsoft.com/office/drawing/2014/main" id="{A0988970-2DEE-4529-B1E6-12DF77FE9979}"/>
                  </a:ext>
                </a:extLst>
              </p:cNvPr>
              <p:cNvSpPr txBox="1">
                <a:spLocks noRot="1" noChangeAspect="1" noMove="1" noResize="1" noEditPoints="1" noAdjustHandles="1" noChangeArrowheads="1" noChangeShapeType="1" noTextEdit="1"/>
              </p:cNvSpPr>
              <p:nvPr/>
            </p:nvSpPr>
            <p:spPr>
              <a:xfrm>
                <a:off x="2422525" y="5943787"/>
                <a:ext cx="1249939"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5D41260E-DF05-4916-AAF7-6CEC57E63221}"/>
                  </a:ext>
                </a:extLst>
              </p:cNvPr>
              <p:cNvSpPr txBox="1"/>
              <p:nvPr/>
            </p:nvSpPr>
            <p:spPr>
              <a:xfrm>
                <a:off x="3637539" y="5943787"/>
                <a:ext cx="115462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435</m:t>
                      </m:r>
                    </m:oMath>
                  </m:oMathPara>
                </a14:m>
                <a:endParaRPr lang="en-IN" sz="2800" dirty="0">
                  <a:solidFill>
                    <a:srgbClr val="002060"/>
                  </a:solidFill>
                </a:endParaRPr>
              </a:p>
            </p:txBody>
          </p:sp>
        </mc:Choice>
        <mc:Fallback xmlns="">
          <p:sp>
            <p:nvSpPr>
              <p:cNvPr id="82" name="TextBox 81">
                <a:extLst>
                  <a:ext uri="{FF2B5EF4-FFF2-40B4-BE49-F238E27FC236}">
                    <a16:creationId xmlns:a16="http://schemas.microsoft.com/office/drawing/2014/main" id="{5D41260E-DF05-4916-AAF7-6CEC57E63221}"/>
                  </a:ext>
                </a:extLst>
              </p:cNvPr>
              <p:cNvSpPr txBox="1">
                <a:spLocks noRot="1" noChangeAspect="1" noMove="1" noResize="1" noEditPoints="1" noAdjustHandles="1" noChangeArrowheads="1" noChangeShapeType="1" noTextEdit="1"/>
              </p:cNvSpPr>
              <p:nvPr/>
            </p:nvSpPr>
            <p:spPr>
              <a:xfrm>
                <a:off x="3637539" y="5943787"/>
                <a:ext cx="1154624" cy="523220"/>
              </a:xfrm>
              <a:prstGeom prst="rect">
                <a:avLst/>
              </a:prstGeom>
              <a:blipFill>
                <a:blip r:embed="rId6"/>
                <a:stretch>
                  <a:fillRect/>
                </a:stretch>
              </a:blipFill>
            </p:spPr>
            <p:txBody>
              <a:bodyPr/>
              <a:lstStyle/>
              <a:p>
                <a:r>
                  <a:rPr lang="en-IN">
                    <a:noFill/>
                  </a:rPr>
                  <a:t> </a:t>
                </a:r>
              </a:p>
            </p:txBody>
          </p:sp>
        </mc:Fallback>
      </mc:AlternateContent>
      <p:sp>
        <p:nvSpPr>
          <p:cNvPr id="83" name="TextBox 82">
            <a:extLst>
              <a:ext uri="{FF2B5EF4-FFF2-40B4-BE49-F238E27FC236}">
                <a16:creationId xmlns:a16="http://schemas.microsoft.com/office/drawing/2014/main" id="{C18F06B3-FE1D-4C42-807E-D66E88BC977F}"/>
              </a:ext>
            </a:extLst>
          </p:cNvPr>
          <p:cNvSpPr txBox="1"/>
          <p:nvPr/>
        </p:nvSpPr>
        <p:spPr>
          <a:xfrm>
            <a:off x="2976834" y="2738767"/>
            <a:ext cx="1256844" cy="523220"/>
          </a:xfrm>
          <a:prstGeom prst="rect">
            <a:avLst/>
          </a:prstGeom>
          <a:noFill/>
        </p:spPr>
        <p:txBody>
          <a:bodyPr wrap="square">
            <a:spAutoFit/>
          </a:bodyPr>
          <a:lstStyle/>
          <a:p>
            <a:pPr algn="ctr"/>
            <a:r>
              <a:rPr lang="en-US" sz="2800" b="1" dirty="0">
                <a:solidFill>
                  <a:srgbClr val="002060"/>
                </a:solidFill>
              </a:rPr>
              <a:t>Bad</a:t>
            </a:r>
            <a:endParaRPr lang="en-IN" sz="2800" b="1" dirty="0">
              <a:solidFill>
                <a:srgbClr val="002060"/>
              </a:solidFill>
            </a:endParaRPr>
          </a:p>
        </p:txBody>
      </p:sp>
      <p:sp>
        <p:nvSpPr>
          <p:cNvPr id="84" name="TextBox 83">
            <a:extLst>
              <a:ext uri="{FF2B5EF4-FFF2-40B4-BE49-F238E27FC236}">
                <a16:creationId xmlns:a16="http://schemas.microsoft.com/office/drawing/2014/main" id="{50F0D7F4-522D-4E57-9BBC-6CBB91C131A5}"/>
              </a:ext>
            </a:extLst>
          </p:cNvPr>
          <p:cNvSpPr txBox="1"/>
          <p:nvPr/>
        </p:nvSpPr>
        <p:spPr>
          <a:xfrm>
            <a:off x="4142416" y="2738767"/>
            <a:ext cx="1256844" cy="523220"/>
          </a:xfrm>
          <a:prstGeom prst="rect">
            <a:avLst/>
          </a:prstGeom>
          <a:noFill/>
        </p:spPr>
        <p:txBody>
          <a:bodyPr wrap="square">
            <a:spAutoFit/>
          </a:bodyPr>
          <a:lstStyle/>
          <a:p>
            <a:pPr algn="ctr"/>
            <a:r>
              <a:rPr lang="en-US" sz="2800" b="1" dirty="0">
                <a:solidFill>
                  <a:srgbClr val="002060"/>
                </a:solidFill>
              </a:rPr>
              <a:t>Good</a:t>
            </a:r>
            <a:endParaRPr lang="en-IN" sz="2800" b="1" dirty="0">
              <a:solidFill>
                <a:srgbClr val="002060"/>
              </a:solidFill>
            </a:endParaRPr>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E0576BD5-FFD0-407A-8894-8C3E7927587E}"/>
                  </a:ext>
                </a:extLst>
              </p:cNvPr>
              <p:cNvSpPr txBox="1"/>
              <p:nvPr/>
            </p:nvSpPr>
            <p:spPr>
              <a:xfrm>
                <a:off x="5511955" y="3340861"/>
                <a:ext cx="709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US" sz="2800" i="0" dirty="0" smtClean="0">
                          <a:solidFill>
                            <a:srgbClr val="002060"/>
                          </a:solidFill>
                          <a:latin typeface="Cambria Math" panose="02040503050406030204" pitchFamily="18" charset="0"/>
                        </a:rPr>
                        <m:t>20</m:t>
                      </m:r>
                    </m:oMath>
                  </m:oMathPara>
                </a14:m>
                <a:endParaRPr lang="en-IN" sz="2800" dirty="0">
                  <a:solidFill>
                    <a:srgbClr val="002060"/>
                  </a:solidFill>
                </a:endParaRPr>
              </a:p>
            </p:txBody>
          </p:sp>
        </mc:Choice>
        <mc:Fallback xmlns="">
          <p:sp>
            <p:nvSpPr>
              <p:cNvPr id="85" name="TextBox 84">
                <a:extLst>
                  <a:ext uri="{FF2B5EF4-FFF2-40B4-BE49-F238E27FC236}">
                    <a16:creationId xmlns:a16="http://schemas.microsoft.com/office/drawing/2014/main" id="{E0576BD5-FFD0-407A-8894-8C3E7927587E}"/>
                  </a:ext>
                </a:extLst>
              </p:cNvPr>
              <p:cNvSpPr txBox="1">
                <a:spLocks noRot="1" noChangeAspect="1" noMove="1" noResize="1" noEditPoints="1" noAdjustHandles="1" noChangeArrowheads="1" noChangeShapeType="1" noTextEdit="1"/>
              </p:cNvSpPr>
              <p:nvPr/>
            </p:nvSpPr>
            <p:spPr>
              <a:xfrm>
                <a:off x="5511955" y="3340861"/>
                <a:ext cx="709455"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EE79986F-1758-43AE-831D-23298070F292}"/>
                  </a:ext>
                </a:extLst>
              </p:cNvPr>
              <p:cNvSpPr txBox="1"/>
              <p:nvPr/>
            </p:nvSpPr>
            <p:spPr>
              <a:xfrm>
                <a:off x="3250529" y="3340861"/>
                <a:ext cx="709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0" dirty="0" smtClean="0">
                          <a:solidFill>
                            <a:srgbClr val="002060"/>
                          </a:solidFill>
                          <a:latin typeface="Cambria Math" panose="02040503050406030204" pitchFamily="18" charset="0"/>
                        </a:rPr>
                        <m:t>5</m:t>
                      </m:r>
                    </m:oMath>
                  </m:oMathPara>
                </a14:m>
                <a:endParaRPr lang="en-IN" sz="2800" dirty="0">
                  <a:solidFill>
                    <a:srgbClr val="002060"/>
                  </a:solidFill>
                </a:endParaRPr>
              </a:p>
            </p:txBody>
          </p:sp>
        </mc:Choice>
        <mc:Fallback xmlns="">
          <p:sp>
            <p:nvSpPr>
              <p:cNvPr id="86" name="TextBox 85">
                <a:extLst>
                  <a:ext uri="{FF2B5EF4-FFF2-40B4-BE49-F238E27FC236}">
                    <a16:creationId xmlns:a16="http://schemas.microsoft.com/office/drawing/2014/main" id="{EE79986F-1758-43AE-831D-23298070F292}"/>
                  </a:ext>
                </a:extLst>
              </p:cNvPr>
              <p:cNvSpPr txBox="1">
                <a:spLocks noRot="1" noChangeAspect="1" noMove="1" noResize="1" noEditPoints="1" noAdjustHandles="1" noChangeArrowheads="1" noChangeShapeType="1" noTextEdit="1"/>
              </p:cNvSpPr>
              <p:nvPr/>
            </p:nvSpPr>
            <p:spPr>
              <a:xfrm>
                <a:off x="3250529" y="3340861"/>
                <a:ext cx="709455"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E528FEF0-03EC-47D8-8768-68734C6F4B9F}"/>
                  </a:ext>
                </a:extLst>
              </p:cNvPr>
              <p:cNvSpPr txBox="1"/>
              <p:nvPr/>
            </p:nvSpPr>
            <p:spPr>
              <a:xfrm>
                <a:off x="4416111" y="3340861"/>
                <a:ext cx="709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0" dirty="0" smtClean="0">
                          <a:solidFill>
                            <a:srgbClr val="002060"/>
                          </a:solidFill>
                          <a:latin typeface="Cambria Math" panose="02040503050406030204" pitchFamily="18" charset="0"/>
                        </a:rPr>
                        <m:t>15</m:t>
                      </m:r>
                    </m:oMath>
                  </m:oMathPara>
                </a14:m>
                <a:endParaRPr lang="en-IN" sz="2800" dirty="0">
                  <a:solidFill>
                    <a:srgbClr val="002060"/>
                  </a:solidFill>
                </a:endParaRPr>
              </a:p>
            </p:txBody>
          </p:sp>
        </mc:Choice>
        <mc:Fallback xmlns="">
          <p:sp>
            <p:nvSpPr>
              <p:cNvPr id="87" name="TextBox 86">
                <a:extLst>
                  <a:ext uri="{FF2B5EF4-FFF2-40B4-BE49-F238E27FC236}">
                    <a16:creationId xmlns:a16="http://schemas.microsoft.com/office/drawing/2014/main" id="{E528FEF0-03EC-47D8-8768-68734C6F4B9F}"/>
                  </a:ext>
                </a:extLst>
              </p:cNvPr>
              <p:cNvSpPr txBox="1">
                <a:spLocks noRot="1" noChangeAspect="1" noMove="1" noResize="1" noEditPoints="1" noAdjustHandles="1" noChangeArrowheads="1" noChangeShapeType="1" noTextEdit="1"/>
              </p:cNvSpPr>
              <p:nvPr/>
            </p:nvSpPr>
            <p:spPr>
              <a:xfrm>
                <a:off x="4416111" y="3340861"/>
                <a:ext cx="709455"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C79CB996-462A-47EE-9174-436D4BBD17CC}"/>
                  </a:ext>
                </a:extLst>
              </p:cNvPr>
              <p:cNvSpPr txBox="1"/>
              <p:nvPr/>
            </p:nvSpPr>
            <p:spPr>
              <a:xfrm>
                <a:off x="5511955" y="3954690"/>
                <a:ext cx="709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0" dirty="0" smtClean="0">
                          <a:solidFill>
                            <a:srgbClr val="002060"/>
                          </a:solidFill>
                          <a:latin typeface="Cambria Math" panose="02040503050406030204" pitchFamily="18" charset="0"/>
                        </a:rPr>
                        <m:t>1</m:t>
                      </m:r>
                      <m:r>
                        <a:rPr lang="en-US" sz="2800" i="0" dirty="0" smtClean="0">
                          <a:solidFill>
                            <a:srgbClr val="002060"/>
                          </a:solidFill>
                          <a:latin typeface="Cambria Math" panose="02040503050406030204" pitchFamily="18" charset="0"/>
                        </a:rPr>
                        <m:t>0</m:t>
                      </m:r>
                    </m:oMath>
                  </m:oMathPara>
                </a14:m>
                <a:endParaRPr lang="en-IN" sz="2800" dirty="0">
                  <a:solidFill>
                    <a:srgbClr val="002060"/>
                  </a:solidFill>
                </a:endParaRPr>
              </a:p>
            </p:txBody>
          </p:sp>
        </mc:Choice>
        <mc:Fallback xmlns="">
          <p:sp>
            <p:nvSpPr>
              <p:cNvPr id="88" name="TextBox 87">
                <a:extLst>
                  <a:ext uri="{FF2B5EF4-FFF2-40B4-BE49-F238E27FC236}">
                    <a16:creationId xmlns:a16="http://schemas.microsoft.com/office/drawing/2014/main" id="{C79CB996-462A-47EE-9174-436D4BBD17CC}"/>
                  </a:ext>
                </a:extLst>
              </p:cNvPr>
              <p:cNvSpPr txBox="1">
                <a:spLocks noRot="1" noChangeAspect="1" noMove="1" noResize="1" noEditPoints="1" noAdjustHandles="1" noChangeArrowheads="1" noChangeShapeType="1" noTextEdit="1"/>
              </p:cNvSpPr>
              <p:nvPr/>
            </p:nvSpPr>
            <p:spPr>
              <a:xfrm>
                <a:off x="5511955" y="3954690"/>
                <a:ext cx="709455"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1FE14EAD-8D02-43A9-95FF-1246478EAF30}"/>
                  </a:ext>
                </a:extLst>
              </p:cNvPr>
              <p:cNvSpPr txBox="1"/>
              <p:nvPr/>
            </p:nvSpPr>
            <p:spPr>
              <a:xfrm>
                <a:off x="3250529" y="3954690"/>
                <a:ext cx="709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0" dirty="0" smtClean="0">
                          <a:solidFill>
                            <a:srgbClr val="002060"/>
                          </a:solidFill>
                          <a:latin typeface="Cambria Math" panose="02040503050406030204" pitchFamily="18" charset="0"/>
                        </a:rPr>
                        <m:t>3</m:t>
                      </m:r>
                    </m:oMath>
                  </m:oMathPara>
                </a14:m>
                <a:endParaRPr lang="en-IN" sz="2800" dirty="0">
                  <a:solidFill>
                    <a:srgbClr val="002060"/>
                  </a:solidFill>
                </a:endParaRPr>
              </a:p>
            </p:txBody>
          </p:sp>
        </mc:Choice>
        <mc:Fallback xmlns="">
          <p:sp>
            <p:nvSpPr>
              <p:cNvPr id="89" name="TextBox 88">
                <a:extLst>
                  <a:ext uri="{FF2B5EF4-FFF2-40B4-BE49-F238E27FC236}">
                    <a16:creationId xmlns:a16="http://schemas.microsoft.com/office/drawing/2014/main" id="{1FE14EAD-8D02-43A9-95FF-1246478EAF30}"/>
                  </a:ext>
                </a:extLst>
              </p:cNvPr>
              <p:cNvSpPr txBox="1">
                <a:spLocks noRot="1" noChangeAspect="1" noMove="1" noResize="1" noEditPoints="1" noAdjustHandles="1" noChangeArrowheads="1" noChangeShapeType="1" noTextEdit="1"/>
              </p:cNvSpPr>
              <p:nvPr/>
            </p:nvSpPr>
            <p:spPr>
              <a:xfrm>
                <a:off x="3250529" y="3954690"/>
                <a:ext cx="709455"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20CBBAAE-D0D8-4F16-912A-0C9B4E926AC5}"/>
                  </a:ext>
                </a:extLst>
              </p:cNvPr>
              <p:cNvSpPr txBox="1"/>
              <p:nvPr/>
            </p:nvSpPr>
            <p:spPr>
              <a:xfrm>
                <a:off x="4416111" y="3954690"/>
                <a:ext cx="709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0" dirty="0" smtClean="0">
                          <a:solidFill>
                            <a:srgbClr val="002060"/>
                          </a:solidFill>
                          <a:latin typeface="Cambria Math" panose="02040503050406030204" pitchFamily="18" charset="0"/>
                        </a:rPr>
                        <m:t>7</m:t>
                      </m:r>
                    </m:oMath>
                  </m:oMathPara>
                </a14:m>
                <a:endParaRPr lang="en-IN" sz="2800" dirty="0">
                  <a:solidFill>
                    <a:srgbClr val="002060"/>
                  </a:solidFill>
                </a:endParaRPr>
              </a:p>
            </p:txBody>
          </p:sp>
        </mc:Choice>
        <mc:Fallback xmlns="">
          <p:sp>
            <p:nvSpPr>
              <p:cNvPr id="90" name="TextBox 89">
                <a:extLst>
                  <a:ext uri="{FF2B5EF4-FFF2-40B4-BE49-F238E27FC236}">
                    <a16:creationId xmlns:a16="http://schemas.microsoft.com/office/drawing/2014/main" id="{20CBBAAE-D0D8-4F16-912A-0C9B4E926AC5}"/>
                  </a:ext>
                </a:extLst>
              </p:cNvPr>
              <p:cNvSpPr txBox="1">
                <a:spLocks noRot="1" noChangeAspect="1" noMove="1" noResize="1" noEditPoints="1" noAdjustHandles="1" noChangeArrowheads="1" noChangeShapeType="1" noTextEdit="1"/>
              </p:cNvSpPr>
              <p:nvPr/>
            </p:nvSpPr>
            <p:spPr>
              <a:xfrm>
                <a:off x="4416111" y="3954690"/>
                <a:ext cx="709455"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EE7D077F-83C0-4661-ADB7-1FC914E47245}"/>
                  </a:ext>
                </a:extLst>
              </p:cNvPr>
              <p:cNvSpPr txBox="1"/>
              <p:nvPr/>
            </p:nvSpPr>
            <p:spPr>
              <a:xfrm>
                <a:off x="3250529" y="4566139"/>
                <a:ext cx="709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0" dirty="0" smtClean="0">
                          <a:solidFill>
                            <a:srgbClr val="002060"/>
                          </a:solidFill>
                          <a:latin typeface="Cambria Math" panose="02040503050406030204" pitchFamily="18" charset="0"/>
                        </a:rPr>
                        <m:t>8</m:t>
                      </m:r>
                    </m:oMath>
                  </m:oMathPara>
                </a14:m>
                <a:endParaRPr lang="en-IN" sz="2800" dirty="0">
                  <a:solidFill>
                    <a:srgbClr val="002060"/>
                  </a:solidFill>
                </a:endParaRPr>
              </a:p>
            </p:txBody>
          </p:sp>
        </mc:Choice>
        <mc:Fallback xmlns="">
          <p:sp>
            <p:nvSpPr>
              <p:cNvPr id="91" name="TextBox 90">
                <a:extLst>
                  <a:ext uri="{FF2B5EF4-FFF2-40B4-BE49-F238E27FC236}">
                    <a16:creationId xmlns:a16="http://schemas.microsoft.com/office/drawing/2014/main" id="{EE7D077F-83C0-4661-ADB7-1FC914E47245}"/>
                  </a:ext>
                </a:extLst>
              </p:cNvPr>
              <p:cNvSpPr txBox="1">
                <a:spLocks noRot="1" noChangeAspect="1" noMove="1" noResize="1" noEditPoints="1" noAdjustHandles="1" noChangeArrowheads="1" noChangeShapeType="1" noTextEdit="1"/>
              </p:cNvSpPr>
              <p:nvPr/>
            </p:nvSpPr>
            <p:spPr>
              <a:xfrm>
                <a:off x="3250529" y="4566139"/>
                <a:ext cx="709455"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0C629518-95DB-4ABE-B09B-FA58F73F0209}"/>
                  </a:ext>
                </a:extLst>
              </p:cNvPr>
              <p:cNvSpPr txBox="1"/>
              <p:nvPr/>
            </p:nvSpPr>
            <p:spPr>
              <a:xfrm>
                <a:off x="4416111" y="4568519"/>
                <a:ext cx="709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0" dirty="0" smtClean="0">
                          <a:solidFill>
                            <a:srgbClr val="002060"/>
                          </a:solidFill>
                          <a:latin typeface="Cambria Math" panose="02040503050406030204" pitchFamily="18" charset="0"/>
                        </a:rPr>
                        <m:t>22</m:t>
                      </m:r>
                    </m:oMath>
                  </m:oMathPara>
                </a14:m>
                <a:endParaRPr lang="en-IN" sz="2800" dirty="0">
                  <a:solidFill>
                    <a:srgbClr val="002060"/>
                  </a:solidFill>
                </a:endParaRPr>
              </a:p>
            </p:txBody>
          </p:sp>
        </mc:Choice>
        <mc:Fallback xmlns="">
          <p:sp>
            <p:nvSpPr>
              <p:cNvPr id="92" name="TextBox 91">
                <a:extLst>
                  <a:ext uri="{FF2B5EF4-FFF2-40B4-BE49-F238E27FC236}">
                    <a16:creationId xmlns:a16="http://schemas.microsoft.com/office/drawing/2014/main" id="{0C629518-95DB-4ABE-B09B-FA58F73F0209}"/>
                  </a:ext>
                </a:extLst>
              </p:cNvPr>
              <p:cNvSpPr txBox="1">
                <a:spLocks noRot="1" noChangeAspect="1" noMove="1" noResize="1" noEditPoints="1" noAdjustHandles="1" noChangeArrowheads="1" noChangeShapeType="1" noTextEdit="1"/>
              </p:cNvSpPr>
              <p:nvPr/>
            </p:nvSpPr>
            <p:spPr>
              <a:xfrm>
                <a:off x="4416111" y="4568519"/>
                <a:ext cx="709455"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BAAE082F-E5DE-450A-A45F-55BC684DD670}"/>
                  </a:ext>
                </a:extLst>
              </p:cNvPr>
              <p:cNvSpPr txBox="1"/>
              <p:nvPr/>
            </p:nvSpPr>
            <p:spPr>
              <a:xfrm>
                <a:off x="5511954" y="4568519"/>
                <a:ext cx="709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0" dirty="0" smtClean="0">
                          <a:solidFill>
                            <a:srgbClr val="002060"/>
                          </a:solidFill>
                          <a:latin typeface="Cambria Math" panose="02040503050406030204" pitchFamily="18" charset="0"/>
                        </a:rPr>
                        <m:t>30</m:t>
                      </m:r>
                    </m:oMath>
                  </m:oMathPara>
                </a14:m>
                <a:endParaRPr lang="en-IN" sz="2800" dirty="0">
                  <a:solidFill>
                    <a:srgbClr val="002060"/>
                  </a:solidFill>
                </a:endParaRPr>
              </a:p>
            </p:txBody>
          </p:sp>
        </mc:Choice>
        <mc:Fallback xmlns="">
          <p:sp>
            <p:nvSpPr>
              <p:cNvPr id="93" name="TextBox 92">
                <a:extLst>
                  <a:ext uri="{FF2B5EF4-FFF2-40B4-BE49-F238E27FC236}">
                    <a16:creationId xmlns:a16="http://schemas.microsoft.com/office/drawing/2014/main" id="{BAAE082F-E5DE-450A-A45F-55BC684DD670}"/>
                  </a:ext>
                </a:extLst>
              </p:cNvPr>
              <p:cNvSpPr txBox="1">
                <a:spLocks noRot="1" noChangeAspect="1" noMove="1" noResize="1" noEditPoints="1" noAdjustHandles="1" noChangeArrowheads="1" noChangeShapeType="1" noTextEdit="1"/>
              </p:cNvSpPr>
              <p:nvPr/>
            </p:nvSpPr>
            <p:spPr>
              <a:xfrm>
                <a:off x="5511954" y="4568519"/>
                <a:ext cx="709455"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E7CFEDE0-9E27-4D23-9633-F2319DB793D8}"/>
                  </a:ext>
                </a:extLst>
              </p:cNvPr>
              <p:cNvSpPr txBox="1"/>
              <p:nvPr/>
            </p:nvSpPr>
            <p:spPr>
              <a:xfrm>
                <a:off x="6580661" y="2744952"/>
                <a:ext cx="65308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m:rPr>
                        <m:sty m:val="p"/>
                      </m:rPr>
                      <a:rPr lang="en-IN" b="0" i="0" dirty="0" smtClean="0">
                        <a:latin typeface="Cambria Math" panose="02040503050406030204" pitchFamily="18" charset="0"/>
                      </a:rPr>
                      <m:t>A</m:t>
                    </m:r>
                  </m:oMath>
                </a14:m>
                <a:r>
                  <a:rPr lang="en-IN" dirty="0">
                    <a:latin typeface="+mn-lt"/>
                  </a:rPr>
                  <a:t> :</a:t>
                </a:r>
              </a:p>
            </p:txBody>
          </p:sp>
        </mc:Choice>
        <mc:Fallback xmlns="">
          <p:sp>
            <p:nvSpPr>
              <p:cNvPr id="94" name="TextBox 93">
                <a:extLst>
                  <a:ext uri="{FF2B5EF4-FFF2-40B4-BE49-F238E27FC236}">
                    <a16:creationId xmlns:a16="http://schemas.microsoft.com/office/drawing/2014/main" id="{E7CFEDE0-9E27-4D23-9633-F2319DB793D8}"/>
                  </a:ext>
                </a:extLst>
              </p:cNvPr>
              <p:cNvSpPr txBox="1">
                <a:spLocks noRot="1" noChangeAspect="1" noMove="1" noResize="1" noEditPoints="1" noAdjustHandles="1" noChangeArrowheads="1" noChangeShapeType="1" noTextEdit="1"/>
              </p:cNvSpPr>
              <p:nvPr/>
            </p:nvSpPr>
            <p:spPr>
              <a:xfrm>
                <a:off x="6580661" y="2744952"/>
                <a:ext cx="653080" cy="523220"/>
              </a:xfrm>
              <a:prstGeom prst="rect">
                <a:avLst/>
              </a:prstGeom>
              <a:blipFill>
                <a:blip r:embed="rId16"/>
                <a:stretch>
                  <a:fillRect t="-10465" r="-4673" b="-33721"/>
                </a:stretch>
              </a:blipFill>
            </p:spPr>
            <p:txBody>
              <a:bodyPr/>
              <a:lstStyle/>
              <a:p>
                <a:r>
                  <a:rPr lang="en-IN">
                    <a:noFill/>
                  </a:rPr>
                  <a:t> </a:t>
                </a:r>
              </a:p>
            </p:txBody>
          </p:sp>
        </mc:Fallback>
      </mc:AlternateContent>
      <p:sp>
        <p:nvSpPr>
          <p:cNvPr id="95" name="TextBox 94">
            <a:extLst>
              <a:ext uri="{FF2B5EF4-FFF2-40B4-BE49-F238E27FC236}">
                <a16:creationId xmlns:a16="http://schemas.microsoft.com/office/drawing/2014/main" id="{1708CA5B-4479-4371-AA2D-862FA12E5684}"/>
              </a:ext>
            </a:extLst>
          </p:cNvPr>
          <p:cNvSpPr txBox="1"/>
          <p:nvPr/>
        </p:nvSpPr>
        <p:spPr>
          <a:xfrm>
            <a:off x="7100311" y="2744666"/>
            <a:ext cx="351494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latin typeface="+mj-lt"/>
              </a:rPr>
              <a:t>Both fruits are apples</a:t>
            </a:r>
          </a:p>
        </p:txBody>
      </p:sp>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EDA4923C-D898-4E1A-A853-BF61BCFCEF85}"/>
                  </a:ext>
                </a:extLst>
              </p:cNvPr>
              <p:cNvSpPr txBox="1"/>
              <p:nvPr/>
            </p:nvSpPr>
            <p:spPr>
              <a:xfrm>
                <a:off x="6580661" y="3262273"/>
                <a:ext cx="65308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m:rPr>
                        <m:sty m:val="p"/>
                      </m:rPr>
                      <a:rPr lang="en-IN" b="0" i="0" dirty="0" smtClean="0">
                        <a:latin typeface="Cambria Math" panose="02040503050406030204" pitchFamily="18" charset="0"/>
                      </a:rPr>
                      <m:t>B</m:t>
                    </m:r>
                  </m:oMath>
                </a14:m>
                <a:r>
                  <a:rPr lang="en-IN" dirty="0">
                    <a:latin typeface="+mn-lt"/>
                  </a:rPr>
                  <a:t> :</a:t>
                </a:r>
              </a:p>
            </p:txBody>
          </p:sp>
        </mc:Choice>
        <mc:Fallback xmlns="">
          <p:sp>
            <p:nvSpPr>
              <p:cNvPr id="96" name="TextBox 95">
                <a:extLst>
                  <a:ext uri="{FF2B5EF4-FFF2-40B4-BE49-F238E27FC236}">
                    <a16:creationId xmlns:a16="http://schemas.microsoft.com/office/drawing/2014/main" id="{EDA4923C-D898-4E1A-A853-BF61BCFCEF85}"/>
                  </a:ext>
                </a:extLst>
              </p:cNvPr>
              <p:cNvSpPr txBox="1">
                <a:spLocks noRot="1" noChangeAspect="1" noMove="1" noResize="1" noEditPoints="1" noAdjustHandles="1" noChangeArrowheads="1" noChangeShapeType="1" noTextEdit="1"/>
              </p:cNvSpPr>
              <p:nvPr/>
            </p:nvSpPr>
            <p:spPr>
              <a:xfrm>
                <a:off x="6580661" y="3262273"/>
                <a:ext cx="653080" cy="523220"/>
              </a:xfrm>
              <a:prstGeom prst="rect">
                <a:avLst/>
              </a:prstGeom>
              <a:blipFill>
                <a:blip r:embed="rId17"/>
                <a:stretch>
                  <a:fillRect t="-10465" r="-4673" b="-33721"/>
                </a:stretch>
              </a:blipFill>
            </p:spPr>
            <p:txBody>
              <a:bodyPr/>
              <a:lstStyle/>
              <a:p>
                <a:r>
                  <a:rPr lang="en-IN">
                    <a:noFill/>
                  </a:rPr>
                  <a:t> </a:t>
                </a:r>
              </a:p>
            </p:txBody>
          </p:sp>
        </mc:Fallback>
      </mc:AlternateContent>
      <p:sp>
        <p:nvSpPr>
          <p:cNvPr id="97" name="TextBox 96">
            <a:extLst>
              <a:ext uri="{FF2B5EF4-FFF2-40B4-BE49-F238E27FC236}">
                <a16:creationId xmlns:a16="http://schemas.microsoft.com/office/drawing/2014/main" id="{982BCC15-0F6F-4101-9957-AF9E0D6CC7C2}"/>
              </a:ext>
            </a:extLst>
          </p:cNvPr>
          <p:cNvSpPr txBox="1"/>
          <p:nvPr/>
        </p:nvSpPr>
        <p:spPr>
          <a:xfrm>
            <a:off x="7100311" y="3261987"/>
            <a:ext cx="351494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latin typeface="+mj-lt"/>
              </a:rPr>
              <a:t>Both fruits are good</a:t>
            </a:r>
          </a:p>
        </p:txBody>
      </p:sp>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DA84445E-C1BA-4411-A53E-EA97CA4D0AC8}"/>
                  </a:ext>
                </a:extLst>
              </p:cNvPr>
              <p:cNvSpPr txBox="1"/>
              <p:nvPr/>
            </p:nvSpPr>
            <p:spPr>
              <a:xfrm>
                <a:off x="6578994" y="4810717"/>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oMath>
                  </m:oMathPara>
                </a14:m>
                <a:endParaRPr lang="en-IN" dirty="0">
                  <a:latin typeface="+mn-lt"/>
                </a:endParaRPr>
              </a:p>
            </p:txBody>
          </p:sp>
        </mc:Choice>
        <mc:Fallback xmlns="">
          <p:sp>
            <p:nvSpPr>
              <p:cNvPr id="98" name="TextBox 97">
                <a:extLst>
                  <a:ext uri="{FF2B5EF4-FFF2-40B4-BE49-F238E27FC236}">
                    <a16:creationId xmlns:a16="http://schemas.microsoft.com/office/drawing/2014/main" id="{DA84445E-C1BA-4411-A53E-EA97CA4D0AC8}"/>
                  </a:ext>
                </a:extLst>
              </p:cNvPr>
              <p:cNvSpPr txBox="1">
                <a:spLocks noRot="1" noChangeAspect="1" noMove="1" noResize="1" noEditPoints="1" noAdjustHandles="1" noChangeArrowheads="1" noChangeShapeType="1" noTextEdit="1"/>
              </p:cNvSpPr>
              <p:nvPr/>
            </p:nvSpPr>
            <p:spPr>
              <a:xfrm>
                <a:off x="6578994" y="4810717"/>
                <a:ext cx="863234"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16247CAB-FE09-42A8-92AF-724C0251D5BB}"/>
                  </a:ext>
                </a:extLst>
              </p:cNvPr>
              <p:cNvSpPr txBox="1"/>
              <p:nvPr/>
            </p:nvSpPr>
            <p:spPr>
              <a:xfrm>
                <a:off x="7328745" y="4810717"/>
                <a:ext cx="124993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sPre>
                        <m:sPrePr>
                          <m:ctrlPr>
                            <a:rPr lang="en-IN" sz="2800" i="1" dirty="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20</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2</m:t>
                              </m:r>
                            </m:sub>
                          </m:sSub>
                        </m:e>
                      </m:sPre>
                    </m:oMath>
                  </m:oMathPara>
                </a14:m>
                <a:endParaRPr lang="en-IN" sz="2800" dirty="0">
                  <a:solidFill>
                    <a:srgbClr val="002060"/>
                  </a:solidFill>
                </a:endParaRPr>
              </a:p>
            </p:txBody>
          </p:sp>
        </mc:Choice>
        <mc:Fallback xmlns="">
          <p:sp>
            <p:nvSpPr>
              <p:cNvPr id="99" name="TextBox 98">
                <a:extLst>
                  <a:ext uri="{FF2B5EF4-FFF2-40B4-BE49-F238E27FC236}">
                    <a16:creationId xmlns:a16="http://schemas.microsoft.com/office/drawing/2014/main" id="{16247CAB-FE09-42A8-92AF-724C0251D5BB}"/>
                  </a:ext>
                </a:extLst>
              </p:cNvPr>
              <p:cNvSpPr txBox="1">
                <a:spLocks noRot="1" noChangeAspect="1" noMove="1" noResize="1" noEditPoints="1" noAdjustHandles="1" noChangeArrowheads="1" noChangeShapeType="1" noTextEdit="1"/>
              </p:cNvSpPr>
              <p:nvPr/>
            </p:nvSpPr>
            <p:spPr>
              <a:xfrm>
                <a:off x="7328745" y="4810717"/>
                <a:ext cx="1249939"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FB5B3AF1-5623-44A4-8F3E-077A71A488AF}"/>
                  </a:ext>
                </a:extLst>
              </p:cNvPr>
              <p:cNvSpPr txBox="1"/>
              <p:nvPr/>
            </p:nvSpPr>
            <p:spPr>
              <a:xfrm>
                <a:off x="8458271" y="4810717"/>
                <a:ext cx="115462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190</m:t>
                      </m:r>
                    </m:oMath>
                  </m:oMathPara>
                </a14:m>
                <a:endParaRPr lang="en-IN" sz="2800" dirty="0">
                  <a:solidFill>
                    <a:srgbClr val="002060"/>
                  </a:solidFill>
                </a:endParaRPr>
              </a:p>
            </p:txBody>
          </p:sp>
        </mc:Choice>
        <mc:Fallback xmlns="">
          <p:sp>
            <p:nvSpPr>
              <p:cNvPr id="100" name="TextBox 99">
                <a:extLst>
                  <a:ext uri="{FF2B5EF4-FFF2-40B4-BE49-F238E27FC236}">
                    <a16:creationId xmlns:a16="http://schemas.microsoft.com/office/drawing/2014/main" id="{FB5B3AF1-5623-44A4-8F3E-077A71A488AF}"/>
                  </a:ext>
                </a:extLst>
              </p:cNvPr>
              <p:cNvSpPr txBox="1">
                <a:spLocks noRot="1" noChangeAspect="1" noMove="1" noResize="1" noEditPoints="1" noAdjustHandles="1" noChangeArrowheads="1" noChangeShapeType="1" noTextEdit="1"/>
              </p:cNvSpPr>
              <p:nvPr/>
            </p:nvSpPr>
            <p:spPr>
              <a:xfrm>
                <a:off x="8458271" y="4810717"/>
                <a:ext cx="1154624"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C6A4AB81-81EC-4C30-AF1F-5BB6B2377ECD}"/>
                  </a:ext>
                </a:extLst>
              </p:cNvPr>
              <p:cNvSpPr txBox="1"/>
              <p:nvPr/>
            </p:nvSpPr>
            <p:spPr>
              <a:xfrm>
                <a:off x="6578994" y="5880494"/>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101" name="TextBox 100">
                <a:extLst>
                  <a:ext uri="{FF2B5EF4-FFF2-40B4-BE49-F238E27FC236}">
                    <a16:creationId xmlns:a16="http://schemas.microsoft.com/office/drawing/2014/main" id="{C6A4AB81-81EC-4C30-AF1F-5BB6B2377ECD}"/>
                  </a:ext>
                </a:extLst>
              </p:cNvPr>
              <p:cNvSpPr txBox="1">
                <a:spLocks noRot="1" noChangeAspect="1" noMove="1" noResize="1" noEditPoints="1" noAdjustHandles="1" noChangeArrowheads="1" noChangeShapeType="1" noTextEdit="1"/>
              </p:cNvSpPr>
              <p:nvPr/>
            </p:nvSpPr>
            <p:spPr>
              <a:xfrm>
                <a:off x="6578994" y="5880494"/>
                <a:ext cx="863234"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E18B293E-3BC9-457B-A968-1767F0409C51}"/>
                  </a:ext>
                </a:extLst>
              </p:cNvPr>
              <p:cNvSpPr txBox="1"/>
              <p:nvPr/>
            </p:nvSpPr>
            <p:spPr>
              <a:xfrm>
                <a:off x="7342338" y="5880494"/>
                <a:ext cx="124993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sPre>
                        <m:sPrePr>
                          <m:ctrlPr>
                            <a:rPr lang="en-IN" sz="2800" i="1" dirty="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22</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2</m:t>
                              </m:r>
                            </m:sub>
                          </m:sSub>
                        </m:e>
                      </m:sPre>
                    </m:oMath>
                  </m:oMathPara>
                </a14:m>
                <a:endParaRPr lang="en-IN" sz="2800" dirty="0">
                  <a:solidFill>
                    <a:srgbClr val="002060"/>
                  </a:solidFill>
                </a:endParaRPr>
              </a:p>
            </p:txBody>
          </p:sp>
        </mc:Choice>
        <mc:Fallback xmlns="">
          <p:sp>
            <p:nvSpPr>
              <p:cNvPr id="102" name="TextBox 101">
                <a:extLst>
                  <a:ext uri="{FF2B5EF4-FFF2-40B4-BE49-F238E27FC236}">
                    <a16:creationId xmlns:a16="http://schemas.microsoft.com/office/drawing/2014/main" id="{E18B293E-3BC9-457B-A968-1767F0409C51}"/>
                  </a:ext>
                </a:extLst>
              </p:cNvPr>
              <p:cNvSpPr txBox="1">
                <a:spLocks noRot="1" noChangeAspect="1" noMove="1" noResize="1" noEditPoints="1" noAdjustHandles="1" noChangeArrowheads="1" noChangeShapeType="1" noTextEdit="1"/>
              </p:cNvSpPr>
              <p:nvPr/>
            </p:nvSpPr>
            <p:spPr>
              <a:xfrm>
                <a:off x="7342338" y="5880494"/>
                <a:ext cx="1249939" cy="523220"/>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6BAAFE5F-195D-4C3A-80E9-280D45EA1984}"/>
                  </a:ext>
                </a:extLst>
              </p:cNvPr>
              <p:cNvSpPr txBox="1"/>
              <p:nvPr/>
            </p:nvSpPr>
            <p:spPr>
              <a:xfrm>
                <a:off x="8458271" y="5880494"/>
                <a:ext cx="115462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231</m:t>
                      </m:r>
                    </m:oMath>
                  </m:oMathPara>
                </a14:m>
                <a:endParaRPr lang="en-IN" sz="2800" dirty="0">
                  <a:solidFill>
                    <a:srgbClr val="002060"/>
                  </a:solidFill>
                </a:endParaRPr>
              </a:p>
            </p:txBody>
          </p:sp>
        </mc:Choice>
        <mc:Fallback xmlns="">
          <p:sp>
            <p:nvSpPr>
              <p:cNvPr id="103" name="TextBox 102">
                <a:extLst>
                  <a:ext uri="{FF2B5EF4-FFF2-40B4-BE49-F238E27FC236}">
                    <a16:creationId xmlns:a16="http://schemas.microsoft.com/office/drawing/2014/main" id="{6BAAFE5F-195D-4C3A-80E9-280D45EA1984}"/>
                  </a:ext>
                </a:extLst>
              </p:cNvPr>
              <p:cNvSpPr txBox="1">
                <a:spLocks noRot="1" noChangeAspect="1" noMove="1" noResize="1" noEditPoints="1" noAdjustHandles="1" noChangeArrowheads="1" noChangeShapeType="1" noTextEdit="1"/>
              </p:cNvSpPr>
              <p:nvPr/>
            </p:nvSpPr>
            <p:spPr>
              <a:xfrm>
                <a:off x="8458271" y="5880494"/>
                <a:ext cx="1154624" cy="523220"/>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C4400A9-9D16-4BC0-AD5B-4C81A2290488}"/>
                  </a:ext>
                </a:extLst>
              </p:cNvPr>
              <p:cNvSpPr txBox="1"/>
              <p:nvPr/>
            </p:nvSpPr>
            <p:spPr>
              <a:xfrm>
                <a:off x="6574549" y="3864081"/>
                <a:ext cx="153557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m:rPr>
                          <m:sty m:val="p"/>
                        </m:rPr>
                        <a:rPr lang="en-IN" b="0" i="0" dirty="0" smtClean="0">
                          <a:latin typeface="Cambria Math" panose="02040503050406030204" pitchFamily="18" charset="0"/>
                        </a:rPr>
                        <m:t>P</m:t>
                      </m:r>
                      <m:d>
                        <m:dPr>
                          <m:ctrlPr>
                            <a:rPr lang="en-IN" b="0" i="1" dirty="0" smtClean="0">
                              <a:latin typeface="Cambria Math" panose="02040503050406030204" pitchFamily="18" charset="0"/>
                            </a:rPr>
                          </m:ctrlPr>
                        </m:dPr>
                        <m:e>
                          <m:r>
                            <m:rPr>
                              <m:sty m:val="p"/>
                            </m:rPr>
                            <a:rPr lang="en-IN" b="0" i="0" dirty="0" smtClean="0">
                              <a:latin typeface="Cambria Math" panose="02040503050406030204" pitchFamily="18" charset="0"/>
                            </a:rPr>
                            <m:t>A</m:t>
                          </m:r>
                          <m:r>
                            <a:rPr lang="en-IN" b="0" i="0" dirty="0" smtClean="0">
                              <a:latin typeface="Cambria Math" panose="02040503050406030204" pitchFamily="18" charset="0"/>
                            </a:rPr>
                            <m:t>∪</m:t>
                          </m:r>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104" name="TextBox 103">
                <a:extLst>
                  <a:ext uri="{FF2B5EF4-FFF2-40B4-BE49-F238E27FC236}">
                    <a16:creationId xmlns:a16="http://schemas.microsoft.com/office/drawing/2014/main" id="{AC4400A9-9D16-4BC0-AD5B-4C81A2290488}"/>
                  </a:ext>
                </a:extLst>
              </p:cNvPr>
              <p:cNvSpPr txBox="1">
                <a:spLocks noRot="1" noChangeAspect="1" noMove="1" noResize="1" noEditPoints="1" noAdjustHandles="1" noChangeArrowheads="1" noChangeShapeType="1" noTextEdit="1"/>
              </p:cNvSpPr>
              <p:nvPr/>
            </p:nvSpPr>
            <p:spPr>
              <a:xfrm>
                <a:off x="6574549" y="3864081"/>
                <a:ext cx="1535579" cy="523220"/>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F1D56564-A5DC-4EDE-A083-0F3882DF2600}"/>
                  </a:ext>
                </a:extLst>
              </p:cNvPr>
              <p:cNvSpPr txBox="1"/>
              <p:nvPr/>
            </p:nvSpPr>
            <p:spPr>
              <a:xfrm>
                <a:off x="7980822" y="3864081"/>
                <a:ext cx="42318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0" dirty="0" smtClean="0">
                          <a:latin typeface="Cambria Math" panose="02040503050406030204" pitchFamily="18" charset="0"/>
                        </a:rPr>
                        <m:t>=</m:t>
                      </m:r>
                    </m:oMath>
                  </m:oMathPara>
                </a14:m>
                <a:endParaRPr lang="en-IN" dirty="0">
                  <a:latin typeface="+mn-lt"/>
                </a:endParaRPr>
              </a:p>
            </p:txBody>
          </p:sp>
        </mc:Choice>
        <mc:Fallback xmlns="">
          <p:sp>
            <p:nvSpPr>
              <p:cNvPr id="105" name="TextBox 104">
                <a:extLst>
                  <a:ext uri="{FF2B5EF4-FFF2-40B4-BE49-F238E27FC236}">
                    <a16:creationId xmlns:a16="http://schemas.microsoft.com/office/drawing/2014/main" id="{F1D56564-A5DC-4EDE-A083-0F3882DF2600}"/>
                  </a:ext>
                </a:extLst>
              </p:cNvPr>
              <p:cNvSpPr txBox="1">
                <a:spLocks noRot="1" noChangeAspect="1" noMove="1" noResize="1" noEditPoints="1" noAdjustHandles="1" noChangeArrowheads="1" noChangeShapeType="1" noTextEdit="1"/>
              </p:cNvSpPr>
              <p:nvPr/>
            </p:nvSpPr>
            <p:spPr>
              <a:xfrm>
                <a:off x="7980822" y="3864081"/>
                <a:ext cx="423181" cy="523220"/>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05A78CD4-6419-4078-A5DE-39BB3EBB001B}"/>
                  </a:ext>
                </a:extLst>
              </p:cNvPr>
              <p:cNvSpPr txBox="1"/>
              <p:nvPr/>
            </p:nvSpPr>
            <p:spPr>
              <a:xfrm>
                <a:off x="8339622" y="3864081"/>
                <a:ext cx="42318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0" dirty="0" smtClean="0">
                          <a:latin typeface="Cambria Math" panose="02040503050406030204" pitchFamily="18" charset="0"/>
                        </a:rPr>
                        <m:t>?</m:t>
                      </m:r>
                    </m:oMath>
                  </m:oMathPara>
                </a14:m>
                <a:endParaRPr lang="en-IN" dirty="0">
                  <a:latin typeface="+mn-lt"/>
                </a:endParaRPr>
              </a:p>
            </p:txBody>
          </p:sp>
        </mc:Choice>
        <mc:Fallback xmlns="">
          <p:sp>
            <p:nvSpPr>
              <p:cNvPr id="106" name="TextBox 105">
                <a:extLst>
                  <a:ext uri="{FF2B5EF4-FFF2-40B4-BE49-F238E27FC236}">
                    <a16:creationId xmlns:a16="http://schemas.microsoft.com/office/drawing/2014/main" id="{05A78CD4-6419-4078-A5DE-39BB3EBB001B}"/>
                  </a:ext>
                </a:extLst>
              </p:cNvPr>
              <p:cNvSpPr txBox="1">
                <a:spLocks noRot="1" noChangeAspect="1" noMove="1" noResize="1" noEditPoints="1" noAdjustHandles="1" noChangeArrowheads="1" noChangeShapeType="1" noTextEdit="1"/>
              </p:cNvSpPr>
              <p:nvPr/>
            </p:nvSpPr>
            <p:spPr>
              <a:xfrm>
                <a:off x="8339622" y="3864081"/>
                <a:ext cx="423181" cy="523220"/>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17941F0D-2C71-4EB0-B955-6B4337201549}"/>
                  </a:ext>
                </a:extLst>
              </p:cNvPr>
              <p:cNvSpPr txBox="1"/>
              <p:nvPr/>
            </p:nvSpPr>
            <p:spPr>
              <a:xfrm>
                <a:off x="8342363" y="3864081"/>
                <a:ext cx="384963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m:rPr>
                          <m:sty m:val="p"/>
                        </m:rPr>
                        <a:rPr lang="en-IN" i="0" dirty="0" smtClean="0">
                          <a:latin typeface="Cambria Math" panose="02040503050406030204" pitchFamily="18" charset="0"/>
                        </a:rPr>
                        <m:t>P</m:t>
                      </m:r>
                      <m:d>
                        <m:dPr>
                          <m:ctrlPr>
                            <a:rPr lang="en-GB" i="1" dirty="0">
                              <a:latin typeface="Cambria Math" panose="02040503050406030204" pitchFamily="18" charset="0"/>
                            </a:rPr>
                          </m:ctrlPr>
                        </m:dPr>
                        <m:e>
                          <m:r>
                            <m:rPr>
                              <m:sty m:val="p"/>
                            </m:rPr>
                            <a:rPr lang="en-IN" i="0" dirty="0">
                              <a:latin typeface="Cambria Math" panose="02040503050406030204" pitchFamily="18" charset="0"/>
                            </a:rPr>
                            <m:t>A</m:t>
                          </m:r>
                        </m:e>
                      </m:d>
                      <m:r>
                        <a:rPr lang="en-IN" b="0" i="0" dirty="0" smtClean="0">
                          <a:latin typeface="Cambria Math" panose="02040503050406030204" pitchFamily="18" charset="0"/>
                        </a:rPr>
                        <m:t>+</m:t>
                      </m:r>
                      <m:r>
                        <m:rPr>
                          <m:sty m:val="p"/>
                        </m:rPr>
                        <a:rPr lang="en-IN" i="0" dirty="0">
                          <a:latin typeface="Cambria Math" panose="02040503050406030204" pitchFamily="18" charset="0"/>
                        </a:rPr>
                        <m:t>P</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B</m:t>
                          </m:r>
                        </m:e>
                      </m:d>
                      <m:r>
                        <a:rPr lang="en-IN" b="0" i="0" dirty="0" smtClean="0">
                          <a:latin typeface="Cambria Math" panose="02040503050406030204" pitchFamily="18" charset="0"/>
                        </a:rPr>
                        <m:t>−</m:t>
                      </m:r>
                      <m:r>
                        <m:rPr>
                          <m:sty m:val="p"/>
                        </m:rPr>
                        <a:rPr lang="en-IN" i="0" dirty="0">
                          <a:latin typeface="Cambria Math" panose="02040503050406030204" pitchFamily="18" charset="0"/>
                        </a:rPr>
                        <m:t>P</m:t>
                      </m:r>
                      <m:d>
                        <m:dPr>
                          <m:ctrlPr>
                            <a:rPr lang="en-GB" i="1" dirty="0">
                              <a:latin typeface="Cambria Math" panose="02040503050406030204" pitchFamily="18" charset="0"/>
                            </a:rPr>
                          </m:ctrlPr>
                        </m:dPr>
                        <m:e>
                          <m:r>
                            <m:rPr>
                              <m:sty m:val="p"/>
                            </m:rPr>
                            <a:rPr lang="en-IN" i="0" dirty="0">
                              <a:latin typeface="Cambria Math" panose="02040503050406030204" pitchFamily="18" charset="0"/>
                            </a:rPr>
                            <m:t>A</m:t>
                          </m:r>
                          <m:r>
                            <a:rPr lang="en-IN" b="0" i="0" dirty="0" smtClean="0">
                              <a:latin typeface="Cambria Math" panose="02040503050406030204" pitchFamily="18" charset="0"/>
                            </a:rPr>
                            <m:t>∩</m:t>
                          </m:r>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107" name="TextBox 106">
                <a:extLst>
                  <a:ext uri="{FF2B5EF4-FFF2-40B4-BE49-F238E27FC236}">
                    <a16:creationId xmlns:a16="http://schemas.microsoft.com/office/drawing/2014/main" id="{17941F0D-2C71-4EB0-B955-6B4337201549}"/>
                  </a:ext>
                </a:extLst>
              </p:cNvPr>
              <p:cNvSpPr txBox="1">
                <a:spLocks noRot="1" noChangeAspect="1" noMove="1" noResize="1" noEditPoints="1" noAdjustHandles="1" noChangeArrowheads="1" noChangeShapeType="1" noTextEdit="1"/>
              </p:cNvSpPr>
              <p:nvPr/>
            </p:nvSpPr>
            <p:spPr>
              <a:xfrm>
                <a:off x="8342363" y="3864081"/>
                <a:ext cx="3849637" cy="523220"/>
              </a:xfrm>
              <a:prstGeom prst="rect">
                <a:avLst/>
              </a:prstGeom>
              <a:blipFill>
                <a:blip r:embed="rId27"/>
                <a:stretch>
                  <a:fillRect/>
                </a:stretch>
              </a:blipFill>
            </p:spPr>
            <p:txBody>
              <a:bodyPr/>
              <a:lstStyle/>
              <a:p>
                <a:r>
                  <a:rPr lang="en-IN">
                    <a:noFill/>
                  </a:rPr>
                  <a:t> </a:t>
                </a:r>
              </a:p>
            </p:txBody>
          </p:sp>
        </mc:Fallback>
      </mc:AlternateContent>
      <p:cxnSp>
        <p:nvCxnSpPr>
          <p:cNvPr id="108" name="Straight Connector 107">
            <a:extLst>
              <a:ext uri="{FF2B5EF4-FFF2-40B4-BE49-F238E27FC236}">
                <a16:creationId xmlns:a16="http://schemas.microsoft.com/office/drawing/2014/main" id="{DF753F28-D129-4829-AB74-B71098E22ABE}"/>
              </a:ext>
            </a:extLst>
          </p:cNvPr>
          <p:cNvCxnSpPr>
            <a:cxnSpLocks/>
          </p:cNvCxnSpPr>
          <p:nvPr/>
        </p:nvCxnSpPr>
        <p:spPr>
          <a:xfrm>
            <a:off x="6505969" y="2681765"/>
            <a:ext cx="0" cy="3838731"/>
          </a:xfrm>
          <a:prstGeom prst="line">
            <a:avLst/>
          </a:prstGeom>
          <a:ln w="28575" cap="rnd">
            <a:solidFill>
              <a:srgbClr val="FF0000"/>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5513B1AB-742E-4911-A113-FC73724341D6}"/>
                  </a:ext>
                </a:extLst>
              </p:cNvPr>
              <p:cNvSpPr txBox="1"/>
              <p:nvPr/>
            </p:nvSpPr>
            <p:spPr>
              <a:xfrm>
                <a:off x="9937019" y="4813007"/>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oMath>
                  </m:oMathPara>
                </a14:m>
                <a:endParaRPr lang="en-IN" dirty="0">
                  <a:latin typeface="+mn-lt"/>
                </a:endParaRPr>
              </a:p>
            </p:txBody>
          </p:sp>
        </mc:Choice>
        <mc:Fallback xmlns="">
          <p:sp>
            <p:nvSpPr>
              <p:cNvPr id="109" name="TextBox 108">
                <a:extLst>
                  <a:ext uri="{FF2B5EF4-FFF2-40B4-BE49-F238E27FC236}">
                    <a16:creationId xmlns:a16="http://schemas.microsoft.com/office/drawing/2014/main" id="{5513B1AB-742E-4911-A113-FC73724341D6}"/>
                  </a:ext>
                </a:extLst>
              </p:cNvPr>
              <p:cNvSpPr txBox="1">
                <a:spLocks noRot="1" noChangeAspect="1" noMove="1" noResize="1" noEditPoints="1" noAdjustHandles="1" noChangeArrowheads="1" noChangeShapeType="1" noTextEdit="1"/>
              </p:cNvSpPr>
              <p:nvPr/>
            </p:nvSpPr>
            <p:spPr>
              <a:xfrm>
                <a:off x="9937019" y="4813007"/>
                <a:ext cx="900571" cy="523220"/>
              </a:xfrm>
              <a:prstGeom prst="rect">
                <a:avLst/>
              </a:prstGeom>
              <a:blipFill>
                <a:blip r:embed="rId2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77B9C682-13DB-4C63-8526-FE83B574FD99}"/>
                  </a:ext>
                </a:extLst>
              </p:cNvPr>
              <p:cNvSpPr txBox="1"/>
              <p:nvPr/>
            </p:nvSpPr>
            <p:spPr>
              <a:xfrm>
                <a:off x="9531312" y="4810717"/>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110" name="TextBox 109">
                <a:extLst>
                  <a:ext uri="{FF2B5EF4-FFF2-40B4-BE49-F238E27FC236}">
                    <a16:creationId xmlns:a16="http://schemas.microsoft.com/office/drawing/2014/main" id="{77B9C682-13DB-4C63-8526-FE83B574FD99}"/>
                  </a:ext>
                </a:extLst>
              </p:cNvPr>
              <p:cNvSpPr txBox="1">
                <a:spLocks noRot="1" noChangeAspect="1" noMove="1" noResize="1" noEditPoints="1" noAdjustHandles="1" noChangeArrowheads="1" noChangeShapeType="1" noTextEdit="1"/>
              </p:cNvSpPr>
              <p:nvPr/>
            </p:nvSpPr>
            <p:spPr>
              <a:xfrm>
                <a:off x="9531312" y="4810717"/>
                <a:ext cx="534127" cy="523220"/>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3D2464F4-B01F-4646-AA2D-D9023718823B}"/>
                  </a:ext>
                </a:extLst>
              </p:cNvPr>
              <p:cNvSpPr txBox="1"/>
              <p:nvPr/>
            </p:nvSpPr>
            <p:spPr>
              <a:xfrm>
                <a:off x="10730489" y="4580175"/>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i="1" dirty="0">
                              <a:latin typeface="Cambria Math" panose="02040503050406030204" pitchFamily="18" charset="0"/>
                            </a:rPr>
                            <m:t>190</m:t>
                          </m:r>
                        </m:num>
                        <m:den>
                          <m:r>
                            <a:rPr lang="en-IN" b="0" i="1" dirty="0" smtClean="0">
                              <a:latin typeface="Cambria Math" panose="02040503050406030204" pitchFamily="18" charset="0"/>
                            </a:rPr>
                            <m:t> </m:t>
                          </m:r>
                          <m:r>
                            <a:rPr lang="en-IN" i="1" dirty="0">
                              <a:latin typeface="Cambria Math" panose="02040503050406030204" pitchFamily="18" charset="0"/>
                            </a:rPr>
                            <m:t>435</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111" name="TextBox 110">
                <a:extLst>
                  <a:ext uri="{FF2B5EF4-FFF2-40B4-BE49-F238E27FC236}">
                    <a16:creationId xmlns:a16="http://schemas.microsoft.com/office/drawing/2014/main" id="{3D2464F4-B01F-4646-AA2D-D9023718823B}"/>
                  </a:ext>
                </a:extLst>
              </p:cNvPr>
              <p:cNvSpPr txBox="1">
                <a:spLocks noRot="1" noChangeAspect="1" noMove="1" noResize="1" noEditPoints="1" noAdjustHandles="1" noChangeArrowheads="1" noChangeShapeType="1" noTextEdit="1"/>
              </p:cNvSpPr>
              <p:nvPr/>
            </p:nvSpPr>
            <p:spPr>
              <a:xfrm>
                <a:off x="10730489" y="4580175"/>
                <a:ext cx="1330332" cy="901785"/>
              </a:xfrm>
              <a:prstGeom prst="rect">
                <a:avLst/>
              </a:prstGeom>
              <a:blipFill>
                <a:blip r:embed="rId3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F36E61D6-A4C4-471F-A7FE-EF5A6E422950}"/>
                  </a:ext>
                </a:extLst>
              </p:cNvPr>
              <p:cNvSpPr txBox="1"/>
              <p:nvPr/>
            </p:nvSpPr>
            <p:spPr>
              <a:xfrm>
                <a:off x="9937019" y="5880494"/>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112" name="TextBox 111">
                <a:extLst>
                  <a:ext uri="{FF2B5EF4-FFF2-40B4-BE49-F238E27FC236}">
                    <a16:creationId xmlns:a16="http://schemas.microsoft.com/office/drawing/2014/main" id="{F36E61D6-A4C4-471F-A7FE-EF5A6E422950}"/>
                  </a:ext>
                </a:extLst>
              </p:cNvPr>
              <p:cNvSpPr txBox="1">
                <a:spLocks noRot="1" noChangeAspect="1" noMove="1" noResize="1" noEditPoints="1" noAdjustHandles="1" noChangeArrowheads="1" noChangeShapeType="1" noTextEdit="1"/>
              </p:cNvSpPr>
              <p:nvPr/>
            </p:nvSpPr>
            <p:spPr>
              <a:xfrm>
                <a:off x="9937019" y="5880494"/>
                <a:ext cx="900571" cy="523220"/>
              </a:xfrm>
              <a:prstGeom prst="rect">
                <a:avLst/>
              </a:prstGeom>
              <a:blipFill>
                <a:blip r:embed="rId3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4E45D24F-82DD-4F7F-B134-5CDDF7D5B093}"/>
                  </a:ext>
                </a:extLst>
              </p:cNvPr>
              <p:cNvSpPr txBox="1"/>
              <p:nvPr/>
            </p:nvSpPr>
            <p:spPr>
              <a:xfrm>
                <a:off x="9531312" y="5880494"/>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113" name="TextBox 112">
                <a:extLst>
                  <a:ext uri="{FF2B5EF4-FFF2-40B4-BE49-F238E27FC236}">
                    <a16:creationId xmlns:a16="http://schemas.microsoft.com/office/drawing/2014/main" id="{4E45D24F-82DD-4F7F-B134-5CDDF7D5B093}"/>
                  </a:ext>
                </a:extLst>
              </p:cNvPr>
              <p:cNvSpPr txBox="1">
                <a:spLocks noRot="1" noChangeAspect="1" noMove="1" noResize="1" noEditPoints="1" noAdjustHandles="1" noChangeArrowheads="1" noChangeShapeType="1" noTextEdit="1"/>
              </p:cNvSpPr>
              <p:nvPr/>
            </p:nvSpPr>
            <p:spPr>
              <a:xfrm>
                <a:off x="9531312" y="5880494"/>
                <a:ext cx="534127" cy="523220"/>
              </a:xfrm>
              <a:prstGeom prst="rect">
                <a:avLst/>
              </a:prstGeom>
              <a:blipFill>
                <a:blip r:embed="rId3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1BB33860-0780-490E-B829-06E324F947D3}"/>
                  </a:ext>
                </a:extLst>
              </p:cNvPr>
              <p:cNvSpPr txBox="1"/>
              <p:nvPr/>
            </p:nvSpPr>
            <p:spPr>
              <a:xfrm>
                <a:off x="10730489" y="5691212"/>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i="1" dirty="0">
                              <a:latin typeface="Cambria Math" panose="02040503050406030204" pitchFamily="18" charset="0"/>
                            </a:rPr>
                            <m:t>190</m:t>
                          </m:r>
                        </m:num>
                        <m:den>
                          <m:r>
                            <a:rPr lang="en-IN" b="0" i="1" dirty="0" smtClean="0">
                              <a:latin typeface="Cambria Math" panose="02040503050406030204" pitchFamily="18" charset="0"/>
                            </a:rPr>
                            <m:t> </m:t>
                          </m:r>
                          <m:r>
                            <a:rPr lang="en-IN" i="1" dirty="0">
                              <a:latin typeface="Cambria Math" panose="02040503050406030204" pitchFamily="18" charset="0"/>
                            </a:rPr>
                            <m:t>435</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114" name="TextBox 113">
                <a:extLst>
                  <a:ext uri="{FF2B5EF4-FFF2-40B4-BE49-F238E27FC236}">
                    <a16:creationId xmlns:a16="http://schemas.microsoft.com/office/drawing/2014/main" id="{1BB33860-0780-490E-B829-06E324F947D3}"/>
                  </a:ext>
                </a:extLst>
              </p:cNvPr>
              <p:cNvSpPr txBox="1">
                <a:spLocks noRot="1" noChangeAspect="1" noMove="1" noResize="1" noEditPoints="1" noAdjustHandles="1" noChangeArrowheads="1" noChangeShapeType="1" noTextEdit="1"/>
              </p:cNvSpPr>
              <p:nvPr/>
            </p:nvSpPr>
            <p:spPr>
              <a:xfrm>
                <a:off x="10730489" y="5691212"/>
                <a:ext cx="1330332" cy="901785"/>
              </a:xfrm>
              <a:prstGeom prst="rect">
                <a:avLst/>
              </a:prstGeom>
              <a:blipFill>
                <a:blip r:embed="rId33"/>
                <a:stretch>
                  <a:fillRect/>
                </a:stretch>
              </a:blipFill>
            </p:spPr>
            <p:txBody>
              <a:bodyPr/>
              <a:lstStyle/>
              <a:p>
                <a:r>
                  <a:rPr lang="en-IN">
                    <a:noFill/>
                  </a:rPr>
                  <a:t> </a:t>
                </a:r>
              </a:p>
            </p:txBody>
          </p:sp>
        </mc:Fallback>
      </mc:AlternateContent>
      <p:sp>
        <p:nvSpPr>
          <p:cNvPr id="21" name="Rectangle: Rounded Corners 20">
            <a:extLst>
              <a:ext uri="{FF2B5EF4-FFF2-40B4-BE49-F238E27FC236}">
                <a16:creationId xmlns:a16="http://schemas.microsoft.com/office/drawing/2014/main" id="{8899CCC1-1DA4-42B8-B3FA-728A9AC5A4FB}"/>
              </a:ext>
            </a:extLst>
          </p:cNvPr>
          <p:cNvSpPr/>
          <p:nvPr/>
        </p:nvSpPr>
        <p:spPr>
          <a:xfrm>
            <a:off x="5521047" y="3384931"/>
            <a:ext cx="700362" cy="435081"/>
          </a:xfrm>
          <a:prstGeom prst="roundRect">
            <a:avLst/>
          </a:prstGeom>
          <a:ln w="28575" cap="rnd">
            <a:solidFill>
              <a:srgbClr val="FF000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15" name="Rectangle: Rounded Corners 114">
            <a:extLst>
              <a:ext uri="{FF2B5EF4-FFF2-40B4-BE49-F238E27FC236}">
                <a16:creationId xmlns:a16="http://schemas.microsoft.com/office/drawing/2014/main" id="{6DD8604B-B0CC-4A4F-B2D3-67F9B7D36729}"/>
              </a:ext>
            </a:extLst>
          </p:cNvPr>
          <p:cNvSpPr/>
          <p:nvPr/>
        </p:nvSpPr>
        <p:spPr>
          <a:xfrm>
            <a:off x="4422112" y="4623783"/>
            <a:ext cx="700362" cy="435081"/>
          </a:xfrm>
          <a:prstGeom prst="roundRect">
            <a:avLst/>
          </a:prstGeom>
          <a:ln w="28575" cap="rnd">
            <a:solidFill>
              <a:srgbClr val="FF000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3853665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9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8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8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2" presetClass="entr" presetSubtype="1" fill="hold" nodeType="clickEffect">
                                  <p:stCondLst>
                                    <p:cond delay="0"/>
                                  </p:stCondLst>
                                  <p:childTnLst>
                                    <p:set>
                                      <p:cBhvr>
                                        <p:cTn id="82" dur="1" fill="hold">
                                          <p:stCondLst>
                                            <p:cond delay="0"/>
                                          </p:stCondLst>
                                        </p:cTn>
                                        <p:tgtEl>
                                          <p:spTgt spid="108"/>
                                        </p:tgtEl>
                                        <p:attrNameLst>
                                          <p:attrName>style.visibility</p:attrName>
                                        </p:attrNameLst>
                                      </p:cBhvr>
                                      <p:to>
                                        <p:strVal val="visible"/>
                                      </p:to>
                                    </p:set>
                                    <p:animEffect transition="in" filter="wipe(up)">
                                      <p:cBhvr>
                                        <p:cTn id="83" dur="500"/>
                                        <p:tgtEl>
                                          <p:spTgt spid="108"/>
                                        </p:tgtEl>
                                      </p:cBhvr>
                                    </p:animEffec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94"/>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95"/>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96"/>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97"/>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104"/>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105"/>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106"/>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xit" presetSubtype="0" fill="hold" grpId="1" nodeType="clickEffect">
                                  <p:stCondLst>
                                    <p:cond delay="0"/>
                                  </p:stCondLst>
                                  <p:childTnLst>
                                    <p:set>
                                      <p:cBhvr>
                                        <p:cTn id="115" dur="1" fill="hold">
                                          <p:stCondLst>
                                            <p:cond delay="0"/>
                                          </p:stCondLst>
                                        </p:cTn>
                                        <p:tgtEl>
                                          <p:spTgt spid="106"/>
                                        </p:tgtEl>
                                        <p:attrNameLst>
                                          <p:attrName>style.visibility</p:attrName>
                                        </p:attrNameLst>
                                      </p:cBhvr>
                                      <p:to>
                                        <p:strVal val="hidden"/>
                                      </p:to>
                                    </p:set>
                                  </p:childTnLst>
                                </p:cTn>
                              </p:par>
                              <p:par>
                                <p:cTn id="116" presetID="1" presetClass="entr" presetSubtype="0" fill="hold" grpId="0" nodeType="withEffect">
                                  <p:stCondLst>
                                    <p:cond delay="0"/>
                                  </p:stCondLst>
                                  <p:childTnLst>
                                    <p:set>
                                      <p:cBhvr>
                                        <p:cTn id="117" dur="1" fill="hold">
                                          <p:stCondLst>
                                            <p:cond delay="0"/>
                                          </p:stCondLst>
                                        </p:cTn>
                                        <p:tgtEl>
                                          <p:spTgt spid="107"/>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grpId="0" nodeType="clickEffect">
                                  <p:stCondLst>
                                    <p:cond delay="0"/>
                                  </p:stCondLst>
                                  <p:childTnLst>
                                    <p:set>
                                      <p:cBhvr>
                                        <p:cTn id="121" dur="1" fill="hold">
                                          <p:stCondLst>
                                            <p:cond delay="0"/>
                                          </p:stCondLst>
                                        </p:cTn>
                                        <p:tgtEl>
                                          <p:spTgt spid="98"/>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21"/>
                                        </p:tgtEl>
                                        <p:attrNameLst>
                                          <p:attrName>style.visibility</p:attrName>
                                        </p:attrNameLst>
                                      </p:cBhvr>
                                      <p:to>
                                        <p:strVal val="visible"/>
                                      </p:to>
                                    </p:set>
                                    <p:animEffect transition="in" filter="wipe(left)">
                                      <p:cBhvr>
                                        <p:cTn id="126" dur="500"/>
                                        <p:tgtEl>
                                          <p:spTgt spid="21"/>
                                        </p:tgtEl>
                                      </p:cBhvr>
                                    </p:animEffec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99"/>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00"/>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xit" presetSubtype="0" fill="hold" grpId="1" nodeType="clickEffect">
                                  <p:stCondLst>
                                    <p:cond delay="0"/>
                                  </p:stCondLst>
                                  <p:childTnLst>
                                    <p:set>
                                      <p:cBhvr>
                                        <p:cTn id="138" dur="1" fill="hold">
                                          <p:stCondLst>
                                            <p:cond delay="0"/>
                                          </p:stCondLst>
                                        </p:cTn>
                                        <p:tgtEl>
                                          <p:spTgt spid="21"/>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110"/>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109"/>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111"/>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101"/>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22" presetClass="entr" presetSubtype="8" fill="hold" grpId="0" nodeType="clickEffect">
                                  <p:stCondLst>
                                    <p:cond delay="0"/>
                                  </p:stCondLst>
                                  <p:childTnLst>
                                    <p:set>
                                      <p:cBhvr>
                                        <p:cTn id="158" dur="1" fill="hold">
                                          <p:stCondLst>
                                            <p:cond delay="0"/>
                                          </p:stCondLst>
                                        </p:cTn>
                                        <p:tgtEl>
                                          <p:spTgt spid="115"/>
                                        </p:tgtEl>
                                        <p:attrNameLst>
                                          <p:attrName>style.visibility</p:attrName>
                                        </p:attrNameLst>
                                      </p:cBhvr>
                                      <p:to>
                                        <p:strVal val="visible"/>
                                      </p:to>
                                    </p:set>
                                    <p:animEffect transition="in" filter="wipe(left)">
                                      <p:cBhvr>
                                        <p:cTn id="159" dur="500"/>
                                        <p:tgtEl>
                                          <p:spTgt spid="115"/>
                                        </p:tgtEl>
                                      </p:cBhvr>
                                    </p:animEffect>
                                  </p:childTnLst>
                                </p:cTn>
                              </p:par>
                            </p:childTnLst>
                          </p:cTn>
                        </p:par>
                      </p:childTnLst>
                    </p:cTn>
                  </p:par>
                  <p:par>
                    <p:cTn id="160" fill="hold">
                      <p:stCondLst>
                        <p:cond delay="indefinite"/>
                      </p:stCondLst>
                      <p:childTnLst>
                        <p:par>
                          <p:cTn id="161" fill="hold">
                            <p:stCondLst>
                              <p:cond delay="0"/>
                            </p:stCondLst>
                            <p:childTnLst>
                              <p:par>
                                <p:cTn id="162" presetID="1" presetClass="entr" presetSubtype="0" fill="hold" grpId="0" nodeType="clickEffect">
                                  <p:stCondLst>
                                    <p:cond delay="0"/>
                                  </p:stCondLst>
                                  <p:childTnLst>
                                    <p:set>
                                      <p:cBhvr>
                                        <p:cTn id="163" dur="1" fill="hold">
                                          <p:stCondLst>
                                            <p:cond delay="0"/>
                                          </p:stCondLst>
                                        </p:cTn>
                                        <p:tgtEl>
                                          <p:spTgt spid="102"/>
                                        </p:tgtEl>
                                        <p:attrNameLst>
                                          <p:attrName>style.visibility</p:attrName>
                                        </p:attrNameLst>
                                      </p:cBhvr>
                                      <p:to>
                                        <p:strVal val="visible"/>
                                      </p:to>
                                    </p:set>
                                  </p:childTnLst>
                                </p:cTn>
                              </p:par>
                            </p:childTnLst>
                          </p:cTn>
                        </p:par>
                      </p:childTnLst>
                    </p:cTn>
                  </p:par>
                  <p:par>
                    <p:cTn id="164" fill="hold">
                      <p:stCondLst>
                        <p:cond delay="indefinite"/>
                      </p:stCondLst>
                      <p:childTnLst>
                        <p:par>
                          <p:cTn id="165" fill="hold">
                            <p:stCondLst>
                              <p:cond delay="0"/>
                            </p:stCondLst>
                            <p:childTnLst>
                              <p:par>
                                <p:cTn id="166" presetID="1" presetClass="entr" presetSubtype="0" fill="hold" grpId="0" nodeType="clickEffect">
                                  <p:stCondLst>
                                    <p:cond delay="0"/>
                                  </p:stCondLst>
                                  <p:childTnLst>
                                    <p:set>
                                      <p:cBhvr>
                                        <p:cTn id="167" dur="1" fill="hold">
                                          <p:stCondLst>
                                            <p:cond delay="0"/>
                                          </p:stCondLst>
                                        </p:cTn>
                                        <p:tgtEl>
                                          <p:spTgt spid="103"/>
                                        </p:tgtEl>
                                        <p:attrNameLst>
                                          <p:attrName>style.visibility</p:attrName>
                                        </p:attrNameLst>
                                      </p:cBhvr>
                                      <p:to>
                                        <p:strVal val="visible"/>
                                      </p:to>
                                    </p:set>
                                  </p:childTnLst>
                                </p:cTn>
                              </p:par>
                            </p:childTnLst>
                          </p:cTn>
                        </p:par>
                      </p:childTnLst>
                    </p:cTn>
                  </p:par>
                  <p:par>
                    <p:cTn id="168" fill="hold">
                      <p:stCondLst>
                        <p:cond delay="indefinite"/>
                      </p:stCondLst>
                      <p:childTnLst>
                        <p:par>
                          <p:cTn id="169" fill="hold">
                            <p:stCondLst>
                              <p:cond delay="0"/>
                            </p:stCondLst>
                            <p:childTnLst>
                              <p:par>
                                <p:cTn id="170" presetID="1" presetClass="exit" presetSubtype="0" fill="hold" grpId="1" nodeType="clickEffect">
                                  <p:stCondLst>
                                    <p:cond delay="0"/>
                                  </p:stCondLst>
                                  <p:childTnLst>
                                    <p:set>
                                      <p:cBhvr>
                                        <p:cTn id="171" dur="1" fill="hold">
                                          <p:stCondLst>
                                            <p:cond delay="0"/>
                                          </p:stCondLst>
                                        </p:cTn>
                                        <p:tgtEl>
                                          <p:spTgt spid="115"/>
                                        </p:tgtEl>
                                        <p:attrNameLst>
                                          <p:attrName>style.visibility</p:attrName>
                                        </p:attrNameLst>
                                      </p:cBhvr>
                                      <p:to>
                                        <p:strVal val="hidden"/>
                                      </p:to>
                                    </p:set>
                                  </p:childTnLst>
                                </p:cTn>
                              </p:par>
                            </p:childTnLst>
                          </p:cTn>
                        </p:par>
                      </p:childTnLst>
                    </p:cTn>
                  </p:par>
                  <p:par>
                    <p:cTn id="172" fill="hold">
                      <p:stCondLst>
                        <p:cond delay="indefinite"/>
                      </p:stCondLst>
                      <p:childTnLst>
                        <p:par>
                          <p:cTn id="173" fill="hold">
                            <p:stCondLst>
                              <p:cond delay="0"/>
                            </p:stCondLst>
                            <p:childTnLst>
                              <p:par>
                                <p:cTn id="174" presetID="1" presetClass="entr" presetSubtype="0" fill="hold" grpId="0" nodeType="clickEffect">
                                  <p:stCondLst>
                                    <p:cond delay="0"/>
                                  </p:stCondLst>
                                  <p:childTnLst>
                                    <p:set>
                                      <p:cBhvr>
                                        <p:cTn id="175" dur="1" fill="hold">
                                          <p:stCondLst>
                                            <p:cond delay="0"/>
                                          </p:stCondLst>
                                        </p:cTn>
                                        <p:tgtEl>
                                          <p:spTgt spid="113"/>
                                        </p:tgtEl>
                                        <p:attrNameLst>
                                          <p:attrName>style.visibility</p:attrName>
                                        </p:attrNameLst>
                                      </p:cBhvr>
                                      <p:to>
                                        <p:strVal val="visible"/>
                                      </p:to>
                                    </p:set>
                                  </p:childTnLst>
                                </p:cTn>
                              </p:par>
                            </p:childTnLst>
                          </p:cTn>
                        </p:par>
                      </p:childTnLst>
                    </p:cTn>
                  </p:par>
                  <p:par>
                    <p:cTn id="176" fill="hold">
                      <p:stCondLst>
                        <p:cond delay="indefinite"/>
                      </p:stCondLst>
                      <p:childTnLst>
                        <p:par>
                          <p:cTn id="177" fill="hold">
                            <p:stCondLst>
                              <p:cond delay="0"/>
                            </p:stCondLst>
                            <p:childTnLst>
                              <p:par>
                                <p:cTn id="178" presetID="1" presetClass="entr" presetSubtype="0" fill="hold" grpId="0" nodeType="clickEffect">
                                  <p:stCondLst>
                                    <p:cond delay="0"/>
                                  </p:stCondLst>
                                  <p:childTnLst>
                                    <p:set>
                                      <p:cBhvr>
                                        <p:cTn id="179" dur="1" fill="hold">
                                          <p:stCondLst>
                                            <p:cond delay="0"/>
                                          </p:stCondLst>
                                        </p:cTn>
                                        <p:tgtEl>
                                          <p:spTgt spid="112"/>
                                        </p:tgtEl>
                                        <p:attrNameLst>
                                          <p:attrName>style.visibility</p:attrName>
                                        </p:attrNameLst>
                                      </p:cBhvr>
                                      <p:to>
                                        <p:strVal val="visible"/>
                                      </p:to>
                                    </p:set>
                                  </p:childTnLst>
                                </p:cTn>
                              </p:par>
                            </p:childTnLst>
                          </p:cTn>
                        </p:par>
                      </p:childTnLst>
                    </p:cTn>
                  </p:par>
                  <p:par>
                    <p:cTn id="180" fill="hold">
                      <p:stCondLst>
                        <p:cond delay="indefinite"/>
                      </p:stCondLst>
                      <p:childTnLst>
                        <p:par>
                          <p:cTn id="181" fill="hold">
                            <p:stCondLst>
                              <p:cond delay="0"/>
                            </p:stCondLst>
                            <p:childTnLst>
                              <p:par>
                                <p:cTn id="182" presetID="1" presetClass="entr" presetSubtype="0" fill="hold" grpId="0" nodeType="clickEffect">
                                  <p:stCondLst>
                                    <p:cond delay="0"/>
                                  </p:stCondLst>
                                  <p:childTnLst>
                                    <p:set>
                                      <p:cBhvr>
                                        <p:cTn id="183"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1" grpId="0"/>
      <p:bldP spid="58" grpId="0"/>
      <p:bldP spid="78" grpId="0"/>
      <p:bldP spid="80" grpId="0"/>
      <p:bldP spid="81" grpId="0"/>
      <p:bldP spid="82" grpId="0"/>
      <p:bldP spid="83" grpId="0"/>
      <p:bldP spid="84" grpId="0"/>
      <p:bldP spid="85" grpId="0"/>
      <p:bldP spid="86" grpId="0"/>
      <p:bldP spid="87" grpId="0"/>
      <p:bldP spid="88" grpId="0"/>
      <p:bldP spid="89" grpId="0"/>
      <p:bldP spid="90" grpId="0"/>
      <p:bldP spid="91" grpId="0"/>
      <p:bldP spid="92" grpId="0"/>
      <p:bldP spid="93" grpId="0"/>
      <p:bldP spid="94" grpId="0" animBg="1"/>
      <p:bldP spid="95" grpId="0" animBg="1"/>
      <p:bldP spid="96" grpId="0" animBg="1"/>
      <p:bldP spid="97" grpId="0" animBg="1"/>
      <p:bldP spid="98" grpId="0"/>
      <p:bldP spid="99" grpId="0"/>
      <p:bldP spid="100" grpId="0"/>
      <p:bldP spid="101" grpId="0"/>
      <p:bldP spid="102" grpId="0"/>
      <p:bldP spid="103" grpId="0"/>
      <p:bldP spid="104" grpId="0" animBg="1"/>
      <p:bldP spid="105" grpId="0" animBg="1"/>
      <p:bldP spid="106" grpId="0" animBg="1"/>
      <p:bldP spid="106" grpId="1"/>
      <p:bldP spid="107" grpId="0" animBg="1"/>
      <p:bldP spid="109" grpId="0" animBg="1"/>
      <p:bldP spid="110" grpId="0" animBg="1"/>
      <p:bldP spid="111" grpId="0" animBg="1"/>
      <p:bldP spid="112" grpId="0" animBg="1"/>
      <p:bldP spid="113" grpId="0" animBg="1"/>
      <p:bldP spid="114" grpId="0" animBg="1"/>
      <p:bldP spid="21" grpId="0" animBg="1"/>
      <p:bldP spid="21" grpId="1" animBg="1"/>
      <p:bldP spid="115" grpId="0" animBg="1"/>
      <p:bldP spid="115" grpId="1"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43ACF430-E667-4EF8-8F4B-5267826EB5E8}"/>
                  </a:ext>
                </a:extLst>
              </p:cNvPr>
              <p:cNvSpPr txBox="1"/>
              <p:nvPr/>
            </p:nvSpPr>
            <p:spPr>
              <a:xfrm>
                <a:off x="3072469" y="3429000"/>
                <a:ext cx="384963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m:rPr>
                          <m:sty m:val="p"/>
                        </m:rPr>
                        <a:rPr lang="en-IN" i="0" dirty="0" smtClean="0">
                          <a:latin typeface="Cambria Math" panose="02040503050406030204" pitchFamily="18" charset="0"/>
                        </a:rPr>
                        <m:t>P</m:t>
                      </m:r>
                      <m:d>
                        <m:dPr>
                          <m:ctrlPr>
                            <a:rPr lang="en-GB" i="1" dirty="0">
                              <a:latin typeface="Cambria Math" panose="02040503050406030204" pitchFamily="18" charset="0"/>
                            </a:rPr>
                          </m:ctrlPr>
                        </m:dPr>
                        <m:e>
                          <m:r>
                            <m:rPr>
                              <m:sty m:val="p"/>
                            </m:rPr>
                            <a:rPr lang="en-IN" i="0" dirty="0">
                              <a:latin typeface="Cambria Math" panose="02040503050406030204" pitchFamily="18" charset="0"/>
                            </a:rPr>
                            <m:t>A</m:t>
                          </m:r>
                        </m:e>
                      </m:d>
                      <m:r>
                        <a:rPr lang="en-IN" b="0" i="0" dirty="0" smtClean="0">
                          <a:latin typeface="Cambria Math" panose="02040503050406030204" pitchFamily="18" charset="0"/>
                        </a:rPr>
                        <m:t>+</m:t>
                      </m:r>
                      <m:r>
                        <m:rPr>
                          <m:sty m:val="p"/>
                        </m:rPr>
                        <a:rPr lang="en-IN" i="0" dirty="0">
                          <a:latin typeface="Cambria Math" panose="02040503050406030204" pitchFamily="18" charset="0"/>
                        </a:rPr>
                        <m:t>P</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B</m:t>
                          </m:r>
                        </m:e>
                      </m:d>
                      <m:r>
                        <a:rPr lang="en-IN" b="0" i="0" dirty="0" smtClean="0">
                          <a:latin typeface="Cambria Math" panose="02040503050406030204" pitchFamily="18" charset="0"/>
                        </a:rPr>
                        <m:t>−</m:t>
                      </m:r>
                      <m:r>
                        <m:rPr>
                          <m:sty m:val="p"/>
                        </m:rPr>
                        <a:rPr lang="en-IN" i="0" dirty="0">
                          <a:latin typeface="Cambria Math" panose="02040503050406030204" pitchFamily="18" charset="0"/>
                        </a:rPr>
                        <m:t>P</m:t>
                      </m:r>
                      <m:d>
                        <m:dPr>
                          <m:ctrlPr>
                            <a:rPr lang="en-GB" i="1" dirty="0">
                              <a:latin typeface="Cambria Math" panose="02040503050406030204" pitchFamily="18" charset="0"/>
                            </a:rPr>
                          </m:ctrlPr>
                        </m:dPr>
                        <m:e>
                          <m:r>
                            <m:rPr>
                              <m:sty m:val="p"/>
                            </m:rPr>
                            <a:rPr lang="en-IN" i="0" dirty="0">
                              <a:latin typeface="Cambria Math" panose="02040503050406030204" pitchFamily="18" charset="0"/>
                            </a:rPr>
                            <m:t>A</m:t>
                          </m:r>
                          <m:r>
                            <a:rPr lang="en-IN" b="0" i="0" dirty="0" smtClean="0">
                              <a:latin typeface="Cambria Math" panose="02040503050406030204" pitchFamily="18" charset="0"/>
                            </a:rPr>
                            <m:t>∩</m:t>
                          </m:r>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61" name="TextBox 60">
                <a:extLst>
                  <a:ext uri="{FF2B5EF4-FFF2-40B4-BE49-F238E27FC236}">
                    <a16:creationId xmlns:a16="http://schemas.microsoft.com/office/drawing/2014/main" id="{43ACF430-E667-4EF8-8F4B-5267826EB5E8}"/>
                  </a:ext>
                </a:extLst>
              </p:cNvPr>
              <p:cNvSpPr txBox="1">
                <a:spLocks noRot="1" noChangeAspect="1" noMove="1" noResize="1" noEditPoints="1" noAdjustHandles="1" noChangeArrowheads="1" noChangeShapeType="1" noTextEdit="1"/>
              </p:cNvSpPr>
              <p:nvPr/>
            </p:nvSpPr>
            <p:spPr>
              <a:xfrm>
                <a:off x="3072469" y="3429000"/>
                <a:ext cx="3849637" cy="523220"/>
              </a:xfrm>
              <a:prstGeom prst="rect">
                <a:avLst/>
              </a:prstGeom>
              <a:blipFill>
                <a:blip r:embed="rId2"/>
                <a:stretch>
                  <a:fillRect/>
                </a:stretch>
              </a:blipFill>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2.2 ⇝ Example 7 (Continue)</a:t>
            </a:r>
            <a:endParaRPr lang="en-US" dirty="0"/>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2057F9B0-99D7-4E5F-9BDC-5C99051925FA}"/>
                  </a:ext>
                </a:extLst>
              </p:cNvPr>
              <p:cNvSpPr txBox="1"/>
              <p:nvPr/>
            </p:nvSpPr>
            <p:spPr>
              <a:xfrm>
                <a:off x="1304655" y="3429000"/>
                <a:ext cx="153557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m:rPr>
                          <m:sty m:val="p"/>
                        </m:rPr>
                        <a:rPr lang="en-IN" b="0" i="0" dirty="0" smtClean="0">
                          <a:latin typeface="Cambria Math" panose="02040503050406030204" pitchFamily="18" charset="0"/>
                        </a:rPr>
                        <m:t>P</m:t>
                      </m:r>
                      <m:d>
                        <m:dPr>
                          <m:ctrlPr>
                            <a:rPr lang="en-IN" b="0" i="1" dirty="0" smtClean="0">
                              <a:latin typeface="Cambria Math" panose="02040503050406030204" pitchFamily="18" charset="0"/>
                            </a:rPr>
                          </m:ctrlPr>
                        </m:dPr>
                        <m:e>
                          <m:r>
                            <m:rPr>
                              <m:sty m:val="p"/>
                            </m:rPr>
                            <a:rPr lang="en-IN" b="0" i="0" dirty="0" smtClean="0">
                              <a:latin typeface="Cambria Math" panose="02040503050406030204" pitchFamily="18" charset="0"/>
                            </a:rPr>
                            <m:t>A</m:t>
                          </m:r>
                          <m:r>
                            <a:rPr lang="en-IN" b="0" i="0" dirty="0" smtClean="0">
                              <a:latin typeface="Cambria Math" panose="02040503050406030204" pitchFamily="18" charset="0"/>
                            </a:rPr>
                            <m:t>∪</m:t>
                          </m:r>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58" name="TextBox 57">
                <a:extLst>
                  <a:ext uri="{FF2B5EF4-FFF2-40B4-BE49-F238E27FC236}">
                    <a16:creationId xmlns:a16="http://schemas.microsoft.com/office/drawing/2014/main" id="{2057F9B0-99D7-4E5F-9BDC-5C99051925FA}"/>
                  </a:ext>
                </a:extLst>
              </p:cNvPr>
              <p:cNvSpPr txBox="1">
                <a:spLocks noRot="1" noChangeAspect="1" noMove="1" noResize="1" noEditPoints="1" noAdjustHandles="1" noChangeArrowheads="1" noChangeShapeType="1" noTextEdit="1"/>
              </p:cNvSpPr>
              <p:nvPr/>
            </p:nvSpPr>
            <p:spPr>
              <a:xfrm>
                <a:off x="1304655" y="3429000"/>
                <a:ext cx="1535579"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D2DFC866-E077-46DA-AB6F-A23A39EC8FCC}"/>
                  </a:ext>
                </a:extLst>
              </p:cNvPr>
              <p:cNvSpPr txBox="1"/>
              <p:nvPr/>
            </p:nvSpPr>
            <p:spPr>
              <a:xfrm>
                <a:off x="2710928" y="3429000"/>
                <a:ext cx="42318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0" dirty="0" smtClean="0">
                          <a:latin typeface="Cambria Math" panose="02040503050406030204" pitchFamily="18" charset="0"/>
                        </a:rPr>
                        <m:t>=</m:t>
                      </m:r>
                    </m:oMath>
                  </m:oMathPara>
                </a14:m>
                <a:endParaRPr lang="en-IN" dirty="0">
                  <a:latin typeface="+mn-lt"/>
                </a:endParaRPr>
              </a:p>
            </p:txBody>
          </p:sp>
        </mc:Choice>
        <mc:Fallback xmlns="">
          <p:sp>
            <p:nvSpPr>
              <p:cNvPr id="59" name="TextBox 58">
                <a:extLst>
                  <a:ext uri="{FF2B5EF4-FFF2-40B4-BE49-F238E27FC236}">
                    <a16:creationId xmlns:a16="http://schemas.microsoft.com/office/drawing/2014/main" id="{D2DFC866-E077-46DA-AB6F-A23A39EC8FCC}"/>
                  </a:ext>
                </a:extLst>
              </p:cNvPr>
              <p:cNvSpPr txBox="1">
                <a:spLocks noRot="1" noChangeAspect="1" noMove="1" noResize="1" noEditPoints="1" noAdjustHandles="1" noChangeArrowheads="1" noChangeShapeType="1" noTextEdit="1"/>
              </p:cNvSpPr>
              <p:nvPr/>
            </p:nvSpPr>
            <p:spPr>
              <a:xfrm>
                <a:off x="2710928" y="3429000"/>
                <a:ext cx="423181"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82C4E77A-157D-4844-95A1-AA38F53F9167}"/>
                  </a:ext>
                </a:extLst>
              </p:cNvPr>
              <p:cNvSpPr txBox="1"/>
              <p:nvPr/>
            </p:nvSpPr>
            <p:spPr>
              <a:xfrm>
                <a:off x="1304655" y="744932"/>
                <a:ext cx="1192528"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m:rPr>
                        <m:sty m:val="p"/>
                      </m:rPr>
                      <a:rPr lang="en-IN" b="0" i="0" dirty="0" smtClean="0">
                        <a:latin typeface="Cambria Math" panose="02040503050406030204" pitchFamily="18" charset="0"/>
                      </a:rPr>
                      <m:t>A</m:t>
                    </m:r>
                    <m:r>
                      <a:rPr lang="en-IN" b="0" i="1" dirty="0" smtClean="0">
                        <a:latin typeface="Cambria Math" panose="02040503050406030204" pitchFamily="18" charset="0"/>
                      </a:rPr>
                      <m:t>∩</m:t>
                    </m:r>
                    <m:r>
                      <m:rPr>
                        <m:sty m:val="p"/>
                      </m:rPr>
                      <a:rPr lang="en-IN" b="0" i="0" dirty="0" smtClean="0">
                        <a:latin typeface="Cambria Math" panose="02040503050406030204" pitchFamily="18" charset="0"/>
                      </a:rPr>
                      <m:t>B</m:t>
                    </m:r>
                  </m:oMath>
                </a14:m>
                <a:r>
                  <a:rPr lang="en-IN" dirty="0">
                    <a:latin typeface="+mn-lt"/>
                  </a:rPr>
                  <a:t> :</a:t>
                </a:r>
              </a:p>
            </p:txBody>
          </p:sp>
        </mc:Choice>
        <mc:Fallback xmlns="">
          <p:sp>
            <p:nvSpPr>
              <p:cNvPr id="63" name="TextBox 62">
                <a:extLst>
                  <a:ext uri="{FF2B5EF4-FFF2-40B4-BE49-F238E27FC236}">
                    <a16:creationId xmlns:a16="http://schemas.microsoft.com/office/drawing/2014/main" id="{82C4E77A-157D-4844-95A1-AA38F53F9167}"/>
                  </a:ext>
                </a:extLst>
              </p:cNvPr>
              <p:cNvSpPr txBox="1">
                <a:spLocks noRot="1" noChangeAspect="1" noMove="1" noResize="1" noEditPoints="1" noAdjustHandles="1" noChangeArrowheads="1" noChangeShapeType="1" noTextEdit="1"/>
              </p:cNvSpPr>
              <p:nvPr/>
            </p:nvSpPr>
            <p:spPr>
              <a:xfrm>
                <a:off x="1304655" y="744932"/>
                <a:ext cx="1192528" cy="523220"/>
              </a:xfrm>
              <a:prstGeom prst="rect">
                <a:avLst/>
              </a:prstGeom>
              <a:blipFill>
                <a:blip r:embed="rId5"/>
                <a:stretch>
                  <a:fillRect t="-10465" r="-9694" b="-33721"/>
                </a:stretch>
              </a:blipFill>
            </p:spPr>
            <p:txBody>
              <a:bodyPr/>
              <a:lstStyle/>
              <a:p>
                <a:r>
                  <a:rPr lang="en-IN">
                    <a:noFill/>
                  </a:rPr>
                  <a:t> </a:t>
                </a:r>
              </a:p>
            </p:txBody>
          </p:sp>
        </mc:Fallback>
      </mc:AlternateContent>
      <p:sp>
        <p:nvSpPr>
          <p:cNvPr id="64" name="TextBox 63">
            <a:extLst>
              <a:ext uri="{FF2B5EF4-FFF2-40B4-BE49-F238E27FC236}">
                <a16:creationId xmlns:a16="http://schemas.microsoft.com/office/drawing/2014/main" id="{E5192E5B-DFE9-41D0-A004-AC8A7ADE6420}"/>
              </a:ext>
            </a:extLst>
          </p:cNvPr>
          <p:cNvSpPr txBox="1"/>
          <p:nvPr/>
        </p:nvSpPr>
        <p:spPr>
          <a:xfrm>
            <a:off x="2453001" y="744934"/>
            <a:ext cx="410127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both fruits are good apples</a:t>
            </a:r>
          </a:p>
        </p:txBody>
      </p: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666F3515-9DA1-4B9D-A836-752DC025C137}"/>
                  </a:ext>
                </a:extLst>
              </p:cNvPr>
              <p:cNvSpPr txBox="1"/>
              <p:nvPr/>
            </p:nvSpPr>
            <p:spPr>
              <a:xfrm>
                <a:off x="1304655" y="1494834"/>
                <a:ext cx="1535056"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dirty="0">
                              <a:latin typeface="Cambria Math" panose="02040503050406030204" pitchFamily="18" charset="0"/>
                            </a:rPr>
                            <m:t>A</m:t>
                          </m:r>
                          <m:r>
                            <a:rPr lang="en-IN" i="1" dirty="0">
                              <a:latin typeface="Cambria Math" panose="02040503050406030204" pitchFamily="18" charset="0"/>
                            </a:rPr>
                            <m:t>∩</m:t>
                          </m:r>
                          <m:r>
                            <m:rPr>
                              <m:sty m:val="p"/>
                            </m:rPr>
                            <a:rPr lang="en-IN" dirty="0">
                              <a:latin typeface="Cambria Math" panose="02040503050406030204" pitchFamily="18" charset="0"/>
                            </a:rPr>
                            <m:t>B</m:t>
                          </m:r>
                        </m:e>
                      </m:d>
                    </m:oMath>
                  </m:oMathPara>
                </a14:m>
                <a:endParaRPr lang="en-IN" dirty="0">
                  <a:latin typeface="+mn-lt"/>
                </a:endParaRPr>
              </a:p>
            </p:txBody>
          </p:sp>
        </mc:Choice>
        <mc:Fallback xmlns="">
          <p:sp>
            <p:nvSpPr>
              <p:cNvPr id="69" name="TextBox 68">
                <a:extLst>
                  <a:ext uri="{FF2B5EF4-FFF2-40B4-BE49-F238E27FC236}">
                    <a16:creationId xmlns:a16="http://schemas.microsoft.com/office/drawing/2014/main" id="{666F3515-9DA1-4B9D-A836-752DC025C137}"/>
                  </a:ext>
                </a:extLst>
              </p:cNvPr>
              <p:cNvSpPr txBox="1">
                <a:spLocks noRot="1" noChangeAspect="1" noMove="1" noResize="1" noEditPoints="1" noAdjustHandles="1" noChangeArrowheads="1" noChangeShapeType="1" noTextEdit="1"/>
              </p:cNvSpPr>
              <p:nvPr/>
            </p:nvSpPr>
            <p:spPr>
              <a:xfrm>
                <a:off x="1304655" y="1494834"/>
                <a:ext cx="1535056"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22E18839-F749-4E3F-AC70-04D12081DCA4}"/>
                  </a:ext>
                </a:extLst>
              </p:cNvPr>
              <p:cNvSpPr txBox="1"/>
              <p:nvPr/>
            </p:nvSpPr>
            <p:spPr>
              <a:xfrm>
                <a:off x="3852663" y="1494834"/>
                <a:ext cx="1112142"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105</m:t>
                      </m:r>
                    </m:oMath>
                  </m:oMathPara>
                </a14:m>
                <a:endParaRPr lang="en-IN" sz="2800" dirty="0">
                  <a:solidFill>
                    <a:srgbClr val="002060"/>
                  </a:solidFill>
                </a:endParaRPr>
              </a:p>
            </p:txBody>
          </p:sp>
        </mc:Choice>
        <mc:Fallback xmlns="">
          <p:sp>
            <p:nvSpPr>
              <p:cNvPr id="72" name="TextBox 71">
                <a:extLst>
                  <a:ext uri="{FF2B5EF4-FFF2-40B4-BE49-F238E27FC236}">
                    <a16:creationId xmlns:a16="http://schemas.microsoft.com/office/drawing/2014/main" id="{22E18839-F749-4E3F-AC70-04D12081DCA4}"/>
                  </a:ext>
                </a:extLst>
              </p:cNvPr>
              <p:cNvSpPr txBox="1">
                <a:spLocks noRot="1" noChangeAspect="1" noMove="1" noResize="1" noEditPoints="1" noAdjustHandles="1" noChangeArrowheads="1" noChangeShapeType="1" noTextEdit="1"/>
              </p:cNvSpPr>
              <p:nvPr/>
            </p:nvSpPr>
            <p:spPr>
              <a:xfrm>
                <a:off x="3852663" y="1494834"/>
                <a:ext cx="1112142"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29BD83E6-D77B-4EAA-B020-873279DAFF11}"/>
                  </a:ext>
                </a:extLst>
              </p:cNvPr>
              <p:cNvSpPr txBox="1"/>
              <p:nvPr/>
            </p:nvSpPr>
            <p:spPr>
              <a:xfrm>
                <a:off x="2730579" y="1494834"/>
                <a:ext cx="129053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sPre>
                        <m:sPrePr>
                          <m:ctrlPr>
                            <a:rPr lang="en-IN" sz="2800" i="1" dirty="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15</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dirty="0">
                                  <a:solidFill>
                                    <a:srgbClr val="002060"/>
                                  </a:solidFill>
                                  <a:latin typeface="Cambria Math" panose="02040503050406030204" pitchFamily="18" charset="0"/>
                                </a:rPr>
                                <m:t>2</m:t>
                              </m:r>
                            </m:sub>
                          </m:sSub>
                        </m:e>
                      </m:sPre>
                    </m:oMath>
                  </m:oMathPara>
                </a14:m>
                <a:endParaRPr lang="en-IN" sz="2800" dirty="0">
                  <a:solidFill>
                    <a:srgbClr val="002060"/>
                  </a:solidFill>
                </a:endParaRPr>
              </a:p>
            </p:txBody>
          </p:sp>
        </mc:Choice>
        <mc:Fallback xmlns="">
          <p:sp>
            <p:nvSpPr>
              <p:cNvPr id="73" name="TextBox 72">
                <a:extLst>
                  <a:ext uri="{FF2B5EF4-FFF2-40B4-BE49-F238E27FC236}">
                    <a16:creationId xmlns:a16="http://schemas.microsoft.com/office/drawing/2014/main" id="{29BD83E6-D77B-4EAA-B020-873279DAFF11}"/>
                  </a:ext>
                </a:extLst>
              </p:cNvPr>
              <p:cNvSpPr txBox="1">
                <a:spLocks noRot="1" noChangeAspect="1" noMove="1" noResize="1" noEditPoints="1" noAdjustHandles="1" noChangeArrowheads="1" noChangeShapeType="1" noTextEdit="1"/>
              </p:cNvSpPr>
              <p:nvPr/>
            </p:nvSpPr>
            <p:spPr>
              <a:xfrm>
                <a:off x="2730579" y="1494834"/>
                <a:ext cx="1290531"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66DB8E3D-6324-4B71-892C-914D2B08B095}"/>
                  </a:ext>
                </a:extLst>
              </p:cNvPr>
              <p:cNvSpPr txBox="1"/>
              <p:nvPr/>
            </p:nvSpPr>
            <p:spPr>
              <a:xfrm>
                <a:off x="1757652" y="2432438"/>
                <a:ext cx="1638442"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dirty="0">
                              <a:latin typeface="Cambria Math" panose="02040503050406030204" pitchFamily="18" charset="0"/>
                            </a:rPr>
                            <m:t>A</m:t>
                          </m:r>
                          <m:r>
                            <a:rPr lang="en-IN" i="1" dirty="0">
                              <a:latin typeface="Cambria Math" panose="02040503050406030204" pitchFamily="18" charset="0"/>
                            </a:rPr>
                            <m:t>∩</m:t>
                          </m:r>
                          <m:r>
                            <m:rPr>
                              <m:sty m:val="p"/>
                            </m:rPr>
                            <a:rPr lang="en-IN" dirty="0">
                              <a:latin typeface="Cambria Math" panose="02040503050406030204" pitchFamily="18" charset="0"/>
                            </a:rPr>
                            <m:t>B</m:t>
                          </m:r>
                        </m:e>
                      </m:d>
                    </m:oMath>
                  </m:oMathPara>
                </a14:m>
                <a:endParaRPr lang="en-IN" dirty="0">
                  <a:latin typeface="+mn-lt"/>
                </a:endParaRPr>
              </a:p>
            </p:txBody>
          </p:sp>
        </mc:Choice>
        <mc:Fallback xmlns="">
          <p:sp>
            <p:nvSpPr>
              <p:cNvPr id="75" name="TextBox 74">
                <a:extLst>
                  <a:ext uri="{FF2B5EF4-FFF2-40B4-BE49-F238E27FC236}">
                    <a16:creationId xmlns:a16="http://schemas.microsoft.com/office/drawing/2014/main" id="{66DB8E3D-6324-4B71-892C-914D2B08B095}"/>
                  </a:ext>
                </a:extLst>
              </p:cNvPr>
              <p:cNvSpPr txBox="1">
                <a:spLocks noRot="1" noChangeAspect="1" noMove="1" noResize="1" noEditPoints="1" noAdjustHandles="1" noChangeArrowheads="1" noChangeShapeType="1" noTextEdit="1"/>
              </p:cNvSpPr>
              <p:nvPr/>
            </p:nvSpPr>
            <p:spPr>
              <a:xfrm>
                <a:off x="1757652" y="2432438"/>
                <a:ext cx="1638442"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DB9D1F98-DE2C-4A21-9504-96C9F75CF041}"/>
                  </a:ext>
                </a:extLst>
              </p:cNvPr>
              <p:cNvSpPr txBox="1"/>
              <p:nvPr/>
            </p:nvSpPr>
            <p:spPr>
              <a:xfrm>
                <a:off x="1304655" y="2432438"/>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76" name="TextBox 75">
                <a:extLst>
                  <a:ext uri="{FF2B5EF4-FFF2-40B4-BE49-F238E27FC236}">
                    <a16:creationId xmlns:a16="http://schemas.microsoft.com/office/drawing/2014/main" id="{DB9D1F98-DE2C-4A21-9504-96C9F75CF041}"/>
                  </a:ext>
                </a:extLst>
              </p:cNvPr>
              <p:cNvSpPr txBox="1">
                <a:spLocks noRot="1" noChangeAspect="1" noMove="1" noResize="1" noEditPoints="1" noAdjustHandles="1" noChangeArrowheads="1" noChangeShapeType="1" noTextEdit="1"/>
              </p:cNvSpPr>
              <p:nvPr/>
            </p:nvSpPr>
            <p:spPr>
              <a:xfrm>
                <a:off x="1304655" y="2432438"/>
                <a:ext cx="534127"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03E914C5-C418-4D2B-B7E9-B4D7B30AD208}"/>
                  </a:ext>
                </a:extLst>
              </p:cNvPr>
              <p:cNvSpPr txBox="1"/>
              <p:nvPr/>
            </p:nvSpPr>
            <p:spPr>
              <a:xfrm>
                <a:off x="3156038" y="2201805"/>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nor/>
                            </m:rPr>
                            <a:rPr lang="en-IN"/>
                            <m:t>105</m:t>
                          </m:r>
                        </m:num>
                        <m:den>
                          <m:r>
                            <a:rPr lang="en-IN" b="0" i="1" dirty="0" smtClean="0">
                              <a:latin typeface="Cambria Math" panose="02040503050406030204" pitchFamily="18" charset="0"/>
                            </a:rPr>
                            <m:t> </m:t>
                          </m:r>
                          <m:r>
                            <a:rPr lang="en-IN" i="1" dirty="0">
                              <a:latin typeface="Cambria Math" panose="02040503050406030204" pitchFamily="18" charset="0"/>
                            </a:rPr>
                            <m:t>435</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78" name="TextBox 77">
                <a:extLst>
                  <a:ext uri="{FF2B5EF4-FFF2-40B4-BE49-F238E27FC236}">
                    <a16:creationId xmlns:a16="http://schemas.microsoft.com/office/drawing/2014/main" id="{03E914C5-C418-4D2B-B7E9-B4D7B30AD208}"/>
                  </a:ext>
                </a:extLst>
              </p:cNvPr>
              <p:cNvSpPr txBox="1">
                <a:spLocks noRot="1" noChangeAspect="1" noMove="1" noResize="1" noEditPoints="1" noAdjustHandles="1" noChangeArrowheads="1" noChangeShapeType="1" noTextEdit="1"/>
              </p:cNvSpPr>
              <p:nvPr/>
            </p:nvSpPr>
            <p:spPr>
              <a:xfrm>
                <a:off x="3156038" y="2201805"/>
                <a:ext cx="1330332" cy="901785"/>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219E0277-D9FB-4FD0-AB65-545D4DD62608}"/>
                  </a:ext>
                </a:extLst>
              </p:cNvPr>
              <p:cNvSpPr txBox="1"/>
              <p:nvPr/>
            </p:nvSpPr>
            <p:spPr>
              <a:xfrm>
                <a:off x="2710928" y="4177258"/>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dirty="0">
                          <a:latin typeface="Cambria Math" panose="02040503050406030204" pitchFamily="18" charset="0"/>
                        </a:rPr>
                        <m:t>=</m:t>
                      </m:r>
                      <m:f>
                        <m:fPr>
                          <m:ctrlPr>
                            <a:rPr lang="en-IN" i="1" dirty="0">
                              <a:latin typeface="Cambria Math" panose="02040503050406030204" pitchFamily="18" charset="0"/>
                            </a:rPr>
                          </m:ctrlPr>
                        </m:fPr>
                        <m:num>
                          <m:r>
                            <a:rPr lang="en-IN" i="1" dirty="0">
                              <a:latin typeface="Cambria Math" panose="02040503050406030204" pitchFamily="18" charset="0"/>
                            </a:rPr>
                            <m:t>190</m:t>
                          </m:r>
                        </m:num>
                        <m:den>
                          <m:r>
                            <a:rPr lang="en-IN" i="1" dirty="0">
                              <a:latin typeface="Cambria Math" panose="02040503050406030204" pitchFamily="18" charset="0"/>
                            </a:rPr>
                            <m:t> 435 </m:t>
                          </m:r>
                        </m:den>
                      </m:f>
                    </m:oMath>
                  </m:oMathPara>
                </a14:m>
                <a:endParaRPr lang="en-IN" dirty="0">
                  <a:latin typeface="+mn-lt"/>
                </a:endParaRPr>
              </a:p>
            </p:txBody>
          </p:sp>
        </mc:Choice>
        <mc:Fallback xmlns="">
          <p:sp>
            <p:nvSpPr>
              <p:cNvPr id="79" name="TextBox 78">
                <a:extLst>
                  <a:ext uri="{FF2B5EF4-FFF2-40B4-BE49-F238E27FC236}">
                    <a16:creationId xmlns:a16="http://schemas.microsoft.com/office/drawing/2014/main" id="{219E0277-D9FB-4FD0-AB65-545D4DD62608}"/>
                  </a:ext>
                </a:extLst>
              </p:cNvPr>
              <p:cNvSpPr txBox="1">
                <a:spLocks noRot="1" noChangeAspect="1" noMove="1" noResize="1" noEditPoints="1" noAdjustHandles="1" noChangeArrowheads="1" noChangeShapeType="1" noTextEdit="1"/>
              </p:cNvSpPr>
              <p:nvPr/>
            </p:nvSpPr>
            <p:spPr>
              <a:xfrm>
                <a:off x="2710928" y="4177258"/>
                <a:ext cx="1330332" cy="901785"/>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EDA11076-6569-4B09-8920-A5746ACA567D}"/>
                  </a:ext>
                </a:extLst>
              </p:cNvPr>
              <p:cNvSpPr txBox="1"/>
              <p:nvPr/>
            </p:nvSpPr>
            <p:spPr>
              <a:xfrm>
                <a:off x="3913813" y="4177258"/>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 </m:t>
                      </m:r>
                      <m:f>
                        <m:fPr>
                          <m:ctrlPr>
                            <a:rPr lang="en-IN" i="1" dirty="0">
                              <a:latin typeface="Cambria Math" panose="02040503050406030204" pitchFamily="18" charset="0"/>
                            </a:rPr>
                          </m:ctrlPr>
                        </m:fPr>
                        <m:num>
                          <m:r>
                            <a:rPr lang="en-IN" i="1" dirty="0">
                              <a:latin typeface="Cambria Math" panose="02040503050406030204" pitchFamily="18" charset="0"/>
                            </a:rPr>
                            <m:t>190</m:t>
                          </m:r>
                        </m:num>
                        <m:den>
                          <m:r>
                            <a:rPr lang="en-IN" i="1" dirty="0">
                              <a:latin typeface="Cambria Math" panose="02040503050406030204" pitchFamily="18" charset="0"/>
                            </a:rPr>
                            <m:t> 435 </m:t>
                          </m:r>
                        </m:den>
                      </m:f>
                    </m:oMath>
                  </m:oMathPara>
                </a14:m>
                <a:endParaRPr lang="en-IN" dirty="0">
                  <a:latin typeface="+mn-lt"/>
                </a:endParaRPr>
              </a:p>
            </p:txBody>
          </p:sp>
        </mc:Choice>
        <mc:Fallback xmlns="">
          <p:sp>
            <p:nvSpPr>
              <p:cNvPr id="80" name="TextBox 79">
                <a:extLst>
                  <a:ext uri="{FF2B5EF4-FFF2-40B4-BE49-F238E27FC236}">
                    <a16:creationId xmlns:a16="http://schemas.microsoft.com/office/drawing/2014/main" id="{EDA11076-6569-4B09-8920-A5746ACA567D}"/>
                  </a:ext>
                </a:extLst>
              </p:cNvPr>
              <p:cNvSpPr txBox="1">
                <a:spLocks noRot="1" noChangeAspect="1" noMove="1" noResize="1" noEditPoints="1" noAdjustHandles="1" noChangeArrowheads="1" noChangeShapeType="1" noTextEdit="1"/>
              </p:cNvSpPr>
              <p:nvPr/>
            </p:nvSpPr>
            <p:spPr>
              <a:xfrm>
                <a:off x="3913813" y="4177258"/>
                <a:ext cx="1330332" cy="901785"/>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F2755B8E-6FDF-4469-AA5F-63C4AC523C95}"/>
                  </a:ext>
                </a:extLst>
              </p:cNvPr>
              <p:cNvSpPr txBox="1"/>
              <p:nvPr/>
            </p:nvSpPr>
            <p:spPr>
              <a:xfrm>
                <a:off x="5223939" y="4177258"/>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 </m:t>
                      </m:r>
                      <m:f>
                        <m:fPr>
                          <m:ctrlPr>
                            <a:rPr lang="en-IN" i="1" dirty="0">
                              <a:latin typeface="Cambria Math" panose="02040503050406030204" pitchFamily="18" charset="0"/>
                            </a:rPr>
                          </m:ctrlPr>
                        </m:fPr>
                        <m:num>
                          <m:r>
                            <m:rPr>
                              <m:nor/>
                            </m:rPr>
                            <a:rPr lang="en-IN"/>
                            <m:t>105</m:t>
                          </m:r>
                        </m:num>
                        <m:den>
                          <m:r>
                            <a:rPr lang="en-IN" i="1" dirty="0">
                              <a:latin typeface="Cambria Math" panose="02040503050406030204" pitchFamily="18" charset="0"/>
                            </a:rPr>
                            <m:t> 435 </m:t>
                          </m:r>
                        </m:den>
                      </m:f>
                    </m:oMath>
                  </m:oMathPara>
                </a14:m>
                <a:endParaRPr lang="en-IN" dirty="0">
                  <a:latin typeface="+mn-lt"/>
                </a:endParaRPr>
              </a:p>
            </p:txBody>
          </p:sp>
        </mc:Choice>
        <mc:Fallback xmlns="">
          <p:sp>
            <p:nvSpPr>
              <p:cNvPr id="81" name="TextBox 80">
                <a:extLst>
                  <a:ext uri="{FF2B5EF4-FFF2-40B4-BE49-F238E27FC236}">
                    <a16:creationId xmlns:a16="http://schemas.microsoft.com/office/drawing/2014/main" id="{F2755B8E-6FDF-4469-AA5F-63C4AC523C95}"/>
                  </a:ext>
                </a:extLst>
              </p:cNvPr>
              <p:cNvSpPr txBox="1">
                <a:spLocks noRot="1" noChangeAspect="1" noMove="1" noResize="1" noEditPoints="1" noAdjustHandles="1" noChangeArrowheads="1" noChangeShapeType="1" noTextEdit="1"/>
              </p:cNvSpPr>
              <p:nvPr/>
            </p:nvSpPr>
            <p:spPr>
              <a:xfrm>
                <a:off x="5223939" y="4177258"/>
                <a:ext cx="1330332" cy="901785"/>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51301190-AA15-4C32-BE42-6D91438DE8CC}"/>
                  </a:ext>
                </a:extLst>
              </p:cNvPr>
              <p:cNvSpPr txBox="1"/>
              <p:nvPr/>
            </p:nvSpPr>
            <p:spPr>
              <a:xfrm>
                <a:off x="2710928" y="5304081"/>
                <a:ext cx="131018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i="1" dirty="0">
                              <a:latin typeface="Cambria Math" panose="02040503050406030204" pitchFamily="18" charset="0"/>
                            </a:rPr>
                          </m:ctrlPr>
                        </m:fPr>
                        <m:num>
                          <m:r>
                            <a:rPr lang="en-IN" b="0" i="1" dirty="0" smtClean="0">
                              <a:latin typeface="Cambria Math" panose="02040503050406030204" pitchFamily="18" charset="0"/>
                            </a:rPr>
                            <m:t>316</m:t>
                          </m:r>
                        </m:num>
                        <m:den>
                          <m:r>
                            <a:rPr lang="en-IN" i="1" dirty="0">
                              <a:latin typeface="Cambria Math" panose="02040503050406030204" pitchFamily="18" charset="0"/>
                            </a:rPr>
                            <m:t> 435 </m:t>
                          </m:r>
                        </m:den>
                      </m:f>
                    </m:oMath>
                  </m:oMathPara>
                </a14:m>
                <a:endParaRPr lang="en-IN" dirty="0">
                  <a:latin typeface="+mn-lt"/>
                </a:endParaRPr>
              </a:p>
            </p:txBody>
          </p:sp>
        </mc:Choice>
        <mc:Fallback xmlns="">
          <p:sp>
            <p:nvSpPr>
              <p:cNvPr id="82" name="TextBox 81">
                <a:extLst>
                  <a:ext uri="{FF2B5EF4-FFF2-40B4-BE49-F238E27FC236}">
                    <a16:creationId xmlns:a16="http://schemas.microsoft.com/office/drawing/2014/main" id="{51301190-AA15-4C32-BE42-6D91438DE8CC}"/>
                  </a:ext>
                </a:extLst>
              </p:cNvPr>
              <p:cNvSpPr txBox="1">
                <a:spLocks noRot="1" noChangeAspect="1" noMove="1" noResize="1" noEditPoints="1" noAdjustHandles="1" noChangeArrowheads="1" noChangeShapeType="1" noTextEdit="1"/>
              </p:cNvSpPr>
              <p:nvPr/>
            </p:nvSpPr>
            <p:spPr>
              <a:xfrm>
                <a:off x="2710928" y="5304081"/>
                <a:ext cx="1310182" cy="901785"/>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71ADF38-9BFE-4DD6-9747-43B3610DC3A2}"/>
                  </a:ext>
                </a:extLst>
              </p:cNvPr>
              <p:cNvSpPr txBox="1"/>
              <p:nvPr/>
            </p:nvSpPr>
            <p:spPr>
              <a:xfrm>
                <a:off x="9937019" y="4813007"/>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oMath>
                  </m:oMathPara>
                </a14:m>
                <a:endParaRPr lang="en-IN" dirty="0">
                  <a:latin typeface="+mn-lt"/>
                </a:endParaRPr>
              </a:p>
            </p:txBody>
          </p:sp>
        </mc:Choice>
        <mc:Fallback xmlns="">
          <p:sp>
            <p:nvSpPr>
              <p:cNvPr id="28" name="TextBox 27">
                <a:extLst>
                  <a:ext uri="{FF2B5EF4-FFF2-40B4-BE49-F238E27FC236}">
                    <a16:creationId xmlns:a16="http://schemas.microsoft.com/office/drawing/2014/main" id="{271ADF38-9BFE-4DD6-9747-43B3610DC3A2}"/>
                  </a:ext>
                </a:extLst>
              </p:cNvPr>
              <p:cNvSpPr txBox="1">
                <a:spLocks noRot="1" noChangeAspect="1" noMove="1" noResize="1" noEditPoints="1" noAdjustHandles="1" noChangeArrowheads="1" noChangeShapeType="1" noTextEdit="1"/>
              </p:cNvSpPr>
              <p:nvPr/>
            </p:nvSpPr>
            <p:spPr>
              <a:xfrm>
                <a:off x="9937019" y="4813007"/>
                <a:ext cx="900571"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4CD42AF-FC01-45C8-BB8E-BFC81D80D745}"/>
                  </a:ext>
                </a:extLst>
              </p:cNvPr>
              <p:cNvSpPr txBox="1"/>
              <p:nvPr/>
            </p:nvSpPr>
            <p:spPr>
              <a:xfrm>
                <a:off x="10730489" y="4580175"/>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i="1" dirty="0">
                              <a:latin typeface="Cambria Math" panose="02040503050406030204" pitchFamily="18" charset="0"/>
                            </a:rPr>
                            <m:t>190</m:t>
                          </m:r>
                        </m:num>
                        <m:den>
                          <m:r>
                            <a:rPr lang="en-IN" b="0" i="1" dirty="0" smtClean="0">
                              <a:latin typeface="Cambria Math" panose="02040503050406030204" pitchFamily="18" charset="0"/>
                            </a:rPr>
                            <m:t> </m:t>
                          </m:r>
                          <m:r>
                            <a:rPr lang="en-IN" i="1" dirty="0">
                              <a:latin typeface="Cambria Math" panose="02040503050406030204" pitchFamily="18" charset="0"/>
                            </a:rPr>
                            <m:t>435</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29" name="TextBox 28">
                <a:extLst>
                  <a:ext uri="{FF2B5EF4-FFF2-40B4-BE49-F238E27FC236}">
                    <a16:creationId xmlns:a16="http://schemas.microsoft.com/office/drawing/2014/main" id="{54CD42AF-FC01-45C8-BB8E-BFC81D80D745}"/>
                  </a:ext>
                </a:extLst>
              </p:cNvPr>
              <p:cNvSpPr txBox="1">
                <a:spLocks noRot="1" noChangeAspect="1" noMove="1" noResize="1" noEditPoints="1" noAdjustHandles="1" noChangeArrowheads="1" noChangeShapeType="1" noTextEdit="1"/>
              </p:cNvSpPr>
              <p:nvPr/>
            </p:nvSpPr>
            <p:spPr>
              <a:xfrm>
                <a:off x="10730489" y="4580175"/>
                <a:ext cx="1330332" cy="901785"/>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6575C17-7738-43A5-934D-E367C146DCE6}"/>
                  </a:ext>
                </a:extLst>
              </p:cNvPr>
              <p:cNvSpPr txBox="1"/>
              <p:nvPr/>
            </p:nvSpPr>
            <p:spPr>
              <a:xfrm>
                <a:off x="9937019" y="5880494"/>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30" name="TextBox 29">
                <a:extLst>
                  <a:ext uri="{FF2B5EF4-FFF2-40B4-BE49-F238E27FC236}">
                    <a16:creationId xmlns:a16="http://schemas.microsoft.com/office/drawing/2014/main" id="{26575C17-7738-43A5-934D-E367C146DCE6}"/>
                  </a:ext>
                </a:extLst>
              </p:cNvPr>
              <p:cNvSpPr txBox="1">
                <a:spLocks noRot="1" noChangeAspect="1" noMove="1" noResize="1" noEditPoints="1" noAdjustHandles="1" noChangeArrowheads="1" noChangeShapeType="1" noTextEdit="1"/>
              </p:cNvSpPr>
              <p:nvPr/>
            </p:nvSpPr>
            <p:spPr>
              <a:xfrm>
                <a:off x="9937019" y="5880494"/>
                <a:ext cx="900571"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3F549D3-88F2-4351-8E57-9104E5EC9EEB}"/>
                  </a:ext>
                </a:extLst>
              </p:cNvPr>
              <p:cNvSpPr txBox="1"/>
              <p:nvPr/>
            </p:nvSpPr>
            <p:spPr>
              <a:xfrm>
                <a:off x="10730489" y="5691212"/>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i="1" dirty="0">
                              <a:latin typeface="Cambria Math" panose="02040503050406030204" pitchFamily="18" charset="0"/>
                            </a:rPr>
                            <m:t>190</m:t>
                          </m:r>
                        </m:num>
                        <m:den>
                          <m:r>
                            <a:rPr lang="en-IN" b="0" i="1" dirty="0" smtClean="0">
                              <a:latin typeface="Cambria Math" panose="02040503050406030204" pitchFamily="18" charset="0"/>
                            </a:rPr>
                            <m:t> </m:t>
                          </m:r>
                          <m:r>
                            <a:rPr lang="en-IN" i="1" dirty="0">
                              <a:latin typeface="Cambria Math" panose="02040503050406030204" pitchFamily="18" charset="0"/>
                            </a:rPr>
                            <m:t>435</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31" name="TextBox 30">
                <a:extLst>
                  <a:ext uri="{FF2B5EF4-FFF2-40B4-BE49-F238E27FC236}">
                    <a16:creationId xmlns:a16="http://schemas.microsoft.com/office/drawing/2014/main" id="{B3F549D3-88F2-4351-8E57-9104E5EC9EEB}"/>
                  </a:ext>
                </a:extLst>
              </p:cNvPr>
              <p:cNvSpPr txBox="1">
                <a:spLocks noRot="1" noChangeAspect="1" noMove="1" noResize="1" noEditPoints="1" noAdjustHandles="1" noChangeArrowheads="1" noChangeShapeType="1" noTextEdit="1"/>
              </p:cNvSpPr>
              <p:nvPr/>
            </p:nvSpPr>
            <p:spPr>
              <a:xfrm>
                <a:off x="10730489" y="5691212"/>
                <a:ext cx="1330332" cy="901785"/>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6E8A021-EC7F-49B8-A73E-324283156F11}"/>
                  </a:ext>
                </a:extLst>
              </p:cNvPr>
              <p:cNvSpPr txBox="1"/>
              <p:nvPr/>
            </p:nvSpPr>
            <p:spPr>
              <a:xfrm>
                <a:off x="10153174" y="2988881"/>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GB" b="0" i="0" dirty="0" smtClean="0">
                              <a:latin typeface="Cambria Math" panose="02040503050406030204" pitchFamily="18" charset="0"/>
                            </a:rPr>
                            <m:t>S</m:t>
                          </m:r>
                        </m:e>
                      </m:d>
                    </m:oMath>
                  </m:oMathPara>
                </a14:m>
                <a:endParaRPr lang="en-IN" dirty="0">
                  <a:latin typeface="+mn-lt"/>
                </a:endParaRPr>
              </a:p>
            </p:txBody>
          </p:sp>
        </mc:Choice>
        <mc:Fallback xmlns="">
          <p:sp>
            <p:nvSpPr>
              <p:cNvPr id="32" name="TextBox 31">
                <a:extLst>
                  <a:ext uri="{FF2B5EF4-FFF2-40B4-BE49-F238E27FC236}">
                    <a16:creationId xmlns:a16="http://schemas.microsoft.com/office/drawing/2014/main" id="{46E8A021-EC7F-49B8-A73E-324283156F11}"/>
                  </a:ext>
                </a:extLst>
              </p:cNvPr>
              <p:cNvSpPr txBox="1">
                <a:spLocks noRot="1" noChangeAspect="1" noMove="1" noResize="1" noEditPoints="1" noAdjustHandles="1" noChangeArrowheads="1" noChangeShapeType="1" noTextEdit="1"/>
              </p:cNvSpPr>
              <p:nvPr/>
            </p:nvSpPr>
            <p:spPr>
              <a:xfrm>
                <a:off x="10153174" y="2988881"/>
                <a:ext cx="863234"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BF0ACF4C-2DC8-4511-9892-B5DA2443795E}"/>
                  </a:ext>
                </a:extLst>
              </p:cNvPr>
              <p:cNvSpPr txBox="1"/>
              <p:nvPr/>
            </p:nvSpPr>
            <p:spPr>
              <a:xfrm>
                <a:off x="11016408" y="2988881"/>
                <a:ext cx="115462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435</m:t>
                      </m:r>
                    </m:oMath>
                  </m:oMathPara>
                </a14:m>
                <a:endParaRPr lang="en-IN" sz="2800" dirty="0">
                  <a:solidFill>
                    <a:srgbClr val="002060"/>
                  </a:solidFill>
                </a:endParaRPr>
              </a:p>
            </p:txBody>
          </p:sp>
        </mc:Choice>
        <mc:Fallback xmlns="">
          <p:sp>
            <p:nvSpPr>
              <p:cNvPr id="33" name="TextBox 32">
                <a:extLst>
                  <a:ext uri="{FF2B5EF4-FFF2-40B4-BE49-F238E27FC236}">
                    <a16:creationId xmlns:a16="http://schemas.microsoft.com/office/drawing/2014/main" id="{BF0ACF4C-2DC8-4511-9892-B5DA2443795E}"/>
                  </a:ext>
                </a:extLst>
              </p:cNvPr>
              <p:cNvSpPr txBox="1">
                <a:spLocks noRot="1" noChangeAspect="1" noMove="1" noResize="1" noEditPoints="1" noAdjustHandles="1" noChangeArrowheads="1" noChangeShapeType="1" noTextEdit="1"/>
              </p:cNvSpPr>
              <p:nvPr/>
            </p:nvSpPr>
            <p:spPr>
              <a:xfrm>
                <a:off x="11016408" y="2988881"/>
                <a:ext cx="1154624" cy="523220"/>
              </a:xfrm>
              <a:prstGeom prst="rect">
                <a:avLst/>
              </a:prstGeom>
              <a:blipFill>
                <a:blip r:embed="rId21"/>
                <a:stretch>
                  <a:fillRect/>
                </a:stretch>
              </a:blipFill>
            </p:spPr>
            <p:txBody>
              <a:bodyPr/>
              <a:lstStyle/>
              <a:p>
                <a:r>
                  <a:rPr lang="en-IN">
                    <a:noFill/>
                  </a:rPr>
                  <a:t> </a:t>
                </a:r>
              </a:p>
            </p:txBody>
          </p:sp>
        </mc:Fallback>
      </mc:AlternateContent>
      <p:graphicFrame>
        <p:nvGraphicFramePr>
          <p:cNvPr id="50" name="Table 10">
            <a:extLst>
              <a:ext uri="{FF2B5EF4-FFF2-40B4-BE49-F238E27FC236}">
                <a16:creationId xmlns:a16="http://schemas.microsoft.com/office/drawing/2014/main" id="{FE8DB707-7421-4435-B5DF-064CC00067A6}"/>
              </a:ext>
            </a:extLst>
          </p:cNvPr>
          <p:cNvGraphicFramePr>
            <a:graphicFrameLocks noGrp="1"/>
          </p:cNvGraphicFramePr>
          <p:nvPr>
            <p:extLst>
              <p:ext uri="{D42A27DB-BD31-4B8C-83A1-F6EECF244321}">
                <p14:modId xmlns:p14="http://schemas.microsoft.com/office/powerpoint/2010/main" val="387013279"/>
              </p:ext>
            </p:extLst>
          </p:nvPr>
        </p:nvGraphicFramePr>
        <p:xfrm>
          <a:off x="8321395" y="715545"/>
          <a:ext cx="3849637" cy="2040504"/>
        </p:xfrm>
        <a:graphic>
          <a:graphicData uri="http://schemas.openxmlformats.org/drawingml/2006/table">
            <a:tbl>
              <a:tblPr firstRow="1" firstCol="1" bandRow="1">
                <a:tableStyleId>{2D5ABB26-0587-4C30-8999-92F81FD0307C}</a:tableStyleId>
              </a:tblPr>
              <a:tblGrid>
                <a:gridCol w="1088954">
                  <a:extLst>
                    <a:ext uri="{9D8B030D-6E8A-4147-A177-3AD203B41FA5}">
                      <a16:colId xmlns:a16="http://schemas.microsoft.com/office/drawing/2014/main" val="3207154094"/>
                    </a:ext>
                  </a:extLst>
                </a:gridCol>
                <a:gridCol w="990245">
                  <a:extLst>
                    <a:ext uri="{9D8B030D-6E8A-4147-A177-3AD203B41FA5}">
                      <a16:colId xmlns:a16="http://schemas.microsoft.com/office/drawing/2014/main" val="1971944706"/>
                    </a:ext>
                  </a:extLst>
                </a:gridCol>
                <a:gridCol w="990245">
                  <a:extLst>
                    <a:ext uri="{9D8B030D-6E8A-4147-A177-3AD203B41FA5}">
                      <a16:colId xmlns:a16="http://schemas.microsoft.com/office/drawing/2014/main" val="1572264338"/>
                    </a:ext>
                  </a:extLst>
                </a:gridCol>
                <a:gridCol w="780193">
                  <a:extLst>
                    <a:ext uri="{9D8B030D-6E8A-4147-A177-3AD203B41FA5}">
                      <a16:colId xmlns:a16="http://schemas.microsoft.com/office/drawing/2014/main" val="2758617350"/>
                    </a:ext>
                  </a:extLst>
                </a:gridCol>
              </a:tblGrid>
              <a:tr h="510126">
                <a:tc>
                  <a:txBody>
                    <a:bodyPr/>
                    <a:lstStyle/>
                    <a:p>
                      <a:endParaRPr lang="en-IN" sz="1500" dirty="0"/>
                    </a:p>
                  </a:txBody>
                  <a:tcPr marL="76219" marR="76219" marT="38109" marB="381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1500" dirty="0"/>
                    </a:p>
                  </a:txBody>
                  <a:tcPr marL="76219" marR="76219" marT="38109" marB="381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1500" dirty="0"/>
                    </a:p>
                  </a:txBody>
                  <a:tcPr marL="76219" marR="76219" marT="38109" marB="381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1500" dirty="0"/>
                    </a:p>
                  </a:txBody>
                  <a:tcPr marL="76219" marR="76219" marT="38109" marB="381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7206059"/>
                  </a:ext>
                </a:extLst>
              </a:tr>
              <a:tr h="510126">
                <a:tc>
                  <a:txBody>
                    <a:bodyPr/>
                    <a:lstStyle/>
                    <a:p>
                      <a:endParaRPr lang="en-IN" sz="1500" dirty="0"/>
                    </a:p>
                  </a:txBody>
                  <a:tcPr marL="76219" marR="76219" marT="38109" marB="381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1500"/>
                    </a:p>
                  </a:txBody>
                  <a:tcPr marL="76219" marR="76219" marT="38109" marB="381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500" dirty="0"/>
                    </a:p>
                  </a:txBody>
                  <a:tcPr marL="76219" marR="76219" marT="38109" marB="381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500" dirty="0"/>
                    </a:p>
                  </a:txBody>
                  <a:tcPr marL="76219" marR="76219" marT="38109" marB="381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4314181"/>
                  </a:ext>
                </a:extLst>
              </a:tr>
              <a:tr h="510126">
                <a:tc>
                  <a:txBody>
                    <a:bodyPr/>
                    <a:lstStyle/>
                    <a:p>
                      <a:endParaRPr lang="en-IN" sz="1500" dirty="0"/>
                    </a:p>
                  </a:txBody>
                  <a:tcPr marL="76219" marR="76219" marT="38109" marB="381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1500" dirty="0"/>
                    </a:p>
                  </a:txBody>
                  <a:tcPr marL="76219" marR="76219" marT="38109" marB="381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500" dirty="0"/>
                    </a:p>
                  </a:txBody>
                  <a:tcPr marL="76219" marR="76219" marT="38109" marB="381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500" dirty="0"/>
                    </a:p>
                  </a:txBody>
                  <a:tcPr marL="76219" marR="76219" marT="38109" marB="381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5186122"/>
                  </a:ext>
                </a:extLst>
              </a:tr>
              <a:tr h="510126">
                <a:tc>
                  <a:txBody>
                    <a:bodyPr/>
                    <a:lstStyle/>
                    <a:p>
                      <a:endParaRPr lang="en-IN" sz="1500" dirty="0"/>
                    </a:p>
                  </a:txBody>
                  <a:tcPr marL="76219" marR="76219" marT="38109" marB="381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IN" sz="1500" dirty="0"/>
                    </a:p>
                  </a:txBody>
                  <a:tcPr marL="76219" marR="76219" marT="38109" marB="381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n-IN" sz="1500" dirty="0"/>
                    </a:p>
                  </a:txBody>
                  <a:tcPr marL="76219" marR="76219" marT="38109" marB="381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n-IN" sz="1500" dirty="0"/>
                    </a:p>
                  </a:txBody>
                  <a:tcPr marL="76219" marR="76219" marT="38109" marB="381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30013488"/>
                  </a:ext>
                </a:extLst>
              </a:tr>
            </a:tbl>
          </a:graphicData>
        </a:graphic>
      </p:graphicFrame>
      <p:sp>
        <p:nvSpPr>
          <p:cNvPr id="51" name="TextBox 50">
            <a:extLst>
              <a:ext uri="{FF2B5EF4-FFF2-40B4-BE49-F238E27FC236}">
                <a16:creationId xmlns:a16="http://schemas.microsoft.com/office/drawing/2014/main" id="{090D9964-8CF6-4B12-9B6A-D2675CA893E6}"/>
              </a:ext>
            </a:extLst>
          </p:cNvPr>
          <p:cNvSpPr txBox="1"/>
          <p:nvPr/>
        </p:nvSpPr>
        <p:spPr>
          <a:xfrm>
            <a:off x="8370104" y="1261804"/>
            <a:ext cx="1038714" cy="430887"/>
          </a:xfrm>
          <a:prstGeom prst="rect">
            <a:avLst/>
          </a:prstGeom>
          <a:noFill/>
        </p:spPr>
        <p:txBody>
          <a:bodyPr wrap="square">
            <a:spAutoFit/>
          </a:bodyPr>
          <a:lstStyle/>
          <a:p>
            <a:pPr algn="ctr"/>
            <a:r>
              <a:rPr lang="en-US" sz="2200" b="1" dirty="0">
                <a:solidFill>
                  <a:srgbClr val="002060"/>
                </a:solidFill>
              </a:rPr>
              <a:t>Apples</a:t>
            </a:r>
            <a:endParaRPr lang="en-IN" sz="2200" b="1" dirty="0">
              <a:solidFill>
                <a:srgbClr val="002060"/>
              </a:solidFill>
            </a:endParaRPr>
          </a:p>
        </p:txBody>
      </p:sp>
      <p:sp>
        <p:nvSpPr>
          <p:cNvPr id="52" name="TextBox 51">
            <a:extLst>
              <a:ext uri="{FF2B5EF4-FFF2-40B4-BE49-F238E27FC236}">
                <a16:creationId xmlns:a16="http://schemas.microsoft.com/office/drawing/2014/main" id="{00C2C14A-BE4E-4226-81DC-8A7D2AD47DE8}"/>
              </a:ext>
            </a:extLst>
          </p:cNvPr>
          <p:cNvSpPr txBox="1"/>
          <p:nvPr/>
        </p:nvSpPr>
        <p:spPr>
          <a:xfrm>
            <a:off x="8261718" y="1779558"/>
            <a:ext cx="1204314" cy="430887"/>
          </a:xfrm>
          <a:prstGeom prst="rect">
            <a:avLst/>
          </a:prstGeom>
          <a:noFill/>
        </p:spPr>
        <p:txBody>
          <a:bodyPr wrap="square">
            <a:spAutoFit/>
          </a:bodyPr>
          <a:lstStyle/>
          <a:p>
            <a:pPr algn="ctr"/>
            <a:r>
              <a:rPr lang="en-US" sz="2200" b="1" dirty="0">
                <a:solidFill>
                  <a:srgbClr val="002060"/>
                </a:solidFill>
              </a:rPr>
              <a:t>Oranges</a:t>
            </a:r>
            <a:endParaRPr lang="en-IN" sz="2200" b="1" dirty="0">
              <a:solidFill>
                <a:srgbClr val="002060"/>
              </a:solidFill>
            </a:endParaRPr>
          </a:p>
        </p:txBody>
      </p:sp>
      <p:sp>
        <p:nvSpPr>
          <p:cNvPr id="53" name="TextBox 52">
            <a:extLst>
              <a:ext uri="{FF2B5EF4-FFF2-40B4-BE49-F238E27FC236}">
                <a16:creationId xmlns:a16="http://schemas.microsoft.com/office/drawing/2014/main" id="{AF82E117-48C6-44AA-9C60-568178355B0C}"/>
              </a:ext>
            </a:extLst>
          </p:cNvPr>
          <p:cNvSpPr txBox="1"/>
          <p:nvPr/>
        </p:nvSpPr>
        <p:spPr>
          <a:xfrm>
            <a:off x="9479437" y="772547"/>
            <a:ext cx="858441" cy="430887"/>
          </a:xfrm>
          <a:prstGeom prst="rect">
            <a:avLst/>
          </a:prstGeom>
          <a:noFill/>
        </p:spPr>
        <p:txBody>
          <a:bodyPr wrap="square">
            <a:spAutoFit/>
          </a:bodyPr>
          <a:lstStyle/>
          <a:p>
            <a:pPr algn="ctr"/>
            <a:r>
              <a:rPr lang="en-US" sz="2200" b="1" dirty="0">
                <a:solidFill>
                  <a:srgbClr val="002060"/>
                </a:solidFill>
              </a:rPr>
              <a:t>Bad</a:t>
            </a:r>
            <a:endParaRPr lang="en-IN" sz="2200" b="1" dirty="0">
              <a:solidFill>
                <a:srgbClr val="002060"/>
              </a:solidFill>
            </a:endParaRPr>
          </a:p>
        </p:txBody>
      </p:sp>
      <p:sp>
        <p:nvSpPr>
          <p:cNvPr id="54" name="TextBox 53">
            <a:extLst>
              <a:ext uri="{FF2B5EF4-FFF2-40B4-BE49-F238E27FC236}">
                <a16:creationId xmlns:a16="http://schemas.microsoft.com/office/drawing/2014/main" id="{36E5D93B-CCFF-4E00-A161-EFF36DD090AC}"/>
              </a:ext>
            </a:extLst>
          </p:cNvPr>
          <p:cNvSpPr txBox="1"/>
          <p:nvPr/>
        </p:nvSpPr>
        <p:spPr>
          <a:xfrm>
            <a:off x="10464003" y="772547"/>
            <a:ext cx="858441" cy="430887"/>
          </a:xfrm>
          <a:prstGeom prst="rect">
            <a:avLst/>
          </a:prstGeom>
          <a:noFill/>
        </p:spPr>
        <p:txBody>
          <a:bodyPr wrap="square">
            <a:spAutoFit/>
          </a:bodyPr>
          <a:lstStyle/>
          <a:p>
            <a:pPr algn="ctr"/>
            <a:r>
              <a:rPr lang="en-US" sz="2200" b="1" dirty="0">
                <a:solidFill>
                  <a:srgbClr val="002060"/>
                </a:solidFill>
              </a:rPr>
              <a:t>Good</a:t>
            </a:r>
            <a:endParaRPr lang="en-IN" sz="2200" b="1" dirty="0">
              <a:solidFill>
                <a:srgbClr val="002060"/>
              </a:solidFill>
            </a:endParaRPr>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F8495760-C095-47CA-B349-70BF3C0CCC77}"/>
                  </a:ext>
                </a:extLst>
              </p:cNvPr>
              <p:cNvSpPr txBox="1"/>
              <p:nvPr/>
            </p:nvSpPr>
            <p:spPr>
              <a:xfrm>
                <a:off x="11444784" y="1261804"/>
                <a:ext cx="709455" cy="430887"/>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US" sz="2200" i="0" dirty="0" smtClean="0">
                          <a:solidFill>
                            <a:srgbClr val="002060"/>
                          </a:solidFill>
                          <a:latin typeface="Cambria Math" panose="02040503050406030204" pitchFamily="18" charset="0"/>
                        </a:rPr>
                        <m:t>20</m:t>
                      </m:r>
                    </m:oMath>
                  </m:oMathPara>
                </a14:m>
                <a:endParaRPr lang="en-IN" sz="2200" dirty="0">
                  <a:solidFill>
                    <a:srgbClr val="002060"/>
                  </a:solidFill>
                </a:endParaRPr>
              </a:p>
            </p:txBody>
          </p:sp>
        </mc:Choice>
        <mc:Fallback xmlns="">
          <p:sp>
            <p:nvSpPr>
              <p:cNvPr id="55" name="TextBox 54">
                <a:extLst>
                  <a:ext uri="{FF2B5EF4-FFF2-40B4-BE49-F238E27FC236}">
                    <a16:creationId xmlns:a16="http://schemas.microsoft.com/office/drawing/2014/main" id="{F8495760-C095-47CA-B349-70BF3C0CCC77}"/>
                  </a:ext>
                </a:extLst>
              </p:cNvPr>
              <p:cNvSpPr txBox="1">
                <a:spLocks noRot="1" noChangeAspect="1" noMove="1" noResize="1" noEditPoints="1" noAdjustHandles="1" noChangeArrowheads="1" noChangeShapeType="1" noTextEdit="1"/>
              </p:cNvSpPr>
              <p:nvPr/>
            </p:nvSpPr>
            <p:spPr>
              <a:xfrm>
                <a:off x="11444784" y="1261804"/>
                <a:ext cx="709455" cy="430887"/>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1F19DEF6-D701-437F-937A-70253C2BE448}"/>
                  </a:ext>
                </a:extLst>
              </p:cNvPr>
              <p:cNvSpPr txBox="1"/>
              <p:nvPr/>
            </p:nvSpPr>
            <p:spPr>
              <a:xfrm>
                <a:off x="9553930" y="1289653"/>
                <a:ext cx="709455" cy="430887"/>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200" b="0" i="0" dirty="0" smtClean="0">
                          <a:solidFill>
                            <a:srgbClr val="002060"/>
                          </a:solidFill>
                          <a:latin typeface="Cambria Math" panose="02040503050406030204" pitchFamily="18" charset="0"/>
                        </a:rPr>
                        <m:t>5</m:t>
                      </m:r>
                    </m:oMath>
                  </m:oMathPara>
                </a14:m>
                <a:endParaRPr lang="en-IN" sz="2200" dirty="0">
                  <a:solidFill>
                    <a:srgbClr val="002060"/>
                  </a:solidFill>
                </a:endParaRPr>
              </a:p>
            </p:txBody>
          </p:sp>
        </mc:Choice>
        <mc:Fallback xmlns="">
          <p:sp>
            <p:nvSpPr>
              <p:cNvPr id="56" name="TextBox 55">
                <a:extLst>
                  <a:ext uri="{FF2B5EF4-FFF2-40B4-BE49-F238E27FC236}">
                    <a16:creationId xmlns:a16="http://schemas.microsoft.com/office/drawing/2014/main" id="{1F19DEF6-D701-437F-937A-70253C2BE448}"/>
                  </a:ext>
                </a:extLst>
              </p:cNvPr>
              <p:cNvSpPr txBox="1">
                <a:spLocks noRot="1" noChangeAspect="1" noMove="1" noResize="1" noEditPoints="1" noAdjustHandles="1" noChangeArrowheads="1" noChangeShapeType="1" noTextEdit="1"/>
              </p:cNvSpPr>
              <p:nvPr/>
            </p:nvSpPr>
            <p:spPr>
              <a:xfrm>
                <a:off x="9553930" y="1289653"/>
                <a:ext cx="709455" cy="430887"/>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D86A88C5-BA46-436B-A785-A48AA19BB2A8}"/>
                  </a:ext>
                </a:extLst>
              </p:cNvPr>
              <p:cNvSpPr txBox="1"/>
              <p:nvPr/>
            </p:nvSpPr>
            <p:spPr>
              <a:xfrm>
                <a:off x="10538496" y="1289653"/>
                <a:ext cx="709455" cy="430887"/>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200" b="0" i="0" dirty="0" smtClean="0">
                          <a:solidFill>
                            <a:srgbClr val="002060"/>
                          </a:solidFill>
                          <a:latin typeface="Cambria Math" panose="02040503050406030204" pitchFamily="18" charset="0"/>
                        </a:rPr>
                        <m:t>15</m:t>
                      </m:r>
                    </m:oMath>
                  </m:oMathPara>
                </a14:m>
                <a:endParaRPr lang="en-IN" sz="2200" dirty="0">
                  <a:solidFill>
                    <a:srgbClr val="002060"/>
                  </a:solidFill>
                </a:endParaRPr>
              </a:p>
            </p:txBody>
          </p:sp>
        </mc:Choice>
        <mc:Fallback xmlns="">
          <p:sp>
            <p:nvSpPr>
              <p:cNvPr id="57" name="TextBox 56">
                <a:extLst>
                  <a:ext uri="{FF2B5EF4-FFF2-40B4-BE49-F238E27FC236}">
                    <a16:creationId xmlns:a16="http://schemas.microsoft.com/office/drawing/2014/main" id="{D86A88C5-BA46-436B-A785-A48AA19BB2A8}"/>
                  </a:ext>
                </a:extLst>
              </p:cNvPr>
              <p:cNvSpPr txBox="1">
                <a:spLocks noRot="1" noChangeAspect="1" noMove="1" noResize="1" noEditPoints="1" noAdjustHandles="1" noChangeArrowheads="1" noChangeShapeType="1" noTextEdit="1"/>
              </p:cNvSpPr>
              <p:nvPr/>
            </p:nvSpPr>
            <p:spPr>
              <a:xfrm>
                <a:off x="10538496" y="1289653"/>
                <a:ext cx="709455" cy="430887"/>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383780AD-4668-4320-84FD-B7A7FA738429}"/>
                  </a:ext>
                </a:extLst>
              </p:cNvPr>
              <p:cNvSpPr txBox="1"/>
              <p:nvPr/>
            </p:nvSpPr>
            <p:spPr>
              <a:xfrm>
                <a:off x="11444784" y="1779559"/>
                <a:ext cx="709455" cy="430887"/>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200" b="0" i="0" dirty="0" smtClean="0">
                          <a:solidFill>
                            <a:srgbClr val="002060"/>
                          </a:solidFill>
                          <a:latin typeface="Cambria Math" panose="02040503050406030204" pitchFamily="18" charset="0"/>
                        </a:rPr>
                        <m:t>1</m:t>
                      </m:r>
                      <m:r>
                        <a:rPr lang="en-US" sz="2200" i="0" dirty="0" smtClean="0">
                          <a:solidFill>
                            <a:srgbClr val="002060"/>
                          </a:solidFill>
                          <a:latin typeface="Cambria Math" panose="02040503050406030204" pitchFamily="18" charset="0"/>
                        </a:rPr>
                        <m:t>0</m:t>
                      </m:r>
                    </m:oMath>
                  </m:oMathPara>
                </a14:m>
                <a:endParaRPr lang="en-IN" sz="2200" dirty="0">
                  <a:solidFill>
                    <a:srgbClr val="002060"/>
                  </a:solidFill>
                </a:endParaRPr>
              </a:p>
            </p:txBody>
          </p:sp>
        </mc:Choice>
        <mc:Fallback xmlns="">
          <p:sp>
            <p:nvSpPr>
              <p:cNvPr id="60" name="TextBox 59">
                <a:extLst>
                  <a:ext uri="{FF2B5EF4-FFF2-40B4-BE49-F238E27FC236}">
                    <a16:creationId xmlns:a16="http://schemas.microsoft.com/office/drawing/2014/main" id="{383780AD-4668-4320-84FD-B7A7FA738429}"/>
                  </a:ext>
                </a:extLst>
              </p:cNvPr>
              <p:cNvSpPr txBox="1">
                <a:spLocks noRot="1" noChangeAspect="1" noMove="1" noResize="1" noEditPoints="1" noAdjustHandles="1" noChangeArrowheads="1" noChangeShapeType="1" noTextEdit="1"/>
              </p:cNvSpPr>
              <p:nvPr/>
            </p:nvSpPr>
            <p:spPr>
              <a:xfrm>
                <a:off x="11444784" y="1779559"/>
                <a:ext cx="709455" cy="430887"/>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0CDFF921-865C-4EFB-896F-651BE4D881CD}"/>
                  </a:ext>
                </a:extLst>
              </p:cNvPr>
              <p:cNvSpPr txBox="1"/>
              <p:nvPr/>
            </p:nvSpPr>
            <p:spPr>
              <a:xfrm>
                <a:off x="9553930" y="1781364"/>
                <a:ext cx="709455" cy="430887"/>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200" b="0" i="0" dirty="0" smtClean="0">
                          <a:solidFill>
                            <a:srgbClr val="002060"/>
                          </a:solidFill>
                          <a:latin typeface="Cambria Math" panose="02040503050406030204" pitchFamily="18" charset="0"/>
                        </a:rPr>
                        <m:t>3</m:t>
                      </m:r>
                    </m:oMath>
                  </m:oMathPara>
                </a14:m>
                <a:endParaRPr lang="en-IN" sz="2200" dirty="0">
                  <a:solidFill>
                    <a:srgbClr val="002060"/>
                  </a:solidFill>
                </a:endParaRPr>
              </a:p>
            </p:txBody>
          </p:sp>
        </mc:Choice>
        <mc:Fallback xmlns="">
          <p:sp>
            <p:nvSpPr>
              <p:cNvPr id="62" name="TextBox 61">
                <a:extLst>
                  <a:ext uri="{FF2B5EF4-FFF2-40B4-BE49-F238E27FC236}">
                    <a16:creationId xmlns:a16="http://schemas.microsoft.com/office/drawing/2014/main" id="{0CDFF921-865C-4EFB-896F-651BE4D881CD}"/>
                  </a:ext>
                </a:extLst>
              </p:cNvPr>
              <p:cNvSpPr txBox="1">
                <a:spLocks noRot="1" noChangeAspect="1" noMove="1" noResize="1" noEditPoints="1" noAdjustHandles="1" noChangeArrowheads="1" noChangeShapeType="1" noTextEdit="1"/>
              </p:cNvSpPr>
              <p:nvPr/>
            </p:nvSpPr>
            <p:spPr>
              <a:xfrm>
                <a:off x="9553930" y="1781364"/>
                <a:ext cx="709455" cy="430887"/>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92E17059-AA58-4DF5-8CAF-F493EE8231ED}"/>
                  </a:ext>
                </a:extLst>
              </p:cNvPr>
              <p:cNvSpPr txBox="1"/>
              <p:nvPr/>
            </p:nvSpPr>
            <p:spPr>
              <a:xfrm>
                <a:off x="10538496" y="1779557"/>
                <a:ext cx="709455" cy="430887"/>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200" b="0" i="0" dirty="0" smtClean="0">
                          <a:solidFill>
                            <a:srgbClr val="002060"/>
                          </a:solidFill>
                          <a:latin typeface="Cambria Math" panose="02040503050406030204" pitchFamily="18" charset="0"/>
                        </a:rPr>
                        <m:t>7</m:t>
                      </m:r>
                    </m:oMath>
                  </m:oMathPara>
                </a14:m>
                <a:endParaRPr lang="en-IN" sz="2200" dirty="0">
                  <a:solidFill>
                    <a:srgbClr val="002060"/>
                  </a:solidFill>
                </a:endParaRPr>
              </a:p>
            </p:txBody>
          </p:sp>
        </mc:Choice>
        <mc:Fallback xmlns="">
          <p:sp>
            <p:nvSpPr>
              <p:cNvPr id="65" name="TextBox 64">
                <a:extLst>
                  <a:ext uri="{FF2B5EF4-FFF2-40B4-BE49-F238E27FC236}">
                    <a16:creationId xmlns:a16="http://schemas.microsoft.com/office/drawing/2014/main" id="{92E17059-AA58-4DF5-8CAF-F493EE8231ED}"/>
                  </a:ext>
                </a:extLst>
              </p:cNvPr>
              <p:cNvSpPr txBox="1">
                <a:spLocks noRot="1" noChangeAspect="1" noMove="1" noResize="1" noEditPoints="1" noAdjustHandles="1" noChangeArrowheads="1" noChangeShapeType="1" noTextEdit="1"/>
              </p:cNvSpPr>
              <p:nvPr/>
            </p:nvSpPr>
            <p:spPr>
              <a:xfrm>
                <a:off x="10538496" y="1779557"/>
                <a:ext cx="709455" cy="430887"/>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618E9ABE-900C-4147-AD43-57EA08D7011C}"/>
                  </a:ext>
                </a:extLst>
              </p:cNvPr>
              <p:cNvSpPr txBox="1"/>
              <p:nvPr/>
            </p:nvSpPr>
            <p:spPr>
              <a:xfrm>
                <a:off x="9553930" y="2292188"/>
                <a:ext cx="709455" cy="430887"/>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200" b="0" i="0" dirty="0" smtClean="0">
                          <a:solidFill>
                            <a:srgbClr val="002060"/>
                          </a:solidFill>
                          <a:latin typeface="Cambria Math" panose="02040503050406030204" pitchFamily="18" charset="0"/>
                        </a:rPr>
                        <m:t>8</m:t>
                      </m:r>
                    </m:oMath>
                  </m:oMathPara>
                </a14:m>
                <a:endParaRPr lang="en-IN" sz="2200" dirty="0">
                  <a:solidFill>
                    <a:srgbClr val="002060"/>
                  </a:solidFill>
                </a:endParaRPr>
              </a:p>
            </p:txBody>
          </p:sp>
        </mc:Choice>
        <mc:Fallback xmlns="">
          <p:sp>
            <p:nvSpPr>
              <p:cNvPr id="83" name="TextBox 82">
                <a:extLst>
                  <a:ext uri="{FF2B5EF4-FFF2-40B4-BE49-F238E27FC236}">
                    <a16:creationId xmlns:a16="http://schemas.microsoft.com/office/drawing/2014/main" id="{618E9ABE-900C-4147-AD43-57EA08D7011C}"/>
                  </a:ext>
                </a:extLst>
              </p:cNvPr>
              <p:cNvSpPr txBox="1">
                <a:spLocks noRot="1" noChangeAspect="1" noMove="1" noResize="1" noEditPoints="1" noAdjustHandles="1" noChangeArrowheads="1" noChangeShapeType="1" noTextEdit="1"/>
              </p:cNvSpPr>
              <p:nvPr/>
            </p:nvSpPr>
            <p:spPr>
              <a:xfrm>
                <a:off x="9553930" y="2292188"/>
                <a:ext cx="709455" cy="430887"/>
              </a:xfrm>
              <a:prstGeom prst="rect">
                <a:avLst/>
              </a:prstGeom>
              <a:blipFill>
                <a:blip r:embed="rId2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2B22EB55-FF26-46F9-9CE0-31F9EE849C68}"/>
                  </a:ext>
                </a:extLst>
              </p:cNvPr>
              <p:cNvSpPr txBox="1"/>
              <p:nvPr/>
            </p:nvSpPr>
            <p:spPr>
              <a:xfrm>
                <a:off x="10538496" y="2284613"/>
                <a:ext cx="709455" cy="430887"/>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200" b="0" i="0" dirty="0" smtClean="0">
                          <a:solidFill>
                            <a:srgbClr val="002060"/>
                          </a:solidFill>
                          <a:latin typeface="Cambria Math" panose="02040503050406030204" pitchFamily="18" charset="0"/>
                        </a:rPr>
                        <m:t>22</m:t>
                      </m:r>
                    </m:oMath>
                  </m:oMathPara>
                </a14:m>
                <a:endParaRPr lang="en-IN" sz="2200" dirty="0">
                  <a:solidFill>
                    <a:srgbClr val="002060"/>
                  </a:solidFill>
                </a:endParaRPr>
              </a:p>
            </p:txBody>
          </p:sp>
        </mc:Choice>
        <mc:Fallback xmlns="">
          <p:sp>
            <p:nvSpPr>
              <p:cNvPr id="84" name="TextBox 83">
                <a:extLst>
                  <a:ext uri="{FF2B5EF4-FFF2-40B4-BE49-F238E27FC236}">
                    <a16:creationId xmlns:a16="http://schemas.microsoft.com/office/drawing/2014/main" id="{2B22EB55-FF26-46F9-9CE0-31F9EE849C68}"/>
                  </a:ext>
                </a:extLst>
              </p:cNvPr>
              <p:cNvSpPr txBox="1">
                <a:spLocks noRot="1" noChangeAspect="1" noMove="1" noResize="1" noEditPoints="1" noAdjustHandles="1" noChangeArrowheads="1" noChangeShapeType="1" noTextEdit="1"/>
              </p:cNvSpPr>
              <p:nvPr/>
            </p:nvSpPr>
            <p:spPr>
              <a:xfrm>
                <a:off x="10538496" y="2284613"/>
                <a:ext cx="709455" cy="430887"/>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42683D65-A15D-4CE8-915F-836BC2E01843}"/>
                  </a:ext>
                </a:extLst>
              </p:cNvPr>
              <p:cNvSpPr txBox="1"/>
              <p:nvPr/>
            </p:nvSpPr>
            <p:spPr>
              <a:xfrm>
                <a:off x="11448569" y="2284614"/>
                <a:ext cx="709455" cy="430887"/>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200" b="0" i="0" dirty="0" smtClean="0">
                          <a:solidFill>
                            <a:srgbClr val="002060"/>
                          </a:solidFill>
                          <a:latin typeface="Cambria Math" panose="02040503050406030204" pitchFamily="18" charset="0"/>
                        </a:rPr>
                        <m:t>30</m:t>
                      </m:r>
                    </m:oMath>
                  </m:oMathPara>
                </a14:m>
                <a:endParaRPr lang="en-IN" sz="2200" dirty="0">
                  <a:solidFill>
                    <a:srgbClr val="002060"/>
                  </a:solidFill>
                </a:endParaRPr>
              </a:p>
            </p:txBody>
          </p:sp>
        </mc:Choice>
        <mc:Fallback xmlns="">
          <p:sp>
            <p:nvSpPr>
              <p:cNvPr id="85" name="TextBox 84">
                <a:extLst>
                  <a:ext uri="{FF2B5EF4-FFF2-40B4-BE49-F238E27FC236}">
                    <a16:creationId xmlns:a16="http://schemas.microsoft.com/office/drawing/2014/main" id="{42683D65-A15D-4CE8-915F-836BC2E01843}"/>
                  </a:ext>
                </a:extLst>
              </p:cNvPr>
              <p:cNvSpPr txBox="1">
                <a:spLocks noRot="1" noChangeAspect="1" noMove="1" noResize="1" noEditPoints="1" noAdjustHandles="1" noChangeArrowheads="1" noChangeShapeType="1" noTextEdit="1"/>
              </p:cNvSpPr>
              <p:nvPr/>
            </p:nvSpPr>
            <p:spPr>
              <a:xfrm>
                <a:off x="11448569" y="2284614"/>
                <a:ext cx="709455" cy="430887"/>
              </a:xfrm>
              <a:prstGeom prst="rect">
                <a:avLst/>
              </a:prstGeom>
              <a:blipFill>
                <a:blip r:embed="rId30"/>
                <a:stretch>
                  <a:fillRect/>
                </a:stretch>
              </a:blipFill>
            </p:spPr>
            <p:txBody>
              <a:bodyPr/>
              <a:lstStyle/>
              <a:p>
                <a:r>
                  <a:rPr lang="en-IN">
                    <a:noFill/>
                  </a:rPr>
                  <a:t> </a:t>
                </a:r>
              </a:p>
            </p:txBody>
          </p:sp>
        </mc:Fallback>
      </mc:AlternateContent>
      <p:sp>
        <p:nvSpPr>
          <p:cNvPr id="86" name="Rectangle: Rounded Corners 85">
            <a:extLst>
              <a:ext uri="{FF2B5EF4-FFF2-40B4-BE49-F238E27FC236}">
                <a16:creationId xmlns:a16="http://schemas.microsoft.com/office/drawing/2014/main" id="{FD014A75-1FB8-4D50-B4DB-92AB1DEA1092}"/>
              </a:ext>
            </a:extLst>
          </p:cNvPr>
          <p:cNvSpPr/>
          <p:nvPr/>
        </p:nvSpPr>
        <p:spPr>
          <a:xfrm>
            <a:off x="10598748" y="1319998"/>
            <a:ext cx="577194" cy="358568"/>
          </a:xfrm>
          <a:prstGeom prst="roundRect">
            <a:avLst/>
          </a:prstGeom>
          <a:ln w="28575" cap="rnd">
            <a:solidFill>
              <a:srgbClr val="FF000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632728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86"/>
                                        </p:tgtEl>
                                        <p:attrNameLst>
                                          <p:attrName>style.visibility</p:attrName>
                                        </p:attrNameLst>
                                      </p:cBhvr>
                                      <p:to>
                                        <p:strVal val="visible"/>
                                      </p:to>
                                    </p:set>
                                    <p:animEffect transition="in" filter="wipe(left)">
                                      <p:cBhvr>
                                        <p:cTn id="19" dur="500"/>
                                        <p:tgtEl>
                                          <p:spTgt spid="86"/>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7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7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grpId="1" nodeType="clickEffect">
                                  <p:stCondLst>
                                    <p:cond delay="0"/>
                                  </p:stCondLst>
                                  <p:childTnLst>
                                    <p:set>
                                      <p:cBhvr>
                                        <p:cTn id="31" dur="1" fill="hold">
                                          <p:stCondLst>
                                            <p:cond delay="0"/>
                                          </p:stCondLst>
                                        </p:cTn>
                                        <p:tgtEl>
                                          <p:spTgt spid="86"/>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7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75"/>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78"/>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79"/>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8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81"/>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4" grpId="0"/>
      <p:bldP spid="69" grpId="0" animBg="1"/>
      <p:bldP spid="72" grpId="0"/>
      <p:bldP spid="73" grpId="0"/>
      <p:bldP spid="75" grpId="0" animBg="1"/>
      <p:bldP spid="76" grpId="0" animBg="1"/>
      <p:bldP spid="78" grpId="0" animBg="1"/>
      <p:bldP spid="79" grpId="0"/>
      <p:bldP spid="80" grpId="0"/>
      <p:bldP spid="81" grpId="0"/>
      <p:bldP spid="82" grpId="0"/>
      <p:bldP spid="86" grpId="0" animBg="1"/>
      <p:bldP spid="86" grpId="1"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1148811"/>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spcAft>
                <a:spcPts val="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US" dirty="0"/>
              <a:t>Do as directed:</a:t>
            </a:r>
            <a:endParaRPr lang="en-IN" dirty="0"/>
          </a:p>
        </p:txBody>
      </p:sp>
      <p:sp>
        <p:nvSpPr>
          <p:cNvPr id="2" name="Title 1"/>
          <p:cNvSpPr>
            <a:spLocks noGrp="1"/>
          </p:cNvSpPr>
          <p:nvPr>
            <p:ph type="title"/>
          </p:nvPr>
        </p:nvSpPr>
        <p:spPr/>
        <p:txBody>
          <a:bodyPr/>
          <a:lstStyle/>
          <a:p>
            <a:r>
              <a:rPr lang="en-GB" dirty="0"/>
              <a:t>Method 2.2 ⇝ Example 8</a:t>
            </a:r>
            <a:endParaRPr lang="en-US" dirty="0"/>
          </a:p>
        </p:txBody>
      </p:sp>
      <p:sp>
        <p:nvSpPr>
          <p:cNvPr id="4" name="Content Placeholder 2"/>
          <p:cNvSpPr txBox="1">
            <a:spLocks/>
          </p:cNvSpPr>
          <p:nvPr/>
        </p:nvSpPr>
        <p:spPr>
          <a:xfrm>
            <a:off x="131176" y="2175158"/>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46" name="TextBox 45">
            <a:extLst>
              <a:ext uri="{FF2B5EF4-FFF2-40B4-BE49-F238E27FC236}">
                <a16:creationId xmlns:a16="http://schemas.microsoft.com/office/drawing/2014/main" id="{E5E95C3B-5201-4265-8BE5-C987B594AD37}"/>
              </a:ext>
            </a:extLst>
          </p:cNvPr>
          <p:cNvSpPr txBox="1"/>
          <p:nvPr/>
        </p:nvSpPr>
        <p:spPr>
          <a:xfrm>
            <a:off x="1594216" y="3304410"/>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 Sun, Mon, Tue }</a:t>
            </a:r>
            <a:endParaRPr lang="en-IN" sz="2800" dirty="0">
              <a:solidFill>
                <a:srgbClr val="002060"/>
              </a:solidFill>
            </a:endParaRPr>
          </a:p>
        </p:txBody>
      </p:sp>
      <p:sp>
        <p:nvSpPr>
          <p:cNvPr id="47" name="TextBox 46">
            <a:extLst>
              <a:ext uri="{FF2B5EF4-FFF2-40B4-BE49-F238E27FC236}">
                <a16:creationId xmlns:a16="http://schemas.microsoft.com/office/drawing/2014/main" id="{2DD11E37-770D-430F-B968-513B08F6CFCC}"/>
              </a:ext>
            </a:extLst>
          </p:cNvPr>
          <p:cNvSpPr txBox="1"/>
          <p:nvPr/>
        </p:nvSpPr>
        <p:spPr>
          <a:xfrm>
            <a:off x="1594216" y="3872040"/>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 Mon, Tue, </a:t>
            </a:r>
            <a:r>
              <a:rPr lang="en-IN" sz="2800" dirty="0">
                <a:solidFill>
                  <a:srgbClr val="002060"/>
                </a:solidFill>
              </a:rPr>
              <a:t>Wed</a:t>
            </a:r>
            <a:r>
              <a:rPr lang="en-GB" sz="2800" dirty="0">
                <a:solidFill>
                  <a:srgbClr val="002060"/>
                </a:solidFill>
              </a:rPr>
              <a:t> }</a:t>
            </a:r>
            <a:endParaRPr lang="en-IN" sz="2800" dirty="0">
              <a:solidFill>
                <a:srgbClr val="002060"/>
              </a:solidFill>
            </a:endParaRPr>
          </a:p>
        </p:txBody>
      </p:sp>
      <p:sp>
        <p:nvSpPr>
          <p:cNvPr id="48" name="TextBox 47">
            <a:extLst>
              <a:ext uri="{FF2B5EF4-FFF2-40B4-BE49-F238E27FC236}">
                <a16:creationId xmlns:a16="http://schemas.microsoft.com/office/drawing/2014/main" id="{1DCD8326-7803-44BF-A62A-6B015D807F01}"/>
              </a:ext>
            </a:extLst>
          </p:cNvPr>
          <p:cNvSpPr txBox="1"/>
          <p:nvPr/>
        </p:nvSpPr>
        <p:spPr>
          <a:xfrm>
            <a:off x="1594217" y="4439669"/>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 Tue, Wed, Thu }</a:t>
            </a:r>
            <a:endParaRPr lang="en-IN" sz="2800" dirty="0">
              <a:solidFill>
                <a:srgbClr val="002060"/>
              </a:solidFill>
            </a:endParaRPr>
          </a:p>
        </p:txBody>
      </p:sp>
      <p:sp>
        <p:nvSpPr>
          <p:cNvPr id="49" name="TextBox 48">
            <a:extLst>
              <a:ext uri="{FF2B5EF4-FFF2-40B4-BE49-F238E27FC236}">
                <a16:creationId xmlns:a16="http://schemas.microsoft.com/office/drawing/2014/main" id="{2A4378F3-64FA-4EA6-BCDC-6AD7D656369E}"/>
              </a:ext>
            </a:extLst>
          </p:cNvPr>
          <p:cNvSpPr txBox="1"/>
          <p:nvPr/>
        </p:nvSpPr>
        <p:spPr>
          <a:xfrm>
            <a:off x="4394416" y="3304410"/>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 Wed, Thu, Fri }</a:t>
            </a:r>
            <a:endParaRPr lang="en-IN" sz="2800" dirty="0">
              <a:solidFill>
                <a:srgbClr val="002060"/>
              </a:solidFill>
            </a:endParaRPr>
          </a:p>
        </p:txBody>
      </p:sp>
      <p:sp>
        <p:nvSpPr>
          <p:cNvPr id="50" name="TextBox 49">
            <a:extLst>
              <a:ext uri="{FF2B5EF4-FFF2-40B4-BE49-F238E27FC236}">
                <a16:creationId xmlns:a16="http://schemas.microsoft.com/office/drawing/2014/main" id="{C2406068-ECE0-434D-8627-9EDA703EDD12}"/>
              </a:ext>
            </a:extLst>
          </p:cNvPr>
          <p:cNvSpPr txBox="1"/>
          <p:nvPr/>
        </p:nvSpPr>
        <p:spPr>
          <a:xfrm>
            <a:off x="4394416" y="3872040"/>
            <a:ext cx="2592000" cy="523220"/>
          </a:xfrm>
          <a:prstGeom prst="rect">
            <a:avLst/>
          </a:prstGeom>
          <a:noFill/>
        </p:spPr>
        <p:txBody>
          <a:bodyPr wrap="square" rtlCol="0">
            <a:spAutoFit/>
          </a:bodyPr>
          <a:lstStyle/>
          <a:p>
            <a:pPr algn="ctr">
              <a:spcAft>
                <a:spcPts val="300"/>
              </a:spcAft>
              <a:tabLst>
                <a:tab pos="2057400" algn="l"/>
                <a:tab pos="4130675" algn="l"/>
              </a:tabLst>
            </a:pPr>
            <a:r>
              <a:rPr lang="en-GB" sz="2800" dirty="0">
                <a:solidFill>
                  <a:srgbClr val="002060"/>
                </a:solidFill>
              </a:rPr>
              <a:t>{ Thu, Fri, Sat }</a:t>
            </a:r>
            <a:endParaRPr lang="en-IN" sz="2800" dirty="0">
              <a:solidFill>
                <a:srgbClr val="002060"/>
              </a:solidFill>
            </a:endParaRPr>
          </a:p>
        </p:txBody>
      </p:sp>
      <p:sp>
        <p:nvSpPr>
          <p:cNvPr id="51" name="TextBox 50">
            <a:extLst>
              <a:ext uri="{FF2B5EF4-FFF2-40B4-BE49-F238E27FC236}">
                <a16:creationId xmlns:a16="http://schemas.microsoft.com/office/drawing/2014/main" id="{A4538728-3447-4D01-983A-CD081A8ED643}"/>
              </a:ext>
            </a:extLst>
          </p:cNvPr>
          <p:cNvSpPr txBox="1"/>
          <p:nvPr/>
        </p:nvSpPr>
        <p:spPr>
          <a:xfrm>
            <a:off x="4394416" y="4439669"/>
            <a:ext cx="2592000" cy="523220"/>
          </a:xfrm>
          <a:prstGeom prst="rect">
            <a:avLst/>
          </a:prstGeom>
          <a:noFill/>
        </p:spPr>
        <p:txBody>
          <a:bodyPr wrap="square" rtlCol="0">
            <a:spAutoFit/>
          </a:bodyPr>
          <a:lstStyle/>
          <a:p>
            <a:pPr algn="ctr">
              <a:spcAft>
                <a:spcPts val="300"/>
              </a:spcAft>
              <a:tabLst>
                <a:tab pos="2057400" algn="l"/>
                <a:tab pos="4130675" algn="l"/>
              </a:tabLst>
            </a:pPr>
            <a:r>
              <a:rPr lang="en-GB" sz="2800" dirty="0">
                <a:solidFill>
                  <a:srgbClr val="002060"/>
                </a:solidFill>
              </a:rPr>
              <a:t>{ Fri, Sat, Sun }</a:t>
            </a:r>
            <a:endParaRPr lang="en-IN" sz="2800" dirty="0">
              <a:solidFill>
                <a:srgbClr val="002060"/>
              </a:solidFill>
            </a:endParaRPr>
          </a:p>
        </p:txBody>
      </p:sp>
      <p:sp>
        <p:nvSpPr>
          <p:cNvPr id="52" name="TextBox 51">
            <a:extLst>
              <a:ext uri="{FF2B5EF4-FFF2-40B4-BE49-F238E27FC236}">
                <a16:creationId xmlns:a16="http://schemas.microsoft.com/office/drawing/2014/main" id="{F1D23BBB-7989-4446-A940-E6649018EFED}"/>
              </a:ext>
            </a:extLst>
          </p:cNvPr>
          <p:cNvSpPr txBox="1"/>
          <p:nvPr/>
        </p:nvSpPr>
        <p:spPr>
          <a:xfrm>
            <a:off x="7090389" y="3304410"/>
            <a:ext cx="2592000" cy="523220"/>
          </a:xfrm>
          <a:prstGeom prst="rect">
            <a:avLst/>
          </a:prstGeom>
          <a:noFill/>
        </p:spPr>
        <p:txBody>
          <a:bodyPr wrap="square" rtlCol="0">
            <a:spAutoFit/>
          </a:bodyPr>
          <a:lstStyle/>
          <a:p>
            <a:pPr algn="ctr">
              <a:spcAft>
                <a:spcPts val="300"/>
              </a:spcAft>
              <a:tabLst>
                <a:tab pos="2057400" algn="l"/>
                <a:tab pos="4130675" algn="l"/>
              </a:tabLst>
            </a:pPr>
            <a:r>
              <a:rPr lang="en-GB" sz="2800" dirty="0">
                <a:solidFill>
                  <a:srgbClr val="002060"/>
                </a:solidFill>
              </a:rPr>
              <a:t>{ Sat, Sun, Mon }</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34CAEFBC-9D0C-42D6-A5F2-7F08100D2343}"/>
                  </a:ext>
                </a:extLst>
              </p:cNvPr>
              <p:cNvSpPr txBox="1"/>
              <p:nvPr/>
            </p:nvSpPr>
            <p:spPr>
              <a:xfrm>
                <a:off x="1594216" y="2173288"/>
                <a:ext cx="3834125" cy="523220"/>
              </a:xfrm>
              <a:prstGeom prst="rect">
                <a:avLst/>
              </a:prstGeom>
              <a:noFill/>
            </p:spPr>
            <p:txBody>
              <a:bodyPr wrap="square" rtlCol="0">
                <a:spAutoFit/>
              </a:bodyPr>
              <a:lstStyle/>
              <a:p>
                <a:r>
                  <a:rPr lang="en-GB" sz="2800" dirty="0">
                    <a:solidFill>
                      <a:srgbClr val="002060"/>
                    </a:solidFill>
                  </a:rPr>
                  <a:t>Month July has </a:t>
                </a:r>
                <a14:m>
                  <m:oMath xmlns:m="http://schemas.openxmlformats.org/officeDocument/2006/math">
                    <m:r>
                      <a:rPr lang="en-IN" sz="2800" b="0" i="1" dirty="0" smtClean="0">
                        <a:solidFill>
                          <a:srgbClr val="002060"/>
                        </a:solidFill>
                        <a:latin typeface="Cambria Math" panose="02040503050406030204" pitchFamily="18" charset="0"/>
                      </a:rPr>
                      <m:t>31</m:t>
                    </m:r>
                  </m:oMath>
                </a14:m>
                <a:r>
                  <a:rPr lang="en-GB" sz="2800" dirty="0">
                    <a:solidFill>
                      <a:srgbClr val="002060"/>
                    </a:solidFill>
                  </a:rPr>
                  <a:t> days.</a:t>
                </a:r>
                <a:endParaRPr lang="en-IN" sz="2800" dirty="0">
                  <a:solidFill>
                    <a:srgbClr val="002060"/>
                  </a:solidFill>
                </a:endParaRPr>
              </a:p>
            </p:txBody>
          </p:sp>
        </mc:Choice>
        <mc:Fallback xmlns="">
          <p:sp>
            <p:nvSpPr>
              <p:cNvPr id="53" name="TextBox 52">
                <a:extLst>
                  <a:ext uri="{FF2B5EF4-FFF2-40B4-BE49-F238E27FC236}">
                    <a16:creationId xmlns:a16="http://schemas.microsoft.com/office/drawing/2014/main" id="{34CAEFBC-9D0C-42D6-A5F2-7F08100D2343}"/>
                  </a:ext>
                </a:extLst>
              </p:cNvPr>
              <p:cNvSpPr txBox="1">
                <a:spLocks noRot="1" noChangeAspect="1" noMove="1" noResize="1" noEditPoints="1" noAdjustHandles="1" noChangeArrowheads="1" noChangeShapeType="1" noTextEdit="1"/>
              </p:cNvSpPr>
              <p:nvPr/>
            </p:nvSpPr>
            <p:spPr>
              <a:xfrm>
                <a:off x="1594216" y="2173288"/>
                <a:ext cx="3834125" cy="523220"/>
              </a:xfrm>
              <a:prstGeom prst="rect">
                <a:avLst/>
              </a:prstGeom>
              <a:blipFill>
                <a:blip r:embed="rId2"/>
                <a:stretch>
                  <a:fillRect l="-3344" t="-1176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6E219125-8244-472A-985A-71CF2C0A8512}"/>
                  </a:ext>
                </a:extLst>
              </p:cNvPr>
              <p:cNvSpPr txBox="1"/>
              <p:nvPr/>
            </p:nvSpPr>
            <p:spPr>
              <a:xfrm>
                <a:off x="10835099" y="3546390"/>
                <a:ext cx="74167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31</m:t>
                      </m:r>
                    </m:oMath>
                  </m:oMathPara>
                </a14:m>
                <a:endParaRPr lang="en-IN" dirty="0"/>
              </a:p>
            </p:txBody>
          </p:sp>
        </mc:Choice>
        <mc:Fallback xmlns="">
          <p:sp>
            <p:nvSpPr>
              <p:cNvPr id="54" name="TextBox 53">
                <a:extLst>
                  <a:ext uri="{FF2B5EF4-FFF2-40B4-BE49-F238E27FC236}">
                    <a16:creationId xmlns:a16="http://schemas.microsoft.com/office/drawing/2014/main" id="{6E219125-8244-472A-985A-71CF2C0A8512}"/>
                  </a:ext>
                </a:extLst>
              </p:cNvPr>
              <p:cNvSpPr txBox="1">
                <a:spLocks noRot="1" noChangeAspect="1" noMove="1" noResize="1" noEditPoints="1" noAdjustHandles="1" noChangeArrowheads="1" noChangeShapeType="1" noTextEdit="1"/>
              </p:cNvSpPr>
              <p:nvPr/>
            </p:nvSpPr>
            <p:spPr>
              <a:xfrm>
                <a:off x="10835099" y="3546390"/>
                <a:ext cx="741674"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2D9E23AA-B95C-47BA-95B6-5A83227460A4}"/>
                  </a:ext>
                </a:extLst>
              </p:cNvPr>
              <p:cNvSpPr txBox="1"/>
              <p:nvPr/>
            </p:nvSpPr>
            <p:spPr>
              <a:xfrm>
                <a:off x="5111481" y="2175158"/>
                <a:ext cx="6548293" cy="523220"/>
              </a:xfrm>
              <a:prstGeom prst="rect">
                <a:avLst/>
              </a:prstGeom>
              <a:noFill/>
            </p:spPr>
            <p:txBody>
              <a:bodyPr wrap="square" rtlCol="0">
                <a:spAutoFit/>
              </a:bodyPr>
              <a:lstStyle/>
              <a:p>
                <a:r>
                  <a:rPr lang="en-GB" sz="2800" dirty="0">
                    <a:solidFill>
                      <a:srgbClr val="002060"/>
                    </a:solidFill>
                  </a:rPr>
                  <a:t>Which Consist of </a:t>
                </a:r>
                <a14:m>
                  <m:oMath xmlns:m="http://schemas.openxmlformats.org/officeDocument/2006/math">
                    <m:r>
                      <a:rPr lang="en-IN" sz="2800" b="0" i="1" dirty="0" smtClean="0">
                        <a:solidFill>
                          <a:srgbClr val="002060"/>
                        </a:solidFill>
                        <a:latin typeface="Cambria Math" panose="02040503050406030204" pitchFamily="18" charset="0"/>
                      </a:rPr>
                      <m:t>4</m:t>
                    </m:r>
                  </m:oMath>
                </a14:m>
                <a:r>
                  <a:rPr lang="en-GB" sz="2800" dirty="0">
                    <a:solidFill>
                      <a:srgbClr val="002060"/>
                    </a:solidFill>
                  </a:rPr>
                  <a:t> weeks and </a:t>
                </a:r>
                <a14:m>
                  <m:oMath xmlns:m="http://schemas.openxmlformats.org/officeDocument/2006/math">
                    <m:r>
                      <a:rPr lang="en-IN" sz="2800" b="0" i="1" dirty="0" smtClean="0">
                        <a:solidFill>
                          <a:srgbClr val="002060"/>
                        </a:solidFill>
                        <a:latin typeface="Cambria Math" panose="02040503050406030204" pitchFamily="18" charset="0"/>
                      </a:rPr>
                      <m:t>3</m:t>
                    </m:r>
                  </m:oMath>
                </a14:m>
                <a:r>
                  <a:rPr lang="en-GB" sz="2800" dirty="0">
                    <a:solidFill>
                      <a:srgbClr val="002060"/>
                    </a:solidFill>
                  </a:rPr>
                  <a:t> extra days.</a:t>
                </a:r>
                <a:endParaRPr lang="en-IN" sz="2800" dirty="0">
                  <a:solidFill>
                    <a:srgbClr val="002060"/>
                  </a:solidFill>
                </a:endParaRPr>
              </a:p>
            </p:txBody>
          </p:sp>
        </mc:Choice>
        <mc:Fallback xmlns="">
          <p:sp>
            <p:nvSpPr>
              <p:cNvPr id="55" name="TextBox 54">
                <a:extLst>
                  <a:ext uri="{FF2B5EF4-FFF2-40B4-BE49-F238E27FC236}">
                    <a16:creationId xmlns:a16="http://schemas.microsoft.com/office/drawing/2014/main" id="{2D9E23AA-B95C-47BA-95B6-5A83227460A4}"/>
                  </a:ext>
                </a:extLst>
              </p:cNvPr>
              <p:cNvSpPr txBox="1">
                <a:spLocks noRot="1" noChangeAspect="1" noMove="1" noResize="1" noEditPoints="1" noAdjustHandles="1" noChangeArrowheads="1" noChangeShapeType="1" noTextEdit="1"/>
              </p:cNvSpPr>
              <p:nvPr/>
            </p:nvSpPr>
            <p:spPr>
              <a:xfrm>
                <a:off x="5111481" y="2175158"/>
                <a:ext cx="6548293" cy="523220"/>
              </a:xfrm>
              <a:prstGeom prst="rect">
                <a:avLst/>
              </a:prstGeom>
              <a:blipFill>
                <a:blip r:embed="rId4"/>
                <a:stretch>
                  <a:fillRect l="-1860" t="-11628" b="-32558"/>
                </a:stretch>
              </a:blipFill>
            </p:spPr>
            <p:txBody>
              <a:bodyPr/>
              <a:lstStyle/>
              <a:p>
                <a:r>
                  <a:rPr lang="en-IN">
                    <a:noFill/>
                  </a:rPr>
                  <a:t> </a:t>
                </a:r>
              </a:p>
            </p:txBody>
          </p:sp>
        </mc:Fallback>
      </mc:AlternateContent>
      <p:cxnSp>
        <p:nvCxnSpPr>
          <p:cNvPr id="56" name="Straight Connector 55">
            <a:extLst>
              <a:ext uri="{FF2B5EF4-FFF2-40B4-BE49-F238E27FC236}">
                <a16:creationId xmlns:a16="http://schemas.microsoft.com/office/drawing/2014/main" id="{03C5867A-891A-4259-8FD0-6CDCDB17F2C0}"/>
              </a:ext>
            </a:extLst>
          </p:cNvPr>
          <p:cNvCxnSpPr/>
          <p:nvPr/>
        </p:nvCxnSpPr>
        <p:spPr>
          <a:xfrm flipV="1">
            <a:off x="10722066" y="3560350"/>
            <a:ext cx="0" cy="52322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A413899-8207-48BF-B012-C030E1C7F0E6}"/>
              </a:ext>
            </a:extLst>
          </p:cNvPr>
          <p:cNvCxnSpPr>
            <a:cxnSpLocks/>
          </p:cNvCxnSpPr>
          <p:nvPr/>
        </p:nvCxnSpPr>
        <p:spPr>
          <a:xfrm>
            <a:off x="10722066" y="3560350"/>
            <a:ext cx="854707" cy="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F40D3FF6-9BBD-4296-A3C8-F250640BE607}"/>
                  </a:ext>
                </a:extLst>
              </p:cNvPr>
              <p:cNvSpPr txBox="1"/>
              <p:nvPr/>
            </p:nvSpPr>
            <p:spPr>
              <a:xfrm>
                <a:off x="10297890" y="3560350"/>
                <a:ext cx="36766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7</m:t>
                      </m:r>
                    </m:oMath>
                  </m:oMathPara>
                </a14:m>
                <a:endParaRPr lang="en-IN" dirty="0"/>
              </a:p>
            </p:txBody>
          </p:sp>
        </mc:Choice>
        <mc:Fallback xmlns="">
          <p:sp>
            <p:nvSpPr>
              <p:cNvPr id="59" name="TextBox 58">
                <a:extLst>
                  <a:ext uri="{FF2B5EF4-FFF2-40B4-BE49-F238E27FC236}">
                    <a16:creationId xmlns:a16="http://schemas.microsoft.com/office/drawing/2014/main" id="{F40D3FF6-9BBD-4296-A3C8-F250640BE607}"/>
                  </a:ext>
                </a:extLst>
              </p:cNvPr>
              <p:cNvSpPr txBox="1">
                <a:spLocks noRot="1" noChangeAspect="1" noMove="1" noResize="1" noEditPoints="1" noAdjustHandles="1" noChangeArrowheads="1" noChangeShapeType="1" noTextEdit="1"/>
              </p:cNvSpPr>
              <p:nvPr/>
            </p:nvSpPr>
            <p:spPr>
              <a:xfrm>
                <a:off x="10297890" y="3560350"/>
                <a:ext cx="367660"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0063428F-6692-43D4-9EDD-459D248B0BB4}"/>
                  </a:ext>
                </a:extLst>
              </p:cNvPr>
              <p:cNvSpPr txBox="1"/>
              <p:nvPr/>
            </p:nvSpPr>
            <p:spPr>
              <a:xfrm>
                <a:off x="10907490" y="3032039"/>
                <a:ext cx="32702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4</m:t>
                      </m:r>
                    </m:oMath>
                  </m:oMathPara>
                </a14:m>
                <a:endParaRPr lang="en-IN" dirty="0"/>
              </a:p>
            </p:txBody>
          </p:sp>
        </mc:Choice>
        <mc:Fallback xmlns="">
          <p:sp>
            <p:nvSpPr>
              <p:cNvPr id="60" name="TextBox 59">
                <a:extLst>
                  <a:ext uri="{FF2B5EF4-FFF2-40B4-BE49-F238E27FC236}">
                    <a16:creationId xmlns:a16="http://schemas.microsoft.com/office/drawing/2014/main" id="{0063428F-6692-43D4-9EDD-459D248B0BB4}"/>
                  </a:ext>
                </a:extLst>
              </p:cNvPr>
              <p:cNvSpPr txBox="1">
                <a:spLocks noRot="1" noChangeAspect="1" noMove="1" noResize="1" noEditPoints="1" noAdjustHandles="1" noChangeArrowheads="1" noChangeShapeType="1" noTextEdit="1"/>
              </p:cNvSpPr>
              <p:nvPr/>
            </p:nvSpPr>
            <p:spPr>
              <a:xfrm>
                <a:off x="10907490" y="3032039"/>
                <a:ext cx="327021"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23A6F6D8-E970-4C9F-B691-3C9DD20B6284}"/>
                  </a:ext>
                </a:extLst>
              </p:cNvPr>
              <p:cNvSpPr txBox="1"/>
              <p:nvPr/>
            </p:nvSpPr>
            <p:spPr>
              <a:xfrm>
                <a:off x="10835099" y="3975645"/>
                <a:ext cx="74167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28</m:t>
                      </m:r>
                    </m:oMath>
                  </m:oMathPara>
                </a14:m>
                <a:endParaRPr lang="en-IN" dirty="0"/>
              </a:p>
            </p:txBody>
          </p:sp>
        </mc:Choice>
        <mc:Fallback xmlns="">
          <p:sp>
            <p:nvSpPr>
              <p:cNvPr id="61" name="TextBox 60">
                <a:extLst>
                  <a:ext uri="{FF2B5EF4-FFF2-40B4-BE49-F238E27FC236}">
                    <a16:creationId xmlns:a16="http://schemas.microsoft.com/office/drawing/2014/main" id="{23A6F6D8-E970-4C9F-B691-3C9DD20B6284}"/>
                  </a:ext>
                </a:extLst>
              </p:cNvPr>
              <p:cNvSpPr txBox="1">
                <a:spLocks noRot="1" noChangeAspect="1" noMove="1" noResize="1" noEditPoints="1" noAdjustHandles="1" noChangeArrowheads="1" noChangeShapeType="1" noTextEdit="1"/>
              </p:cNvSpPr>
              <p:nvPr/>
            </p:nvSpPr>
            <p:spPr>
              <a:xfrm>
                <a:off x="10835099" y="3975645"/>
                <a:ext cx="741674"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6365966-E9DC-467D-B9E9-7FE90F5855FB}"/>
                  </a:ext>
                </a:extLst>
              </p:cNvPr>
              <p:cNvSpPr txBox="1"/>
              <p:nvPr/>
            </p:nvSpPr>
            <p:spPr>
              <a:xfrm>
                <a:off x="10536653" y="3959140"/>
                <a:ext cx="42798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m:t>
                      </m:r>
                    </m:oMath>
                  </m:oMathPara>
                </a14:m>
                <a:endParaRPr lang="en-IN" dirty="0"/>
              </a:p>
            </p:txBody>
          </p:sp>
        </mc:Choice>
        <mc:Fallback xmlns="">
          <p:sp>
            <p:nvSpPr>
              <p:cNvPr id="62" name="TextBox 61">
                <a:extLst>
                  <a:ext uri="{FF2B5EF4-FFF2-40B4-BE49-F238E27FC236}">
                    <a16:creationId xmlns:a16="http://schemas.microsoft.com/office/drawing/2014/main" id="{66365966-E9DC-467D-B9E9-7FE90F5855FB}"/>
                  </a:ext>
                </a:extLst>
              </p:cNvPr>
              <p:cNvSpPr txBox="1">
                <a:spLocks noRot="1" noChangeAspect="1" noMove="1" noResize="1" noEditPoints="1" noAdjustHandles="1" noChangeArrowheads="1" noChangeShapeType="1" noTextEdit="1"/>
              </p:cNvSpPr>
              <p:nvPr/>
            </p:nvSpPr>
            <p:spPr>
              <a:xfrm>
                <a:off x="10536653" y="3959140"/>
                <a:ext cx="427983" cy="523220"/>
              </a:xfrm>
              <a:prstGeom prst="rect">
                <a:avLst/>
              </a:prstGeom>
              <a:blipFill>
                <a:blip r:embed="rId8"/>
                <a:stretch>
                  <a:fillRect/>
                </a:stretch>
              </a:blipFill>
            </p:spPr>
            <p:txBody>
              <a:bodyPr/>
              <a:lstStyle/>
              <a:p>
                <a:r>
                  <a:rPr lang="en-IN">
                    <a:noFill/>
                  </a:rPr>
                  <a:t> </a:t>
                </a:r>
              </a:p>
            </p:txBody>
          </p:sp>
        </mc:Fallback>
      </mc:AlternateContent>
      <p:cxnSp>
        <p:nvCxnSpPr>
          <p:cNvPr id="63" name="Straight Connector 62">
            <a:extLst>
              <a:ext uri="{FF2B5EF4-FFF2-40B4-BE49-F238E27FC236}">
                <a16:creationId xmlns:a16="http://schemas.microsoft.com/office/drawing/2014/main" id="{FBC6C321-472A-4FBB-9E49-CA5CE8555AB4}"/>
              </a:ext>
            </a:extLst>
          </p:cNvPr>
          <p:cNvCxnSpPr>
            <a:cxnSpLocks/>
          </p:cNvCxnSpPr>
          <p:nvPr/>
        </p:nvCxnSpPr>
        <p:spPr>
          <a:xfrm>
            <a:off x="10835099" y="4482360"/>
            <a:ext cx="741674" cy="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AC3C7372-ABDF-4AC8-94FA-ED3D66EDBEA0}"/>
                  </a:ext>
                </a:extLst>
              </p:cNvPr>
              <p:cNvSpPr txBox="1"/>
              <p:nvPr/>
            </p:nvSpPr>
            <p:spPr>
              <a:xfrm>
                <a:off x="11061166" y="4468399"/>
                <a:ext cx="29479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oMath>
                  </m:oMathPara>
                </a14:m>
                <a:endParaRPr lang="en-IN" dirty="0"/>
              </a:p>
            </p:txBody>
          </p:sp>
        </mc:Choice>
        <mc:Fallback xmlns="">
          <p:sp>
            <p:nvSpPr>
              <p:cNvPr id="64" name="TextBox 63">
                <a:extLst>
                  <a:ext uri="{FF2B5EF4-FFF2-40B4-BE49-F238E27FC236}">
                    <a16:creationId xmlns:a16="http://schemas.microsoft.com/office/drawing/2014/main" id="{AC3C7372-ABDF-4AC8-94FA-ED3D66EDBEA0}"/>
                  </a:ext>
                </a:extLst>
              </p:cNvPr>
              <p:cNvSpPr txBox="1">
                <a:spLocks noRot="1" noChangeAspect="1" noMove="1" noResize="1" noEditPoints="1" noAdjustHandles="1" noChangeArrowheads="1" noChangeShapeType="1" noTextEdit="1"/>
              </p:cNvSpPr>
              <p:nvPr/>
            </p:nvSpPr>
            <p:spPr>
              <a:xfrm>
                <a:off x="11061166" y="4468399"/>
                <a:ext cx="294790"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B149704E-AFA9-48FE-AFF2-209E2AD420EC}"/>
                  </a:ext>
                </a:extLst>
              </p:cNvPr>
              <p:cNvSpPr txBox="1"/>
              <p:nvPr/>
            </p:nvSpPr>
            <p:spPr>
              <a:xfrm>
                <a:off x="1594215" y="2696508"/>
                <a:ext cx="4011521" cy="523220"/>
              </a:xfrm>
              <a:prstGeom prst="rect">
                <a:avLst/>
              </a:prstGeom>
              <a:noFill/>
            </p:spPr>
            <p:txBody>
              <a:bodyPr wrap="square" rtlCol="0">
                <a:spAutoFit/>
              </a:bodyPr>
              <a:lstStyle/>
              <a:p>
                <a:pPr>
                  <a:spcAft>
                    <a:spcPts val="300"/>
                  </a:spcAft>
                  <a:tabLst>
                    <a:tab pos="2057400" algn="l"/>
                  </a:tabLst>
                </a:pPr>
                <a:r>
                  <a:rPr lang="en-GB" sz="2800" dirty="0">
                    <a:solidFill>
                      <a:srgbClr val="002060"/>
                    </a:solidFill>
                  </a:rPr>
                  <a:t>These </a:t>
                </a:r>
                <a14:m>
                  <m:oMath xmlns:m="http://schemas.openxmlformats.org/officeDocument/2006/math">
                    <m:r>
                      <a:rPr lang="en-GB" sz="2800" i="1" dirty="0" smtClean="0">
                        <a:solidFill>
                          <a:srgbClr val="002060"/>
                        </a:solidFill>
                        <a:latin typeface="Cambria Math" panose="02040503050406030204" pitchFamily="18" charset="0"/>
                      </a:rPr>
                      <m:t>3</m:t>
                    </m:r>
                  </m:oMath>
                </a14:m>
                <a:r>
                  <a:rPr lang="en-GB" sz="2800" dirty="0">
                    <a:solidFill>
                      <a:srgbClr val="002060"/>
                    </a:solidFill>
                  </a:rPr>
                  <a:t> extra days can be </a:t>
                </a:r>
              </a:p>
            </p:txBody>
          </p:sp>
        </mc:Choice>
        <mc:Fallback xmlns="">
          <p:sp>
            <p:nvSpPr>
              <p:cNvPr id="71" name="TextBox 70">
                <a:extLst>
                  <a:ext uri="{FF2B5EF4-FFF2-40B4-BE49-F238E27FC236}">
                    <a16:creationId xmlns:a16="http://schemas.microsoft.com/office/drawing/2014/main" id="{B149704E-AFA9-48FE-AFF2-209E2AD420EC}"/>
                  </a:ext>
                </a:extLst>
              </p:cNvPr>
              <p:cNvSpPr txBox="1">
                <a:spLocks noRot="1" noChangeAspect="1" noMove="1" noResize="1" noEditPoints="1" noAdjustHandles="1" noChangeArrowheads="1" noChangeShapeType="1" noTextEdit="1"/>
              </p:cNvSpPr>
              <p:nvPr/>
            </p:nvSpPr>
            <p:spPr>
              <a:xfrm>
                <a:off x="1594215" y="2696508"/>
                <a:ext cx="4011521" cy="523220"/>
              </a:xfrm>
              <a:prstGeom prst="rect">
                <a:avLst/>
              </a:prstGeom>
              <a:blipFill>
                <a:blip r:embed="rId10"/>
                <a:stretch>
                  <a:fillRect l="-3191"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843D337E-A84A-4277-8F15-63FD7B842748}"/>
                  </a:ext>
                </a:extLst>
              </p:cNvPr>
              <p:cNvSpPr txBox="1"/>
              <p:nvPr/>
            </p:nvSpPr>
            <p:spPr>
              <a:xfrm>
                <a:off x="1630182" y="5131064"/>
                <a:ext cx="6548293" cy="523220"/>
              </a:xfrm>
              <a:prstGeom prst="rect">
                <a:avLst/>
              </a:prstGeom>
              <a:noFill/>
            </p:spPr>
            <p:txBody>
              <a:bodyPr wrap="square" rtlCol="0">
                <a:spAutoFit/>
              </a:bodyPr>
              <a:lstStyle/>
              <a:p>
                <a:r>
                  <a:rPr lang="en-GB" sz="2800" dirty="0">
                    <a:solidFill>
                      <a:srgbClr val="002060"/>
                    </a:solidFill>
                  </a:rPr>
                  <a:t>So, there are total </a:t>
                </a:r>
                <a14:m>
                  <m:oMath xmlns:m="http://schemas.openxmlformats.org/officeDocument/2006/math">
                    <m:r>
                      <a:rPr lang="en-GB" sz="2800" i="1" dirty="0" smtClean="0">
                        <a:solidFill>
                          <a:srgbClr val="002060"/>
                        </a:solidFill>
                        <a:latin typeface="Cambria Math" panose="02040503050406030204" pitchFamily="18" charset="0"/>
                      </a:rPr>
                      <m:t>7</m:t>
                    </m:r>
                  </m:oMath>
                </a14:m>
                <a:r>
                  <a:rPr lang="en-GB" sz="2800" dirty="0">
                    <a:solidFill>
                      <a:srgbClr val="002060"/>
                    </a:solidFill>
                  </a:rPr>
                  <a:t> possibilities out of which</a:t>
                </a:r>
                <a:endParaRPr lang="en-IN" sz="2800" dirty="0">
                  <a:solidFill>
                    <a:srgbClr val="002060"/>
                  </a:solidFill>
                </a:endParaRPr>
              </a:p>
            </p:txBody>
          </p:sp>
        </mc:Choice>
        <mc:Fallback xmlns="">
          <p:sp>
            <p:nvSpPr>
              <p:cNvPr id="72" name="TextBox 71">
                <a:extLst>
                  <a:ext uri="{FF2B5EF4-FFF2-40B4-BE49-F238E27FC236}">
                    <a16:creationId xmlns:a16="http://schemas.microsoft.com/office/drawing/2014/main" id="{843D337E-A84A-4277-8F15-63FD7B842748}"/>
                  </a:ext>
                </a:extLst>
              </p:cNvPr>
              <p:cNvSpPr txBox="1">
                <a:spLocks noRot="1" noChangeAspect="1" noMove="1" noResize="1" noEditPoints="1" noAdjustHandles="1" noChangeArrowheads="1" noChangeShapeType="1" noTextEdit="1"/>
              </p:cNvSpPr>
              <p:nvPr/>
            </p:nvSpPr>
            <p:spPr>
              <a:xfrm>
                <a:off x="1630182" y="5131064"/>
                <a:ext cx="6548293" cy="523220"/>
              </a:xfrm>
              <a:prstGeom prst="rect">
                <a:avLst/>
              </a:prstGeom>
              <a:blipFill>
                <a:blip r:embed="rId11"/>
                <a:stretch>
                  <a:fillRect l="-1860"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9C883CB6-E5AA-4203-B97E-3295CE51C7B0}"/>
                  </a:ext>
                </a:extLst>
              </p:cNvPr>
              <p:cNvSpPr txBox="1"/>
              <p:nvPr/>
            </p:nvSpPr>
            <p:spPr>
              <a:xfrm>
                <a:off x="8085403" y="5131064"/>
                <a:ext cx="2585897" cy="523220"/>
              </a:xfrm>
              <a:prstGeom prst="rect">
                <a:avLst/>
              </a:prstGeom>
              <a:noFill/>
            </p:spPr>
            <p:txBody>
              <a:bodyPr wrap="square" rtlCol="0">
                <a:spAutoFit/>
              </a:bodyPr>
              <a:lstStyle/>
              <a:p>
                <a14:m>
                  <m:oMath xmlns:m="http://schemas.openxmlformats.org/officeDocument/2006/math">
                    <m:r>
                      <a:rPr lang="en-IN" sz="2800" b="0" i="1" dirty="0" smtClean="0">
                        <a:solidFill>
                          <a:srgbClr val="002060"/>
                        </a:solidFill>
                        <a:latin typeface="Cambria Math" panose="02040503050406030204" pitchFamily="18" charset="0"/>
                      </a:rPr>
                      <m:t>3</m:t>
                    </m:r>
                  </m:oMath>
                </a14:m>
                <a:r>
                  <a:rPr lang="en-GB" sz="2800" dirty="0">
                    <a:solidFill>
                      <a:srgbClr val="002060"/>
                    </a:solidFill>
                  </a:rPr>
                  <a:t> have a Sunday.</a:t>
                </a:r>
                <a:endParaRPr lang="en-IN" sz="2800" dirty="0">
                  <a:solidFill>
                    <a:srgbClr val="002060"/>
                  </a:solidFill>
                </a:endParaRPr>
              </a:p>
            </p:txBody>
          </p:sp>
        </mc:Choice>
        <mc:Fallback xmlns="">
          <p:sp>
            <p:nvSpPr>
              <p:cNvPr id="73" name="TextBox 72">
                <a:extLst>
                  <a:ext uri="{FF2B5EF4-FFF2-40B4-BE49-F238E27FC236}">
                    <a16:creationId xmlns:a16="http://schemas.microsoft.com/office/drawing/2014/main" id="{9C883CB6-E5AA-4203-B97E-3295CE51C7B0}"/>
                  </a:ext>
                </a:extLst>
              </p:cNvPr>
              <p:cNvSpPr txBox="1">
                <a:spLocks noRot="1" noChangeAspect="1" noMove="1" noResize="1" noEditPoints="1" noAdjustHandles="1" noChangeArrowheads="1" noChangeShapeType="1" noTextEdit="1"/>
              </p:cNvSpPr>
              <p:nvPr/>
            </p:nvSpPr>
            <p:spPr>
              <a:xfrm>
                <a:off x="8085403" y="5131064"/>
                <a:ext cx="2585897" cy="523220"/>
              </a:xfrm>
              <a:prstGeom prst="rect">
                <a:avLst/>
              </a:prstGeom>
              <a:blipFill>
                <a:blip r:embed="rId12"/>
                <a:stretch>
                  <a:fillRect t="-11628" r="-2824" b="-32558"/>
                </a:stretch>
              </a:blipFill>
            </p:spPr>
            <p:txBody>
              <a:bodyPr/>
              <a:lstStyle/>
              <a:p>
                <a:r>
                  <a:rPr lang="en-IN">
                    <a:noFill/>
                  </a:rPr>
                  <a:t> </a:t>
                </a:r>
              </a:p>
            </p:txBody>
          </p:sp>
        </mc:Fallback>
      </mc:AlternateContent>
      <p:sp>
        <p:nvSpPr>
          <p:cNvPr id="74" name="Rectangle: Rounded Corners 73">
            <a:extLst>
              <a:ext uri="{FF2B5EF4-FFF2-40B4-BE49-F238E27FC236}">
                <a16:creationId xmlns:a16="http://schemas.microsoft.com/office/drawing/2014/main" id="{1611AED6-43A7-46C8-AD57-83F095674FD0}"/>
              </a:ext>
            </a:extLst>
          </p:cNvPr>
          <p:cNvSpPr/>
          <p:nvPr/>
        </p:nvSpPr>
        <p:spPr>
          <a:xfrm>
            <a:off x="1684216" y="3348494"/>
            <a:ext cx="2412000" cy="44495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5" name="Rectangle: Rounded Corners 74">
            <a:extLst>
              <a:ext uri="{FF2B5EF4-FFF2-40B4-BE49-F238E27FC236}">
                <a16:creationId xmlns:a16="http://schemas.microsoft.com/office/drawing/2014/main" id="{B6B4F5E7-A8A3-4E49-BE13-A04E80EB19F4}"/>
              </a:ext>
            </a:extLst>
          </p:cNvPr>
          <p:cNvSpPr/>
          <p:nvPr/>
        </p:nvSpPr>
        <p:spPr>
          <a:xfrm>
            <a:off x="4484416" y="4482360"/>
            <a:ext cx="2412000" cy="44495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15390119-F8B1-422F-BD88-6FD1F2076493}"/>
                  </a:ext>
                </a:extLst>
              </p:cNvPr>
              <p:cNvSpPr txBox="1"/>
              <p:nvPr/>
            </p:nvSpPr>
            <p:spPr>
              <a:xfrm>
                <a:off x="1594217" y="5876442"/>
                <a:ext cx="5663833" cy="523220"/>
              </a:xfrm>
              <a:prstGeom prst="rect">
                <a:avLst/>
              </a:prstGeom>
              <a:noFill/>
            </p:spPr>
            <p:txBody>
              <a:bodyPr wrap="square">
                <a:spAutoFit/>
              </a:bodyPr>
              <a:lstStyle/>
              <a:p>
                <a:r>
                  <a:rPr lang="en-GB" sz="2800" dirty="0">
                    <a:solidFill>
                      <a:srgbClr val="002060"/>
                    </a:solidFill>
                  </a:rPr>
                  <a:t>So, the probability of </a:t>
                </a:r>
                <a14:m>
                  <m:oMath xmlns:m="http://schemas.openxmlformats.org/officeDocument/2006/math">
                    <m:r>
                      <a:rPr lang="en-GB" sz="2800" i="1" dirty="0">
                        <a:solidFill>
                          <a:srgbClr val="002060"/>
                        </a:solidFill>
                        <a:latin typeface="Cambria Math" panose="02040503050406030204" pitchFamily="18" charset="0"/>
                      </a:rPr>
                      <m:t>5</m:t>
                    </m:r>
                  </m:oMath>
                </a14:m>
                <a:r>
                  <a:rPr lang="en-GB" sz="2800" dirty="0">
                    <a:solidFill>
                      <a:srgbClr val="002060"/>
                    </a:solidFill>
                  </a:rPr>
                  <a:t> Sundays in July</a:t>
                </a:r>
                <a:endParaRPr lang="en-IN" sz="2800" dirty="0">
                  <a:solidFill>
                    <a:srgbClr val="002060"/>
                  </a:solidFill>
                </a:endParaRPr>
              </a:p>
            </p:txBody>
          </p:sp>
        </mc:Choice>
        <mc:Fallback xmlns="">
          <p:sp>
            <p:nvSpPr>
              <p:cNvPr id="76" name="TextBox 75">
                <a:extLst>
                  <a:ext uri="{FF2B5EF4-FFF2-40B4-BE49-F238E27FC236}">
                    <a16:creationId xmlns:a16="http://schemas.microsoft.com/office/drawing/2014/main" id="{15390119-F8B1-422F-BD88-6FD1F2076493}"/>
                  </a:ext>
                </a:extLst>
              </p:cNvPr>
              <p:cNvSpPr txBox="1">
                <a:spLocks noRot="1" noChangeAspect="1" noMove="1" noResize="1" noEditPoints="1" noAdjustHandles="1" noChangeArrowheads="1" noChangeShapeType="1" noTextEdit="1"/>
              </p:cNvSpPr>
              <p:nvPr/>
            </p:nvSpPr>
            <p:spPr>
              <a:xfrm>
                <a:off x="1594217" y="5876442"/>
                <a:ext cx="5663833" cy="523220"/>
              </a:xfrm>
              <a:prstGeom prst="rect">
                <a:avLst/>
              </a:prstGeom>
              <a:blipFill>
                <a:blip r:embed="rId13"/>
                <a:stretch>
                  <a:fillRect l="-2260" t="-11628" r="-323"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ACAD871F-836C-45CD-9ECE-4E29DE778147}"/>
                  </a:ext>
                </a:extLst>
              </p:cNvPr>
              <p:cNvSpPr txBox="1"/>
              <p:nvPr/>
            </p:nvSpPr>
            <p:spPr>
              <a:xfrm>
                <a:off x="7185200" y="5667924"/>
                <a:ext cx="979281" cy="940257"/>
              </a:xfrm>
              <a:prstGeom prst="rect">
                <a:avLst/>
              </a:prstGeom>
              <a:noFill/>
            </p:spPr>
            <p:txBody>
              <a:bodyPr wrap="square">
                <a:spAutoFit/>
              </a:bodyPr>
              <a:lstStyle/>
              <a:p>
                <a:pPr>
                  <a:spcAft>
                    <a:spcPts val="300"/>
                  </a:spcAft>
                </a:pPr>
                <a14:m>
                  <m:oMathPara xmlns:m="http://schemas.openxmlformats.org/officeDocument/2006/math">
                    <m:oMathParaPr>
                      <m:jc m:val="left"/>
                    </m:oMathParaPr>
                    <m:oMath xmlns:m="http://schemas.openxmlformats.org/officeDocument/2006/math">
                      <m:r>
                        <a:rPr lang="en-GB" sz="2800" smtClean="0">
                          <a:solidFill>
                            <a:srgbClr val="002060"/>
                          </a:solidFill>
                          <a:latin typeface="Cambria Math" panose="02040503050406030204" pitchFamily="18" charset="0"/>
                        </a:rPr>
                        <m:t>=</m:t>
                      </m:r>
                      <m:f>
                        <m:fPr>
                          <m:ctrlPr>
                            <a:rPr lang="en-GB" sz="2800" b="0" i="1" smtClean="0">
                              <a:solidFill>
                                <a:srgbClr val="002060"/>
                              </a:solidFill>
                              <a:latin typeface="Cambria Math" panose="02040503050406030204" pitchFamily="18" charset="0"/>
                            </a:rPr>
                          </m:ctrlPr>
                        </m:fPr>
                        <m:num>
                          <m:r>
                            <a:rPr lang="en-GB" sz="2800" b="0" i="1" smtClean="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3</m:t>
                          </m:r>
                          <m:r>
                            <a:rPr lang="en-GB" sz="2800" b="0" i="1" smtClean="0">
                              <a:solidFill>
                                <a:srgbClr val="002060"/>
                              </a:solidFill>
                              <a:latin typeface="Cambria Math" panose="02040503050406030204" pitchFamily="18" charset="0"/>
                            </a:rPr>
                            <m:t> </m:t>
                          </m:r>
                        </m:num>
                        <m:den>
                          <m:r>
                            <a:rPr lang="en-GB" sz="2800" b="0" i="1" smtClean="0">
                              <a:solidFill>
                                <a:srgbClr val="002060"/>
                              </a:solidFill>
                              <a:latin typeface="Cambria Math" panose="02040503050406030204" pitchFamily="18" charset="0"/>
                            </a:rPr>
                            <m:t> 7 </m:t>
                          </m:r>
                        </m:den>
                      </m:f>
                    </m:oMath>
                  </m:oMathPara>
                </a14:m>
                <a:endParaRPr lang="en-IN" sz="2800" dirty="0">
                  <a:solidFill>
                    <a:srgbClr val="002060"/>
                  </a:solidFill>
                </a:endParaRPr>
              </a:p>
            </p:txBody>
          </p:sp>
        </mc:Choice>
        <mc:Fallback xmlns="">
          <p:sp>
            <p:nvSpPr>
              <p:cNvPr id="77" name="TextBox 76">
                <a:extLst>
                  <a:ext uri="{FF2B5EF4-FFF2-40B4-BE49-F238E27FC236}">
                    <a16:creationId xmlns:a16="http://schemas.microsoft.com/office/drawing/2014/main" id="{ACAD871F-836C-45CD-9ECE-4E29DE778147}"/>
                  </a:ext>
                </a:extLst>
              </p:cNvPr>
              <p:cNvSpPr txBox="1">
                <a:spLocks noRot="1" noChangeAspect="1" noMove="1" noResize="1" noEditPoints="1" noAdjustHandles="1" noChangeArrowheads="1" noChangeShapeType="1" noTextEdit="1"/>
              </p:cNvSpPr>
              <p:nvPr/>
            </p:nvSpPr>
            <p:spPr>
              <a:xfrm>
                <a:off x="7185200" y="5667924"/>
                <a:ext cx="979281" cy="940257"/>
              </a:xfrm>
              <a:prstGeom prst="rect">
                <a:avLst/>
              </a:prstGeom>
              <a:blipFill>
                <a:blip r:embed="rId14"/>
                <a:stretch>
                  <a:fillRect/>
                </a:stretch>
              </a:blipFill>
            </p:spPr>
            <p:txBody>
              <a:bodyPr/>
              <a:lstStyle/>
              <a:p>
                <a:r>
                  <a:rPr lang="en-IN">
                    <a:noFill/>
                  </a:rPr>
                  <a:t> </a:t>
                </a:r>
              </a:p>
            </p:txBody>
          </p:sp>
        </mc:Fallback>
      </mc:AlternateContent>
      <p:sp>
        <p:nvSpPr>
          <p:cNvPr id="118" name="Rectangle: Rounded Corners 117">
            <a:extLst>
              <a:ext uri="{FF2B5EF4-FFF2-40B4-BE49-F238E27FC236}">
                <a16:creationId xmlns:a16="http://schemas.microsoft.com/office/drawing/2014/main" id="{DF151772-D2E5-46B7-A404-2564A6BEF0C0}"/>
              </a:ext>
            </a:extLst>
          </p:cNvPr>
          <p:cNvSpPr/>
          <p:nvPr/>
        </p:nvSpPr>
        <p:spPr>
          <a:xfrm>
            <a:off x="7150600" y="3348494"/>
            <a:ext cx="2412000" cy="44495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AABC6740-4D9A-4BF9-A128-EC23459AF4EF}"/>
                  </a:ext>
                </a:extLst>
              </p:cNvPr>
              <p:cNvSpPr txBox="1"/>
              <p:nvPr/>
            </p:nvSpPr>
            <p:spPr>
              <a:xfrm>
                <a:off x="131175" y="1386496"/>
                <a:ext cx="11929645" cy="523220"/>
              </a:xfrm>
              <a:prstGeom prst="rect">
                <a:avLst/>
              </a:prstGeom>
              <a:noFill/>
            </p:spPr>
            <p:txBody>
              <a:bodyPr wrap="square">
                <a:spAutoFit/>
              </a:bodyPr>
              <a:lstStyle/>
              <a:p>
                <a:pPr lvl="0">
                  <a:lnSpc>
                    <a:spcPct val="100000"/>
                  </a:lnSpc>
                </a:pPr>
                <a:r>
                  <a:rPr lang="en-US" sz="2800" b="1" dirty="0">
                    <a:solidFill>
                      <a:schemeClr val="bg1"/>
                    </a:solidFill>
                  </a:rPr>
                  <a:t>(1)</a:t>
                </a:r>
                <a:r>
                  <a:rPr lang="en-US" sz="2800" dirty="0">
                    <a:solidFill>
                      <a:schemeClr val="bg1"/>
                    </a:solidFill>
                  </a:rPr>
                  <a:t>  Find the probability that there will be </a:t>
                </a:r>
                <a14:m>
                  <m:oMath xmlns:m="http://schemas.openxmlformats.org/officeDocument/2006/math">
                    <m:r>
                      <a:rPr lang="en-US" sz="2800">
                        <a:solidFill>
                          <a:schemeClr val="bg1"/>
                        </a:solidFill>
                        <a:latin typeface="Cambria Math" panose="02040503050406030204" pitchFamily="18" charset="0"/>
                      </a:rPr>
                      <m:t>5</m:t>
                    </m:r>
                  </m:oMath>
                </a14:m>
                <a:r>
                  <a:rPr lang="en-US" sz="2800" dirty="0">
                    <a:solidFill>
                      <a:schemeClr val="bg1"/>
                    </a:solidFill>
                  </a:rPr>
                  <a:t> Sundays in the month of July.</a:t>
                </a:r>
                <a:endParaRPr lang="en-IN" sz="2800" dirty="0">
                  <a:solidFill>
                    <a:schemeClr val="bg1"/>
                  </a:solidFill>
                </a:endParaRPr>
              </a:p>
            </p:txBody>
          </p:sp>
        </mc:Choice>
        <mc:Fallback xmlns="">
          <p:sp>
            <p:nvSpPr>
              <p:cNvPr id="117" name="TextBox 116">
                <a:extLst>
                  <a:ext uri="{FF2B5EF4-FFF2-40B4-BE49-F238E27FC236}">
                    <a16:creationId xmlns:a16="http://schemas.microsoft.com/office/drawing/2014/main" id="{AABC6740-4D9A-4BF9-A128-EC23459AF4EF}"/>
                  </a:ext>
                </a:extLst>
              </p:cNvPr>
              <p:cNvSpPr txBox="1">
                <a:spLocks noRot="1" noChangeAspect="1" noMove="1" noResize="1" noEditPoints="1" noAdjustHandles="1" noChangeArrowheads="1" noChangeShapeType="1" noTextEdit="1"/>
              </p:cNvSpPr>
              <p:nvPr/>
            </p:nvSpPr>
            <p:spPr>
              <a:xfrm>
                <a:off x="131175" y="1386496"/>
                <a:ext cx="11929645" cy="523220"/>
              </a:xfrm>
              <a:prstGeom prst="rect">
                <a:avLst/>
              </a:prstGeom>
              <a:blipFill>
                <a:blip r:embed="rId15"/>
                <a:stretch>
                  <a:fillRect l="-1074" t="-10465" b="-32558"/>
                </a:stretch>
              </a:blipFill>
            </p:spPr>
            <p:txBody>
              <a:bodyPr/>
              <a:lstStyle/>
              <a:p>
                <a:r>
                  <a:rPr lang="en-IN">
                    <a:noFill/>
                  </a:rPr>
                  <a:t> </a:t>
                </a:r>
              </a:p>
            </p:txBody>
          </p:sp>
        </mc:Fallback>
      </mc:AlternateContent>
    </p:spTree>
    <p:extLst>
      <p:ext uri="{BB962C8B-B14F-4D97-AF65-F5344CB8AC3E}">
        <p14:creationId xmlns:p14="http://schemas.microsoft.com/office/powerpoint/2010/main" val="399693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childTnLst>
                          </p:cTn>
                        </p:par>
                        <p:par>
                          <p:cTn id="15" fill="hold">
                            <p:stCondLst>
                              <p:cond delay="0"/>
                            </p:stCondLst>
                            <p:childTnLst>
                              <p:par>
                                <p:cTn id="16" presetID="22" presetClass="entr" presetSubtype="4" fill="hold" nodeType="afterEffect">
                                  <p:stCondLst>
                                    <p:cond delay="500"/>
                                  </p:stCondLst>
                                  <p:childTnLst>
                                    <p:set>
                                      <p:cBhvr>
                                        <p:cTn id="17" dur="1" fill="hold">
                                          <p:stCondLst>
                                            <p:cond delay="0"/>
                                          </p:stCondLst>
                                        </p:cTn>
                                        <p:tgtEl>
                                          <p:spTgt spid="56"/>
                                        </p:tgtEl>
                                        <p:attrNameLst>
                                          <p:attrName>style.visibility</p:attrName>
                                        </p:attrNameLst>
                                      </p:cBhvr>
                                      <p:to>
                                        <p:strVal val="visible"/>
                                      </p:to>
                                    </p:set>
                                    <p:animEffect transition="in" filter="wipe(down)">
                                      <p:cBhvr>
                                        <p:cTn id="18" dur="500"/>
                                        <p:tgtEl>
                                          <p:spTgt spid="56"/>
                                        </p:tgtEl>
                                      </p:cBhvr>
                                    </p:animEffect>
                                  </p:childTnLst>
                                </p:cTn>
                              </p:par>
                            </p:childTnLst>
                          </p:cTn>
                        </p:par>
                        <p:par>
                          <p:cTn id="19" fill="hold">
                            <p:stCondLst>
                              <p:cond delay="1000"/>
                            </p:stCondLst>
                            <p:childTnLst>
                              <p:par>
                                <p:cTn id="20" presetID="22" presetClass="entr" presetSubtype="8" fill="hold" nodeType="afterEffect">
                                  <p:stCondLst>
                                    <p:cond delay="250"/>
                                  </p:stCondLst>
                                  <p:childTnLst>
                                    <p:set>
                                      <p:cBhvr>
                                        <p:cTn id="21" dur="1" fill="hold">
                                          <p:stCondLst>
                                            <p:cond delay="0"/>
                                          </p:stCondLst>
                                        </p:cTn>
                                        <p:tgtEl>
                                          <p:spTgt spid="57"/>
                                        </p:tgtEl>
                                        <p:attrNameLst>
                                          <p:attrName>style.visibility</p:attrName>
                                        </p:attrNameLst>
                                      </p:cBhvr>
                                      <p:to>
                                        <p:strVal val="visible"/>
                                      </p:to>
                                    </p:set>
                                    <p:animEffect transition="in" filter="wipe(left)">
                                      <p:cBhvr>
                                        <p:cTn id="22" dur="500"/>
                                        <p:tgtEl>
                                          <p:spTgt spid="57"/>
                                        </p:tgtEl>
                                      </p:cBhvr>
                                    </p:animEffect>
                                  </p:childTnLst>
                                </p:cTn>
                              </p:par>
                            </p:childTnLst>
                          </p:cTn>
                        </p:par>
                        <p:par>
                          <p:cTn id="23" fill="hold">
                            <p:stCondLst>
                              <p:cond delay="1750"/>
                            </p:stCondLst>
                            <p:childTnLst>
                              <p:par>
                                <p:cTn id="24" presetID="1" presetClass="entr" presetSubtype="0" fill="hold" grpId="0" nodeType="afterEffect">
                                  <p:stCondLst>
                                    <p:cond delay="250"/>
                                  </p:stCondLst>
                                  <p:childTnLst>
                                    <p:set>
                                      <p:cBhvr>
                                        <p:cTn id="25" dur="1" fill="hold">
                                          <p:stCondLst>
                                            <p:cond delay="0"/>
                                          </p:stCondLst>
                                        </p:cTn>
                                        <p:tgtEl>
                                          <p:spTgt spid="5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60"/>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500"/>
                                  </p:stCondLst>
                                  <p:childTnLst>
                                    <p:set>
                                      <p:cBhvr>
                                        <p:cTn id="32" dur="1" fill="hold">
                                          <p:stCondLst>
                                            <p:cond delay="0"/>
                                          </p:stCondLst>
                                        </p:cTn>
                                        <p:tgtEl>
                                          <p:spTgt spid="61"/>
                                        </p:tgtEl>
                                        <p:attrNameLst>
                                          <p:attrName>style.visibility</p:attrName>
                                        </p:attrNameLst>
                                      </p:cBhvr>
                                      <p:to>
                                        <p:strVal val="visible"/>
                                      </p:to>
                                    </p:set>
                                  </p:childTnLst>
                                </p:cTn>
                              </p:par>
                            </p:childTnLst>
                          </p:cTn>
                        </p:par>
                        <p:par>
                          <p:cTn id="33" fill="hold">
                            <p:stCondLst>
                              <p:cond delay="500"/>
                            </p:stCondLst>
                            <p:childTnLst>
                              <p:par>
                                <p:cTn id="34" presetID="1" presetClass="entr" presetSubtype="0" fill="hold" grpId="0" nodeType="afterEffect">
                                  <p:stCondLst>
                                    <p:cond delay="500"/>
                                  </p:stCondLst>
                                  <p:childTnLst>
                                    <p:set>
                                      <p:cBhvr>
                                        <p:cTn id="35" dur="1" fill="hold">
                                          <p:stCondLst>
                                            <p:cond delay="0"/>
                                          </p:stCondLst>
                                        </p:cTn>
                                        <p:tgtEl>
                                          <p:spTgt spid="6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63"/>
                                        </p:tgtEl>
                                        <p:attrNameLst>
                                          <p:attrName>style.visibility</p:attrName>
                                        </p:attrNameLst>
                                      </p:cBhvr>
                                      <p:to>
                                        <p:strVal val="visible"/>
                                      </p:to>
                                    </p:set>
                                    <p:animEffect transition="in" filter="wipe(left)">
                                      <p:cBhvr>
                                        <p:cTn id="40" dur="500"/>
                                        <p:tgtEl>
                                          <p:spTgt spid="63"/>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54"/>
                                        </p:tgtEl>
                                        <p:attrNameLst>
                                          <p:attrName>style.visibility</p:attrName>
                                        </p:attrNameLst>
                                      </p:cBhvr>
                                      <p:to>
                                        <p:strVal val="hidden"/>
                                      </p:to>
                                    </p:set>
                                  </p:childTnLst>
                                </p:cTn>
                              </p:par>
                            </p:childTnLst>
                          </p:cTn>
                        </p:par>
                        <p:par>
                          <p:cTn id="53" fill="hold">
                            <p:stCondLst>
                              <p:cond delay="0"/>
                            </p:stCondLst>
                            <p:childTnLst>
                              <p:par>
                                <p:cTn id="54" presetID="1" presetClass="exit" presetSubtype="0" fill="hold" nodeType="afterEffect">
                                  <p:stCondLst>
                                    <p:cond delay="0"/>
                                  </p:stCondLst>
                                  <p:childTnLst>
                                    <p:set>
                                      <p:cBhvr>
                                        <p:cTn id="55" dur="1" fill="hold">
                                          <p:stCondLst>
                                            <p:cond delay="0"/>
                                          </p:stCondLst>
                                        </p:cTn>
                                        <p:tgtEl>
                                          <p:spTgt spid="56"/>
                                        </p:tgtEl>
                                        <p:attrNameLst>
                                          <p:attrName>style.visibility</p:attrName>
                                        </p:attrNameLst>
                                      </p:cBhvr>
                                      <p:to>
                                        <p:strVal val="hidden"/>
                                      </p:to>
                                    </p:set>
                                  </p:childTnLst>
                                </p:cTn>
                              </p:par>
                            </p:childTnLst>
                          </p:cTn>
                        </p:par>
                        <p:par>
                          <p:cTn id="56" fill="hold">
                            <p:stCondLst>
                              <p:cond delay="0"/>
                            </p:stCondLst>
                            <p:childTnLst>
                              <p:par>
                                <p:cTn id="57" presetID="1" presetClass="exit" presetSubtype="0" fill="hold" nodeType="afterEffect">
                                  <p:stCondLst>
                                    <p:cond delay="0"/>
                                  </p:stCondLst>
                                  <p:childTnLst>
                                    <p:set>
                                      <p:cBhvr>
                                        <p:cTn id="58" dur="1" fill="hold">
                                          <p:stCondLst>
                                            <p:cond delay="0"/>
                                          </p:stCondLst>
                                        </p:cTn>
                                        <p:tgtEl>
                                          <p:spTgt spid="57"/>
                                        </p:tgtEl>
                                        <p:attrNameLst>
                                          <p:attrName>style.visibility</p:attrName>
                                        </p:attrNameLst>
                                      </p:cBhvr>
                                      <p:to>
                                        <p:strVal val="hidden"/>
                                      </p:to>
                                    </p:set>
                                  </p:childTnLst>
                                </p:cTn>
                              </p:par>
                            </p:childTnLst>
                          </p:cTn>
                        </p:par>
                        <p:par>
                          <p:cTn id="59" fill="hold">
                            <p:stCondLst>
                              <p:cond delay="0"/>
                            </p:stCondLst>
                            <p:childTnLst>
                              <p:par>
                                <p:cTn id="60" presetID="1" presetClass="exit" presetSubtype="0" fill="hold" grpId="1" nodeType="afterEffect">
                                  <p:stCondLst>
                                    <p:cond delay="0"/>
                                  </p:stCondLst>
                                  <p:childTnLst>
                                    <p:set>
                                      <p:cBhvr>
                                        <p:cTn id="61" dur="1" fill="hold">
                                          <p:stCondLst>
                                            <p:cond delay="0"/>
                                          </p:stCondLst>
                                        </p:cTn>
                                        <p:tgtEl>
                                          <p:spTgt spid="59"/>
                                        </p:tgtEl>
                                        <p:attrNameLst>
                                          <p:attrName>style.visibility</p:attrName>
                                        </p:attrNameLst>
                                      </p:cBhvr>
                                      <p:to>
                                        <p:strVal val="hidden"/>
                                      </p:to>
                                    </p:set>
                                  </p:childTnLst>
                                </p:cTn>
                              </p:par>
                            </p:childTnLst>
                          </p:cTn>
                        </p:par>
                        <p:par>
                          <p:cTn id="62" fill="hold">
                            <p:stCondLst>
                              <p:cond delay="0"/>
                            </p:stCondLst>
                            <p:childTnLst>
                              <p:par>
                                <p:cTn id="63" presetID="1" presetClass="exit" presetSubtype="0" fill="hold" grpId="1" nodeType="afterEffect">
                                  <p:stCondLst>
                                    <p:cond delay="0"/>
                                  </p:stCondLst>
                                  <p:childTnLst>
                                    <p:set>
                                      <p:cBhvr>
                                        <p:cTn id="64" dur="1" fill="hold">
                                          <p:stCondLst>
                                            <p:cond delay="0"/>
                                          </p:stCondLst>
                                        </p:cTn>
                                        <p:tgtEl>
                                          <p:spTgt spid="60"/>
                                        </p:tgtEl>
                                        <p:attrNameLst>
                                          <p:attrName>style.visibility</p:attrName>
                                        </p:attrNameLst>
                                      </p:cBhvr>
                                      <p:to>
                                        <p:strVal val="hidden"/>
                                      </p:to>
                                    </p:set>
                                  </p:childTnLst>
                                </p:cTn>
                              </p:par>
                            </p:childTnLst>
                          </p:cTn>
                        </p:par>
                        <p:par>
                          <p:cTn id="65" fill="hold">
                            <p:stCondLst>
                              <p:cond delay="0"/>
                            </p:stCondLst>
                            <p:childTnLst>
                              <p:par>
                                <p:cTn id="66" presetID="1" presetClass="exit" presetSubtype="0" fill="hold" grpId="1" nodeType="afterEffect">
                                  <p:stCondLst>
                                    <p:cond delay="0"/>
                                  </p:stCondLst>
                                  <p:childTnLst>
                                    <p:set>
                                      <p:cBhvr>
                                        <p:cTn id="67" dur="1" fill="hold">
                                          <p:stCondLst>
                                            <p:cond delay="0"/>
                                          </p:stCondLst>
                                        </p:cTn>
                                        <p:tgtEl>
                                          <p:spTgt spid="61"/>
                                        </p:tgtEl>
                                        <p:attrNameLst>
                                          <p:attrName>style.visibility</p:attrName>
                                        </p:attrNameLst>
                                      </p:cBhvr>
                                      <p:to>
                                        <p:strVal val="hidden"/>
                                      </p:to>
                                    </p:set>
                                  </p:childTnLst>
                                </p:cTn>
                              </p:par>
                            </p:childTnLst>
                          </p:cTn>
                        </p:par>
                        <p:par>
                          <p:cTn id="68" fill="hold">
                            <p:stCondLst>
                              <p:cond delay="0"/>
                            </p:stCondLst>
                            <p:childTnLst>
                              <p:par>
                                <p:cTn id="69" presetID="1" presetClass="exit" presetSubtype="0" fill="hold" grpId="1" nodeType="afterEffect">
                                  <p:stCondLst>
                                    <p:cond delay="0"/>
                                  </p:stCondLst>
                                  <p:childTnLst>
                                    <p:set>
                                      <p:cBhvr>
                                        <p:cTn id="70" dur="1" fill="hold">
                                          <p:stCondLst>
                                            <p:cond delay="0"/>
                                          </p:stCondLst>
                                        </p:cTn>
                                        <p:tgtEl>
                                          <p:spTgt spid="62"/>
                                        </p:tgtEl>
                                        <p:attrNameLst>
                                          <p:attrName>style.visibility</p:attrName>
                                        </p:attrNameLst>
                                      </p:cBhvr>
                                      <p:to>
                                        <p:strVal val="hidden"/>
                                      </p:to>
                                    </p:set>
                                  </p:childTnLst>
                                </p:cTn>
                              </p:par>
                            </p:childTnLst>
                          </p:cTn>
                        </p:par>
                        <p:par>
                          <p:cTn id="71" fill="hold">
                            <p:stCondLst>
                              <p:cond delay="0"/>
                            </p:stCondLst>
                            <p:childTnLst>
                              <p:par>
                                <p:cTn id="72" presetID="1" presetClass="exit" presetSubtype="0" fill="hold" nodeType="afterEffect">
                                  <p:stCondLst>
                                    <p:cond delay="0"/>
                                  </p:stCondLst>
                                  <p:childTnLst>
                                    <p:set>
                                      <p:cBhvr>
                                        <p:cTn id="73" dur="1" fill="hold">
                                          <p:stCondLst>
                                            <p:cond delay="0"/>
                                          </p:stCondLst>
                                        </p:cTn>
                                        <p:tgtEl>
                                          <p:spTgt spid="63"/>
                                        </p:tgtEl>
                                        <p:attrNameLst>
                                          <p:attrName>style.visibility</p:attrName>
                                        </p:attrNameLst>
                                      </p:cBhvr>
                                      <p:to>
                                        <p:strVal val="hidden"/>
                                      </p:to>
                                    </p:set>
                                  </p:childTnLst>
                                </p:cTn>
                              </p:par>
                            </p:childTnLst>
                          </p:cTn>
                        </p:par>
                        <p:par>
                          <p:cTn id="74" fill="hold">
                            <p:stCondLst>
                              <p:cond delay="0"/>
                            </p:stCondLst>
                            <p:childTnLst>
                              <p:par>
                                <p:cTn id="75" presetID="1" presetClass="exit" presetSubtype="0" fill="hold" grpId="1" nodeType="afterEffect">
                                  <p:stCondLst>
                                    <p:cond delay="0"/>
                                  </p:stCondLst>
                                  <p:childTnLst>
                                    <p:set>
                                      <p:cBhvr>
                                        <p:cTn id="76" dur="1" fill="hold">
                                          <p:stCondLst>
                                            <p:cond delay="0"/>
                                          </p:stCondLst>
                                        </p:cTn>
                                        <p:tgtEl>
                                          <p:spTgt spid="64"/>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71">
                                            <p:txEl>
                                              <p:pRg st="0" end="0"/>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46">
                                            <p:txEl>
                                              <p:pRg st="0" end="0"/>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49">
                                            <p:txEl>
                                              <p:pRg st="0" end="0"/>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51">
                                            <p:txEl>
                                              <p:pRg st="0" end="0"/>
                                            </p:txEl>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52">
                                            <p:txEl>
                                              <p:pRg st="0" end="0"/>
                                            </p:txEl>
                                          </p:spTgt>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72"/>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74"/>
                                        </p:tgtEl>
                                        <p:attrNameLst>
                                          <p:attrName>style.visibility</p:attrName>
                                        </p:attrNameLst>
                                      </p:cBhvr>
                                      <p:to>
                                        <p:strVal val="visible"/>
                                      </p:to>
                                    </p:set>
                                    <p:animEffect transition="in" filter="wipe(left)">
                                      <p:cBhvr>
                                        <p:cTn id="117" dur="750"/>
                                        <p:tgtEl>
                                          <p:spTgt spid="74"/>
                                        </p:tgtEl>
                                      </p:cBhvr>
                                    </p:animEffect>
                                  </p:childTnLst>
                                </p:cTn>
                              </p:par>
                            </p:childTnLst>
                          </p:cTn>
                        </p:par>
                        <p:par>
                          <p:cTn id="118" fill="hold">
                            <p:stCondLst>
                              <p:cond delay="750"/>
                            </p:stCondLst>
                            <p:childTnLst>
                              <p:par>
                                <p:cTn id="119" presetID="22" presetClass="entr" presetSubtype="8" fill="hold" grpId="0" nodeType="afterEffect">
                                  <p:stCondLst>
                                    <p:cond delay="0"/>
                                  </p:stCondLst>
                                  <p:childTnLst>
                                    <p:set>
                                      <p:cBhvr>
                                        <p:cTn id="120" dur="1" fill="hold">
                                          <p:stCondLst>
                                            <p:cond delay="0"/>
                                          </p:stCondLst>
                                        </p:cTn>
                                        <p:tgtEl>
                                          <p:spTgt spid="75"/>
                                        </p:tgtEl>
                                        <p:attrNameLst>
                                          <p:attrName>style.visibility</p:attrName>
                                        </p:attrNameLst>
                                      </p:cBhvr>
                                      <p:to>
                                        <p:strVal val="visible"/>
                                      </p:to>
                                    </p:set>
                                    <p:animEffect transition="in" filter="wipe(left)">
                                      <p:cBhvr>
                                        <p:cTn id="121" dur="750"/>
                                        <p:tgtEl>
                                          <p:spTgt spid="75"/>
                                        </p:tgtEl>
                                      </p:cBhvr>
                                    </p:animEffect>
                                  </p:childTnLst>
                                </p:cTn>
                              </p:par>
                            </p:childTnLst>
                          </p:cTn>
                        </p:par>
                        <p:par>
                          <p:cTn id="122" fill="hold">
                            <p:stCondLst>
                              <p:cond delay="1500"/>
                            </p:stCondLst>
                            <p:childTnLst>
                              <p:par>
                                <p:cTn id="123" presetID="22" presetClass="entr" presetSubtype="8" fill="hold" grpId="0" nodeType="afterEffect">
                                  <p:stCondLst>
                                    <p:cond delay="0"/>
                                  </p:stCondLst>
                                  <p:childTnLst>
                                    <p:set>
                                      <p:cBhvr>
                                        <p:cTn id="124" dur="1" fill="hold">
                                          <p:stCondLst>
                                            <p:cond delay="0"/>
                                          </p:stCondLst>
                                        </p:cTn>
                                        <p:tgtEl>
                                          <p:spTgt spid="118"/>
                                        </p:tgtEl>
                                        <p:attrNameLst>
                                          <p:attrName>style.visibility</p:attrName>
                                        </p:attrNameLst>
                                      </p:cBhvr>
                                      <p:to>
                                        <p:strVal val="visible"/>
                                      </p:to>
                                    </p:set>
                                    <p:animEffect transition="in" filter="wipe(left)">
                                      <p:cBhvr>
                                        <p:cTn id="125" dur="750"/>
                                        <p:tgtEl>
                                          <p:spTgt spid="118"/>
                                        </p:tgtEl>
                                      </p:cBhvr>
                                    </p:animEffec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0" nodeType="clickEffect">
                                  <p:stCondLst>
                                    <p:cond delay="0"/>
                                  </p:stCondLst>
                                  <p:childTnLst>
                                    <p:set>
                                      <p:cBhvr>
                                        <p:cTn id="129" dur="1" fill="hold">
                                          <p:stCondLst>
                                            <p:cond delay="0"/>
                                          </p:stCondLst>
                                        </p:cTn>
                                        <p:tgtEl>
                                          <p:spTgt spid="73"/>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 presetClass="entr" presetSubtype="0" fill="hold" grpId="0" nodeType="clickEffect">
                                  <p:stCondLst>
                                    <p:cond delay="0"/>
                                  </p:stCondLst>
                                  <p:childTnLst>
                                    <p:set>
                                      <p:cBhvr>
                                        <p:cTn id="133" dur="1" fill="hold">
                                          <p:stCondLst>
                                            <p:cond delay="0"/>
                                          </p:stCondLst>
                                        </p:cTn>
                                        <p:tgtEl>
                                          <p:spTgt spid="76"/>
                                        </p:tgtEl>
                                        <p:attrNameLst>
                                          <p:attrName>style.visibility</p:attrName>
                                        </p:attrNameLst>
                                      </p:cBhvr>
                                      <p:to>
                                        <p:strVal val="visible"/>
                                      </p:to>
                                    </p:set>
                                  </p:childTnLst>
                                </p:cTn>
                              </p:par>
                            </p:childTnLst>
                          </p:cTn>
                        </p:par>
                      </p:childTnLst>
                    </p:cTn>
                  </p:par>
                  <p:par>
                    <p:cTn id="134" fill="hold">
                      <p:stCondLst>
                        <p:cond delay="indefinite"/>
                      </p:stCondLst>
                      <p:childTnLst>
                        <p:par>
                          <p:cTn id="135" fill="hold">
                            <p:stCondLst>
                              <p:cond delay="0"/>
                            </p:stCondLst>
                            <p:childTnLst>
                              <p:par>
                                <p:cTn id="136" presetID="1" presetClass="entr" presetSubtype="0" fill="hold" grpId="0" nodeType="clickEffect">
                                  <p:stCondLst>
                                    <p:cond delay="0"/>
                                  </p:stCondLst>
                                  <p:childTnLst>
                                    <p:set>
                                      <p:cBhvr>
                                        <p:cTn id="137"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3" grpId="0"/>
      <p:bldP spid="54" grpId="0" animBg="1"/>
      <p:bldP spid="54" grpId="1"/>
      <p:bldP spid="55" grpId="0"/>
      <p:bldP spid="59" grpId="0" animBg="1"/>
      <p:bldP spid="59" grpId="1"/>
      <p:bldP spid="60" grpId="0" animBg="1"/>
      <p:bldP spid="60" grpId="1"/>
      <p:bldP spid="61" grpId="0" animBg="1"/>
      <p:bldP spid="61" grpId="1"/>
      <p:bldP spid="62" grpId="0" animBg="1"/>
      <p:bldP spid="62" grpId="1"/>
      <p:bldP spid="64" grpId="0" animBg="1"/>
      <p:bldP spid="64" grpId="1"/>
      <p:bldP spid="72" grpId="0"/>
      <p:bldP spid="73" grpId="0"/>
      <p:bldP spid="74" grpId="0" animBg="1"/>
      <p:bldP spid="75" grpId="0" animBg="1"/>
      <p:bldP spid="76" grpId="0"/>
      <p:bldP spid="77" grpId="0"/>
      <p:bldP spid="118"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1148811"/>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spcAft>
                <a:spcPts val="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US" dirty="0"/>
              <a:t>Do as directed:</a:t>
            </a:r>
            <a:endParaRPr lang="en-IN" dirty="0"/>
          </a:p>
        </p:txBody>
      </p:sp>
      <p:sp>
        <p:nvSpPr>
          <p:cNvPr id="2" name="Title 1"/>
          <p:cNvSpPr>
            <a:spLocks noGrp="1"/>
          </p:cNvSpPr>
          <p:nvPr>
            <p:ph type="title"/>
          </p:nvPr>
        </p:nvSpPr>
        <p:spPr/>
        <p:txBody>
          <a:bodyPr/>
          <a:lstStyle/>
          <a:p>
            <a:r>
              <a:rPr lang="en-GB" dirty="0"/>
              <a:t>Method 2.2 ⇝ Example 8 (</a:t>
            </a:r>
            <a:r>
              <a:rPr lang="en-IN" dirty="0"/>
              <a:t>Continue</a:t>
            </a:r>
            <a:r>
              <a:rPr lang="en-GB" dirty="0"/>
              <a:t>)</a:t>
            </a:r>
            <a:endParaRPr lang="en-US" dirty="0"/>
          </a:p>
        </p:txBody>
      </p:sp>
      <p:sp>
        <p:nvSpPr>
          <p:cNvPr id="4" name="Content Placeholder 2"/>
          <p:cNvSpPr txBox="1">
            <a:spLocks/>
          </p:cNvSpPr>
          <p:nvPr/>
        </p:nvSpPr>
        <p:spPr>
          <a:xfrm>
            <a:off x="131176" y="2175158"/>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46" name="TextBox 45">
            <a:extLst>
              <a:ext uri="{FF2B5EF4-FFF2-40B4-BE49-F238E27FC236}">
                <a16:creationId xmlns:a16="http://schemas.microsoft.com/office/drawing/2014/main" id="{E5E95C3B-5201-4265-8BE5-C987B594AD37}"/>
              </a:ext>
            </a:extLst>
          </p:cNvPr>
          <p:cNvSpPr txBox="1"/>
          <p:nvPr/>
        </p:nvSpPr>
        <p:spPr>
          <a:xfrm>
            <a:off x="1594216" y="3304410"/>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 Sun, Mon }</a:t>
            </a:r>
            <a:endParaRPr lang="en-IN" sz="2800" dirty="0">
              <a:solidFill>
                <a:srgbClr val="002060"/>
              </a:solidFill>
            </a:endParaRPr>
          </a:p>
        </p:txBody>
      </p:sp>
      <p:sp>
        <p:nvSpPr>
          <p:cNvPr id="47" name="TextBox 46">
            <a:extLst>
              <a:ext uri="{FF2B5EF4-FFF2-40B4-BE49-F238E27FC236}">
                <a16:creationId xmlns:a16="http://schemas.microsoft.com/office/drawing/2014/main" id="{2DD11E37-770D-430F-B968-513B08F6CFCC}"/>
              </a:ext>
            </a:extLst>
          </p:cNvPr>
          <p:cNvSpPr txBox="1"/>
          <p:nvPr/>
        </p:nvSpPr>
        <p:spPr>
          <a:xfrm>
            <a:off x="1594216" y="3872040"/>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 Mon, Tue }</a:t>
            </a:r>
            <a:endParaRPr lang="en-IN" sz="2800" dirty="0">
              <a:solidFill>
                <a:srgbClr val="002060"/>
              </a:solidFill>
            </a:endParaRPr>
          </a:p>
        </p:txBody>
      </p:sp>
      <p:sp>
        <p:nvSpPr>
          <p:cNvPr id="48" name="TextBox 47">
            <a:extLst>
              <a:ext uri="{FF2B5EF4-FFF2-40B4-BE49-F238E27FC236}">
                <a16:creationId xmlns:a16="http://schemas.microsoft.com/office/drawing/2014/main" id="{1DCD8326-7803-44BF-A62A-6B015D807F01}"/>
              </a:ext>
            </a:extLst>
          </p:cNvPr>
          <p:cNvSpPr txBox="1"/>
          <p:nvPr/>
        </p:nvSpPr>
        <p:spPr>
          <a:xfrm>
            <a:off x="1594217" y="4439669"/>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 Tue, Wed }</a:t>
            </a:r>
            <a:endParaRPr lang="en-IN" sz="2800" dirty="0">
              <a:solidFill>
                <a:srgbClr val="002060"/>
              </a:solidFill>
            </a:endParaRPr>
          </a:p>
        </p:txBody>
      </p:sp>
      <p:sp>
        <p:nvSpPr>
          <p:cNvPr id="49" name="TextBox 48">
            <a:extLst>
              <a:ext uri="{FF2B5EF4-FFF2-40B4-BE49-F238E27FC236}">
                <a16:creationId xmlns:a16="http://schemas.microsoft.com/office/drawing/2014/main" id="{2A4378F3-64FA-4EA6-BCDC-6AD7D656369E}"/>
              </a:ext>
            </a:extLst>
          </p:cNvPr>
          <p:cNvSpPr txBox="1"/>
          <p:nvPr/>
        </p:nvSpPr>
        <p:spPr>
          <a:xfrm>
            <a:off x="4394416" y="3304410"/>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 Wed, Thu }</a:t>
            </a:r>
            <a:endParaRPr lang="en-IN" sz="2800" dirty="0">
              <a:solidFill>
                <a:srgbClr val="002060"/>
              </a:solidFill>
            </a:endParaRPr>
          </a:p>
        </p:txBody>
      </p:sp>
      <p:sp>
        <p:nvSpPr>
          <p:cNvPr id="50" name="TextBox 49">
            <a:extLst>
              <a:ext uri="{FF2B5EF4-FFF2-40B4-BE49-F238E27FC236}">
                <a16:creationId xmlns:a16="http://schemas.microsoft.com/office/drawing/2014/main" id="{C2406068-ECE0-434D-8627-9EDA703EDD12}"/>
              </a:ext>
            </a:extLst>
          </p:cNvPr>
          <p:cNvSpPr txBox="1"/>
          <p:nvPr/>
        </p:nvSpPr>
        <p:spPr>
          <a:xfrm>
            <a:off x="4394416" y="3872040"/>
            <a:ext cx="2592000" cy="523220"/>
          </a:xfrm>
          <a:prstGeom prst="rect">
            <a:avLst/>
          </a:prstGeom>
          <a:noFill/>
        </p:spPr>
        <p:txBody>
          <a:bodyPr wrap="square" rtlCol="0">
            <a:spAutoFit/>
          </a:bodyPr>
          <a:lstStyle/>
          <a:p>
            <a:pPr algn="ctr">
              <a:spcAft>
                <a:spcPts val="300"/>
              </a:spcAft>
              <a:tabLst>
                <a:tab pos="2057400" algn="l"/>
                <a:tab pos="4130675" algn="l"/>
              </a:tabLst>
            </a:pPr>
            <a:r>
              <a:rPr lang="en-GB" sz="2800" dirty="0">
                <a:solidFill>
                  <a:srgbClr val="002060"/>
                </a:solidFill>
              </a:rPr>
              <a:t>{ Thu, Fri }</a:t>
            </a:r>
            <a:endParaRPr lang="en-IN" sz="2800" dirty="0">
              <a:solidFill>
                <a:srgbClr val="002060"/>
              </a:solidFill>
            </a:endParaRPr>
          </a:p>
        </p:txBody>
      </p:sp>
      <p:sp>
        <p:nvSpPr>
          <p:cNvPr id="51" name="TextBox 50">
            <a:extLst>
              <a:ext uri="{FF2B5EF4-FFF2-40B4-BE49-F238E27FC236}">
                <a16:creationId xmlns:a16="http://schemas.microsoft.com/office/drawing/2014/main" id="{A4538728-3447-4D01-983A-CD081A8ED643}"/>
              </a:ext>
            </a:extLst>
          </p:cNvPr>
          <p:cNvSpPr txBox="1"/>
          <p:nvPr/>
        </p:nvSpPr>
        <p:spPr>
          <a:xfrm>
            <a:off x="4394416" y="4439669"/>
            <a:ext cx="2592000" cy="523220"/>
          </a:xfrm>
          <a:prstGeom prst="rect">
            <a:avLst/>
          </a:prstGeom>
          <a:noFill/>
        </p:spPr>
        <p:txBody>
          <a:bodyPr wrap="square" rtlCol="0">
            <a:spAutoFit/>
          </a:bodyPr>
          <a:lstStyle/>
          <a:p>
            <a:pPr algn="ctr">
              <a:spcAft>
                <a:spcPts val="300"/>
              </a:spcAft>
              <a:tabLst>
                <a:tab pos="2057400" algn="l"/>
                <a:tab pos="4130675" algn="l"/>
              </a:tabLst>
            </a:pPr>
            <a:r>
              <a:rPr lang="en-GB" sz="2800" dirty="0">
                <a:solidFill>
                  <a:srgbClr val="002060"/>
                </a:solidFill>
              </a:rPr>
              <a:t>{ Fri, Sat }</a:t>
            </a:r>
            <a:endParaRPr lang="en-IN" sz="2800" dirty="0">
              <a:solidFill>
                <a:srgbClr val="002060"/>
              </a:solidFill>
            </a:endParaRPr>
          </a:p>
        </p:txBody>
      </p:sp>
      <p:sp>
        <p:nvSpPr>
          <p:cNvPr id="52" name="TextBox 51">
            <a:extLst>
              <a:ext uri="{FF2B5EF4-FFF2-40B4-BE49-F238E27FC236}">
                <a16:creationId xmlns:a16="http://schemas.microsoft.com/office/drawing/2014/main" id="{F1D23BBB-7989-4446-A940-E6649018EFED}"/>
              </a:ext>
            </a:extLst>
          </p:cNvPr>
          <p:cNvSpPr txBox="1"/>
          <p:nvPr/>
        </p:nvSpPr>
        <p:spPr>
          <a:xfrm>
            <a:off x="7090389" y="3304410"/>
            <a:ext cx="2592000" cy="523220"/>
          </a:xfrm>
          <a:prstGeom prst="rect">
            <a:avLst/>
          </a:prstGeom>
          <a:noFill/>
        </p:spPr>
        <p:txBody>
          <a:bodyPr wrap="square" rtlCol="0">
            <a:spAutoFit/>
          </a:bodyPr>
          <a:lstStyle/>
          <a:p>
            <a:pPr algn="ctr">
              <a:spcAft>
                <a:spcPts val="300"/>
              </a:spcAft>
              <a:tabLst>
                <a:tab pos="2057400" algn="l"/>
                <a:tab pos="4130675" algn="l"/>
              </a:tabLst>
            </a:pPr>
            <a:r>
              <a:rPr lang="en-GB" sz="2800" dirty="0">
                <a:solidFill>
                  <a:srgbClr val="002060"/>
                </a:solidFill>
              </a:rPr>
              <a:t>{ Sat, Sun }</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34CAEFBC-9D0C-42D6-A5F2-7F08100D2343}"/>
                  </a:ext>
                </a:extLst>
              </p:cNvPr>
              <p:cNvSpPr txBox="1"/>
              <p:nvPr/>
            </p:nvSpPr>
            <p:spPr>
              <a:xfrm>
                <a:off x="1594216" y="2173288"/>
                <a:ext cx="3834125" cy="523220"/>
              </a:xfrm>
              <a:prstGeom prst="rect">
                <a:avLst/>
              </a:prstGeom>
              <a:noFill/>
            </p:spPr>
            <p:txBody>
              <a:bodyPr wrap="square" rtlCol="0">
                <a:spAutoFit/>
              </a:bodyPr>
              <a:lstStyle/>
              <a:p>
                <a:r>
                  <a:rPr lang="en-GB" sz="2800" dirty="0">
                    <a:solidFill>
                      <a:srgbClr val="002060"/>
                    </a:solidFill>
                  </a:rPr>
                  <a:t>Month June has </a:t>
                </a:r>
                <a14:m>
                  <m:oMath xmlns:m="http://schemas.openxmlformats.org/officeDocument/2006/math">
                    <m:r>
                      <a:rPr lang="en-IN" sz="2800" b="0" i="1" dirty="0" smtClean="0">
                        <a:solidFill>
                          <a:srgbClr val="002060"/>
                        </a:solidFill>
                        <a:latin typeface="Cambria Math" panose="02040503050406030204" pitchFamily="18" charset="0"/>
                      </a:rPr>
                      <m:t>30</m:t>
                    </m:r>
                  </m:oMath>
                </a14:m>
                <a:r>
                  <a:rPr lang="en-GB" sz="2800" dirty="0">
                    <a:solidFill>
                      <a:srgbClr val="002060"/>
                    </a:solidFill>
                  </a:rPr>
                  <a:t> days.</a:t>
                </a:r>
                <a:endParaRPr lang="en-IN" sz="2800" dirty="0">
                  <a:solidFill>
                    <a:srgbClr val="002060"/>
                  </a:solidFill>
                </a:endParaRPr>
              </a:p>
            </p:txBody>
          </p:sp>
        </mc:Choice>
        <mc:Fallback xmlns="">
          <p:sp>
            <p:nvSpPr>
              <p:cNvPr id="53" name="TextBox 52">
                <a:extLst>
                  <a:ext uri="{FF2B5EF4-FFF2-40B4-BE49-F238E27FC236}">
                    <a16:creationId xmlns:a16="http://schemas.microsoft.com/office/drawing/2014/main" id="{34CAEFBC-9D0C-42D6-A5F2-7F08100D2343}"/>
                  </a:ext>
                </a:extLst>
              </p:cNvPr>
              <p:cNvSpPr txBox="1">
                <a:spLocks noRot="1" noChangeAspect="1" noMove="1" noResize="1" noEditPoints="1" noAdjustHandles="1" noChangeArrowheads="1" noChangeShapeType="1" noTextEdit="1"/>
              </p:cNvSpPr>
              <p:nvPr/>
            </p:nvSpPr>
            <p:spPr>
              <a:xfrm>
                <a:off x="1594216" y="2173288"/>
                <a:ext cx="3834125" cy="523220"/>
              </a:xfrm>
              <a:prstGeom prst="rect">
                <a:avLst/>
              </a:prstGeom>
              <a:blipFill>
                <a:blip r:embed="rId2"/>
                <a:stretch>
                  <a:fillRect l="-3344" t="-1176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6E219125-8244-472A-985A-71CF2C0A8512}"/>
                  </a:ext>
                </a:extLst>
              </p:cNvPr>
              <p:cNvSpPr txBox="1"/>
              <p:nvPr/>
            </p:nvSpPr>
            <p:spPr>
              <a:xfrm>
                <a:off x="10835099" y="3546390"/>
                <a:ext cx="74167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30</m:t>
                      </m:r>
                    </m:oMath>
                  </m:oMathPara>
                </a14:m>
                <a:endParaRPr lang="en-IN" dirty="0"/>
              </a:p>
            </p:txBody>
          </p:sp>
        </mc:Choice>
        <mc:Fallback xmlns="">
          <p:sp>
            <p:nvSpPr>
              <p:cNvPr id="54" name="TextBox 53">
                <a:extLst>
                  <a:ext uri="{FF2B5EF4-FFF2-40B4-BE49-F238E27FC236}">
                    <a16:creationId xmlns:a16="http://schemas.microsoft.com/office/drawing/2014/main" id="{6E219125-8244-472A-985A-71CF2C0A8512}"/>
                  </a:ext>
                </a:extLst>
              </p:cNvPr>
              <p:cNvSpPr txBox="1">
                <a:spLocks noRot="1" noChangeAspect="1" noMove="1" noResize="1" noEditPoints="1" noAdjustHandles="1" noChangeArrowheads="1" noChangeShapeType="1" noTextEdit="1"/>
              </p:cNvSpPr>
              <p:nvPr/>
            </p:nvSpPr>
            <p:spPr>
              <a:xfrm>
                <a:off x="10835099" y="3546390"/>
                <a:ext cx="741674"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2D9E23AA-B95C-47BA-95B6-5A83227460A4}"/>
                  </a:ext>
                </a:extLst>
              </p:cNvPr>
              <p:cNvSpPr txBox="1"/>
              <p:nvPr/>
            </p:nvSpPr>
            <p:spPr>
              <a:xfrm>
                <a:off x="5111481" y="2175158"/>
                <a:ext cx="6548293" cy="523220"/>
              </a:xfrm>
              <a:prstGeom prst="rect">
                <a:avLst/>
              </a:prstGeom>
              <a:noFill/>
            </p:spPr>
            <p:txBody>
              <a:bodyPr wrap="square" rtlCol="0">
                <a:spAutoFit/>
              </a:bodyPr>
              <a:lstStyle/>
              <a:p>
                <a:r>
                  <a:rPr lang="en-GB" sz="2800" dirty="0">
                    <a:solidFill>
                      <a:srgbClr val="002060"/>
                    </a:solidFill>
                  </a:rPr>
                  <a:t>Which Consist of </a:t>
                </a:r>
                <a14:m>
                  <m:oMath xmlns:m="http://schemas.openxmlformats.org/officeDocument/2006/math">
                    <m:r>
                      <a:rPr lang="en-IN" sz="2800" b="0" i="1" dirty="0" smtClean="0">
                        <a:solidFill>
                          <a:srgbClr val="002060"/>
                        </a:solidFill>
                        <a:latin typeface="Cambria Math" panose="02040503050406030204" pitchFamily="18" charset="0"/>
                      </a:rPr>
                      <m:t>4</m:t>
                    </m:r>
                  </m:oMath>
                </a14:m>
                <a:r>
                  <a:rPr lang="en-GB" sz="2800" dirty="0">
                    <a:solidFill>
                      <a:srgbClr val="002060"/>
                    </a:solidFill>
                  </a:rPr>
                  <a:t> weeks and </a:t>
                </a:r>
                <a14:m>
                  <m:oMath xmlns:m="http://schemas.openxmlformats.org/officeDocument/2006/math">
                    <m:r>
                      <a:rPr lang="en-IN" sz="2800" b="0" i="1" dirty="0" smtClean="0">
                        <a:solidFill>
                          <a:srgbClr val="002060"/>
                        </a:solidFill>
                        <a:latin typeface="Cambria Math" panose="02040503050406030204" pitchFamily="18" charset="0"/>
                      </a:rPr>
                      <m:t>2</m:t>
                    </m:r>
                  </m:oMath>
                </a14:m>
                <a:r>
                  <a:rPr lang="en-GB" sz="2800" dirty="0">
                    <a:solidFill>
                      <a:srgbClr val="002060"/>
                    </a:solidFill>
                  </a:rPr>
                  <a:t> extra days.</a:t>
                </a:r>
                <a:endParaRPr lang="en-IN" sz="2800" dirty="0">
                  <a:solidFill>
                    <a:srgbClr val="002060"/>
                  </a:solidFill>
                </a:endParaRPr>
              </a:p>
            </p:txBody>
          </p:sp>
        </mc:Choice>
        <mc:Fallback xmlns="">
          <p:sp>
            <p:nvSpPr>
              <p:cNvPr id="55" name="TextBox 54">
                <a:extLst>
                  <a:ext uri="{FF2B5EF4-FFF2-40B4-BE49-F238E27FC236}">
                    <a16:creationId xmlns:a16="http://schemas.microsoft.com/office/drawing/2014/main" id="{2D9E23AA-B95C-47BA-95B6-5A83227460A4}"/>
                  </a:ext>
                </a:extLst>
              </p:cNvPr>
              <p:cNvSpPr txBox="1">
                <a:spLocks noRot="1" noChangeAspect="1" noMove="1" noResize="1" noEditPoints="1" noAdjustHandles="1" noChangeArrowheads="1" noChangeShapeType="1" noTextEdit="1"/>
              </p:cNvSpPr>
              <p:nvPr/>
            </p:nvSpPr>
            <p:spPr>
              <a:xfrm>
                <a:off x="5111481" y="2175158"/>
                <a:ext cx="6548293" cy="523220"/>
              </a:xfrm>
              <a:prstGeom prst="rect">
                <a:avLst/>
              </a:prstGeom>
              <a:blipFill>
                <a:blip r:embed="rId4"/>
                <a:stretch>
                  <a:fillRect l="-1860" t="-11628" b="-32558"/>
                </a:stretch>
              </a:blipFill>
            </p:spPr>
            <p:txBody>
              <a:bodyPr/>
              <a:lstStyle/>
              <a:p>
                <a:r>
                  <a:rPr lang="en-IN">
                    <a:noFill/>
                  </a:rPr>
                  <a:t> </a:t>
                </a:r>
              </a:p>
            </p:txBody>
          </p:sp>
        </mc:Fallback>
      </mc:AlternateContent>
      <p:cxnSp>
        <p:nvCxnSpPr>
          <p:cNvPr id="56" name="Straight Connector 55">
            <a:extLst>
              <a:ext uri="{FF2B5EF4-FFF2-40B4-BE49-F238E27FC236}">
                <a16:creationId xmlns:a16="http://schemas.microsoft.com/office/drawing/2014/main" id="{03C5867A-891A-4259-8FD0-6CDCDB17F2C0}"/>
              </a:ext>
            </a:extLst>
          </p:cNvPr>
          <p:cNvCxnSpPr/>
          <p:nvPr/>
        </p:nvCxnSpPr>
        <p:spPr>
          <a:xfrm flipV="1">
            <a:off x="10722066" y="3560350"/>
            <a:ext cx="0" cy="52322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A413899-8207-48BF-B012-C030E1C7F0E6}"/>
              </a:ext>
            </a:extLst>
          </p:cNvPr>
          <p:cNvCxnSpPr>
            <a:cxnSpLocks/>
          </p:cNvCxnSpPr>
          <p:nvPr/>
        </p:nvCxnSpPr>
        <p:spPr>
          <a:xfrm>
            <a:off x="10722066" y="3560350"/>
            <a:ext cx="854707" cy="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F40D3FF6-9BBD-4296-A3C8-F250640BE607}"/>
                  </a:ext>
                </a:extLst>
              </p:cNvPr>
              <p:cNvSpPr txBox="1"/>
              <p:nvPr/>
            </p:nvSpPr>
            <p:spPr>
              <a:xfrm>
                <a:off x="10297890" y="3560350"/>
                <a:ext cx="36766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7</m:t>
                      </m:r>
                    </m:oMath>
                  </m:oMathPara>
                </a14:m>
                <a:endParaRPr lang="en-IN" dirty="0"/>
              </a:p>
            </p:txBody>
          </p:sp>
        </mc:Choice>
        <mc:Fallback xmlns="">
          <p:sp>
            <p:nvSpPr>
              <p:cNvPr id="59" name="TextBox 58">
                <a:extLst>
                  <a:ext uri="{FF2B5EF4-FFF2-40B4-BE49-F238E27FC236}">
                    <a16:creationId xmlns:a16="http://schemas.microsoft.com/office/drawing/2014/main" id="{F40D3FF6-9BBD-4296-A3C8-F250640BE607}"/>
                  </a:ext>
                </a:extLst>
              </p:cNvPr>
              <p:cNvSpPr txBox="1">
                <a:spLocks noRot="1" noChangeAspect="1" noMove="1" noResize="1" noEditPoints="1" noAdjustHandles="1" noChangeArrowheads="1" noChangeShapeType="1" noTextEdit="1"/>
              </p:cNvSpPr>
              <p:nvPr/>
            </p:nvSpPr>
            <p:spPr>
              <a:xfrm>
                <a:off x="10297890" y="3560350"/>
                <a:ext cx="367660"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0063428F-6692-43D4-9EDD-459D248B0BB4}"/>
                  </a:ext>
                </a:extLst>
              </p:cNvPr>
              <p:cNvSpPr txBox="1"/>
              <p:nvPr/>
            </p:nvSpPr>
            <p:spPr>
              <a:xfrm>
                <a:off x="10907490" y="3032039"/>
                <a:ext cx="32702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4</m:t>
                      </m:r>
                    </m:oMath>
                  </m:oMathPara>
                </a14:m>
                <a:endParaRPr lang="en-IN" dirty="0"/>
              </a:p>
            </p:txBody>
          </p:sp>
        </mc:Choice>
        <mc:Fallback xmlns="">
          <p:sp>
            <p:nvSpPr>
              <p:cNvPr id="60" name="TextBox 59">
                <a:extLst>
                  <a:ext uri="{FF2B5EF4-FFF2-40B4-BE49-F238E27FC236}">
                    <a16:creationId xmlns:a16="http://schemas.microsoft.com/office/drawing/2014/main" id="{0063428F-6692-43D4-9EDD-459D248B0BB4}"/>
                  </a:ext>
                </a:extLst>
              </p:cNvPr>
              <p:cNvSpPr txBox="1">
                <a:spLocks noRot="1" noChangeAspect="1" noMove="1" noResize="1" noEditPoints="1" noAdjustHandles="1" noChangeArrowheads="1" noChangeShapeType="1" noTextEdit="1"/>
              </p:cNvSpPr>
              <p:nvPr/>
            </p:nvSpPr>
            <p:spPr>
              <a:xfrm>
                <a:off x="10907490" y="3032039"/>
                <a:ext cx="327021"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23A6F6D8-E970-4C9F-B691-3C9DD20B6284}"/>
                  </a:ext>
                </a:extLst>
              </p:cNvPr>
              <p:cNvSpPr txBox="1"/>
              <p:nvPr/>
            </p:nvSpPr>
            <p:spPr>
              <a:xfrm>
                <a:off x="10835099" y="3975645"/>
                <a:ext cx="74167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28</m:t>
                      </m:r>
                    </m:oMath>
                  </m:oMathPara>
                </a14:m>
                <a:endParaRPr lang="en-IN" dirty="0"/>
              </a:p>
            </p:txBody>
          </p:sp>
        </mc:Choice>
        <mc:Fallback xmlns="">
          <p:sp>
            <p:nvSpPr>
              <p:cNvPr id="61" name="TextBox 60">
                <a:extLst>
                  <a:ext uri="{FF2B5EF4-FFF2-40B4-BE49-F238E27FC236}">
                    <a16:creationId xmlns:a16="http://schemas.microsoft.com/office/drawing/2014/main" id="{23A6F6D8-E970-4C9F-B691-3C9DD20B6284}"/>
                  </a:ext>
                </a:extLst>
              </p:cNvPr>
              <p:cNvSpPr txBox="1">
                <a:spLocks noRot="1" noChangeAspect="1" noMove="1" noResize="1" noEditPoints="1" noAdjustHandles="1" noChangeArrowheads="1" noChangeShapeType="1" noTextEdit="1"/>
              </p:cNvSpPr>
              <p:nvPr/>
            </p:nvSpPr>
            <p:spPr>
              <a:xfrm>
                <a:off x="10835099" y="3975645"/>
                <a:ext cx="741674"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6365966-E9DC-467D-B9E9-7FE90F5855FB}"/>
                  </a:ext>
                </a:extLst>
              </p:cNvPr>
              <p:cNvSpPr txBox="1"/>
              <p:nvPr/>
            </p:nvSpPr>
            <p:spPr>
              <a:xfrm>
                <a:off x="10536653" y="3959140"/>
                <a:ext cx="42798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m:t>
                      </m:r>
                    </m:oMath>
                  </m:oMathPara>
                </a14:m>
                <a:endParaRPr lang="en-IN" dirty="0"/>
              </a:p>
            </p:txBody>
          </p:sp>
        </mc:Choice>
        <mc:Fallback xmlns="">
          <p:sp>
            <p:nvSpPr>
              <p:cNvPr id="62" name="TextBox 61">
                <a:extLst>
                  <a:ext uri="{FF2B5EF4-FFF2-40B4-BE49-F238E27FC236}">
                    <a16:creationId xmlns:a16="http://schemas.microsoft.com/office/drawing/2014/main" id="{66365966-E9DC-467D-B9E9-7FE90F5855FB}"/>
                  </a:ext>
                </a:extLst>
              </p:cNvPr>
              <p:cNvSpPr txBox="1">
                <a:spLocks noRot="1" noChangeAspect="1" noMove="1" noResize="1" noEditPoints="1" noAdjustHandles="1" noChangeArrowheads="1" noChangeShapeType="1" noTextEdit="1"/>
              </p:cNvSpPr>
              <p:nvPr/>
            </p:nvSpPr>
            <p:spPr>
              <a:xfrm>
                <a:off x="10536653" y="3959140"/>
                <a:ext cx="427983" cy="523220"/>
              </a:xfrm>
              <a:prstGeom prst="rect">
                <a:avLst/>
              </a:prstGeom>
              <a:blipFill>
                <a:blip r:embed="rId8"/>
                <a:stretch>
                  <a:fillRect/>
                </a:stretch>
              </a:blipFill>
            </p:spPr>
            <p:txBody>
              <a:bodyPr/>
              <a:lstStyle/>
              <a:p>
                <a:r>
                  <a:rPr lang="en-IN">
                    <a:noFill/>
                  </a:rPr>
                  <a:t> </a:t>
                </a:r>
              </a:p>
            </p:txBody>
          </p:sp>
        </mc:Fallback>
      </mc:AlternateContent>
      <p:cxnSp>
        <p:nvCxnSpPr>
          <p:cNvPr id="63" name="Straight Connector 62">
            <a:extLst>
              <a:ext uri="{FF2B5EF4-FFF2-40B4-BE49-F238E27FC236}">
                <a16:creationId xmlns:a16="http://schemas.microsoft.com/office/drawing/2014/main" id="{FBC6C321-472A-4FBB-9E49-CA5CE8555AB4}"/>
              </a:ext>
            </a:extLst>
          </p:cNvPr>
          <p:cNvCxnSpPr>
            <a:cxnSpLocks/>
          </p:cNvCxnSpPr>
          <p:nvPr/>
        </p:nvCxnSpPr>
        <p:spPr>
          <a:xfrm>
            <a:off x="10835099" y="4482360"/>
            <a:ext cx="741674" cy="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AC3C7372-ABDF-4AC8-94FA-ED3D66EDBEA0}"/>
                  </a:ext>
                </a:extLst>
              </p:cNvPr>
              <p:cNvSpPr txBox="1"/>
              <p:nvPr/>
            </p:nvSpPr>
            <p:spPr>
              <a:xfrm>
                <a:off x="11061166" y="4468399"/>
                <a:ext cx="29479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2</m:t>
                      </m:r>
                    </m:oMath>
                  </m:oMathPara>
                </a14:m>
                <a:endParaRPr lang="en-IN" dirty="0"/>
              </a:p>
            </p:txBody>
          </p:sp>
        </mc:Choice>
        <mc:Fallback xmlns="">
          <p:sp>
            <p:nvSpPr>
              <p:cNvPr id="64" name="TextBox 63">
                <a:extLst>
                  <a:ext uri="{FF2B5EF4-FFF2-40B4-BE49-F238E27FC236}">
                    <a16:creationId xmlns:a16="http://schemas.microsoft.com/office/drawing/2014/main" id="{AC3C7372-ABDF-4AC8-94FA-ED3D66EDBEA0}"/>
                  </a:ext>
                </a:extLst>
              </p:cNvPr>
              <p:cNvSpPr txBox="1">
                <a:spLocks noRot="1" noChangeAspect="1" noMove="1" noResize="1" noEditPoints="1" noAdjustHandles="1" noChangeArrowheads="1" noChangeShapeType="1" noTextEdit="1"/>
              </p:cNvSpPr>
              <p:nvPr/>
            </p:nvSpPr>
            <p:spPr>
              <a:xfrm>
                <a:off x="11061166" y="4468399"/>
                <a:ext cx="294790"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B149704E-AFA9-48FE-AFF2-209E2AD420EC}"/>
                  </a:ext>
                </a:extLst>
              </p:cNvPr>
              <p:cNvSpPr txBox="1"/>
              <p:nvPr/>
            </p:nvSpPr>
            <p:spPr>
              <a:xfrm>
                <a:off x="1594215" y="2696508"/>
                <a:ext cx="4011521" cy="523220"/>
              </a:xfrm>
              <a:prstGeom prst="rect">
                <a:avLst/>
              </a:prstGeom>
              <a:noFill/>
            </p:spPr>
            <p:txBody>
              <a:bodyPr wrap="square" rtlCol="0">
                <a:spAutoFit/>
              </a:bodyPr>
              <a:lstStyle/>
              <a:p>
                <a:pPr>
                  <a:spcAft>
                    <a:spcPts val="300"/>
                  </a:spcAft>
                  <a:tabLst>
                    <a:tab pos="2057400" algn="l"/>
                  </a:tabLst>
                </a:pPr>
                <a:r>
                  <a:rPr lang="en-GB" sz="2800" dirty="0">
                    <a:solidFill>
                      <a:srgbClr val="002060"/>
                    </a:solidFill>
                  </a:rPr>
                  <a:t>These </a:t>
                </a:r>
                <a14:m>
                  <m:oMath xmlns:m="http://schemas.openxmlformats.org/officeDocument/2006/math">
                    <m:r>
                      <a:rPr lang="en-GB" sz="2800" i="1" dirty="0" smtClean="0">
                        <a:solidFill>
                          <a:srgbClr val="002060"/>
                        </a:solidFill>
                        <a:latin typeface="Cambria Math" panose="02040503050406030204" pitchFamily="18" charset="0"/>
                      </a:rPr>
                      <m:t>2</m:t>
                    </m:r>
                  </m:oMath>
                </a14:m>
                <a:r>
                  <a:rPr lang="en-GB" sz="2800" dirty="0">
                    <a:solidFill>
                      <a:srgbClr val="002060"/>
                    </a:solidFill>
                  </a:rPr>
                  <a:t> extra days can be </a:t>
                </a:r>
              </a:p>
            </p:txBody>
          </p:sp>
        </mc:Choice>
        <mc:Fallback xmlns="">
          <p:sp>
            <p:nvSpPr>
              <p:cNvPr id="71" name="TextBox 70">
                <a:extLst>
                  <a:ext uri="{FF2B5EF4-FFF2-40B4-BE49-F238E27FC236}">
                    <a16:creationId xmlns:a16="http://schemas.microsoft.com/office/drawing/2014/main" id="{B149704E-AFA9-48FE-AFF2-209E2AD420EC}"/>
                  </a:ext>
                </a:extLst>
              </p:cNvPr>
              <p:cNvSpPr txBox="1">
                <a:spLocks noRot="1" noChangeAspect="1" noMove="1" noResize="1" noEditPoints="1" noAdjustHandles="1" noChangeArrowheads="1" noChangeShapeType="1" noTextEdit="1"/>
              </p:cNvSpPr>
              <p:nvPr/>
            </p:nvSpPr>
            <p:spPr>
              <a:xfrm>
                <a:off x="1594215" y="2696508"/>
                <a:ext cx="4011521" cy="523220"/>
              </a:xfrm>
              <a:prstGeom prst="rect">
                <a:avLst/>
              </a:prstGeom>
              <a:blipFill>
                <a:blip r:embed="rId10"/>
                <a:stretch>
                  <a:fillRect l="-3191"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843D337E-A84A-4277-8F15-63FD7B842748}"/>
                  </a:ext>
                </a:extLst>
              </p:cNvPr>
              <p:cNvSpPr txBox="1"/>
              <p:nvPr/>
            </p:nvSpPr>
            <p:spPr>
              <a:xfrm>
                <a:off x="1630182" y="5131064"/>
                <a:ext cx="6548293" cy="523220"/>
              </a:xfrm>
              <a:prstGeom prst="rect">
                <a:avLst/>
              </a:prstGeom>
              <a:noFill/>
            </p:spPr>
            <p:txBody>
              <a:bodyPr wrap="square" rtlCol="0">
                <a:spAutoFit/>
              </a:bodyPr>
              <a:lstStyle/>
              <a:p>
                <a:r>
                  <a:rPr lang="en-GB" sz="2800" dirty="0">
                    <a:solidFill>
                      <a:srgbClr val="002060"/>
                    </a:solidFill>
                  </a:rPr>
                  <a:t>So, there are total </a:t>
                </a:r>
                <a14:m>
                  <m:oMath xmlns:m="http://schemas.openxmlformats.org/officeDocument/2006/math">
                    <m:r>
                      <a:rPr lang="en-GB" sz="2800" i="1" dirty="0" smtClean="0">
                        <a:solidFill>
                          <a:srgbClr val="002060"/>
                        </a:solidFill>
                        <a:latin typeface="Cambria Math" panose="02040503050406030204" pitchFamily="18" charset="0"/>
                      </a:rPr>
                      <m:t>7</m:t>
                    </m:r>
                  </m:oMath>
                </a14:m>
                <a:r>
                  <a:rPr lang="en-GB" sz="2800" dirty="0">
                    <a:solidFill>
                      <a:srgbClr val="002060"/>
                    </a:solidFill>
                  </a:rPr>
                  <a:t> possibilities out of which</a:t>
                </a:r>
                <a:endParaRPr lang="en-IN" sz="2800" dirty="0">
                  <a:solidFill>
                    <a:srgbClr val="002060"/>
                  </a:solidFill>
                </a:endParaRPr>
              </a:p>
            </p:txBody>
          </p:sp>
        </mc:Choice>
        <mc:Fallback xmlns="">
          <p:sp>
            <p:nvSpPr>
              <p:cNvPr id="72" name="TextBox 71">
                <a:extLst>
                  <a:ext uri="{FF2B5EF4-FFF2-40B4-BE49-F238E27FC236}">
                    <a16:creationId xmlns:a16="http://schemas.microsoft.com/office/drawing/2014/main" id="{843D337E-A84A-4277-8F15-63FD7B842748}"/>
                  </a:ext>
                </a:extLst>
              </p:cNvPr>
              <p:cNvSpPr txBox="1">
                <a:spLocks noRot="1" noChangeAspect="1" noMove="1" noResize="1" noEditPoints="1" noAdjustHandles="1" noChangeArrowheads="1" noChangeShapeType="1" noTextEdit="1"/>
              </p:cNvSpPr>
              <p:nvPr/>
            </p:nvSpPr>
            <p:spPr>
              <a:xfrm>
                <a:off x="1630182" y="5131064"/>
                <a:ext cx="6548293" cy="523220"/>
              </a:xfrm>
              <a:prstGeom prst="rect">
                <a:avLst/>
              </a:prstGeom>
              <a:blipFill>
                <a:blip r:embed="rId11"/>
                <a:stretch>
                  <a:fillRect l="-1860"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9C883CB6-E5AA-4203-B97E-3295CE51C7B0}"/>
                  </a:ext>
                </a:extLst>
              </p:cNvPr>
              <p:cNvSpPr txBox="1"/>
              <p:nvPr/>
            </p:nvSpPr>
            <p:spPr>
              <a:xfrm>
                <a:off x="8085403" y="5131064"/>
                <a:ext cx="2585897" cy="523220"/>
              </a:xfrm>
              <a:prstGeom prst="rect">
                <a:avLst/>
              </a:prstGeom>
              <a:noFill/>
            </p:spPr>
            <p:txBody>
              <a:bodyPr wrap="square" rtlCol="0">
                <a:spAutoFit/>
              </a:bodyPr>
              <a:lstStyle/>
              <a:p>
                <a14:m>
                  <m:oMath xmlns:m="http://schemas.openxmlformats.org/officeDocument/2006/math">
                    <m:r>
                      <a:rPr lang="en-IN" sz="2800" b="0" i="1" dirty="0" smtClean="0">
                        <a:solidFill>
                          <a:srgbClr val="002060"/>
                        </a:solidFill>
                        <a:latin typeface="Cambria Math" panose="02040503050406030204" pitchFamily="18" charset="0"/>
                      </a:rPr>
                      <m:t>2</m:t>
                    </m:r>
                  </m:oMath>
                </a14:m>
                <a:r>
                  <a:rPr lang="en-GB" sz="2800" dirty="0">
                    <a:solidFill>
                      <a:srgbClr val="002060"/>
                    </a:solidFill>
                  </a:rPr>
                  <a:t> have a Sunday.</a:t>
                </a:r>
                <a:endParaRPr lang="en-IN" sz="2800" dirty="0">
                  <a:solidFill>
                    <a:srgbClr val="002060"/>
                  </a:solidFill>
                </a:endParaRPr>
              </a:p>
            </p:txBody>
          </p:sp>
        </mc:Choice>
        <mc:Fallback xmlns="">
          <p:sp>
            <p:nvSpPr>
              <p:cNvPr id="73" name="TextBox 72">
                <a:extLst>
                  <a:ext uri="{FF2B5EF4-FFF2-40B4-BE49-F238E27FC236}">
                    <a16:creationId xmlns:a16="http://schemas.microsoft.com/office/drawing/2014/main" id="{9C883CB6-E5AA-4203-B97E-3295CE51C7B0}"/>
                  </a:ext>
                </a:extLst>
              </p:cNvPr>
              <p:cNvSpPr txBox="1">
                <a:spLocks noRot="1" noChangeAspect="1" noMove="1" noResize="1" noEditPoints="1" noAdjustHandles="1" noChangeArrowheads="1" noChangeShapeType="1" noTextEdit="1"/>
              </p:cNvSpPr>
              <p:nvPr/>
            </p:nvSpPr>
            <p:spPr>
              <a:xfrm>
                <a:off x="8085403" y="5131064"/>
                <a:ext cx="2585897" cy="523220"/>
              </a:xfrm>
              <a:prstGeom prst="rect">
                <a:avLst/>
              </a:prstGeom>
              <a:blipFill>
                <a:blip r:embed="rId12"/>
                <a:stretch>
                  <a:fillRect t="-11628" r="-2824" b="-32558"/>
                </a:stretch>
              </a:blipFill>
            </p:spPr>
            <p:txBody>
              <a:bodyPr/>
              <a:lstStyle/>
              <a:p>
                <a:r>
                  <a:rPr lang="en-IN">
                    <a:noFill/>
                  </a:rPr>
                  <a:t> </a:t>
                </a:r>
              </a:p>
            </p:txBody>
          </p:sp>
        </mc:Fallback>
      </mc:AlternateContent>
      <p:sp>
        <p:nvSpPr>
          <p:cNvPr id="74" name="Rectangle: Rounded Corners 73">
            <a:extLst>
              <a:ext uri="{FF2B5EF4-FFF2-40B4-BE49-F238E27FC236}">
                <a16:creationId xmlns:a16="http://schemas.microsoft.com/office/drawing/2014/main" id="{1611AED6-43A7-46C8-AD57-83F095674FD0}"/>
              </a:ext>
            </a:extLst>
          </p:cNvPr>
          <p:cNvSpPr/>
          <p:nvPr/>
        </p:nvSpPr>
        <p:spPr>
          <a:xfrm>
            <a:off x="1984130" y="3352535"/>
            <a:ext cx="1812171" cy="44495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15390119-F8B1-422F-BD88-6FD1F2076493}"/>
                  </a:ext>
                </a:extLst>
              </p:cNvPr>
              <p:cNvSpPr txBox="1"/>
              <p:nvPr/>
            </p:nvSpPr>
            <p:spPr>
              <a:xfrm>
                <a:off x="1594218" y="5876442"/>
                <a:ext cx="5740032" cy="523220"/>
              </a:xfrm>
              <a:prstGeom prst="rect">
                <a:avLst/>
              </a:prstGeom>
              <a:noFill/>
            </p:spPr>
            <p:txBody>
              <a:bodyPr wrap="square">
                <a:spAutoFit/>
              </a:bodyPr>
              <a:lstStyle/>
              <a:p>
                <a:r>
                  <a:rPr lang="en-GB" sz="2800" dirty="0">
                    <a:solidFill>
                      <a:srgbClr val="002060"/>
                    </a:solidFill>
                  </a:rPr>
                  <a:t>So, the probability of </a:t>
                </a:r>
                <a14:m>
                  <m:oMath xmlns:m="http://schemas.openxmlformats.org/officeDocument/2006/math">
                    <m:r>
                      <a:rPr lang="en-GB" sz="2800" i="1" dirty="0" smtClean="0">
                        <a:solidFill>
                          <a:srgbClr val="002060"/>
                        </a:solidFill>
                        <a:latin typeface="Cambria Math" panose="02040503050406030204" pitchFamily="18" charset="0"/>
                      </a:rPr>
                      <m:t>5</m:t>
                    </m:r>
                  </m:oMath>
                </a14:m>
                <a:r>
                  <a:rPr lang="en-GB" sz="2800" dirty="0">
                    <a:solidFill>
                      <a:srgbClr val="002060"/>
                    </a:solidFill>
                  </a:rPr>
                  <a:t> Sundays in June</a:t>
                </a:r>
                <a:endParaRPr lang="en-IN" sz="2800" dirty="0">
                  <a:solidFill>
                    <a:srgbClr val="002060"/>
                  </a:solidFill>
                </a:endParaRPr>
              </a:p>
            </p:txBody>
          </p:sp>
        </mc:Choice>
        <mc:Fallback xmlns="">
          <p:sp>
            <p:nvSpPr>
              <p:cNvPr id="76" name="TextBox 75">
                <a:extLst>
                  <a:ext uri="{FF2B5EF4-FFF2-40B4-BE49-F238E27FC236}">
                    <a16:creationId xmlns:a16="http://schemas.microsoft.com/office/drawing/2014/main" id="{15390119-F8B1-422F-BD88-6FD1F2076493}"/>
                  </a:ext>
                </a:extLst>
              </p:cNvPr>
              <p:cNvSpPr txBox="1">
                <a:spLocks noRot="1" noChangeAspect="1" noMove="1" noResize="1" noEditPoints="1" noAdjustHandles="1" noChangeArrowheads="1" noChangeShapeType="1" noTextEdit="1"/>
              </p:cNvSpPr>
              <p:nvPr/>
            </p:nvSpPr>
            <p:spPr>
              <a:xfrm>
                <a:off x="1594218" y="5876442"/>
                <a:ext cx="5740032" cy="523220"/>
              </a:xfrm>
              <a:prstGeom prst="rect">
                <a:avLst/>
              </a:prstGeom>
              <a:blipFill>
                <a:blip r:embed="rId13"/>
                <a:stretch>
                  <a:fillRect l="-2232" t="-11628" r="-744"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ACAD871F-836C-45CD-9ECE-4E29DE778147}"/>
                  </a:ext>
                </a:extLst>
              </p:cNvPr>
              <p:cNvSpPr txBox="1"/>
              <p:nvPr/>
            </p:nvSpPr>
            <p:spPr>
              <a:xfrm>
                <a:off x="7176644" y="5667924"/>
                <a:ext cx="979281" cy="940257"/>
              </a:xfrm>
              <a:prstGeom prst="rect">
                <a:avLst/>
              </a:prstGeom>
              <a:noFill/>
            </p:spPr>
            <p:txBody>
              <a:bodyPr wrap="square">
                <a:spAutoFit/>
              </a:bodyPr>
              <a:lstStyle/>
              <a:p>
                <a:pPr>
                  <a:spcAft>
                    <a:spcPts val="300"/>
                  </a:spcAft>
                </a:pPr>
                <a14:m>
                  <m:oMathPara xmlns:m="http://schemas.openxmlformats.org/officeDocument/2006/math">
                    <m:oMathParaPr>
                      <m:jc m:val="left"/>
                    </m:oMathParaPr>
                    <m:oMath xmlns:m="http://schemas.openxmlformats.org/officeDocument/2006/math">
                      <m:r>
                        <a:rPr lang="en-GB" sz="2800" smtClean="0">
                          <a:solidFill>
                            <a:srgbClr val="002060"/>
                          </a:solidFill>
                          <a:latin typeface="Cambria Math" panose="02040503050406030204" pitchFamily="18" charset="0"/>
                        </a:rPr>
                        <m:t>=</m:t>
                      </m:r>
                      <m:f>
                        <m:fPr>
                          <m:ctrlPr>
                            <a:rPr lang="en-GB" sz="2800" b="0" i="1" smtClean="0">
                              <a:solidFill>
                                <a:srgbClr val="002060"/>
                              </a:solidFill>
                              <a:latin typeface="Cambria Math" panose="02040503050406030204" pitchFamily="18" charset="0"/>
                            </a:rPr>
                          </m:ctrlPr>
                        </m:fPr>
                        <m:num>
                          <m:r>
                            <a:rPr lang="en-GB" sz="2800" b="0" i="1" smtClean="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2</m:t>
                          </m:r>
                          <m:r>
                            <a:rPr lang="en-GB" sz="2800" b="0" i="1" smtClean="0">
                              <a:solidFill>
                                <a:srgbClr val="002060"/>
                              </a:solidFill>
                              <a:latin typeface="Cambria Math" panose="02040503050406030204" pitchFamily="18" charset="0"/>
                            </a:rPr>
                            <m:t> </m:t>
                          </m:r>
                        </m:num>
                        <m:den>
                          <m:r>
                            <a:rPr lang="en-GB" sz="2800" b="0" i="1" smtClean="0">
                              <a:solidFill>
                                <a:srgbClr val="002060"/>
                              </a:solidFill>
                              <a:latin typeface="Cambria Math" panose="02040503050406030204" pitchFamily="18" charset="0"/>
                            </a:rPr>
                            <m:t> 7 </m:t>
                          </m:r>
                        </m:den>
                      </m:f>
                    </m:oMath>
                  </m:oMathPara>
                </a14:m>
                <a:endParaRPr lang="en-IN" sz="2800" dirty="0">
                  <a:solidFill>
                    <a:srgbClr val="002060"/>
                  </a:solidFill>
                </a:endParaRPr>
              </a:p>
            </p:txBody>
          </p:sp>
        </mc:Choice>
        <mc:Fallback xmlns="">
          <p:sp>
            <p:nvSpPr>
              <p:cNvPr id="77" name="TextBox 76">
                <a:extLst>
                  <a:ext uri="{FF2B5EF4-FFF2-40B4-BE49-F238E27FC236}">
                    <a16:creationId xmlns:a16="http://schemas.microsoft.com/office/drawing/2014/main" id="{ACAD871F-836C-45CD-9ECE-4E29DE778147}"/>
                  </a:ext>
                </a:extLst>
              </p:cNvPr>
              <p:cNvSpPr txBox="1">
                <a:spLocks noRot="1" noChangeAspect="1" noMove="1" noResize="1" noEditPoints="1" noAdjustHandles="1" noChangeArrowheads="1" noChangeShapeType="1" noTextEdit="1"/>
              </p:cNvSpPr>
              <p:nvPr/>
            </p:nvSpPr>
            <p:spPr>
              <a:xfrm>
                <a:off x="7176644" y="5667924"/>
                <a:ext cx="979281" cy="940257"/>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4D785888-0CD1-44F6-807C-047DDC30CBBF}"/>
                  </a:ext>
                </a:extLst>
              </p:cNvPr>
              <p:cNvSpPr txBox="1"/>
              <p:nvPr/>
            </p:nvSpPr>
            <p:spPr>
              <a:xfrm>
                <a:off x="131175" y="1386496"/>
                <a:ext cx="11929645" cy="523220"/>
              </a:xfrm>
              <a:prstGeom prst="rect">
                <a:avLst/>
              </a:prstGeom>
              <a:noFill/>
            </p:spPr>
            <p:txBody>
              <a:bodyPr wrap="square">
                <a:spAutoFit/>
              </a:bodyPr>
              <a:lstStyle/>
              <a:p>
                <a:pPr lvl="0">
                  <a:lnSpc>
                    <a:spcPct val="100000"/>
                  </a:lnSpc>
                </a:pPr>
                <a:r>
                  <a:rPr lang="en-US" sz="2800" b="1" dirty="0">
                    <a:solidFill>
                      <a:schemeClr val="bg1"/>
                    </a:solidFill>
                  </a:rPr>
                  <a:t>(2)</a:t>
                </a:r>
                <a:r>
                  <a:rPr lang="en-US" sz="2800" dirty="0">
                    <a:solidFill>
                      <a:schemeClr val="bg1"/>
                    </a:solidFill>
                  </a:rPr>
                  <a:t>  Find the probability that there will be </a:t>
                </a:r>
                <a14:m>
                  <m:oMath xmlns:m="http://schemas.openxmlformats.org/officeDocument/2006/math">
                    <m:r>
                      <a:rPr lang="en-US" sz="2800">
                        <a:solidFill>
                          <a:schemeClr val="bg1"/>
                        </a:solidFill>
                        <a:latin typeface="Cambria Math" panose="02040503050406030204" pitchFamily="18" charset="0"/>
                      </a:rPr>
                      <m:t>5</m:t>
                    </m:r>
                  </m:oMath>
                </a14:m>
                <a:r>
                  <a:rPr lang="en-US" sz="2800" dirty="0">
                    <a:solidFill>
                      <a:schemeClr val="bg1"/>
                    </a:solidFill>
                  </a:rPr>
                  <a:t> Sundays in the month of June.</a:t>
                </a:r>
                <a:endParaRPr lang="en-IN" sz="2800" dirty="0">
                  <a:solidFill>
                    <a:schemeClr val="bg1"/>
                  </a:solidFill>
                </a:endParaRPr>
              </a:p>
            </p:txBody>
          </p:sp>
        </mc:Choice>
        <mc:Fallback xmlns="">
          <p:sp>
            <p:nvSpPr>
              <p:cNvPr id="116" name="TextBox 115">
                <a:extLst>
                  <a:ext uri="{FF2B5EF4-FFF2-40B4-BE49-F238E27FC236}">
                    <a16:creationId xmlns:a16="http://schemas.microsoft.com/office/drawing/2014/main" id="{4D785888-0CD1-44F6-807C-047DDC30CBBF}"/>
                  </a:ext>
                </a:extLst>
              </p:cNvPr>
              <p:cNvSpPr txBox="1">
                <a:spLocks noRot="1" noChangeAspect="1" noMove="1" noResize="1" noEditPoints="1" noAdjustHandles="1" noChangeArrowheads="1" noChangeShapeType="1" noTextEdit="1"/>
              </p:cNvSpPr>
              <p:nvPr/>
            </p:nvSpPr>
            <p:spPr>
              <a:xfrm>
                <a:off x="131175" y="1386496"/>
                <a:ext cx="11929645" cy="523220"/>
              </a:xfrm>
              <a:prstGeom prst="rect">
                <a:avLst/>
              </a:prstGeom>
              <a:blipFill>
                <a:blip r:embed="rId15"/>
                <a:stretch>
                  <a:fillRect l="-1074" t="-10465" b="-32558"/>
                </a:stretch>
              </a:blipFill>
            </p:spPr>
            <p:txBody>
              <a:bodyPr/>
              <a:lstStyle/>
              <a:p>
                <a:r>
                  <a:rPr lang="en-IN">
                    <a:noFill/>
                  </a:rPr>
                  <a:t> </a:t>
                </a:r>
              </a:p>
            </p:txBody>
          </p:sp>
        </mc:Fallback>
      </mc:AlternateContent>
      <p:sp>
        <p:nvSpPr>
          <p:cNvPr id="118" name="Rectangle: Rounded Corners 117">
            <a:extLst>
              <a:ext uri="{FF2B5EF4-FFF2-40B4-BE49-F238E27FC236}">
                <a16:creationId xmlns:a16="http://schemas.microsoft.com/office/drawing/2014/main" id="{DF151772-D2E5-46B7-A404-2564A6BEF0C0}"/>
              </a:ext>
            </a:extLst>
          </p:cNvPr>
          <p:cNvSpPr/>
          <p:nvPr/>
        </p:nvSpPr>
        <p:spPr>
          <a:xfrm>
            <a:off x="7450515" y="3348494"/>
            <a:ext cx="1812171" cy="44495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42058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childTnLst>
                          </p:cTn>
                        </p:par>
                        <p:par>
                          <p:cTn id="15" fill="hold">
                            <p:stCondLst>
                              <p:cond delay="0"/>
                            </p:stCondLst>
                            <p:childTnLst>
                              <p:par>
                                <p:cTn id="16" presetID="22" presetClass="entr" presetSubtype="4" fill="hold" nodeType="afterEffect">
                                  <p:stCondLst>
                                    <p:cond delay="500"/>
                                  </p:stCondLst>
                                  <p:childTnLst>
                                    <p:set>
                                      <p:cBhvr>
                                        <p:cTn id="17" dur="1" fill="hold">
                                          <p:stCondLst>
                                            <p:cond delay="0"/>
                                          </p:stCondLst>
                                        </p:cTn>
                                        <p:tgtEl>
                                          <p:spTgt spid="56"/>
                                        </p:tgtEl>
                                        <p:attrNameLst>
                                          <p:attrName>style.visibility</p:attrName>
                                        </p:attrNameLst>
                                      </p:cBhvr>
                                      <p:to>
                                        <p:strVal val="visible"/>
                                      </p:to>
                                    </p:set>
                                    <p:animEffect transition="in" filter="wipe(down)">
                                      <p:cBhvr>
                                        <p:cTn id="18" dur="500"/>
                                        <p:tgtEl>
                                          <p:spTgt spid="56"/>
                                        </p:tgtEl>
                                      </p:cBhvr>
                                    </p:animEffect>
                                  </p:childTnLst>
                                </p:cTn>
                              </p:par>
                            </p:childTnLst>
                          </p:cTn>
                        </p:par>
                        <p:par>
                          <p:cTn id="19" fill="hold">
                            <p:stCondLst>
                              <p:cond delay="1000"/>
                            </p:stCondLst>
                            <p:childTnLst>
                              <p:par>
                                <p:cTn id="20" presetID="22" presetClass="entr" presetSubtype="8" fill="hold" nodeType="afterEffect">
                                  <p:stCondLst>
                                    <p:cond delay="250"/>
                                  </p:stCondLst>
                                  <p:childTnLst>
                                    <p:set>
                                      <p:cBhvr>
                                        <p:cTn id="21" dur="1" fill="hold">
                                          <p:stCondLst>
                                            <p:cond delay="0"/>
                                          </p:stCondLst>
                                        </p:cTn>
                                        <p:tgtEl>
                                          <p:spTgt spid="57"/>
                                        </p:tgtEl>
                                        <p:attrNameLst>
                                          <p:attrName>style.visibility</p:attrName>
                                        </p:attrNameLst>
                                      </p:cBhvr>
                                      <p:to>
                                        <p:strVal val="visible"/>
                                      </p:to>
                                    </p:set>
                                    <p:animEffect transition="in" filter="wipe(left)">
                                      <p:cBhvr>
                                        <p:cTn id="22" dur="500"/>
                                        <p:tgtEl>
                                          <p:spTgt spid="57"/>
                                        </p:tgtEl>
                                      </p:cBhvr>
                                    </p:animEffect>
                                  </p:childTnLst>
                                </p:cTn>
                              </p:par>
                            </p:childTnLst>
                          </p:cTn>
                        </p:par>
                        <p:par>
                          <p:cTn id="23" fill="hold">
                            <p:stCondLst>
                              <p:cond delay="1750"/>
                            </p:stCondLst>
                            <p:childTnLst>
                              <p:par>
                                <p:cTn id="24" presetID="1" presetClass="entr" presetSubtype="0" fill="hold" grpId="0" nodeType="afterEffect">
                                  <p:stCondLst>
                                    <p:cond delay="250"/>
                                  </p:stCondLst>
                                  <p:childTnLst>
                                    <p:set>
                                      <p:cBhvr>
                                        <p:cTn id="25" dur="1" fill="hold">
                                          <p:stCondLst>
                                            <p:cond delay="0"/>
                                          </p:stCondLst>
                                        </p:cTn>
                                        <p:tgtEl>
                                          <p:spTgt spid="5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60"/>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500"/>
                                  </p:stCondLst>
                                  <p:childTnLst>
                                    <p:set>
                                      <p:cBhvr>
                                        <p:cTn id="32" dur="1" fill="hold">
                                          <p:stCondLst>
                                            <p:cond delay="0"/>
                                          </p:stCondLst>
                                        </p:cTn>
                                        <p:tgtEl>
                                          <p:spTgt spid="61"/>
                                        </p:tgtEl>
                                        <p:attrNameLst>
                                          <p:attrName>style.visibility</p:attrName>
                                        </p:attrNameLst>
                                      </p:cBhvr>
                                      <p:to>
                                        <p:strVal val="visible"/>
                                      </p:to>
                                    </p:set>
                                  </p:childTnLst>
                                </p:cTn>
                              </p:par>
                            </p:childTnLst>
                          </p:cTn>
                        </p:par>
                        <p:par>
                          <p:cTn id="33" fill="hold">
                            <p:stCondLst>
                              <p:cond delay="500"/>
                            </p:stCondLst>
                            <p:childTnLst>
                              <p:par>
                                <p:cTn id="34" presetID="1" presetClass="entr" presetSubtype="0" fill="hold" grpId="0" nodeType="afterEffect">
                                  <p:stCondLst>
                                    <p:cond delay="500"/>
                                  </p:stCondLst>
                                  <p:childTnLst>
                                    <p:set>
                                      <p:cBhvr>
                                        <p:cTn id="35" dur="1" fill="hold">
                                          <p:stCondLst>
                                            <p:cond delay="0"/>
                                          </p:stCondLst>
                                        </p:cTn>
                                        <p:tgtEl>
                                          <p:spTgt spid="6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63"/>
                                        </p:tgtEl>
                                        <p:attrNameLst>
                                          <p:attrName>style.visibility</p:attrName>
                                        </p:attrNameLst>
                                      </p:cBhvr>
                                      <p:to>
                                        <p:strVal val="visible"/>
                                      </p:to>
                                    </p:set>
                                    <p:animEffect transition="in" filter="wipe(left)">
                                      <p:cBhvr>
                                        <p:cTn id="40" dur="500"/>
                                        <p:tgtEl>
                                          <p:spTgt spid="63"/>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54"/>
                                        </p:tgtEl>
                                        <p:attrNameLst>
                                          <p:attrName>style.visibility</p:attrName>
                                        </p:attrNameLst>
                                      </p:cBhvr>
                                      <p:to>
                                        <p:strVal val="hidden"/>
                                      </p:to>
                                    </p:set>
                                  </p:childTnLst>
                                </p:cTn>
                              </p:par>
                            </p:childTnLst>
                          </p:cTn>
                        </p:par>
                        <p:par>
                          <p:cTn id="53" fill="hold">
                            <p:stCondLst>
                              <p:cond delay="0"/>
                            </p:stCondLst>
                            <p:childTnLst>
                              <p:par>
                                <p:cTn id="54" presetID="1" presetClass="exit" presetSubtype="0" fill="hold" nodeType="afterEffect">
                                  <p:stCondLst>
                                    <p:cond delay="0"/>
                                  </p:stCondLst>
                                  <p:childTnLst>
                                    <p:set>
                                      <p:cBhvr>
                                        <p:cTn id="55" dur="1" fill="hold">
                                          <p:stCondLst>
                                            <p:cond delay="0"/>
                                          </p:stCondLst>
                                        </p:cTn>
                                        <p:tgtEl>
                                          <p:spTgt spid="56"/>
                                        </p:tgtEl>
                                        <p:attrNameLst>
                                          <p:attrName>style.visibility</p:attrName>
                                        </p:attrNameLst>
                                      </p:cBhvr>
                                      <p:to>
                                        <p:strVal val="hidden"/>
                                      </p:to>
                                    </p:set>
                                  </p:childTnLst>
                                </p:cTn>
                              </p:par>
                            </p:childTnLst>
                          </p:cTn>
                        </p:par>
                        <p:par>
                          <p:cTn id="56" fill="hold">
                            <p:stCondLst>
                              <p:cond delay="0"/>
                            </p:stCondLst>
                            <p:childTnLst>
                              <p:par>
                                <p:cTn id="57" presetID="1" presetClass="exit" presetSubtype="0" fill="hold" nodeType="afterEffect">
                                  <p:stCondLst>
                                    <p:cond delay="0"/>
                                  </p:stCondLst>
                                  <p:childTnLst>
                                    <p:set>
                                      <p:cBhvr>
                                        <p:cTn id="58" dur="1" fill="hold">
                                          <p:stCondLst>
                                            <p:cond delay="0"/>
                                          </p:stCondLst>
                                        </p:cTn>
                                        <p:tgtEl>
                                          <p:spTgt spid="57"/>
                                        </p:tgtEl>
                                        <p:attrNameLst>
                                          <p:attrName>style.visibility</p:attrName>
                                        </p:attrNameLst>
                                      </p:cBhvr>
                                      <p:to>
                                        <p:strVal val="hidden"/>
                                      </p:to>
                                    </p:set>
                                  </p:childTnLst>
                                </p:cTn>
                              </p:par>
                            </p:childTnLst>
                          </p:cTn>
                        </p:par>
                        <p:par>
                          <p:cTn id="59" fill="hold">
                            <p:stCondLst>
                              <p:cond delay="0"/>
                            </p:stCondLst>
                            <p:childTnLst>
                              <p:par>
                                <p:cTn id="60" presetID="1" presetClass="exit" presetSubtype="0" fill="hold" grpId="1" nodeType="afterEffect">
                                  <p:stCondLst>
                                    <p:cond delay="0"/>
                                  </p:stCondLst>
                                  <p:childTnLst>
                                    <p:set>
                                      <p:cBhvr>
                                        <p:cTn id="61" dur="1" fill="hold">
                                          <p:stCondLst>
                                            <p:cond delay="0"/>
                                          </p:stCondLst>
                                        </p:cTn>
                                        <p:tgtEl>
                                          <p:spTgt spid="59"/>
                                        </p:tgtEl>
                                        <p:attrNameLst>
                                          <p:attrName>style.visibility</p:attrName>
                                        </p:attrNameLst>
                                      </p:cBhvr>
                                      <p:to>
                                        <p:strVal val="hidden"/>
                                      </p:to>
                                    </p:set>
                                  </p:childTnLst>
                                </p:cTn>
                              </p:par>
                            </p:childTnLst>
                          </p:cTn>
                        </p:par>
                        <p:par>
                          <p:cTn id="62" fill="hold">
                            <p:stCondLst>
                              <p:cond delay="0"/>
                            </p:stCondLst>
                            <p:childTnLst>
                              <p:par>
                                <p:cTn id="63" presetID="1" presetClass="exit" presetSubtype="0" fill="hold" grpId="1" nodeType="afterEffect">
                                  <p:stCondLst>
                                    <p:cond delay="0"/>
                                  </p:stCondLst>
                                  <p:childTnLst>
                                    <p:set>
                                      <p:cBhvr>
                                        <p:cTn id="64" dur="1" fill="hold">
                                          <p:stCondLst>
                                            <p:cond delay="0"/>
                                          </p:stCondLst>
                                        </p:cTn>
                                        <p:tgtEl>
                                          <p:spTgt spid="60"/>
                                        </p:tgtEl>
                                        <p:attrNameLst>
                                          <p:attrName>style.visibility</p:attrName>
                                        </p:attrNameLst>
                                      </p:cBhvr>
                                      <p:to>
                                        <p:strVal val="hidden"/>
                                      </p:to>
                                    </p:set>
                                  </p:childTnLst>
                                </p:cTn>
                              </p:par>
                            </p:childTnLst>
                          </p:cTn>
                        </p:par>
                        <p:par>
                          <p:cTn id="65" fill="hold">
                            <p:stCondLst>
                              <p:cond delay="0"/>
                            </p:stCondLst>
                            <p:childTnLst>
                              <p:par>
                                <p:cTn id="66" presetID="1" presetClass="exit" presetSubtype="0" fill="hold" grpId="1" nodeType="afterEffect">
                                  <p:stCondLst>
                                    <p:cond delay="0"/>
                                  </p:stCondLst>
                                  <p:childTnLst>
                                    <p:set>
                                      <p:cBhvr>
                                        <p:cTn id="67" dur="1" fill="hold">
                                          <p:stCondLst>
                                            <p:cond delay="0"/>
                                          </p:stCondLst>
                                        </p:cTn>
                                        <p:tgtEl>
                                          <p:spTgt spid="61"/>
                                        </p:tgtEl>
                                        <p:attrNameLst>
                                          <p:attrName>style.visibility</p:attrName>
                                        </p:attrNameLst>
                                      </p:cBhvr>
                                      <p:to>
                                        <p:strVal val="hidden"/>
                                      </p:to>
                                    </p:set>
                                  </p:childTnLst>
                                </p:cTn>
                              </p:par>
                            </p:childTnLst>
                          </p:cTn>
                        </p:par>
                        <p:par>
                          <p:cTn id="68" fill="hold">
                            <p:stCondLst>
                              <p:cond delay="0"/>
                            </p:stCondLst>
                            <p:childTnLst>
                              <p:par>
                                <p:cTn id="69" presetID="1" presetClass="exit" presetSubtype="0" fill="hold" grpId="1" nodeType="afterEffect">
                                  <p:stCondLst>
                                    <p:cond delay="0"/>
                                  </p:stCondLst>
                                  <p:childTnLst>
                                    <p:set>
                                      <p:cBhvr>
                                        <p:cTn id="70" dur="1" fill="hold">
                                          <p:stCondLst>
                                            <p:cond delay="0"/>
                                          </p:stCondLst>
                                        </p:cTn>
                                        <p:tgtEl>
                                          <p:spTgt spid="62"/>
                                        </p:tgtEl>
                                        <p:attrNameLst>
                                          <p:attrName>style.visibility</p:attrName>
                                        </p:attrNameLst>
                                      </p:cBhvr>
                                      <p:to>
                                        <p:strVal val="hidden"/>
                                      </p:to>
                                    </p:set>
                                  </p:childTnLst>
                                </p:cTn>
                              </p:par>
                            </p:childTnLst>
                          </p:cTn>
                        </p:par>
                        <p:par>
                          <p:cTn id="71" fill="hold">
                            <p:stCondLst>
                              <p:cond delay="0"/>
                            </p:stCondLst>
                            <p:childTnLst>
                              <p:par>
                                <p:cTn id="72" presetID="1" presetClass="exit" presetSubtype="0" fill="hold" nodeType="afterEffect">
                                  <p:stCondLst>
                                    <p:cond delay="0"/>
                                  </p:stCondLst>
                                  <p:childTnLst>
                                    <p:set>
                                      <p:cBhvr>
                                        <p:cTn id="73" dur="1" fill="hold">
                                          <p:stCondLst>
                                            <p:cond delay="0"/>
                                          </p:stCondLst>
                                        </p:cTn>
                                        <p:tgtEl>
                                          <p:spTgt spid="63"/>
                                        </p:tgtEl>
                                        <p:attrNameLst>
                                          <p:attrName>style.visibility</p:attrName>
                                        </p:attrNameLst>
                                      </p:cBhvr>
                                      <p:to>
                                        <p:strVal val="hidden"/>
                                      </p:to>
                                    </p:set>
                                  </p:childTnLst>
                                </p:cTn>
                              </p:par>
                            </p:childTnLst>
                          </p:cTn>
                        </p:par>
                        <p:par>
                          <p:cTn id="74" fill="hold">
                            <p:stCondLst>
                              <p:cond delay="0"/>
                            </p:stCondLst>
                            <p:childTnLst>
                              <p:par>
                                <p:cTn id="75" presetID="1" presetClass="exit" presetSubtype="0" fill="hold" grpId="1" nodeType="afterEffect">
                                  <p:stCondLst>
                                    <p:cond delay="0"/>
                                  </p:stCondLst>
                                  <p:childTnLst>
                                    <p:set>
                                      <p:cBhvr>
                                        <p:cTn id="76" dur="1" fill="hold">
                                          <p:stCondLst>
                                            <p:cond delay="0"/>
                                          </p:stCondLst>
                                        </p:cTn>
                                        <p:tgtEl>
                                          <p:spTgt spid="64"/>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71">
                                            <p:txEl>
                                              <p:pRg st="0" end="0"/>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46">
                                            <p:txEl>
                                              <p:pRg st="0" end="0"/>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49">
                                            <p:txEl>
                                              <p:pRg st="0" end="0"/>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51">
                                            <p:txEl>
                                              <p:pRg st="0" end="0"/>
                                            </p:txEl>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52">
                                            <p:txEl>
                                              <p:pRg st="0" end="0"/>
                                            </p:txEl>
                                          </p:spTgt>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72"/>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74"/>
                                        </p:tgtEl>
                                        <p:attrNameLst>
                                          <p:attrName>style.visibility</p:attrName>
                                        </p:attrNameLst>
                                      </p:cBhvr>
                                      <p:to>
                                        <p:strVal val="visible"/>
                                      </p:to>
                                    </p:set>
                                    <p:animEffect transition="in" filter="wipe(left)">
                                      <p:cBhvr>
                                        <p:cTn id="117" dur="750"/>
                                        <p:tgtEl>
                                          <p:spTgt spid="74"/>
                                        </p:tgtEl>
                                      </p:cBhvr>
                                    </p:animEffect>
                                  </p:childTnLst>
                                </p:cTn>
                              </p:par>
                            </p:childTnLst>
                          </p:cTn>
                        </p:par>
                        <p:par>
                          <p:cTn id="118" fill="hold">
                            <p:stCondLst>
                              <p:cond delay="750"/>
                            </p:stCondLst>
                            <p:childTnLst>
                              <p:par>
                                <p:cTn id="119" presetID="22" presetClass="entr" presetSubtype="8" fill="hold" grpId="0" nodeType="afterEffect">
                                  <p:stCondLst>
                                    <p:cond delay="0"/>
                                  </p:stCondLst>
                                  <p:childTnLst>
                                    <p:set>
                                      <p:cBhvr>
                                        <p:cTn id="120" dur="1" fill="hold">
                                          <p:stCondLst>
                                            <p:cond delay="0"/>
                                          </p:stCondLst>
                                        </p:cTn>
                                        <p:tgtEl>
                                          <p:spTgt spid="118"/>
                                        </p:tgtEl>
                                        <p:attrNameLst>
                                          <p:attrName>style.visibility</p:attrName>
                                        </p:attrNameLst>
                                      </p:cBhvr>
                                      <p:to>
                                        <p:strVal val="visible"/>
                                      </p:to>
                                    </p:set>
                                    <p:animEffect transition="in" filter="wipe(left)">
                                      <p:cBhvr>
                                        <p:cTn id="121" dur="750"/>
                                        <p:tgtEl>
                                          <p:spTgt spid="118"/>
                                        </p:tgtEl>
                                      </p:cBhvr>
                                    </p:animEffec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grpId="0" nodeType="clickEffect">
                                  <p:stCondLst>
                                    <p:cond delay="0"/>
                                  </p:stCondLst>
                                  <p:childTnLst>
                                    <p:set>
                                      <p:cBhvr>
                                        <p:cTn id="125" dur="1" fill="hold">
                                          <p:stCondLst>
                                            <p:cond delay="0"/>
                                          </p:stCondLst>
                                        </p:cTn>
                                        <p:tgtEl>
                                          <p:spTgt spid="73"/>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0" nodeType="clickEffect">
                                  <p:stCondLst>
                                    <p:cond delay="0"/>
                                  </p:stCondLst>
                                  <p:childTnLst>
                                    <p:set>
                                      <p:cBhvr>
                                        <p:cTn id="129" dur="1" fill="hold">
                                          <p:stCondLst>
                                            <p:cond delay="0"/>
                                          </p:stCondLst>
                                        </p:cTn>
                                        <p:tgtEl>
                                          <p:spTgt spid="76"/>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 presetClass="entr" presetSubtype="0" fill="hold" grpId="0" nodeType="clickEffect">
                                  <p:stCondLst>
                                    <p:cond delay="0"/>
                                  </p:stCondLst>
                                  <p:childTnLst>
                                    <p:set>
                                      <p:cBhvr>
                                        <p:cTn id="133"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3" grpId="0"/>
      <p:bldP spid="54" grpId="0" animBg="1"/>
      <p:bldP spid="54" grpId="1"/>
      <p:bldP spid="55" grpId="0"/>
      <p:bldP spid="59" grpId="0" animBg="1"/>
      <p:bldP spid="59" grpId="1"/>
      <p:bldP spid="60" grpId="0" animBg="1"/>
      <p:bldP spid="60" grpId="1"/>
      <p:bldP spid="61" grpId="0" animBg="1"/>
      <p:bldP spid="61" grpId="1"/>
      <p:bldP spid="62" grpId="0" animBg="1"/>
      <p:bldP spid="62" grpId="1"/>
      <p:bldP spid="64" grpId="0" animBg="1"/>
      <p:bldP spid="64" grpId="1"/>
      <p:bldP spid="72" grpId="0"/>
      <p:bldP spid="73" grpId="0"/>
      <p:bldP spid="74" grpId="0" animBg="1"/>
      <p:bldP spid="76" grpId="0"/>
      <p:bldP spid="77" grpId="0"/>
      <p:bldP spid="118"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1148811"/>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spcAft>
                <a:spcPts val="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US" dirty="0"/>
              <a:t>Do as directed:</a:t>
            </a:r>
            <a:endParaRPr lang="en-IN" dirty="0"/>
          </a:p>
        </p:txBody>
      </p:sp>
      <p:sp>
        <p:nvSpPr>
          <p:cNvPr id="2" name="Title 1"/>
          <p:cNvSpPr>
            <a:spLocks noGrp="1"/>
          </p:cNvSpPr>
          <p:nvPr>
            <p:ph type="title"/>
          </p:nvPr>
        </p:nvSpPr>
        <p:spPr/>
        <p:txBody>
          <a:bodyPr/>
          <a:lstStyle/>
          <a:p>
            <a:r>
              <a:rPr lang="en-GB" dirty="0"/>
              <a:t>Method 2.2 ⇝ Example 8 (</a:t>
            </a:r>
            <a:r>
              <a:rPr lang="en-IN" dirty="0"/>
              <a:t>Continue</a:t>
            </a:r>
            <a:r>
              <a:rPr lang="en-GB" dirty="0"/>
              <a:t>)</a:t>
            </a:r>
            <a:endParaRPr lang="en-US" dirty="0"/>
          </a:p>
        </p:txBody>
      </p:sp>
      <p:sp>
        <p:nvSpPr>
          <p:cNvPr id="4" name="Content Placeholder 2"/>
          <p:cNvSpPr txBox="1">
            <a:spLocks/>
          </p:cNvSpPr>
          <p:nvPr/>
        </p:nvSpPr>
        <p:spPr>
          <a:xfrm>
            <a:off x="131176" y="2175158"/>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4D785888-0CD1-44F6-807C-047DDC30CBBF}"/>
                  </a:ext>
                </a:extLst>
              </p:cNvPr>
              <p:cNvSpPr txBox="1"/>
              <p:nvPr/>
            </p:nvSpPr>
            <p:spPr>
              <a:xfrm>
                <a:off x="131175" y="1386496"/>
                <a:ext cx="11929645" cy="523220"/>
              </a:xfrm>
              <a:prstGeom prst="rect">
                <a:avLst/>
              </a:prstGeom>
              <a:noFill/>
            </p:spPr>
            <p:txBody>
              <a:bodyPr wrap="square">
                <a:spAutoFit/>
              </a:bodyPr>
              <a:lstStyle/>
              <a:p>
                <a:pPr lvl="0">
                  <a:lnSpc>
                    <a:spcPct val="100000"/>
                  </a:lnSpc>
                </a:pPr>
                <a:r>
                  <a:rPr lang="en-US" sz="2800" b="1" dirty="0">
                    <a:solidFill>
                      <a:schemeClr val="bg1"/>
                    </a:solidFill>
                  </a:rPr>
                  <a:t>(3)</a:t>
                </a:r>
                <a:r>
                  <a:rPr lang="en-US" sz="2800" dirty="0">
                    <a:solidFill>
                      <a:schemeClr val="bg1"/>
                    </a:solidFill>
                  </a:rPr>
                  <a:t>  What is the probability that a non-leap year contains </a:t>
                </a:r>
                <a14:m>
                  <m:oMath xmlns:m="http://schemas.openxmlformats.org/officeDocument/2006/math">
                    <m:r>
                      <a:rPr lang="en-US" sz="2800">
                        <a:solidFill>
                          <a:schemeClr val="bg1"/>
                        </a:solidFill>
                        <a:latin typeface="Cambria Math" panose="02040503050406030204" pitchFamily="18" charset="0"/>
                      </a:rPr>
                      <m:t>53</m:t>
                    </m:r>
                  </m:oMath>
                </a14:m>
                <a:r>
                  <a:rPr lang="en-US" sz="2800" dirty="0">
                    <a:solidFill>
                      <a:schemeClr val="bg1"/>
                    </a:solidFill>
                  </a:rPr>
                  <a:t> Sundays?</a:t>
                </a:r>
                <a:endParaRPr lang="en-IN" sz="2800" dirty="0">
                  <a:solidFill>
                    <a:schemeClr val="bg1"/>
                  </a:solidFill>
                </a:endParaRPr>
              </a:p>
            </p:txBody>
          </p:sp>
        </mc:Choice>
        <mc:Fallback xmlns="">
          <p:sp>
            <p:nvSpPr>
              <p:cNvPr id="116" name="TextBox 115">
                <a:extLst>
                  <a:ext uri="{FF2B5EF4-FFF2-40B4-BE49-F238E27FC236}">
                    <a16:creationId xmlns:a16="http://schemas.microsoft.com/office/drawing/2014/main" id="{4D785888-0CD1-44F6-807C-047DDC30CBBF}"/>
                  </a:ext>
                </a:extLst>
              </p:cNvPr>
              <p:cNvSpPr txBox="1">
                <a:spLocks noRot="1" noChangeAspect="1" noMove="1" noResize="1" noEditPoints="1" noAdjustHandles="1" noChangeArrowheads="1" noChangeShapeType="1" noTextEdit="1"/>
              </p:cNvSpPr>
              <p:nvPr/>
            </p:nvSpPr>
            <p:spPr>
              <a:xfrm>
                <a:off x="131175" y="1386496"/>
                <a:ext cx="11929645" cy="523220"/>
              </a:xfrm>
              <a:prstGeom prst="rect">
                <a:avLst/>
              </a:prstGeom>
              <a:blipFill>
                <a:blip r:embed="rId2"/>
                <a:stretch>
                  <a:fillRect l="-1074" t="-10465" b="-32558"/>
                </a:stretch>
              </a:blipFill>
            </p:spPr>
            <p:txBody>
              <a:bodyPr/>
              <a:lstStyle/>
              <a:p>
                <a:r>
                  <a:rPr lang="en-IN">
                    <a:noFill/>
                  </a:rPr>
                  <a:t> </a:t>
                </a:r>
              </a:p>
            </p:txBody>
          </p:sp>
        </mc:Fallback>
      </mc:AlternateContent>
      <p:sp>
        <p:nvSpPr>
          <p:cNvPr id="33" name="TextBox 32">
            <a:extLst>
              <a:ext uri="{FF2B5EF4-FFF2-40B4-BE49-F238E27FC236}">
                <a16:creationId xmlns:a16="http://schemas.microsoft.com/office/drawing/2014/main" id="{83F9F049-B335-4EC8-9B12-99A6B0ED6B78}"/>
              </a:ext>
            </a:extLst>
          </p:cNvPr>
          <p:cNvSpPr txBox="1"/>
          <p:nvPr/>
        </p:nvSpPr>
        <p:spPr>
          <a:xfrm>
            <a:off x="1594217" y="3299344"/>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Sun</a:t>
            </a:r>
            <a:endParaRPr lang="en-IN" sz="2800" dirty="0">
              <a:solidFill>
                <a:srgbClr val="002060"/>
              </a:solidFill>
            </a:endParaRPr>
          </a:p>
        </p:txBody>
      </p:sp>
      <p:sp>
        <p:nvSpPr>
          <p:cNvPr id="34" name="TextBox 33">
            <a:extLst>
              <a:ext uri="{FF2B5EF4-FFF2-40B4-BE49-F238E27FC236}">
                <a16:creationId xmlns:a16="http://schemas.microsoft.com/office/drawing/2014/main" id="{405146D7-A2C1-4EBE-BFC9-56129DBF454B}"/>
              </a:ext>
            </a:extLst>
          </p:cNvPr>
          <p:cNvSpPr txBox="1"/>
          <p:nvPr/>
        </p:nvSpPr>
        <p:spPr>
          <a:xfrm>
            <a:off x="1594217" y="3870099"/>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Mon</a:t>
            </a:r>
            <a:endParaRPr lang="en-IN" sz="2800" dirty="0">
              <a:solidFill>
                <a:srgbClr val="002060"/>
              </a:solidFill>
            </a:endParaRPr>
          </a:p>
        </p:txBody>
      </p:sp>
      <p:sp>
        <p:nvSpPr>
          <p:cNvPr id="35" name="TextBox 34">
            <a:extLst>
              <a:ext uri="{FF2B5EF4-FFF2-40B4-BE49-F238E27FC236}">
                <a16:creationId xmlns:a16="http://schemas.microsoft.com/office/drawing/2014/main" id="{BB631B6F-951F-4771-8683-999B3D67913D}"/>
              </a:ext>
            </a:extLst>
          </p:cNvPr>
          <p:cNvSpPr txBox="1"/>
          <p:nvPr/>
        </p:nvSpPr>
        <p:spPr>
          <a:xfrm>
            <a:off x="1594217" y="4441458"/>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Tue</a:t>
            </a:r>
            <a:endParaRPr lang="en-IN" sz="2800" dirty="0">
              <a:solidFill>
                <a:srgbClr val="002060"/>
              </a:solidFill>
            </a:endParaRPr>
          </a:p>
        </p:txBody>
      </p:sp>
      <p:sp>
        <p:nvSpPr>
          <p:cNvPr id="36" name="TextBox 35">
            <a:extLst>
              <a:ext uri="{FF2B5EF4-FFF2-40B4-BE49-F238E27FC236}">
                <a16:creationId xmlns:a16="http://schemas.microsoft.com/office/drawing/2014/main" id="{76BD1E5C-9A66-4A37-843F-A67EC0B62E9D}"/>
              </a:ext>
            </a:extLst>
          </p:cNvPr>
          <p:cNvSpPr txBox="1"/>
          <p:nvPr/>
        </p:nvSpPr>
        <p:spPr>
          <a:xfrm>
            <a:off x="4393586" y="3299344"/>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Wed</a:t>
            </a:r>
            <a:endParaRPr lang="en-IN" sz="2800" dirty="0">
              <a:solidFill>
                <a:srgbClr val="002060"/>
              </a:solidFill>
            </a:endParaRPr>
          </a:p>
        </p:txBody>
      </p:sp>
      <p:sp>
        <p:nvSpPr>
          <p:cNvPr id="37" name="TextBox 36">
            <a:extLst>
              <a:ext uri="{FF2B5EF4-FFF2-40B4-BE49-F238E27FC236}">
                <a16:creationId xmlns:a16="http://schemas.microsoft.com/office/drawing/2014/main" id="{98D2258F-2741-437A-A81B-8ED3C1132227}"/>
              </a:ext>
            </a:extLst>
          </p:cNvPr>
          <p:cNvSpPr txBox="1"/>
          <p:nvPr/>
        </p:nvSpPr>
        <p:spPr>
          <a:xfrm>
            <a:off x="4393586" y="3870617"/>
            <a:ext cx="2592000" cy="523220"/>
          </a:xfrm>
          <a:prstGeom prst="rect">
            <a:avLst/>
          </a:prstGeom>
          <a:noFill/>
        </p:spPr>
        <p:txBody>
          <a:bodyPr wrap="square" rtlCol="0">
            <a:spAutoFit/>
          </a:bodyPr>
          <a:lstStyle/>
          <a:p>
            <a:pPr algn="ctr">
              <a:spcAft>
                <a:spcPts val="300"/>
              </a:spcAft>
              <a:tabLst>
                <a:tab pos="2057400" algn="l"/>
                <a:tab pos="4130675" algn="l"/>
              </a:tabLst>
            </a:pPr>
            <a:r>
              <a:rPr lang="en-GB" sz="2800" dirty="0">
                <a:solidFill>
                  <a:srgbClr val="002060"/>
                </a:solidFill>
              </a:rPr>
              <a:t>Thu</a:t>
            </a:r>
            <a:endParaRPr lang="en-IN" sz="2800" dirty="0">
              <a:solidFill>
                <a:srgbClr val="002060"/>
              </a:solidFill>
            </a:endParaRPr>
          </a:p>
        </p:txBody>
      </p:sp>
      <p:sp>
        <p:nvSpPr>
          <p:cNvPr id="38" name="TextBox 37">
            <a:extLst>
              <a:ext uri="{FF2B5EF4-FFF2-40B4-BE49-F238E27FC236}">
                <a16:creationId xmlns:a16="http://schemas.microsoft.com/office/drawing/2014/main" id="{C40799EC-AC9E-4400-8393-6F7F624A70E2}"/>
              </a:ext>
            </a:extLst>
          </p:cNvPr>
          <p:cNvSpPr txBox="1"/>
          <p:nvPr/>
        </p:nvSpPr>
        <p:spPr>
          <a:xfrm>
            <a:off x="4393586" y="4441976"/>
            <a:ext cx="2592000" cy="523220"/>
          </a:xfrm>
          <a:prstGeom prst="rect">
            <a:avLst/>
          </a:prstGeom>
          <a:noFill/>
        </p:spPr>
        <p:txBody>
          <a:bodyPr wrap="square" rtlCol="0">
            <a:spAutoFit/>
          </a:bodyPr>
          <a:lstStyle/>
          <a:p>
            <a:pPr algn="ctr">
              <a:spcAft>
                <a:spcPts val="300"/>
              </a:spcAft>
              <a:tabLst>
                <a:tab pos="2057400" algn="l"/>
                <a:tab pos="4130675" algn="l"/>
              </a:tabLst>
            </a:pPr>
            <a:r>
              <a:rPr lang="en-GB" sz="2800" dirty="0">
                <a:solidFill>
                  <a:srgbClr val="002060"/>
                </a:solidFill>
              </a:rPr>
              <a:t>Fri</a:t>
            </a:r>
            <a:endParaRPr lang="en-IN" sz="2800" dirty="0">
              <a:solidFill>
                <a:srgbClr val="002060"/>
              </a:solidFill>
            </a:endParaRPr>
          </a:p>
        </p:txBody>
      </p:sp>
      <p:sp>
        <p:nvSpPr>
          <p:cNvPr id="39" name="TextBox 38">
            <a:extLst>
              <a:ext uri="{FF2B5EF4-FFF2-40B4-BE49-F238E27FC236}">
                <a16:creationId xmlns:a16="http://schemas.microsoft.com/office/drawing/2014/main" id="{3D074148-F7B5-4C96-BC8C-FAD4E54F806D}"/>
              </a:ext>
            </a:extLst>
          </p:cNvPr>
          <p:cNvSpPr txBox="1"/>
          <p:nvPr/>
        </p:nvSpPr>
        <p:spPr>
          <a:xfrm>
            <a:off x="6979291" y="3299344"/>
            <a:ext cx="2592000" cy="523220"/>
          </a:xfrm>
          <a:prstGeom prst="rect">
            <a:avLst/>
          </a:prstGeom>
          <a:noFill/>
        </p:spPr>
        <p:txBody>
          <a:bodyPr wrap="square" rtlCol="0">
            <a:spAutoFit/>
          </a:bodyPr>
          <a:lstStyle/>
          <a:p>
            <a:pPr algn="ctr">
              <a:spcAft>
                <a:spcPts val="300"/>
              </a:spcAft>
              <a:tabLst>
                <a:tab pos="2057400" algn="l"/>
                <a:tab pos="4130675" algn="l"/>
              </a:tabLst>
            </a:pPr>
            <a:r>
              <a:rPr lang="en-GB" sz="2800" dirty="0">
                <a:solidFill>
                  <a:srgbClr val="002060"/>
                </a:solidFill>
              </a:rPr>
              <a:t>Sat</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4875EC91-B5B3-48F4-87D5-0F0CFD7BC681}"/>
                  </a:ext>
                </a:extLst>
              </p:cNvPr>
              <p:cNvSpPr txBox="1"/>
              <p:nvPr/>
            </p:nvSpPr>
            <p:spPr>
              <a:xfrm>
                <a:off x="1594216" y="2173288"/>
                <a:ext cx="4385670" cy="523220"/>
              </a:xfrm>
              <a:prstGeom prst="rect">
                <a:avLst/>
              </a:prstGeom>
              <a:noFill/>
            </p:spPr>
            <p:txBody>
              <a:bodyPr wrap="square" rtlCol="0">
                <a:spAutoFit/>
              </a:bodyPr>
              <a:lstStyle/>
              <a:p>
                <a:r>
                  <a:rPr lang="en-GB" sz="2800" dirty="0">
                    <a:solidFill>
                      <a:srgbClr val="002060"/>
                    </a:solidFill>
                  </a:rPr>
                  <a:t>A non-leap year has </a:t>
                </a:r>
                <a14:m>
                  <m:oMath xmlns:m="http://schemas.openxmlformats.org/officeDocument/2006/math">
                    <m:r>
                      <a:rPr lang="en-GB" sz="2800" i="1" dirty="0" smtClean="0">
                        <a:solidFill>
                          <a:srgbClr val="002060"/>
                        </a:solidFill>
                        <a:latin typeface="Cambria Math" panose="02040503050406030204" pitchFamily="18" charset="0"/>
                      </a:rPr>
                      <m:t>36</m:t>
                    </m:r>
                    <m:r>
                      <a:rPr lang="en-IN" sz="2800" b="0" i="1" dirty="0" smtClean="0">
                        <a:solidFill>
                          <a:srgbClr val="002060"/>
                        </a:solidFill>
                        <a:latin typeface="Cambria Math" panose="02040503050406030204" pitchFamily="18" charset="0"/>
                      </a:rPr>
                      <m:t>5</m:t>
                    </m:r>
                  </m:oMath>
                </a14:m>
                <a:r>
                  <a:rPr lang="en-GB" sz="2800" dirty="0">
                    <a:solidFill>
                      <a:srgbClr val="002060"/>
                    </a:solidFill>
                  </a:rPr>
                  <a:t> days.</a:t>
                </a:r>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4875EC91-B5B3-48F4-87D5-0F0CFD7BC681}"/>
                  </a:ext>
                </a:extLst>
              </p:cNvPr>
              <p:cNvSpPr txBox="1">
                <a:spLocks noRot="1" noChangeAspect="1" noMove="1" noResize="1" noEditPoints="1" noAdjustHandles="1" noChangeArrowheads="1" noChangeShapeType="1" noTextEdit="1"/>
              </p:cNvSpPr>
              <p:nvPr/>
            </p:nvSpPr>
            <p:spPr>
              <a:xfrm>
                <a:off x="1594216" y="2173288"/>
                <a:ext cx="4385670" cy="523220"/>
              </a:xfrm>
              <a:prstGeom prst="rect">
                <a:avLst/>
              </a:prstGeom>
              <a:blipFill>
                <a:blip r:embed="rId3"/>
                <a:stretch>
                  <a:fillRect l="-2921" t="-11765" r="-2503"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2AAEF94C-17F2-4F00-B450-AF0F2501E532}"/>
                  </a:ext>
                </a:extLst>
              </p:cNvPr>
              <p:cNvSpPr txBox="1"/>
              <p:nvPr/>
            </p:nvSpPr>
            <p:spPr>
              <a:xfrm>
                <a:off x="10835099" y="3546390"/>
                <a:ext cx="74167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36</m:t>
                      </m:r>
                      <m:r>
                        <a:rPr lang="en-IN" b="0" i="1" smtClean="0">
                          <a:latin typeface="Cambria Math" panose="02040503050406030204" pitchFamily="18" charset="0"/>
                        </a:rPr>
                        <m:t>5</m:t>
                      </m:r>
                    </m:oMath>
                  </m:oMathPara>
                </a14:m>
                <a:endParaRPr lang="en-IN" dirty="0"/>
              </a:p>
            </p:txBody>
          </p:sp>
        </mc:Choice>
        <mc:Fallback xmlns="">
          <p:sp>
            <p:nvSpPr>
              <p:cNvPr id="41" name="TextBox 40">
                <a:extLst>
                  <a:ext uri="{FF2B5EF4-FFF2-40B4-BE49-F238E27FC236}">
                    <a16:creationId xmlns:a16="http://schemas.microsoft.com/office/drawing/2014/main" id="{2AAEF94C-17F2-4F00-B450-AF0F2501E532}"/>
                  </a:ext>
                </a:extLst>
              </p:cNvPr>
              <p:cNvSpPr txBox="1">
                <a:spLocks noRot="1" noChangeAspect="1" noMove="1" noResize="1" noEditPoints="1" noAdjustHandles="1" noChangeArrowheads="1" noChangeShapeType="1" noTextEdit="1"/>
              </p:cNvSpPr>
              <p:nvPr/>
            </p:nvSpPr>
            <p:spPr>
              <a:xfrm>
                <a:off x="10835099" y="3546390"/>
                <a:ext cx="741674"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1D3EA94D-5D21-4EE4-9DC6-667B9416D270}"/>
                  </a:ext>
                </a:extLst>
              </p:cNvPr>
              <p:cNvSpPr txBox="1"/>
              <p:nvPr/>
            </p:nvSpPr>
            <p:spPr>
              <a:xfrm>
                <a:off x="5865107" y="2175158"/>
                <a:ext cx="6548293" cy="523220"/>
              </a:xfrm>
              <a:prstGeom prst="rect">
                <a:avLst/>
              </a:prstGeom>
              <a:noFill/>
            </p:spPr>
            <p:txBody>
              <a:bodyPr wrap="square" rtlCol="0">
                <a:spAutoFit/>
              </a:bodyPr>
              <a:lstStyle/>
              <a:p>
                <a:r>
                  <a:rPr lang="en-GB" sz="2800" dirty="0">
                    <a:solidFill>
                      <a:srgbClr val="002060"/>
                    </a:solidFill>
                  </a:rPr>
                  <a:t>Which Consist of </a:t>
                </a:r>
                <a14:m>
                  <m:oMath xmlns:m="http://schemas.openxmlformats.org/officeDocument/2006/math">
                    <m:r>
                      <a:rPr lang="en-GB" sz="2800" i="1" dirty="0" smtClean="0">
                        <a:solidFill>
                          <a:srgbClr val="002060"/>
                        </a:solidFill>
                        <a:latin typeface="Cambria Math" panose="02040503050406030204" pitchFamily="18" charset="0"/>
                      </a:rPr>
                      <m:t>52</m:t>
                    </m:r>
                  </m:oMath>
                </a14:m>
                <a:r>
                  <a:rPr lang="en-GB" sz="2800" dirty="0">
                    <a:solidFill>
                      <a:srgbClr val="002060"/>
                    </a:solidFill>
                  </a:rPr>
                  <a:t> weeks and </a:t>
                </a:r>
                <a14:m>
                  <m:oMath xmlns:m="http://schemas.openxmlformats.org/officeDocument/2006/math">
                    <m:r>
                      <a:rPr lang="en-IN" sz="2800" b="0" i="1" dirty="0" smtClean="0">
                        <a:solidFill>
                          <a:srgbClr val="002060"/>
                        </a:solidFill>
                        <a:latin typeface="Cambria Math" panose="02040503050406030204" pitchFamily="18" charset="0"/>
                      </a:rPr>
                      <m:t>1</m:t>
                    </m:r>
                  </m:oMath>
                </a14:m>
                <a:r>
                  <a:rPr lang="en-GB" sz="2800" dirty="0">
                    <a:solidFill>
                      <a:srgbClr val="002060"/>
                    </a:solidFill>
                  </a:rPr>
                  <a:t> extra days.</a:t>
                </a:r>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1D3EA94D-5D21-4EE4-9DC6-667B9416D270}"/>
                  </a:ext>
                </a:extLst>
              </p:cNvPr>
              <p:cNvSpPr txBox="1">
                <a:spLocks noRot="1" noChangeAspect="1" noMove="1" noResize="1" noEditPoints="1" noAdjustHandles="1" noChangeArrowheads="1" noChangeShapeType="1" noTextEdit="1"/>
              </p:cNvSpPr>
              <p:nvPr/>
            </p:nvSpPr>
            <p:spPr>
              <a:xfrm>
                <a:off x="5865107" y="2175158"/>
                <a:ext cx="6548293" cy="523220"/>
              </a:xfrm>
              <a:prstGeom prst="rect">
                <a:avLst/>
              </a:prstGeom>
              <a:blipFill>
                <a:blip r:embed="rId5"/>
                <a:stretch>
                  <a:fillRect l="-1862" t="-11628" b="-32558"/>
                </a:stretch>
              </a:blipFill>
            </p:spPr>
            <p:txBody>
              <a:bodyPr/>
              <a:lstStyle/>
              <a:p>
                <a:r>
                  <a:rPr lang="en-IN">
                    <a:noFill/>
                  </a:rPr>
                  <a:t> </a:t>
                </a:r>
              </a:p>
            </p:txBody>
          </p:sp>
        </mc:Fallback>
      </mc:AlternateContent>
      <p:cxnSp>
        <p:nvCxnSpPr>
          <p:cNvPr id="43" name="Straight Connector 42">
            <a:extLst>
              <a:ext uri="{FF2B5EF4-FFF2-40B4-BE49-F238E27FC236}">
                <a16:creationId xmlns:a16="http://schemas.microsoft.com/office/drawing/2014/main" id="{383E100B-2C23-4873-89E0-4C6551757AD4}"/>
              </a:ext>
            </a:extLst>
          </p:cNvPr>
          <p:cNvCxnSpPr/>
          <p:nvPr/>
        </p:nvCxnSpPr>
        <p:spPr>
          <a:xfrm flipV="1">
            <a:off x="10722066" y="3560350"/>
            <a:ext cx="0" cy="52322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6FABF10-9614-48D6-9DB0-4E382C40ED18}"/>
              </a:ext>
            </a:extLst>
          </p:cNvPr>
          <p:cNvCxnSpPr>
            <a:cxnSpLocks/>
          </p:cNvCxnSpPr>
          <p:nvPr/>
        </p:nvCxnSpPr>
        <p:spPr>
          <a:xfrm>
            <a:off x="10722066" y="3560350"/>
            <a:ext cx="967740" cy="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CD37FDAF-0E9F-4DC3-9AA4-AF06471B6240}"/>
                  </a:ext>
                </a:extLst>
              </p:cNvPr>
              <p:cNvSpPr txBox="1"/>
              <p:nvPr/>
            </p:nvSpPr>
            <p:spPr>
              <a:xfrm>
                <a:off x="10297890" y="3560350"/>
                <a:ext cx="36766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7</m:t>
                      </m:r>
                    </m:oMath>
                  </m:oMathPara>
                </a14:m>
                <a:endParaRPr lang="en-IN" dirty="0"/>
              </a:p>
            </p:txBody>
          </p:sp>
        </mc:Choice>
        <mc:Fallback xmlns="">
          <p:sp>
            <p:nvSpPr>
              <p:cNvPr id="45" name="TextBox 44">
                <a:extLst>
                  <a:ext uri="{FF2B5EF4-FFF2-40B4-BE49-F238E27FC236}">
                    <a16:creationId xmlns:a16="http://schemas.microsoft.com/office/drawing/2014/main" id="{CD37FDAF-0E9F-4DC3-9AA4-AF06471B6240}"/>
                  </a:ext>
                </a:extLst>
              </p:cNvPr>
              <p:cNvSpPr txBox="1">
                <a:spLocks noRot="1" noChangeAspect="1" noMove="1" noResize="1" noEditPoints="1" noAdjustHandles="1" noChangeArrowheads="1" noChangeShapeType="1" noTextEdit="1"/>
              </p:cNvSpPr>
              <p:nvPr/>
            </p:nvSpPr>
            <p:spPr>
              <a:xfrm>
                <a:off x="10297890" y="3560350"/>
                <a:ext cx="36766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6B0800FD-B568-4C42-807A-7E2E0849EAA1}"/>
                  </a:ext>
                </a:extLst>
              </p:cNvPr>
              <p:cNvSpPr txBox="1"/>
              <p:nvPr/>
            </p:nvSpPr>
            <p:spPr>
              <a:xfrm>
                <a:off x="10907490" y="3032039"/>
                <a:ext cx="32702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5</m:t>
                      </m:r>
                    </m:oMath>
                  </m:oMathPara>
                </a14:m>
                <a:endParaRPr lang="en-IN" dirty="0"/>
              </a:p>
            </p:txBody>
          </p:sp>
        </mc:Choice>
        <mc:Fallback xmlns="">
          <p:sp>
            <p:nvSpPr>
              <p:cNvPr id="58" name="TextBox 57">
                <a:extLst>
                  <a:ext uri="{FF2B5EF4-FFF2-40B4-BE49-F238E27FC236}">
                    <a16:creationId xmlns:a16="http://schemas.microsoft.com/office/drawing/2014/main" id="{6B0800FD-B568-4C42-807A-7E2E0849EAA1}"/>
                  </a:ext>
                </a:extLst>
              </p:cNvPr>
              <p:cNvSpPr txBox="1">
                <a:spLocks noRot="1" noChangeAspect="1" noMove="1" noResize="1" noEditPoints="1" noAdjustHandles="1" noChangeArrowheads="1" noChangeShapeType="1" noTextEdit="1"/>
              </p:cNvSpPr>
              <p:nvPr/>
            </p:nvSpPr>
            <p:spPr>
              <a:xfrm>
                <a:off x="10907490" y="3032039"/>
                <a:ext cx="327021"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32CD1115-0638-4B0F-B457-B951A01E4844}"/>
                  </a:ext>
                </a:extLst>
              </p:cNvPr>
              <p:cNvSpPr txBox="1"/>
              <p:nvPr/>
            </p:nvSpPr>
            <p:spPr>
              <a:xfrm>
                <a:off x="10835099" y="3975645"/>
                <a:ext cx="74167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35</m:t>
                      </m:r>
                    </m:oMath>
                  </m:oMathPara>
                </a14:m>
                <a:endParaRPr lang="en-IN" dirty="0"/>
              </a:p>
            </p:txBody>
          </p:sp>
        </mc:Choice>
        <mc:Fallback xmlns="">
          <p:sp>
            <p:nvSpPr>
              <p:cNvPr id="65" name="TextBox 64">
                <a:extLst>
                  <a:ext uri="{FF2B5EF4-FFF2-40B4-BE49-F238E27FC236}">
                    <a16:creationId xmlns:a16="http://schemas.microsoft.com/office/drawing/2014/main" id="{32CD1115-0638-4B0F-B457-B951A01E4844}"/>
                  </a:ext>
                </a:extLst>
              </p:cNvPr>
              <p:cNvSpPr txBox="1">
                <a:spLocks noRot="1" noChangeAspect="1" noMove="1" noResize="1" noEditPoints="1" noAdjustHandles="1" noChangeArrowheads="1" noChangeShapeType="1" noTextEdit="1"/>
              </p:cNvSpPr>
              <p:nvPr/>
            </p:nvSpPr>
            <p:spPr>
              <a:xfrm>
                <a:off x="10835099" y="3975645"/>
                <a:ext cx="741674"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F8EBFE28-9D9E-48C8-AA3D-2A1BE51DF3FE}"/>
                  </a:ext>
                </a:extLst>
              </p:cNvPr>
              <p:cNvSpPr txBox="1"/>
              <p:nvPr/>
            </p:nvSpPr>
            <p:spPr>
              <a:xfrm>
                <a:off x="10536653" y="3959140"/>
                <a:ext cx="42798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m:t>
                      </m:r>
                    </m:oMath>
                  </m:oMathPara>
                </a14:m>
                <a:endParaRPr lang="en-IN" dirty="0"/>
              </a:p>
            </p:txBody>
          </p:sp>
        </mc:Choice>
        <mc:Fallback xmlns="">
          <p:sp>
            <p:nvSpPr>
              <p:cNvPr id="66" name="TextBox 65">
                <a:extLst>
                  <a:ext uri="{FF2B5EF4-FFF2-40B4-BE49-F238E27FC236}">
                    <a16:creationId xmlns:a16="http://schemas.microsoft.com/office/drawing/2014/main" id="{F8EBFE28-9D9E-48C8-AA3D-2A1BE51DF3FE}"/>
                  </a:ext>
                </a:extLst>
              </p:cNvPr>
              <p:cNvSpPr txBox="1">
                <a:spLocks noRot="1" noChangeAspect="1" noMove="1" noResize="1" noEditPoints="1" noAdjustHandles="1" noChangeArrowheads="1" noChangeShapeType="1" noTextEdit="1"/>
              </p:cNvSpPr>
              <p:nvPr/>
            </p:nvSpPr>
            <p:spPr>
              <a:xfrm>
                <a:off x="10536653" y="3959140"/>
                <a:ext cx="427983" cy="523220"/>
              </a:xfrm>
              <a:prstGeom prst="rect">
                <a:avLst/>
              </a:prstGeom>
              <a:blipFill>
                <a:blip r:embed="rId9"/>
                <a:stretch>
                  <a:fillRect/>
                </a:stretch>
              </a:blipFill>
            </p:spPr>
            <p:txBody>
              <a:bodyPr/>
              <a:lstStyle/>
              <a:p>
                <a:r>
                  <a:rPr lang="en-IN">
                    <a:noFill/>
                  </a:rPr>
                  <a:t> </a:t>
                </a:r>
              </a:p>
            </p:txBody>
          </p:sp>
        </mc:Fallback>
      </mc:AlternateContent>
      <p:cxnSp>
        <p:nvCxnSpPr>
          <p:cNvPr id="67" name="Straight Connector 66">
            <a:extLst>
              <a:ext uri="{FF2B5EF4-FFF2-40B4-BE49-F238E27FC236}">
                <a16:creationId xmlns:a16="http://schemas.microsoft.com/office/drawing/2014/main" id="{C8EDF1D7-659D-4001-96E1-A5CC79CCDA85}"/>
              </a:ext>
            </a:extLst>
          </p:cNvPr>
          <p:cNvCxnSpPr>
            <a:cxnSpLocks/>
          </p:cNvCxnSpPr>
          <p:nvPr/>
        </p:nvCxnSpPr>
        <p:spPr>
          <a:xfrm>
            <a:off x="10835099" y="4482360"/>
            <a:ext cx="967740" cy="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2B516D70-1CEE-43DF-99B1-5F22618F093E}"/>
                  </a:ext>
                </a:extLst>
              </p:cNvPr>
              <p:cNvSpPr txBox="1"/>
              <p:nvPr/>
            </p:nvSpPr>
            <p:spPr>
              <a:xfrm>
                <a:off x="11061166" y="4468399"/>
                <a:ext cx="29479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1</m:t>
                      </m:r>
                    </m:oMath>
                  </m:oMathPara>
                </a14:m>
                <a:endParaRPr lang="en-IN" dirty="0"/>
              </a:p>
            </p:txBody>
          </p:sp>
        </mc:Choice>
        <mc:Fallback xmlns="">
          <p:sp>
            <p:nvSpPr>
              <p:cNvPr id="68" name="TextBox 67">
                <a:extLst>
                  <a:ext uri="{FF2B5EF4-FFF2-40B4-BE49-F238E27FC236}">
                    <a16:creationId xmlns:a16="http://schemas.microsoft.com/office/drawing/2014/main" id="{2B516D70-1CEE-43DF-99B1-5F22618F093E}"/>
                  </a:ext>
                </a:extLst>
              </p:cNvPr>
              <p:cNvSpPr txBox="1">
                <a:spLocks noRot="1" noChangeAspect="1" noMove="1" noResize="1" noEditPoints="1" noAdjustHandles="1" noChangeArrowheads="1" noChangeShapeType="1" noTextEdit="1"/>
              </p:cNvSpPr>
              <p:nvPr/>
            </p:nvSpPr>
            <p:spPr>
              <a:xfrm>
                <a:off x="11061166" y="4468399"/>
                <a:ext cx="294790"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A0CE94D5-7688-480E-B260-D18E9F9D7D67}"/>
                  </a:ext>
                </a:extLst>
              </p:cNvPr>
              <p:cNvSpPr txBox="1"/>
              <p:nvPr/>
            </p:nvSpPr>
            <p:spPr>
              <a:xfrm>
                <a:off x="11263082" y="4468398"/>
                <a:ext cx="37465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5</m:t>
                      </m:r>
                    </m:oMath>
                  </m:oMathPara>
                </a14:m>
                <a:endParaRPr lang="en-IN" dirty="0"/>
              </a:p>
            </p:txBody>
          </p:sp>
        </mc:Choice>
        <mc:Fallback xmlns="">
          <p:sp>
            <p:nvSpPr>
              <p:cNvPr id="69" name="TextBox 68">
                <a:extLst>
                  <a:ext uri="{FF2B5EF4-FFF2-40B4-BE49-F238E27FC236}">
                    <a16:creationId xmlns:a16="http://schemas.microsoft.com/office/drawing/2014/main" id="{A0CE94D5-7688-480E-B260-D18E9F9D7D67}"/>
                  </a:ext>
                </a:extLst>
              </p:cNvPr>
              <p:cNvSpPr txBox="1">
                <a:spLocks noRot="1" noChangeAspect="1" noMove="1" noResize="1" noEditPoints="1" noAdjustHandles="1" noChangeArrowheads="1" noChangeShapeType="1" noTextEdit="1"/>
              </p:cNvSpPr>
              <p:nvPr/>
            </p:nvSpPr>
            <p:spPr>
              <a:xfrm>
                <a:off x="11263082" y="4468398"/>
                <a:ext cx="374654"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95E9C082-E56A-4183-910E-1F0F1124BD79}"/>
                  </a:ext>
                </a:extLst>
              </p:cNvPr>
              <p:cNvSpPr txBox="1"/>
              <p:nvPr/>
            </p:nvSpPr>
            <p:spPr>
              <a:xfrm>
                <a:off x="11103964" y="3032529"/>
                <a:ext cx="37465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2</m:t>
                      </m:r>
                    </m:oMath>
                  </m:oMathPara>
                </a14:m>
                <a:endParaRPr lang="en-IN" dirty="0"/>
              </a:p>
            </p:txBody>
          </p:sp>
        </mc:Choice>
        <mc:Fallback xmlns="">
          <p:sp>
            <p:nvSpPr>
              <p:cNvPr id="70" name="TextBox 69">
                <a:extLst>
                  <a:ext uri="{FF2B5EF4-FFF2-40B4-BE49-F238E27FC236}">
                    <a16:creationId xmlns:a16="http://schemas.microsoft.com/office/drawing/2014/main" id="{95E9C082-E56A-4183-910E-1F0F1124BD79}"/>
                  </a:ext>
                </a:extLst>
              </p:cNvPr>
              <p:cNvSpPr txBox="1">
                <a:spLocks noRot="1" noChangeAspect="1" noMove="1" noResize="1" noEditPoints="1" noAdjustHandles="1" noChangeArrowheads="1" noChangeShapeType="1" noTextEdit="1"/>
              </p:cNvSpPr>
              <p:nvPr/>
            </p:nvSpPr>
            <p:spPr>
              <a:xfrm>
                <a:off x="11103964" y="3032529"/>
                <a:ext cx="374654"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4ABC897F-054F-4BE9-AF09-EE0AA3F13FDC}"/>
                  </a:ext>
                </a:extLst>
              </p:cNvPr>
              <p:cNvSpPr txBox="1"/>
              <p:nvPr/>
            </p:nvSpPr>
            <p:spPr>
              <a:xfrm>
                <a:off x="11095528" y="4858290"/>
                <a:ext cx="59077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14</m:t>
                      </m:r>
                    </m:oMath>
                  </m:oMathPara>
                </a14:m>
                <a:endParaRPr lang="en-IN" dirty="0"/>
              </a:p>
            </p:txBody>
          </p:sp>
        </mc:Choice>
        <mc:Fallback xmlns="">
          <p:sp>
            <p:nvSpPr>
              <p:cNvPr id="78" name="TextBox 77">
                <a:extLst>
                  <a:ext uri="{FF2B5EF4-FFF2-40B4-BE49-F238E27FC236}">
                    <a16:creationId xmlns:a16="http://schemas.microsoft.com/office/drawing/2014/main" id="{4ABC897F-054F-4BE9-AF09-EE0AA3F13FDC}"/>
                  </a:ext>
                </a:extLst>
              </p:cNvPr>
              <p:cNvSpPr txBox="1">
                <a:spLocks noRot="1" noChangeAspect="1" noMove="1" noResize="1" noEditPoints="1" noAdjustHandles="1" noChangeArrowheads="1" noChangeShapeType="1" noTextEdit="1"/>
              </p:cNvSpPr>
              <p:nvPr/>
            </p:nvSpPr>
            <p:spPr>
              <a:xfrm>
                <a:off x="11095528" y="4858290"/>
                <a:ext cx="590773"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44DCF3B0-68B3-45B6-A88C-11121BF8FAA2}"/>
                  </a:ext>
                </a:extLst>
              </p:cNvPr>
              <p:cNvSpPr txBox="1"/>
              <p:nvPr/>
            </p:nvSpPr>
            <p:spPr>
              <a:xfrm>
                <a:off x="10817918" y="4849407"/>
                <a:ext cx="42798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m:t>
                      </m:r>
                    </m:oMath>
                  </m:oMathPara>
                </a14:m>
                <a:endParaRPr lang="en-IN" dirty="0"/>
              </a:p>
            </p:txBody>
          </p:sp>
        </mc:Choice>
        <mc:Fallback xmlns="">
          <p:sp>
            <p:nvSpPr>
              <p:cNvPr id="79" name="TextBox 78">
                <a:extLst>
                  <a:ext uri="{FF2B5EF4-FFF2-40B4-BE49-F238E27FC236}">
                    <a16:creationId xmlns:a16="http://schemas.microsoft.com/office/drawing/2014/main" id="{44DCF3B0-68B3-45B6-A88C-11121BF8FAA2}"/>
                  </a:ext>
                </a:extLst>
              </p:cNvPr>
              <p:cNvSpPr txBox="1">
                <a:spLocks noRot="1" noChangeAspect="1" noMove="1" noResize="1" noEditPoints="1" noAdjustHandles="1" noChangeArrowheads="1" noChangeShapeType="1" noTextEdit="1"/>
              </p:cNvSpPr>
              <p:nvPr/>
            </p:nvSpPr>
            <p:spPr>
              <a:xfrm>
                <a:off x="10817918" y="4849407"/>
                <a:ext cx="427983" cy="523220"/>
              </a:xfrm>
              <a:prstGeom prst="rect">
                <a:avLst/>
              </a:prstGeom>
              <a:blipFill>
                <a:blip r:embed="rId14"/>
                <a:stretch>
                  <a:fillRect/>
                </a:stretch>
              </a:blipFill>
            </p:spPr>
            <p:txBody>
              <a:bodyPr/>
              <a:lstStyle/>
              <a:p>
                <a:r>
                  <a:rPr lang="en-IN">
                    <a:noFill/>
                  </a:rPr>
                  <a:t> </a:t>
                </a:r>
              </a:p>
            </p:txBody>
          </p:sp>
        </mc:Fallback>
      </mc:AlternateContent>
      <p:cxnSp>
        <p:nvCxnSpPr>
          <p:cNvPr id="80" name="Straight Connector 79">
            <a:extLst>
              <a:ext uri="{FF2B5EF4-FFF2-40B4-BE49-F238E27FC236}">
                <a16:creationId xmlns:a16="http://schemas.microsoft.com/office/drawing/2014/main" id="{CAC06192-0B46-4563-A736-15A860923718}"/>
              </a:ext>
            </a:extLst>
          </p:cNvPr>
          <p:cNvCxnSpPr>
            <a:cxnSpLocks/>
          </p:cNvCxnSpPr>
          <p:nvPr/>
        </p:nvCxnSpPr>
        <p:spPr>
          <a:xfrm>
            <a:off x="10835099" y="5362467"/>
            <a:ext cx="967740" cy="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809CBA6F-BF57-460F-9954-F0DA3365C22A}"/>
                  </a:ext>
                </a:extLst>
              </p:cNvPr>
              <p:cNvSpPr txBox="1"/>
              <p:nvPr/>
            </p:nvSpPr>
            <p:spPr>
              <a:xfrm>
                <a:off x="11311647" y="5381510"/>
                <a:ext cx="37465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1</m:t>
                      </m:r>
                    </m:oMath>
                  </m:oMathPara>
                </a14:m>
                <a:endParaRPr lang="en-IN" dirty="0"/>
              </a:p>
            </p:txBody>
          </p:sp>
        </mc:Choice>
        <mc:Fallback xmlns="">
          <p:sp>
            <p:nvSpPr>
              <p:cNvPr id="81" name="TextBox 80">
                <a:extLst>
                  <a:ext uri="{FF2B5EF4-FFF2-40B4-BE49-F238E27FC236}">
                    <a16:creationId xmlns:a16="http://schemas.microsoft.com/office/drawing/2014/main" id="{809CBA6F-BF57-460F-9954-F0DA3365C22A}"/>
                  </a:ext>
                </a:extLst>
              </p:cNvPr>
              <p:cNvSpPr txBox="1">
                <a:spLocks noRot="1" noChangeAspect="1" noMove="1" noResize="1" noEditPoints="1" noAdjustHandles="1" noChangeArrowheads="1" noChangeShapeType="1" noTextEdit="1"/>
              </p:cNvSpPr>
              <p:nvPr/>
            </p:nvSpPr>
            <p:spPr>
              <a:xfrm>
                <a:off x="11311647" y="5381510"/>
                <a:ext cx="374654"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D843C875-76E0-4127-B10F-55061D0589E9}"/>
                  </a:ext>
                </a:extLst>
              </p:cNvPr>
              <p:cNvSpPr txBox="1"/>
              <p:nvPr/>
            </p:nvSpPr>
            <p:spPr>
              <a:xfrm>
                <a:off x="1594215" y="2690493"/>
                <a:ext cx="3884923" cy="523220"/>
              </a:xfrm>
              <a:prstGeom prst="rect">
                <a:avLst/>
              </a:prstGeom>
              <a:noFill/>
            </p:spPr>
            <p:txBody>
              <a:bodyPr wrap="square" rtlCol="0">
                <a:spAutoFit/>
              </a:bodyPr>
              <a:lstStyle/>
              <a:p>
                <a:pPr>
                  <a:spcAft>
                    <a:spcPts val="300"/>
                  </a:spcAft>
                  <a:tabLst>
                    <a:tab pos="2057400" algn="l"/>
                  </a:tabLst>
                </a:pPr>
                <a:r>
                  <a:rPr lang="en-GB" sz="2800" dirty="0">
                    <a:solidFill>
                      <a:srgbClr val="002060"/>
                    </a:solidFill>
                  </a:rPr>
                  <a:t>These </a:t>
                </a:r>
                <a14:m>
                  <m:oMath xmlns:m="http://schemas.openxmlformats.org/officeDocument/2006/math">
                    <m:r>
                      <a:rPr lang="en-IN" sz="2800" b="0" i="1" dirty="0" smtClean="0">
                        <a:solidFill>
                          <a:srgbClr val="002060"/>
                        </a:solidFill>
                        <a:latin typeface="Cambria Math" panose="02040503050406030204" pitchFamily="18" charset="0"/>
                      </a:rPr>
                      <m:t>1</m:t>
                    </m:r>
                  </m:oMath>
                </a14:m>
                <a:r>
                  <a:rPr lang="en-GB" sz="2800" dirty="0">
                    <a:solidFill>
                      <a:srgbClr val="002060"/>
                    </a:solidFill>
                  </a:rPr>
                  <a:t> extra days can be </a:t>
                </a:r>
              </a:p>
            </p:txBody>
          </p:sp>
        </mc:Choice>
        <mc:Fallback xmlns="">
          <p:sp>
            <p:nvSpPr>
              <p:cNvPr id="82" name="TextBox 81">
                <a:extLst>
                  <a:ext uri="{FF2B5EF4-FFF2-40B4-BE49-F238E27FC236}">
                    <a16:creationId xmlns:a16="http://schemas.microsoft.com/office/drawing/2014/main" id="{D843C875-76E0-4127-B10F-55061D0589E9}"/>
                  </a:ext>
                </a:extLst>
              </p:cNvPr>
              <p:cNvSpPr txBox="1">
                <a:spLocks noRot="1" noChangeAspect="1" noMove="1" noResize="1" noEditPoints="1" noAdjustHandles="1" noChangeArrowheads="1" noChangeShapeType="1" noTextEdit="1"/>
              </p:cNvSpPr>
              <p:nvPr/>
            </p:nvSpPr>
            <p:spPr>
              <a:xfrm>
                <a:off x="1594215" y="2690493"/>
                <a:ext cx="3884923" cy="523220"/>
              </a:xfrm>
              <a:prstGeom prst="rect">
                <a:avLst/>
              </a:prstGeom>
              <a:blipFill>
                <a:blip r:embed="rId16"/>
                <a:stretch>
                  <a:fillRect l="-3297" t="-10465" r="-235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14F4BD6-4AE7-45E0-9AFE-3D83C8272599}"/>
                  </a:ext>
                </a:extLst>
              </p:cNvPr>
              <p:cNvSpPr txBox="1"/>
              <p:nvPr/>
            </p:nvSpPr>
            <p:spPr>
              <a:xfrm>
                <a:off x="1630182" y="5100385"/>
                <a:ext cx="5870209" cy="523220"/>
              </a:xfrm>
              <a:prstGeom prst="rect">
                <a:avLst/>
              </a:prstGeom>
              <a:noFill/>
            </p:spPr>
            <p:txBody>
              <a:bodyPr wrap="square" rtlCol="0">
                <a:spAutoFit/>
              </a:bodyPr>
              <a:lstStyle/>
              <a:p>
                <a:r>
                  <a:rPr lang="en-GB" sz="2800" dirty="0">
                    <a:solidFill>
                      <a:srgbClr val="002060"/>
                    </a:solidFill>
                  </a:rPr>
                  <a:t>So, there are </a:t>
                </a:r>
                <a14:m>
                  <m:oMath xmlns:m="http://schemas.openxmlformats.org/officeDocument/2006/math">
                    <m:r>
                      <a:rPr lang="en-GB" sz="2800" i="1" dirty="0" smtClean="0">
                        <a:solidFill>
                          <a:srgbClr val="002060"/>
                        </a:solidFill>
                        <a:latin typeface="Cambria Math" panose="02040503050406030204" pitchFamily="18" charset="0"/>
                      </a:rPr>
                      <m:t>7</m:t>
                    </m:r>
                  </m:oMath>
                </a14:m>
                <a:r>
                  <a:rPr lang="en-GB" sz="2800" dirty="0">
                    <a:solidFill>
                      <a:srgbClr val="002060"/>
                    </a:solidFill>
                  </a:rPr>
                  <a:t> possibilities out of which</a:t>
                </a:r>
                <a:endParaRPr lang="en-IN" sz="2800" dirty="0">
                  <a:solidFill>
                    <a:srgbClr val="002060"/>
                  </a:solidFill>
                </a:endParaRPr>
              </a:p>
            </p:txBody>
          </p:sp>
        </mc:Choice>
        <mc:Fallback xmlns="">
          <p:sp>
            <p:nvSpPr>
              <p:cNvPr id="83" name="TextBox 82">
                <a:extLst>
                  <a:ext uri="{FF2B5EF4-FFF2-40B4-BE49-F238E27FC236}">
                    <a16:creationId xmlns:a16="http://schemas.microsoft.com/office/drawing/2014/main" id="{E14F4BD6-4AE7-45E0-9AFE-3D83C8272599}"/>
                  </a:ext>
                </a:extLst>
              </p:cNvPr>
              <p:cNvSpPr txBox="1">
                <a:spLocks noRot="1" noChangeAspect="1" noMove="1" noResize="1" noEditPoints="1" noAdjustHandles="1" noChangeArrowheads="1" noChangeShapeType="1" noTextEdit="1"/>
              </p:cNvSpPr>
              <p:nvPr/>
            </p:nvSpPr>
            <p:spPr>
              <a:xfrm>
                <a:off x="1630182" y="5100385"/>
                <a:ext cx="5870209" cy="523220"/>
              </a:xfrm>
              <a:prstGeom prst="rect">
                <a:avLst/>
              </a:prstGeom>
              <a:blipFill>
                <a:blip r:embed="rId17"/>
                <a:stretch>
                  <a:fillRect l="-2077"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18859D26-B041-4258-8BA1-015A4A383FEC}"/>
                  </a:ext>
                </a:extLst>
              </p:cNvPr>
              <p:cNvSpPr txBox="1"/>
              <p:nvPr/>
            </p:nvSpPr>
            <p:spPr>
              <a:xfrm>
                <a:off x="7281200" y="5100385"/>
                <a:ext cx="2585897" cy="523220"/>
              </a:xfrm>
              <a:prstGeom prst="rect">
                <a:avLst/>
              </a:prstGeom>
              <a:noFill/>
            </p:spPr>
            <p:txBody>
              <a:bodyPr wrap="square" rtlCol="0">
                <a:spAutoFit/>
              </a:bodyPr>
              <a:lstStyle/>
              <a:p>
                <a14:m>
                  <m:oMath xmlns:m="http://schemas.openxmlformats.org/officeDocument/2006/math">
                    <m:r>
                      <a:rPr lang="en-IN" sz="2800" b="0" i="1" dirty="0" smtClean="0">
                        <a:solidFill>
                          <a:srgbClr val="002060"/>
                        </a:solidFill>
                        <a:latin typeface="Cambria Math" panose="02040503050406030204" pitchFamily="18" charset="0"/>
                      </a:rPr>
                      <m:t>1</m:t>
                    </m:r>
                  </m:oMath>
                </a14:m>
                <a:r>
                  <a:rPr lang="en-GB" sz="2800" dirty="0">
                    <a:solidFill>
                      <a:srgbClr val="002060"/>
                    </a:solidFill>
                  </a:rPr>
                  <a:t> is a Sunday.</a:t>
                </a:r>
                <a:endParaRPr lang="en-IN" sz="2800" dirty="0">
                  <a:solidFill>
                    <a:srgbClr val="002060"/>
                  </a:solidFill>
                </a:endParaRPr>
              </a:p>
            </p:txBody>
          </p:sp>
        </mc:Choice>
        <mc:Fallback xmlns="">
          <p:sp>
            <p:nvSpPr>
              <p:cNvPr id="84" name="TextBox 83">
                <a:extLst>
                  <a:ext uri="{FF2B5EF4-FFF2-40B4-BE49-F238E27FC236}">
                    <a16:creationId xmlns:a16="http://schemas.microsoft.com/office/drawing/2014/main" id="{18859D26-B041-4258-8BA1-015A4A383FEC}"/>
                  </a:ext>
                </a:extLst>
              </p:cNvPr>
              <p:cNvSpPr txBox="1">
                <a:spLocks noRot="1" noChangeAspect="1" noMove="1" noResize="1" noEditPoints="1" noAdjustHandles="1" noChangeArrowheads="1" noChangeShapeType="1" noTextEdit="1"/>
              </p:cNvSpPr>
              <p:nvPr/>
            </p:nvSpPr>
            <p:spPr>
              <a:xfrm>
                <a:off x="7281200" y="5100385"/>
                <a:ext cx="2585897" cy="523220"/>
              </a:xfrm>
              <a:prstGeom prst="rect">
                <a:avLst/>
              </a:prstGeom>
              <a:blipFill>
                <a:blip r:embed="rId18"/>
                <a:stretch>
                  <a:fillRect t="-11628" b="-32558"/>
                </a:stretch>
              </a:blipFill>
            </p:spPr>
            <p:txBody>
              <a:bodyPr/>
              <a:lstStyle/>
              <a:p>
                <a:r>
                  <a:rPr lang="en-IN">
                    <a:noFill/>
                  </a:rPr>
                  <a:t> </a:t>
                </a:r>
              </a:p>
            </p:txBody>
          </p:sp>
        </mc:Fallback>
      </mc:AlternateContent>
      <p:sp>
        <p:nvSpPr>
          <p:cNvPr id="85" name="Rectangle: Rounded Corners 84">
            <a:extLst>
              <a:ext uri="{FF2B5EF4-FFF2-40B4-BE49-F238E27FC236}">
                <a16:creationId xmlns:a16="http://schemas.microsoft.com/office/drawing/2014/main" id="{14BD9D70-3EFB-46C2-B184-E181E8595745}"/>
              </a:ext>
            </a:extLst>
          </p:cNvPr>
          <p:cNvSpPr/>
          <p:nvPr/>
        </p:nvSpPr>
        <p:spPr>
          <a:xfrm>
            <a:off x="2473989" y="3348902"/>
            <a:ext cx="844752" cy="44495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A0E5F39E-26E3-4EC0-BCC8-F46D9AEEF00B}"/>
                  </a:ext>
                </a:extLst>
              </p:cNvPr>
              <p:cNvSpPr txBox="1"/>
              <p:nvPr/>
            </p:nvSpPr>
            <p:spPr>
              <a:xfrm>
                <a:off x="1594217" y="5829997"/>
                <a:ext cx="7445955" cy="523220"/>
              </a:xfrm>
              <a:prstGeom prst="rect">
                <a:avLst/>
              </a:prstGeom>
              <a:noFill/>
            </p:spPr>
            <p:txBody>
              <a:bodyPr wrap="square">
                <a:spAutoFit/>
              </a:bodyPr>
              <a:lstStyle/>
              <a:p>
                <a:r>
                  <a:rPr lang="en-GB" sz="2800" dirty="0">
                    <a:solidFill>
                      <a:srgbClr val="002060"/>
                    </a:solidFill>
                  </a:rPr>
                  <a:t>So, the probability of </a:t>
                </a:r>
                <a14:m>
                  <m:oMath xmlns:m="http://schemas.openxmlformats.org/officeDocument/2006/math">
                    <m:r>
                      <a:rPr lang="en-GB" sz="2800" i="1" dirty="0" smtClean="0">
                        <a:solidFill>
                          <a:srgbClr val="002060"/>
                        </a:solidFill>
                        <a:latin typeface="Cambria Math" panose="02040503050406030204" pitchFamily="18" charset="0"/>
                      </a:rPr>
                      <m:t>53 </m:t>
                    </m:r>
                  </m:oMath>
                </a14:m>
                <a:r>
                  <a:rPr lang="en-GB" sz="2800" dirty="0">
                    <a:solidFill>
                      <a:srgbClr val="002060"/>
                    </a:solidFill>
                  </a:rPr>
                  <a:t>Sundays in a non-leap year</a:t>
                </a:r>
                <a:endParaRPr lang="en-IN" sz="2800" dirty="0">
                  <a:solidFill>
                    <a:srgbClr val="002060"/>
                  </a:solidFill>
                </a:endParaRPr>
              </a:p>
            </p:txBody>
          </p:sp>
        </mc:Choice>
        <mc:Fallback xmlns="">
          <p:sp>
            <p:nvSpPr>
              <p:cNvPr id="87" name="TextBox 86">
                <a:extLst>
                  <a:ext uri="{FF2B5EF4-FFF2-40B4-BE49-F238E27FC236}">
                    <a16:creationId xmlns:a16="http://schemas.microsoft.com/office/drawing/2014/main" id="{A0E5F39E-26E3-4EC0-BCC8-F46D9AEEF00B}"/>
                  </a:ext>
                </a:extLst>
              </p:cNvPr>
              <p:cNvSpPr txBox="1">
                <a:spLocks noRot="1" noChangeAspect="1" noMove="1" noResize="1" noEditPoints="1" noAdjustHandles="1" noChangeArrowheads="1" noChangeShapeType="1" noTextEdit="1"/>
              </p:cNvSpPr>
              <p:nvPr/>
            </p:nvSpPr>
            <p:spPr>
              <a:xfrm>
                <a:off x="1594217" y="5829997"/>
                <a:ext cx="7445955" cy="523220"/>
              </a:xfrm>
              <a:prstGeom prst="rect">
                <a:avLst/>
              </a:prstGeom>
              <a:blipFill>
                <a:blip r:embed="rId19"/>
                <a:stretch>
                  <a:fillRect l="-1720"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FD5BA070-E6C5-487C-9467-A9290FB9DE94}"/>
                  </a:ext>
                </a:extLst>
              </p:cNvPr>
              <p:cNvSpPr txBox="1"/>
              <p:nvPr/>
            </p:nvSpPr>
            <p:spPr>
              <a:xfrm>
                <a:off x="8848913" y="5621479"/>
                <a:ext cx="979281" cy="940257"/>
              </a:xfrm>
              <a:prstGeom prst="rect">
                <a:avLst/>
              </a:prstGeom>
              <a:noFill/>
            </p:spPr>
            <p:txBody>
              <a:bodyPr wrap="square">
                <a:spAutoFit/>
              </a:bodyPr>
              <a:lstStyle/>
              <a:p>
                <a:pPr>
                  <a:spcAft>
                    <a:spcPts val="300"/>
                  </a:spcAft>
                </a:pPr>
                <a14:m>
                  <m:oMathPara xmlns:m="http://schemas.openxmlformats.org/officeDocument/2006/math">
                    <m:oMathParaPr>
                      <m:jc m:val="left"/>
                    </m:oMathParaPr>
                    <m:oMath xmlns:m="http://schemas.openxmlformats.org/officeDocument/2006/math">
                      <m:r>
                        <a:rPr lang="en-GB" sz="2800" smtClean="0">
                          <a:solidFill>
                            <a:srgbClr val="002060"/>
                          </a:solidFill>
                          <a:latin typeface="Cambria Math" panose="02040503050406030204" pitchFamily="18" charset="0"/>
                        </a:rPr>
                        <m:t>=</m:t>
                      </m:r>
                      <m:f>
                        <m:fPr>
                          <m:ctrlPr>
                            <a:rPr lang="en-GB" sz="2800" b="0" i="1" smtClean="0">
                              <a:solidFill>
                                <a:srgbClr val="002060"/>
                              </a:solidFill>
                              <a:latin typeface="Cambria Math" panose="02040503050406030204" pitchFamily="18" charset="0"/>
                            </a:rPr>
                          </m:ctrlPr>
                        </m:fPr>
                        <m:num>
                          <m:r>
                            <a:rPr lang="en-GB" sz="2800" b="0" i="1" smtClean="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1</m:t>
                          </m:r>
                          <m:r>
                            <a:rPr lang="en-GB" sz="2800" b="0" i="1" smtClean="0">
                              <a:solidFill>
                                <a:srgbClr val="002060"/>
                              </a:solidFill>
                              <a:latin typeface="Cambria Math" panose="02040503050406030204" pitchFamily="18" charset="0"/>
                            </a:rPr>
                            <m:t> </m:t>
                          </m:r>
                        </m:num>
                        <m:den>
                          <m:r>
                            <a:rPr lang="en-GB" sz="2800" b="0" i="1" smtClean="0">
                              <a:solidFill>
                                <a:srgbClr val="002060"/>
                              </a:solidFill>
                              <a:latin typeface="Cambria Math" panose="02040503050406030204" pitchFamily="18" charset="0"/>
                            </a:rPr>
                            <m:t> 7 </m:t>
                          </m:r>
                        </m:den>
                      </m:f>
                    </m:oMath>
                  </m:oMathPara>
                </a14:m>
                <a:endParaRPr lang="en-IN" sz="2800" dirty="0">
                  <a:solidFill>
                    <a:srgbClr val="002060"/>
                  </a:solidFill>
                </a:endParaRPr>
              </a:p>
            </p:txBody>
          </p:sp>
        </mc:Choice>
        <mc:Fallback xmlns="">
          <p:sp>
            <p:nvSpPr>
              <p:cNvPr id="88" name="TextBox 87">
                <a:extLst>
                  <a:ext uri="{FF2B5EF4-FFF2-40B4-BE49-F238E27FC236}">
                    <a16:creationId xmlns:a16="http://schemas.microsoft.com/office/drawing/2014/main" id="{FD5BA070-E6C5-487C-9467-A9290FB9DE94}"/>
                  </a:ext>
                </a:extLst>
              </p:cNvPr>
              <p:cNvSpPr txBox="1">
                <a:spLocks noRot="1" noChangeAspect="1" noMove="1" noResize="1" noEditPoints="1" noAdjustHandles="1" noChangeArrowheads="1" noChangeShapeType="1" noTextEdit="1"/>
              </p:cNvSpPr>
              <p:nvPr/>
            </p:nvSpPr>
            <p:spPr>
              <a:xfrm>
                <a:off x="8848913" y="5621479"/>
                <a:ext cx="979281" cy="940257"/>
              </a:xfrm>
              <a:prstGeom prst="rect">
                <a:avLst/>
              </a:prstGeom>
              <a:blipFill>
                <a:blip r:embed="rId20"/>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868316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par>
                          <p:cTn id="15" fill="hold">
                            <p:stCondLst>
                              <p:cond delay="0"/>
                            </p:stCondLst>
                            <p:childTnLst>
                              <p:par>
                                <p:cTn id="16" presetID="22" presetClass="entr" presetSubtype="4" fill="hold" nodeType="afterEffect">
                                  <p:stCondLst>
                                    <p:cond delay="500"/>
                                  </p:stCondLst>
                                  <p:childTnLst>
                                    <p:set>
                                      <p:cBhvr>
                                        <p:cTn id="17" dur="1" fill="hold">
                                          <p:stCondLst>
                                            <p:cond delay="0"/>
                                          </p:stCondLst>
                                        </p:cTn>
                                        <p:tgtEl>
                                          <p:spTgt spid="43"/>
                                        </p:tgtEl>
                                        <p:attrNameLst>
                                          <p:attrName>style.visibility</p:attrName>
                                        </p:attrNameLst>
                                      </p:cBhvr>
                                      <p:to>
                                        <p:strVal val="visible"/>
                                      </p:to>
                                    </p:set>
                                    <p:animEffect transition="in" filter="wipe(down)">
                                      <p:cBhvr>
                                        <p:cTn id="18" dur="500"/>
                                        <p:tgtEl>
                                          <p:spTgt spid="43"/>
                                        </p:tgtEl>
                                      </p:cBhvr>
                                    </p:animEffect>
                                  </p:childTnLst>
                                </p:cTn>
                              </p:par>
                            </p:childTnLst>
                          </p:cTn>
                        </p:par>
                        <p:par>
                          <p:cTn id="19" fill="hold">
                            <p:stCondLst>
                              <p:cond delay="1000"/>
                            </p:stCondLst>
                            <p:childTnLst>
                              <p:par>
                                <p:cTn id="20" presetID="22" presetClass="entr" presetSubtype="8" fill="hold" nodeType="afterEffect">
                                  <p:stCondLst>
                                    <p:cond delay="250"/>
                                  </p:stCondLst>
                                  <p:childTnLst>
                                    <p:set>
                                      <p:cBhvr>
                                        <p:cTn id="21" dur="1" fill="hold">
                                          <p:stCondLst>
                                            <p:cond delay="0"/>
                                          </p:stCondLst>
                                        </p:cTn>
                                        <p:tgtEl>
                                          <p:spTgt spid="44"/>
                                        </p:tgtEl>
                                        <p:attrNameLst>
                                          <p:attrName>style.visibility</p:attrName>
                                        </p:attrNameLst>
                                      </p:cBhvr>
                                      <p:to>
                                        <p:strVal val="visible"/>
                                      </p:to>
                                    </p:set>
                                    <p:animEffect transition="in" filter="wipe(left)">
                                      <p:cBhvr>
                                        <p:cTn id="22" dur="500"/>
                                        <p:tgtEl>
                                          <p:spTgt spid="44"/>
                                        </p:tgtEl>
                                      </p:cBhvr>
                                    </p:animEffect>
                                  </p:childTnLst>
                                </p:cTn>
                              </p:par>
                            </p:childTnLst>
                          </p:cTn>
                        </p:par>
                        <p:par>
                          <p:cTn id="23" fill="hold">
                            <p:stCondLst>
                              <p:cond delay="1750"/>
                            </p:stCondLst>
                            <p:childTnLst>
                              <p:par>
                                <p:cTn id="24" presetID="1" presetClass="entr" presetSubtype="0" fill="hold" grpId="0" nodeType="afterEffect">
                                  <p:stCondLst>
                                    <p:cond delay="250"/>
                                  </p:stCondLst>
                                  <p:childTnLst>
                                    <p:set>
                                      <p:cBhvr>
                                        <p:cTn id="25" dur="1" fill="hold">
                                          <p:stCondLst>
                                            <p:cond delay="0"/>
                                          </p:stCondLst>
                                        </p:cTn>
                                        <p:tgtEl>
                                          <p:spTgt spid="4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58"/>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500"/>
                                  </p:stCondLst>
                                  <p:childTnLst>
                                    <p:set>
                                      <p:cBhvr>
                                        <p:cTn id="32" dur="1" fill="hold">
                                          <p:stCondLst>
                                            <p:cond delay="0"/>
                                          </p:stCondLst>
                                        </p:cTn>
                                        <p:tgtEl>
                                          <p:spTgt spid="65"/>
                                        </p:tgtEl>
                                        <p:attrNameLst>
                                          <p:attrName>style.visibility</p:attrName>
                                        </p:attrNameLst>
                                      </p:cBhvr>
                                      <p:to>
                                        <p:strVal val="visible"/>
                                      </p:to>
                                    </p:set>
                                  </p:childTnLst>
                                </p:cTn>
                              </p:par>
                            </p:childTnLst>
                          </p:cTn>
                        </p:par>
                        <p:par>
                          <p:cTn id="33" fill="hold">
                            <p:stCondLst>
                              <p:cond delay="500"/>
                            </p:stCondLst>
                            <p:childTnLst>
                              <p:par>
                                <p:cTn id="34" presetID="1" presetClass="entr" presetSubtype="0" fill="hold" grpId="0" nodeType="afterEffect">
                                  <p:stCondLst>
                                    <p:cond delay="500"/>
                                  </p:stCondLst>
                                  <p:childTnLst>
                                    <p:set>
                                      <p:cBhvr>
                                        <p:cTn id="35" dur="1" fill="hold">
                                          <p:stCondLst>
                                            <p:cond delay="0"/>
                                          </p:stCondLst>
                                        </p:cTn>
                                        <p:tgtEl>
                                          <p:spTgt spid="6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67"/>
                                        </p:tgtEl>
                                        <p:attrNameLst>
                                          <p:attrName>style.visibility</p:attrName>
                                        </p:attrNameLst>
                                      </p:cBhvr>
                                      <p:to>
                                        <p:strVal val="visible"/>
                                      </p:to>
                                    </p:set>
                                    <p:animEffect transition="in" filter="wipe(left)">
                                      <p:cBhvr>
                                        <p:cTn id="40" dur="500"/>
                                        <p:tgtEl>
                                          <p:spTgt spid="67"/>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70"/>
                                        </p:tgtEl>
                                        <p:attrNameLst>
                                          <p:attrName>style.visibility</p:attrName>
                                        </p:attrNameLst>
                                      </p:cBhvr>
                                      <p:to>
                                        <p:strVal val="visible"/>
                                      </p:to>
                                    </p:set>
                                  </p:childTnLst>
                                </p:cTn>
                              </p:par>
                            </p:childTnLst>
                          </p:cTn>
                        </p:par>
                        <p:par>
                          <p:cTn id="53" fill="hold">
                            <p:stCondLst>
                              <p:cond delay="0"/>
                            </p:stCondLst>
                            <p:childTnLst>
                              <p:par>
                                <p:cTn id="54" presetID="1" presetClass="entr" presetSubtype="0" fill="hold" grpId="0" nodeType="afterEffect">
                                  <p:stCondLst>
                                    <p:cond delay="500"/>
                                  </p:stCondLst>
                                  <p:childTnLst>
                                    <p:set>
                                      <p:cBhvr>
                                        <p:cTn id="55" dur="1" fill="hold">
                                          <p:stCondLst>
                                            <p:cond delay="0"/>
                                          </p:stCondLst>
                                        </p:cTn>
                                        <p:tgtEl>
                                          <p:spTgt spid="78"/>
                                        </p:tgtEl>
                                        <p:attrNameLst>
                                          <p:attrName>style.visibility</p:attrName>
                                        </p:attrNameLst>
                                      </p:cBhvr>
                                      <p:to>
                                        <p:strVal val="visible"/>
                                      </p:to>
                                    </p:set>
                                  </p:childTnLst>
                                </p:cTn>
                              </p:par>
                            </p:childTnLst>
                          </p:cTn>
                        </p:par>
                        <p:par>
                          <p:cTn id="56" fill="hold">
                            <p:stCondLst>
                              <p:cond delay="500"/>
                            </p:stCondLst>
                            <p:childTnLst>
                              <p:par>
                                <p:cTn id="57" presetID="1" presetClass="entr" presetSubtype="0" fill="hold" grpId="0" nodeType="afterEffect">
                                  <p:stCondLst>
                                    <p:cond delay="500"/>
                                  </p:stCondLst>
                                  <p:childTnLst>
                                    <p:set>
                                      <p:cBhvr>
                                        <p:cTn id="58" dur="1" fill="hold">
                                          <p:stCondLst>
                                            <p:cond delay="0"/>
                                          </p:stCondLst>
                                        </p:cTn>
                                        <p:tgtEl>
                                          <p:spTgt spid="7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80"/>
                                        </p:tgtEl>
                                        <p:attrNameLst>
                                          <p:attrName>style.visibility</p:attrName>
                                        </p:attrNameLst>
                                      </p:cBhvr>
                                      <p:to>
                                        <p:strVal val="visible"/>
                                      </p:to>
                                    </p:set>
                                    <p:animEffect transition="in" filter="wipe(left)">
                                      <p:cBhvr>
                                        <p:cTn id="63" dur="500"/>
                                        <p:tgtEl>
                                          <p:spTgt spid="80"/>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81"/>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42"/>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xit" presetSubtype="0" fill="hold" grpId="1" nodeType="clickEffect">
                                  <p:stCondLst>
                                    <p:cond delay="0"/>
                                  </p:stCondLst>
                                  <p:childTnLst>
                                    <p:set>
                                      <p:cBhvr>
                                        <p:cTn id="75" dur="1" fill="hold">
                                          <p:stCondLst>
                                            <p:cond delay="0"/>
                                          </p:stCondLst>
                                        </p:cTn>
                                        <p:tgtEl>
                                          <p:spTgt spid="41"/>
                                        </p:tgtEl>
                                        <p:attrNameLst>
                                          <p:attrName>style.visibility</p:attrName>
                                        </p:attrNameLst>
                                      </p:cBhvr>
                                      <p:to>
                                        <p:strVal val="hidden"/>
                                      </p:to>
                                    </p:set>
                                  </p:childTnLst>
                                </p:cTn>
                              </p:par>
                            </p:childTnLst>
                          </p:cTn>
                        </p:par>
                        <p:par>
                          <p:cTn id="76" fill="hold">
                            <p:stCondLst>
                              <p:cond delay="0"/>
                            </p:stCondLst>
                            <p:childTnLst>
                              <p:par>
                                <p:cTn id="77" presetID="1" presetClass="exit" presetSubtype="0" fill="hold" nodeType="afterEffect">
                                  <p:stCondLst>
                                    <p:cond delay="0"/>
                                  </p:stCondLst>
                                  <p:childTnLst>
                                    <p:set>
                                      <p:cBhvr>
                                        <p:cTn id="78" dur="1" fill="hold">
                                          <p:stCondLst>
                                            <p:cond delay="0"/>
                                          </p:stCondLst>
                                        </p:cTn>
                                        <p:tgtEl>
                                          <p:spTgt spid="43"/>
                                        </p:tgtEl>
                                        <p:attrNameLst>
                                          <p:attrName>style.visibility</p:attrName>
                                        </p:attrNameLst>
                                      </p:cBhvr>
                                      <p:to>
                                        <p:strVal val="hidden"/>
                                      </p:to>
                                    </p:set>
                                  </p:childTnLst>
                                </p:cTn>
                              </p:par>
                            </p:childTnLst>
                          </p:cTn>
                        </p:par>
                        <p:par>
                          <p:cTn id="79" fill="hold">
                            <p:stCondLst>
                              <p:cond delay="0"/>
                            </p:stCondLst>
                            <p:childTnLst>
                              <p:par>
                                <p:cTn id="80" presetID="1" presetClass="exit" presetSubtype="0" fill="hold" nodeType="afterEffect">
                                  <p:stCondLst>
                                    <p:cond delay="0"/>
                                  </p:stCondLst>
                                  <p:childTnLst>
                                    <p:set>
                                      <p:cBhvr>
                                        <p:cTn id="81" dur="1" fill="hold">
                                          <p:stCondLst>
                                            <p:cond delay="0"/>
                                          </p:stCondLst>
                                        </p:cTn>
                                        <p:tgtEl>
                                          <p:spTgt spid="44"/>
                                        </p:tgtEl>
                                        <p:attrNameLst>
                                          <p:attrName>style.visibility</p:attrName>
                                        </p:attrNameLst>
                                      </p:cBhvr>
                                      <p:to>
                                        <p:strVal val="hidden"/>
                                      </p:to>
                                    </p:set>
                                  </p:childTnLst>
                                </p:cTn>
                              </p:par>
                            </p:childTnLst>
                          </p:cTn>
                        </p:par>
                        <p:par>
                          <p:cTn id="82" fill="hold">
                            <p:stCondLst>
                              <p:cond delay="0"/>
                            </p:stCondLst>
                            <p:childTnLst>
                              <p:par>
                                <p:cTn id="83" presetID="1" presetClass="exit" presetSubtype="0" fill="hold" grpId="1" nodeType="afterEffect">
                                  <p:stCondLst>
                                    <p:cond delay="0"/>
                                  </p:stCondLst>
                                  <p:childTnLst>
                                    <p:set>
                                      <p:cBhvr>
                                        <p:cTn id="84" dur="1" fill="hold">
                                          <p:stCondLst>
                                            <p:cond delay="0"/>
                                          </p:stCondLst>
                                        </p:cTn>
                                        <p:tgtEl>
                                          <p:spTgt spid="45"/>
                                        </p:tgtEl>
                                        <p:attrNameLst>
                                          <p:attrName>style.visibility</p:attrName>
                                        </p:attrNameLst>
                                      </p:cBhvr>
                                      <p:to>
                                        <p:strVal val="hidden"/>
                                      </p:to>
                                    </p:set>
                                  </p:childTnLst>
                                </p:cTn>
                              </p:par>
                            </p:childTnLst>
                          </p:cTn>
                        </p:par>
                        <p:par>
                          <p:cTn id="85" fill="hold">
                            <p:stCondLst>
                              <p:cond delay="0"/>
                            </p:stCondLst>
                            <p:childTnLst>
                              <p:par>
                                <p:cTn id="86" presetID="1" presetClass="exit" presetSubtype="0" fill="hold" grpId="1" nodeType="afterEffect">
                                  <p:stCondLst>
                                    <p:cond delay="0"/>
                                  </p:stCondLst>
                                  <p:childTnLst>
                                    <p:set>
                                      <p:cBhvr>
                                        <p:cTn id="87" dur="1" fill="hold">
                                          <p:stCondLst>
                                            <p:cond delay="0"/>
                                          </p:stCondLst>
                                        </p:cTn>
                                        <p:tgtEl>
                                          <p:spTgt spid="58"/>
                                        </p:tgtEl>
                                        <p:attrNameLst>
                                          <p:attrName>style.visibility</p:attrName>
                                        </p:attrNameLst>
                                      </p:cBhvr>
                                      <p:to>
                                        <p:strVal val="hidden"/>
                                      </p:to>
                                    </p:set>
                                  </p:childTnLst>
                                </p:cTn>
                              </p:par>
                            </p:childTnLst>
                          </p:cTn>
                        </p:par>
                        <p:par>
                          <p:cTn id="88" fill="hold">
                            <p:stCondLst>
                              <p:cond delay="0"/>
                            </p:stCondLst>
                            <p:childTnLst>
                              <p:par>
                                <p:cTn id="89" presetID="1" presetClass="exit" presetSubtype="0" fill="hold" grpId="1" nodeType="afterEffect">
                                  <p:stCondLst>
                                    <p:cond delay="0"/>
                                  </p:stCondLst>
                                  <p:childTnLst>
                                    <p:set>
                                      <p:cBhvr>
                                        <p:cTn id="90" dur="1" fill="hold">
                                          <p:stCondLst>
                                            <p:cond delay="0"/>
                                          </p:stCondLst>
                                        </p:cTn>
                                        <p:tgtEl>
                                          <p:spTgt spid="65"/>
                                        </p:tgtEl>
                                        <p:attrNameLst>
                                          <p:attrName>style.visibility</p:attrName>
                                        </p:attrNameLst>
                                      </p:cBhvr>
                                      <p:to>
                                        <p:strVal val="hidden"/>
                                      </p:to>
                                    </p:set>
                                  </p:childTnLst>
                                </p:cTn>
                              </p:par>
                            </p:childTnLst>
                          </p:cTn>
                        </p:par>
                        <p:par>
                          <p:cTn id="91" fill="hold">
                            <p:stCondLst>
                              <p:cond delay="0"/>
                            </p:stCondLst>
                            <p:childTnLst>
                              <p:par>
                                <p:cTn id="92" presetID="1" presetClass="exit" presetSubtype="0" fill="hold" grpId="1" nodeType="afterEffect">
                                  <p:stCondLst>
                                    <p:cond delay="0"/>
                                  </p:stCondLst>
                                  <p:childTnLst>
                                    <p:set>
                                      <p:cBhvr>
                                        <p:cTn id="93" dur="1" fill="hold">
                                          <p:stCondLst>
                                            <p:cond delay="0"/>
                                          </p:stCondLst>
                                        </p:cTn>
                                        <p:tgtEl>
                                          <p:spTgt spid="66"/>
                                        </p:tgtEl>
                                        <p:attrNameLst>
                                          <p:attrName>style.visibility</p:attrName>
                                        </p:attrNameLst>
                                      </p:cBhvr>
                                      <p:to>
                                        <p:strVal val="hidden"/>
                                      </p:to>
                                    </p:set>
                                  </p:childTnLst>
                                </p:cTn>
                              </p:par>
                            </p:childTnLst>
                          </p:cTn>
                        </p:par>
                        <p:par>
                          <p:cTn id="94" fill="hold">
                            <p:stCondLst>
                              <p:cond delay="0"/>
                            </p:stCondLst>
                            <p:childTnLst>
                              <p:par>
                                <p:cTn id="95" presetID="1" presetClass="exit" presetSubtype="0" fill="hold" nodeType="afterEffect">
                                  <p:stCondLst>
                                    <p:cond delay="0"/>
                                  </p:stCondLst>
                                  <p:childTnLst>
                                    <p:set>
                                      <p:cBhvr>
                                        <p:cTn id="96" dur="1" fill="hold">
                                          <p:stCondLst>
                                            <p:cond delay="0"/>
                                          </p:stCondLst>
                                        </p:cTn>
                                        <p:tgtEl>
                                          <p:spTgt spid="67"/>
                                        </p:tgtEl>
                                        <p:attrNameLst>
                                          <p:attrName>style.visibility</p:attrName>
                                        </p:attrNameLst>
                                      </p:cBhvr>
                                      <p:to>
                                        <p:strVal val="hidden"/>
                                      </p:to>
                                    </p:set>
                                  </p:childTnLst>
                                </p:cTn>
                              </p:par>
                            </p:childTnLst>
                          </p:cTn>
                        </p:par>
                        <p:par>
                          <p:cTn id="97" fill="hold">
                            <p:stCondLst>
                              <p:cond delay="0"/>
                            </p:stCondLst>
                            <p:childTnLst>
                              <p:par>
                                <p:cTn id="98" presetID="1" presetClass="exit" presetSubtype="0" fill="hold" grpId="1" nodeType="afterEffect">
                                  <p:stCondLst>
                                    <p:cond delay="0"/>
                                  </p:stCondLst>
                                  <p:childTnLst>
                                    <p:set>
                                      <p:cBhvr>
                                        <p:cTn id="99" dur="1" fill="hold">
                                          <p:stCondLst>
                                            <p:cond delay="0"/>
                                          </p:stCondLst>
                                        </p:cTn>
                                        <p:tgtEl>
                                          <p:spTgt spid="68"/>
                                        </p:tgtEl>
                                        <p:attrNameLst>
                                          <p:attrName>style.visibility</p:attrName>
                                        </p:attrNameLst>
                                      </p:cBhvr>
                                      <p:to>
                                        <p:strVal val="hidden"/>
                                      </p:to>
                                    </p:set>
                                  </p:childTnLst>
                                </p:cTn>
                              </p:par>
                            </p:childTnLst>
                          </p:cTn>
                        </p:par>
                        <p:par>
                          <p:cTn id="100" fill="hold">
                            <p:stCondLst>
                              <p:cond delay="0"/>
                            </p:stCondLst>
                            <p:childTnLst>
                              <p:par>
                                <p:cTn id="101" presetID="1" presetClass="exit" presetSubtype="0" fill="hold" grpId="1" nodeType="afterEffect">
                                  <p:stCondLst>
                                    <p:cond delay="0"/>
                                  </p:stCondLst>
                                  <p:childTnLst>
                                    <p:set>
                                      <p:cBhvr>
                                        <p:cTn id="102" dur="1" fill="hold">
                                          <p:stCondLst>
                                            <p:cond delay="0"/>
                                          </p:stCondLst>
                                        </p:cTn>
                                        <p:tgtEl>
                                          <p:spTgt spid="69"/>
                                        </p:tgtEl>
                                        <p:attrNameLst>
                                          <p:attrName>style.visibility</p:attrName>
                                        </p:attrNameLst>
                                      </p:cBhvr>
                                      <p:to>
                                        <p:strVal val="hidden"/>
                                      </p:to>
                                    </p:set>
                                  </p:childTnLst>
                                </p:cTn>
                              </p:par>
                            </p:childTnLst>
                          </p:cTn>
                        </p:par>
                        <p:par>
                          <p:cTn id="103" fill="hold">
                            <p:stCondLst>
                              <p:cond delay="0"/>
                            </p:stCondLst>
                            <p:childTnLst>
                              <p:par>
                                <p:cTn id="104" presetID="1" presetClass="exit" presetSubtype="0" fill="hold" grpId="1" nodeType="afterEffect">
                                  <p:stCondLst>
                                    <p:cond delay="0"/>
                                  </p:stCondLst>
                                  <p:childTnLst>
                                    <p:set>
                                      <p:cBhvr>
                                        <p:cTn id="105" dur="1" fill="hold">
                                          <p:stCondLst>
                                            <p:cond delay="0"/>
                                          </p:stCondLst>
                                        </p:cTn>
                                        <p:tgtEl>
                                          <p:spTgt spid="70"/>
                                        </p:tgtEl>
                                        <p:attrNameLst>
                                          <p:attrName>style.visibility</p:attrName>
                                        </p:attrNameLst>
                                      </p:cBhvr>
                                      <p:to>
                                        <p:strVal val="hidden"/>
                                      </p:to>
                                    </p:set>
                                  </p:childTnLst>
                                </p:cTn>
                              </p:par>
                            </p:childTnLst>
                          </p:cTn>
                        </p:par>
                        <p:par>
                          <p:cTn id="106" fill="hold">
                            <p:stCondLst>
                              <p:cond delay="0"/>
                            </p:stCondLst>
                            <p:childTnLst>
                              <p:par>
                                <p:cTn id="107" presetID="1" presetClass="exit" presetSubtype="0" fill="hold" grpId="1" nodeType="afterEffect">
                                  <p:stCondLst>
                                    <p:cond delay="0"/>
                                  </p:stCondLst>
                                  <p:childTnLst>
                                    <p:set>
                                      <p:cBhvr>
                                        <p:cTn id="108" dur="1" fill="hold">
                                          <p:stCondLst>
                                            <p:cond delay="0"/>
                                          </p:stCondLst>
                                        </p:cTn>
                                        <p:tgtEl>
                                          <p:spTgt spid="78"/>
                                        </p:tgtEl>
                                        <p:attrNameLst>
                                          <p:attrName>style.visibility</p:attrName>
                                        </p:attrNameLst>
                                      </p:cBhvr>
                                      <p:to>
                                        <p:strVal val="hidden"/>
                                      </p:to>
                                    </p:set>
                                  </p:childTnLst>
                                </p:cTn>
                              </p:par>
                            </p:childTnLst>
                          </p:cTn>
                        </p:par>
                        <p:par>
                          <p:cTn id="109" fill="hold">
                            <p:stCondLst>
                              <p:cond delay="0"/>
                            </p:stCondLst>
                            <p:childTnLst>
                              <p:par>
                                <p:cTn id="110" presetID="1" presetClass="exit" presetSubtype="0" fill="hold" grpId="1" nodeType="afterEffect">
                                  <p:stCondLst>
                                    <p:cond delay="0"/>
                                  </p:stCondLst>
                                  <p:childTnLst>
                                    <p:set>
                                      <p:cBhvr>
                                        <p:cTn id="111" dur="1" fill="hold">
                                          <p:stCondLst>
                                            <p:cond delay="0"/>
                                          </p:stCondLst>
                                        </p:cTn>
                                        <p:tgtEl>
                                          <p:spTgt spid="79"/>
                                        </p:tgtEl>
                                        <p:attrNameLst>
                                          <p:attrName>style.visibility</p:attrName>
                                        </p:attrNameLst>
                                      </p:cBhvr>
                                      <p:to>
                                        <p:strVal val="hidden"/>
                                      </p:to>
                                    </p:set>
                                  </p:childTnLst>
                                </p:cTn>
                              </p:par>
                            </p:childTnLst>
                          </p:cTn>
                        </p:par>
                        <p:par>
                          <p:cTn id="112" fill="hold">
                            <p:stCondLst>
                              <p:cond delay="0"/>
                            </p:stCondLst>
                            <p:childTnLst>
                              <p:par>
                                <p:cTn id="113" presetID="1" presetClass="exit" presetSubtype="0" fill="hold" nodeType="afterEffect">
                                  <p:stCondLst>
                                    <p:cond delay="0"/>
                                  </p:stCondLst>
                                  <p:childTnLst>
                                    <p:set>
                                      <p:cBhvr>
                                        <p:cTn id="114" dur="1" fill="hold">
                                          <p:stCondLst>
                                            <p:cond delay="0"/>
                                          </p:stCondLst>
                                        </p:cTn>
                                        <p:tgtEl>
                                          <p:spTgt spid="80"/>
                                        </p:tgtEl>
                                        <p:attrNameLst>
                                          <p:attrName>style.visibility</p:attrName>
                                        </p:attrNameLst>
                                      </p:cBhvr>
                                      <p:to>
                                        <p:strVal val="hidden"/>
                                      </p:to>
                                    </p:set>
                                  </p:childTnLst>
                                </p:cTn>
                              </p:par>
                            </p:childTnLst>
                          </p:cTn>
                        </p:par>
                        <p:par>
                          <p:cTn id="115" fill="hold">
                            <p:stCondLst>
                              <p:cond delay="0"/>
                            </p:stCondLst>
                            <p:childTnLst>
                              <p:par>
                                <p:cTn id="116" presetID="1" presetClass="exit" presetSubtype="0" fill="hold" grpId="1" nodeType="afterEffect">
                                  <p:stCondLst>
                                    <p:cond delay="0"/>
                                  </p:stCondLst>
                                  <p:childTnLst>
                                    <p:set>
                                      <p:cBhvr>
                                        <p:cTn id="117" dur="1" fill="hold">
                                          <p:stCondLst>
                                            <p:cond delay="0"/>
                                          </p:stCondLst>
                                        </p:cTn>
                                        <p:tgtEl>
                                          <p:spTgt spid="81"/>
                                        </p:tgtEl>
                                        <p:attrNameLst>
                                          <p:attrName>style.visibility</p:attrName>
                                        </p:attrNameLst>
                                      </p:cBhvr>
                                      <p:to>
                                        <p:strVal val="hidden"/>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nodeType="clickEffect">
                                  <p:stCondLst>
                                    <p:cond delay="0"/>
                                  </p:stCondLst>
                                  <p:childTnLst>
                                    <p:set>
                                      <p:cBhvr>
                                        <p:cTn id="121" dur="1" fill="hold">
                                          <p:stCondLst>
                                            <p:cond delay="0"/>
                                          </p:stCondLst>
                                        </p:cTn>
                                        <p:tgtEl>
                                          <p:spTgt spid="82">
                                            <p:txEl>
                                              <p:pRg st="0" end="0"/>
                                            </p:txEl>
                                          </p:spTgt>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nodeType="clickEffect">
                                  <p:stCondLst>
                                    <p:cond delay="0"/>
                                  </p:stCondLst>
                                  <p:childTnLst>
                                    <p:set>
                                      <p:cBhvr>
                                        <p:cTn id="125"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nodeType="clickEffect">
                                  <p:stCondLst>
                                    <p:cond delay="0"/>
                                  </p:stCondLst>
                                  <p:childTnLst>
                                    <p:set>
                                      <p:cBhvr>
                                        <p:cTn id="129"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 presetClass="entr" presetSubtype="0" fill="hold" nodeType="clickEffect">
                                  <p:stCondLst>
                                    <p:cond delay="0"/>
                                  </p:stCondLst>
                                  <p:childTnLst>
                                    <p:set>
                                      <p:cBhvr>
                                        <p:cTn id="133"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134" fill="hold">
                      <p:stCondLst>
                        <p:cond delay="indefinite"/>
                      </p:stCondLst>
                      <p:childTnLst>
                        <p:par>
                          <p:cTn id="135" fill="hold">
                            <p:stCondLst>
                              <p:cond delay="0"/>
                            </p:stCondLst>
                            <p:childTnLst>
                              <p:par>
                                <p:cTn id="136" presetID="1" presetClass="entr" presetSubtype="0" fill="hold" nodeType="clickEffect">
                                  <p:stCondLst>
                                    <p:cond delay="0"/>
                                  </p:stCondLst>
                                  <p:childTnLst>
                                    <p:set>
                                      <p:cBhvr>
                                        <p:cTn id="137" dur="1" fill="hold">
                                          <p:stCondLst>
                                            <p:cond delay="0"/>
                                          </p:stCondLst>
                                        </p:cTn>
                                        <p:tgtEl>
                                          <p:spTgt spid="36">
                                            <p:txEl>
                                              <p:pRg st="0" end="0"/>
                                            </p:txEl>
                                          </p:spTgt>
                                        </p:tgtEl>
                                        <p:attrNameLst>
                                          <p:attrName>style.visibility</p:attrName>
                                        </p:attrNameLst>
                                      </p:cBhvr>
                                      <p:to>
                                        <p:strVal val="visible"/>
                                      </p:to>
                                    </p:set>
                                  </p:childTnLst>
                                </p:cTn>
                              </p:par>
                            </p:childTnLst>
                          </p:cTn>
                        </p:par>
                      </p:childTnLst>
                    </p:cTn>
                  </p:par>
                  <p:par>
                    <p:cTn id="138" fill="hold">
                      <p:stCondLst>
                        <p:cond delay="indefinite"/>
                      </p:stCondLst>
                      <p:childTnLst>
                        <p:par>
                          <p:cTn id="139" fill="hold">
                            <p:stCondLst>
                              <p:cond delay="0"/>
                            </p:stCondLst>
                            <p:childTnLst>
                              <p:par>
                                <p:cTn id="140" presetID="1" presetClass="entr" presetSubtype="0" fill="hold" nodeType="clickEffect">
                                  <p:stCondLst>
                                    <p:cond delay="0"/>
                                  </p:stCondLst>
                                  <p:childTnLst>
                                    <p:set>
                                      <p:cBhvr>
                                        <p:cTn id="141" dur="1" fill="hold">
                                          <p:stCondLst>
                                            <p:cond delay="0"/>
                                          </p:stCondLst>
                                        </p:cTn>
                                        <p:tgtEl>
                                          <p:spTgt spid="37">
                                            <p:txEl>
                                              <p:pRg st="0" end="0"/>
                                            </p:txEl>
                                          </p:spTgt>
                                        </p:tgtEl>
                                        <p:attrNameLst>
                                          <p:attrName>style.visibility</p:attrName>
                                        </p:attrNameLst>
                                      </p:cBhvr>
                                      <p:to>
                                        <p:strVal val="visible"/>
                                      </p:to>
                                    </p:set>
                                  </p:childTnLst>
                                </p:cTn>
                              </p:par>
                            </p:childTnLst>
                          </p:cTn>
                        </p:par>
                      </p:childTnLst>
                    </p:cTn>
                  </p:par>
                  <p:par>
                    <p:cTn id="142" fill="hold">
                      <p:stCondLst>
                        <p:cond delay="indefinite"/>
                      </p:stCondLst>
                      <p:childTnLst>
                        <p:par>
                          <p:cTn id="143" fill="hold">
                            <p:stCondLst>
                              <p:cond delay="0"/>
                            </p:stCondLst>
                            <p:childTnLst>
                              <p:par>
                                <p:cTn id="144" presetID="1" presetClass="entr" presetSubtype="0" fill="hold" nodeType="clickEffect">
                                  <p:stCondLst>
                                    <p:cond delay="0"/>
                                  </p:stCondLst>
                                  <p:childTnLst>
                                    <p:set>
                                      <p:cBhvr>
                                        <p:cTn id="145" dur="1" fill="hold">
                                          <p:stCondLst>
                                            <p:cond delay="0"/>
                                          </p:stCondLst>
                                        </p:cTn>
                                        <p:tgtEl>
                                          <p:spTgt spid="38">
                                            <p:txEl>
                                              <p:pRg st="0" end="0"/>
                                            </p:txEl>
                                          </p:spTgt>
                                        </p:tgtEl>
                                        <p:attrNameLst>
                                          <p:attrName>style.visibility</p:attrName>
                                        </p:attrNameLst>
                                      </p:cBhvr>
                                      <p:to>
                                        <p:strVal val="visible"/>
                                      </p:to>
                                    </p:set>
                                  </p:childTnLst>
                                </p:cTn>
                              </p:par>
                            </p:childTnLst>
                          </p:cTn>
                        </p:par>
                      </p:childTnLst>
                    </p:cTn>
                  </p:par>
                  <p:par>
                    <p:cTn id="146" fill="hold">
                      <p:stCondLst>
                        <p:cond delay="indefinite"/>
                      </p:stCondLst>
                      <p:childTnLst>
                        <p:par>
                          <p:cTn id="147" fill="hold">
                            <p:stCondLst>
                              <p:cond delay="0"/>
                            </p:stCondLst>
                            <p:childTnLst>
                              <p:par>
                                <p:cTn id="148" presetID="1" presetClass="entr" presetSubtype="0" fill="hold" nodeType="clickEffect">
                                  <p:stCondLst>
                                    <p:cond delay="0"/>
                                  </p:stCondLst>
                                  <p:childTnLst>
                                    <p:set>
                                      <p:cBhvr>
                                        <p:cTn id="149"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150" fill="hold">
                      <p:stCondLst>
                        <p:cond delay="indefinite"/>
                      </p:stCondLst>
                      <p:childTnLst>
                        <p:par>
                          <p:cTn id="151" fill="hold">
                            <p:stCondLst>
                              <p:cond delay="0"/>
                            </p:stCondLst>
                            <p:childTnLst>
                              <p:par>
                                <p:cTn id="152" presetID="1" presetClass="entr" presetSubtype="0" fill="hold" grpId="0" nodeType="clickEffect">
                                  <p:stCondLst>
                                    <p:cond delay="0"/>
                                  </p:stCondLst>
                                  <p:childTnLst>
                                    <p:set>
                                      <p:cBhvr>
                                        <p:cTn id="153" dur="1" fill="hold">
                                          <p:stCondLst>
                                            <p:cond delay="0"/>
                                          </p:stCondLst>
                                        </p:cTn>
                                        <p:tgtEl>
                                          <p:spTgt spid="83"/>
                                        </p:tgtEl>
                                        <p:attrNameLst>
                                          <p:attrName>style.visibility</p:attrName>
                                        </p:attrNameLst>
                                      </p:cBhvr>
                                      <p:to>
                                        <p:strVal val="visible"/>
                                      </p:to>
                                    </p:se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grpId="0" nodeType="clickEffect">
                                  <p:stCondLst>
                                    <p:cond delay="0"/>
                                  </p:stCondLst>
                                  <p:childTnLst>
                                    <p:set>
                                      <p:cBhvr>
                                        <p:cTn id="157" dur="1" fill="hold">
                                          <p:stCondLst>
                                            <p:cond delay="0"/>
                                          </p:stCondLst>
                                        </p:cTn>
                                        <p:tgtEl>
                                          <p:spTgt spid="85"/>
                                        </p:tgtEl>
                                        <p:attrNameLst>
                                          <p:attrName>style.visibility</p:attrName>
                                        </p:attrNameLst>
                                      </p:cBhvr>
                                      <p:to>
                                        <p:strVal val="visible"/>
                                      </p:to>
                                    </p:set>
                                    <p:animEffect transition="in" filter="wipe(left)">
                                      <p:cBhvr>
                                        <p:cTn id="158" dur="750"/>
                                        <p:tgtEl>
                                          <p:spTgt spid="85"/>
                                        </p:tgtEl>
                                      </p:cBhvr>
                                    </p:animEffec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84"/>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87"/>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0" grpId="0"/>
      <p:bldP spid="41" grpId="0" animBg="1"/>
      <p:bldP spid="41" grpId="1"/>
      <p:bldP spid="42" grpId="0"/>
      <p:bldP spid="45" grpId="0" animBg="1"/>
      <p:bldP spid="45" grpId="1"/>
      <p:bldP spid="58" grpId="0" animBg="1"/>
      <p:bldP spid="58" grpId="1"/>
      <p:bldP spid="65" grpId="0" animBg="1"/>
      <p:bldP spid="65" grpId="1"/>
      <p:bldP spid="66" grpId="0" animBg="1"/>
      <p:bldP spid="66" grpId="1"/>
      <p:bldP spid="68" grpId="0" animBg="1"/>
      <p:bldP spid="68" grpId="1"/>
      <p:bldP spid="69" grpId="0" animBg="1"/>
      <p:bldP spid="69" grpId="1"/>
      <p:bldP spid="70" grpId="0" animBg="1"/>
      <p:bldP spid="70" grpId="1"/>
      <p:bldP spid="78" grpId="0" animBg="1"/>
      <p:bldP spid="78" grpId="1"/>
      <p:bldP spid="79" grpId="0" animBg="1"/>
      <p:bldP spid="79" grpId="1"/>
      <p:bldP spid="81" grpId="0" animBg="1"/>
      <p:bldP spid="81" grpId="1"/>
      <p:bldP spid="83" grpId="0"/>
      <p:bldP spid="84" grpId="0"/>
      <p:bldP spid="85" grpId="0" animBg="1"/>
      <p:bldP spid="87" grpId="0"/>
      <p:bldP spid="88"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1148811"/>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spcAft>
                <a:spcPts val="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US" dirty="0"/>
              <a:t>Do as directed:</a:t>
            </a:r>
            <a:endParaRPr lang="en-IN" dirty="0"/>
          </a:p>
        </p:txBody>
      </p:sp>
      <p:sp>
        <p:nvSpPr>
          <p:cNvPr id="2" name="Title 1"/>
          <p:cNvSpPr>
            <a:spLocks noGrp="1"/>
          </p:cNvSpPr>
          <p:nvPr>
            <p:ph type="title"/>
          </p:nvPr>
        </p:nvSpPr>
        <p:spPr/>
        <p:txBody>
          <a:bodyPr/>
          <a:lstStyle/>
          <a:p>
            <a:r>
              <a:rPr lang="en-GB" dirty="0"/>
              <a:t>Method 2.2 ⇝ Example 8 (</a:t>
            </a:r>
            <a:r>
              <a:rPr lang="en-IN" dirty="0"/>
              <a:t>Continue</a:t>
            </a:r>
            <a:r>
              <a:rPr lang="en-GB" dirty="0"/>
              <a:t>)</a:t>
            </a:r>
            <a:endParaRPr lang="en-US" dirty="0"/>
          </a:p>
        </p:txBody>
      </p:sp>
      <p:sp>
        <p:nvSpPr>
          <p:cNvPr id="4" name="Content Placeholder 2"/>
          <p:cNvSpPr txBox="1">
            <a:spLocks/>
          </p:cNvSpPr>
          <p:nvPr/>
        </p:nvSpPr>
        <p:spPr>
          <a:xfrm>
            <a:off x="131176" y="2175158"/>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4D785888-0CD1-44F6-807C-047DDC30CBBF}"/>
                  </a:ext>
                </a:extLst>
              </p:cNvPr>
              <p:cNvSpPr txBox="1"/>
              <p:nvPr/>
            </p:nvSpPr>
            <p:spPr>
              <a:xfrm>
                <a:off x="131175" y="1386496"/>
                <a:ext cx="11929645" cy="523220"/>
              </a:xfrm>
              <a:prstGeom prst="rect">
                <a:avLst/>
              </a:prstGeom>
              <a:noFill/>
            </p:spPr>
            <p:txBody>
              <a:bodyPr wrap="square">
                <a:spAutoFit/>
              </a:bodyPr>
              <a:lstStyle/>
              <a:p>
                <a:pPr>
                  <a:lnSpc>
                    <a:spcPct val="100000"/>
                  </a:lnSpc>
                </a:pPr>
                <a:r>
                  <a:rPr lang="en-US" sz="2800" b="1" dirty="0">
                    <a:solidFill>
                      <a:schemeClr val="bg1"/>
                    </a:solidFill>
                  </a:rPr>
                  <a:t>(4)</a:t>
                </a:r>
                <a:r>
                  <a:rPr lang="en-US" sz="2800" dirty="0">
                    <a:solidFill>
                      <a:schemeClr val="bg1"/>
                    </a:solidFill>
                  </a:rPr>
                  <a:t>  What is the probability that a leap year contains </a:t>
                </a:r>
                <a14:m>
                  <m:oMath xmlns:m="http://schemas.openxmlformats.org/officeDocument/2006/math">
                    <m:r>
                      <a:rPr lang="en-US" sz="2800">
                        <a:solidFill>
                          <a:schemeClr val="bg1"/>
                        </a:solidFill>
                        <a:latin typeface="Cambria Math" panose="02040503050406030204" pitchFamily="18" charset="0"/>
                      </a:rPr>
                      <m:t>53</m:t>
                    </m:r>
                  </m:oMath>
                </a14:m>
                <a:r>
                  <a:rPr lang="en-US" sz="2800" dirty="0">
                    <a:solidFill>
                      <a:schemeClr val="bg1"/>
                    </a:solidFill>
                  </a:rPr>
                  <a:t> Sundays?</a:t>
                </a:r>
                <a:endParaRPr lang="en-US" sz="2800" dirty="0">
                  <a:solidFill>
                    <a:schemeClr val="bg1"/>
                  </a:solidFill>
                  <a:latin typeface="+mj-lt"/>
                </a:endParaRPr>
              </a:p>
            </p:txBody>
          </p:sp>
        </mc:Choice>
        <mc:Fallback xmlns="">
          <p:sp>
            <p:nvSpPr>
              <p:cNvPr id="116" name="TextBox 115">
                <a:extLst>
                  <a:ext uri="{FF2B5EF4-FFF2-40B4-BE49-F238E27FC236}">
                    <a16:creationId xmlns:a16="http://schemas.microsoft.com/office/drawing/2014/main" id="{4D785888-0CD1-44F6-807C-047DDC30CBBF}"/>
                  </a:ext>
                </a:extLst>
              </p:cNvPr>
              <p:cNvSpPr txBox="1">
                <a:spLocks noRot="1" noChangeAspect="1" noMove="1" noResize="1" noEditPoints="1" noAdjustHandles="1" noChangeArrowheads="1" noChangeShapeType="1" noTextEdit="1"/>
              </p:cNvSpPr>
              <p:nvPr/>
            </p:nvSpPr>
            <p:spPr>
              <a:xfrm>
                <a:off x="131175" y="1386496"/>
                <a:ext cx="11929645" cy="523220"/>
              </a:xfrm>
              <a:prstGeom prst="rect">
                <a:avLst/>
              </a:prstGeom>
              <a:blipFill>
                <a:blip r:embed="rId2"/>
                <a:stretch>
                  <a:fillRect l="-1074" t="-10465" b="-32558"/>
                </a:stretch>
              </a:blipFill>
            </p:spPr>
            <p:txBody>
              <a:bodyPr/>
              <a:lstStyle/>
              <a:p>
                <a:r>
                  <a:rPr lang="en-IN">
                    <a:noFill/>
                  </a:rPr>
                  <a:t> </a:t>
                </a:r>
              </a:p>
            </p:txBody>
          </p:sp>
        </mc:Fallback>
      </mc:AlternateContent>
      <p:sp>
        <p:nvSpPr>
          <p:cNvPr id="33" name="TextBox 32">
            <a:extLst>
              <a:ext uri="{FF2B5EF4-FFF2-40B4-BE49-F238E27FC236}">
                <a16:creationId xmlns:a16="http://schemas.microsoft.com/office/drawing/2014/main" id="{E5766293-38C2-487B-9AAA-5E1CC27DD59B}"/>
              </a:ext>
            </a:extLst>
          </p:cNvPr>
          <p:cNvSpPr txBox="1"/>
          <p:nvPr/>
        </p:nvSpPr>
        <p:spPr>
          <a:xfrm>
            <a:off x="1594217" y="3299344"/>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 Sun, Mon }</a:t>
            </a:r>
            <a:endParaRPr lang="en-IN" sz="2800" dirty="0">
              <a:solidFill>
                <a:srgbClr val="002060"/>
              </a:solidFill>
            </a:endParaRPr>
          </a:p>
        </p:txBody>
      </p:sp>
      <p:sp>
        <p:nvSpPr>
          <p:cNvPr id="34" name="TextBox 33">
            <a:extLst>
              <a:ext uri="{FF2B5EF4-FFF2-40B4-BE49-F238E27FC236}">
                <a16:creationId xmlns:a16="http://schemas.microsoft.com/office/drawing/2014/main" id="{2162F5ED-6A3D-417B-895A-7CA525DB237C}"/>
              </a:ext>
            </a:extLst>
          </p:cNvPr>
          <p:cNvSpPr txBox="1"/>
          <p:nvPr/>
        </p:nvSpPr>
        <p:spPr>
          <a:xfrm>
            <a:off x="1594217" y="3870099"/>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 Mon, Tue }</a:t>
            </a:r>
            <a:endParaRPr lang="en-IN" sz="2800" dirty="0">
              <a:solidFill>
                <a:srgbClr val="002060"/>
              </a:solidFill>
            </a:endParaRPr>
          </a:p>
        </p:txBody>
      </p:sp>
      <p:sp>
        <p:nvSpPr>
          <p:cNvPr id="35" name="TextBox 34">
            <a:extLst>
              <a:ext uri="{FF2B5EF4-FFF2-40B4-BE49-F238E27FC236}">
                <a16:creationId xmlns:a16="http://schemas.microsoft.com/office/drawing/2014/main" id="{70C6FE49-27E2-4343-A7D0-E552636F307D}"/>
              </a:ext>
            </a:extLst>
          </p:cNvPr>
          <p:cNvSpPr txBox="1"/>
          <p:nvPr/>
        </p:nvSpPr>
        <p:spPr>
          <a:xfrm>
            <a:off x="1594217" y="4441458"/>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 Tue, Wed }</a:t>
            </a:r>
            <a:endParaRPr lang="en-IN" sz="2800" dirty="0">
              <a:solidFill>
                <a:srgbClr val="002060"/>
              </a:solidFill>
            </a:endParaRPr>
          </a:p>
        </p:txBody>
      </p:sp>
      <p:sp>
        <p:nvSpPr>
          <p:cNvPr id="36" name="TextBox 35">
            <a:extLst>
              <a:ext uri="{FF2B5EF4-FFF2-40B4-BE49-F238E27FC236}">
                <a16:creationId xmlns:a16="http://schemas.microsoft.com/office/drawing/2014/main" id="{00CE0D23-6FFB-4066-AFE8-7FDEB924E957}"/>
              </a:ext>
            </a:extLst>
          </p:cNvPr>
          <p:cNvSpPr txBox="1"/>
          <p:nvPr/>
        </p:nvSpPr>
        <p:spPr>
          <a:xfrm>
            <a:off x="4393586" y="3299344"/>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 Wed, Thu }</a:t>
            </a:r>
            <a:endParaRPr lang="en-IN" sz="2800" dirty="0">
              <a:solidFill>
                <a:srgbClr val="002060"/>
              </a:solidFill>
            </a:endParaRPr>
          </a:p>
        </p:txBody>
      </p:sp>
      <p:sp>
        <p:nvSpPr>
          <p:cNvPr id="37" name="TextBox 36">
            <a:extLst>
              <a:ext uri="{FF2B5EF4-FFF2-40B4-BE49-F238E27FC236}">
                <a16:creationId xmlns:a16="http://schemas.microsoft.com/office/drawing/2014/main" id="{E594EE42-7707-4E4D-8ED6-3A8F77BB5FC2}"/>
              </a:ext>
            </a:extLst>
          </p:cNvPr>
          <p:cNvSpPr txBox="1"/>
          <p:nvPr/>
        </p:nvSpPr>
        <p:spPr>
          <a:xfrm>
            <a:off x="4393586" y="3870617"/>
            <a:ext cx="2592000" cy="523220"/>
          </a:xfrm>
          <a:prstGeom prst="rect">
            <a:avLst/>
          </a:prstGeom>
          <a:noFill/>
        </p:spPr>
        <p:txBody>
          <a:bodyPr wrap="square" rtlCol="0">
            <a:spAutoFit/>
          </a:bodyPr>
          <a:lstStyle/>
          <a:p>
            <a:pPr algn="ctr">
              <a:spcAft>
                <a:spcPts val="300"/>
              </a:spcAft>
              <a:tabLst>
                <a:tab pos="2057400" algn="l"/>
                <a:tab pos="4130675" algn="l"/>
              </a:tabLst>
            </a:pPr>
            <a:r>
              <a:rPr lang="en-GB" sz="2800" dirty="0">
                <a:solidFill>
                  <a:srgbClr val="002060"/>
                </a:solidFill>
              </a:rPr>
              <a:t>{ Thu, Fri }</a:t>
            </a:r>
            <a:endParaRPr lang="en-IN" sz="2800" dirty="0">
              <a:solidFill>
                <a:srgbClr val="002060"/>
              </a:solidFill>
            </a:endParaRPr>
          </a:p>
        </p:txBody>
      </p:sp>
      <p:sp>
        <p:nvSpPr>
          <p:cNvPr id="38" name="TextBox 37">
            <a:extLst>
              <a:ext uri="{FF2B5EF4-FFF2-40B4-BE49-F238E27FC236}">
                <a16:creationId xmlns:a16="http://schemas.microsoft.com/office/drawing/2014/main" id="{AAAF0C4B-F004-4499-B193-184FF053E633}"/>
              </a:ext>
            </a:extLst>
          </p:cNvPr>
          <p:cNvSpPr txBox="1"/>
          <p:nvPr/>
        </p:nvSpPr>
        <p:spPr>
          <a:xfrm>
            <a:off x="4393586" y="4441976"/>
            <a:ext cx="2592000" cy="523220"/>
          </a:xfrm>
          <a:prstGeom prst="rect">
            <a:avLst/>
          </a:prstGeom>
          <a:noFill/>
        </p:spPr>
        <p:txBody>
          <a:bodyPr wrap="square" rtlCol="0">
            <a:spAutoFit/>
          </a:bodyPr>
          <a:lstStyle/>
          <a:p>
            <a:pPr algn="ctr">
              <a:spcAft>
                <a:spcPts val="300"/>
              </a:spcAft>
              <a:tabLst>
                <a:tab pos="2057400" algn="l"/>
                <a:tab pos="4130675" algn="l"/>
              </a:tabLst>
            </a:pPr>
            <a:r>
              <a:rPr lang="en-GB" sz="2800" dirty="0">
                <a:solidFill>
                  <a:srgbClr val="002060"/>
                </a:solidFill>
              </a:rPr>
              <a:t>{ Fri, Sat }</a:t>
            </a:r>
            <a:endParaRPr lang="en-IN" sz="2800" dirty="0">
              <a:solidFill>
                <a:srgbClr val="002060"/>
              </a:solidFill>
            </a:endParaRPr>
          </a:p>
        </p:txBody>
      </p:sp>
      <p:sp>
        <p:nvSpPr>
          <p:cNvPr id="39" name="TextBox 38">
            <a:extLst>
              <a:ext uri="{FF2B5EF4-FFF2-40B4-BE49-F238E27FC236}">
                <a16:creationId xmlns:a16="http://schemas.microsoft.com/office/drawing/2014/main" id="{A045E74A-0CC0-4777-9272-4CE58533466C}"/>
              </a:ext>
            </a:extLst>
          </p:cNvPr>
          <p:cNvSpPr txBox="1"/>
          <p:nvPr/>
        </p:nvSpPr>
        <p:spPr>
          <a:xfrm>
            <a:off x="6979291" y="3299344"/>
            <a:ext cx="2592000" cy="523220"/>
          </a:xfrm>
          <a:prstGeom prst="rect">
            <a:avLst/>
          </a:prstGeom>
          <a:noFill/>
        </p:spPr>
        <p:txBody>
          <a:bodyPr wrap="square" rtlCol="0">
            <a:spAutoFit/>
          </a:bodyPr>
          <a:lstStyle/>
          <a:p>
            <a:pPr algn="ctr">
              <a:spcAft>
                <a:spcPts val="300"/>
              </a:spcAft>
              <a:tabLst>
                <a:tab pos="2057400" algn="l"/>
                <a:tab pos="4130675" algn="l"/>
              </a:tabLst>
            </a:pPr>
            <a:r>
              <a:rPr lang="en-GB" sz="2800" dirty="0">
                <a:solidFill>
                  <a:srgbClr val="002060"/>
                </a:solidFill>
              </a:rPr>
              <a:t>{ Sat, Sun }</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15BCCCB0-9063-40FC-BE7A-217CA4EC63A1}"/>
                  </a:ext>
                </a:extLst>
              </p:cNvPr>
              <p:cNvSpPr txBox="1"/>
              <p:nvPr/>
            </p:nvSpPr>
            <p:spPr>
              <a:xfrm>
                <a:off x="1594216" y="2173288"/>
                <a:ext cx="3834125" cy="523220"/>
              </a:xfrm>
              <a:prstGeom prst="rect">
                <a:avLst/>
              </a:prstGeom>
              <a:noFill/>
            </p:spPr>
            <p:txBody>
              <a:bodyPr wrap="square" rtlCol="0">
                <a:spAutoFit/>
              </a:bodyPr>
              <a:lstStyle/>
              <a:p>
                <a:r>
                  <a:rPr lang="en-GB" sz="2800" dirty="0">
                    <a:solidFill>
                      <a:srgbClr val="002060"/>
                    </a:solidFill>
                  </a:rPr>
                  <a:t>A leap year has </a:t>
                </a:r>
                <a14:m>
                  <m:oMath xmlns:m="http://schemas.openxmlformats.org/officeDocument/2006/math">
                    <m:r>
                      <a:rPr lang="en-GB" sz="2800" i="1" dirty="0" smtClean="0">
                        <a:solidFill>
                          <a:srgbClr val="002060"/>
                        </a:solidFill>
                        <a:latin typeface="Cambria Math" panose="02040503050406030204" pitchFamily="18" charset="0"/>
                      </a:rPr>
                      <m:t>366</m:t>
                    </m:r>
                  </m:oMath>
                </a14:m>
                <a:r>
                  <a:rPr lang="en-GB" sz="2800" dirty="0">
                    <a:solidFill>
                      <a:srgbClr val="002060"/>
                    </a:solidFill>
                  </a:rPr>
                  <a:t> days.</a:t>
                </a:r>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15BCCCB0-9063-40FC-BE7A-217CA4EC63A1}"/>
                  </a:ext>
                </a:extLst>
              </p:cNvPr>
              <p:cNvSpPr txBox="1">
                <a:spLocks noRot="1" noChangeAspect="1" noMove="1" noResize="1" noEditPoints="1" noAdjustHandles="1" noChangeArrowheads="1" noChangeShapeType="1" noTextEdit="1"/>
              </p:cNvSpPr>
              <p:nvPr/>
            </p:nvSpPr>
            <p:spPr>
              <a:xfrm>
                <a:off x="1594216" y="2173288"/>
                <a:ext cx="3834125" cy="523220"/>
              </a:xfrm>
              <a:prstGeom prst="rect">
                <a:avLst/>
              </a:prstGeom>
              <a:blipFill>
                <a:blip r:embed="rId3"/>
                <a:stretch>
                  <a:fillRect l="-3344" t="-11765" r="-111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BF28F1A0-8E3F-492C-A53D-7E2AE979178B}"/>
                  </a:ext>
                </a:extLst>
              </p:cNvPr>
              <p:cNvSpPr txBox="1"/>
              <p:nvPr/>
            </p:nvSpPr>
            <p:spPr>
              <a:xfrm>
                <a:off x="10835099" y="3546390"/>
                <a:ext cx="74167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366</m:t>
                      </m:r>
                    </m:oMath>
                  </m:oMathPara>
                </a14:m>
                <a:endParaRPr lang="en-IN" dirty="0"/>
              </a:p>
            </p:txBody>
          </p:sp>
        </mc:Choice>
        <mc:Fallback xmlns="">
          <p:sp>
            <p:nvSpPr>
              <p:cNvPr id="41" name="TextBox 40">
                <a:extLst>
                  <a:ext uri="{FF2B5EF4-FFF2-40B4-BE49-F238E27FC236}">
                    <a16:creationId xmlns:a16="http://schemas.microsoft.com/office/drawing/2014/main" id="{BF28F1A0-8E3F-492C-A53D-7E2AE979178B}"/>
                  </a:ext>
                </a:extLst>
              </p:cNvPr>
              <p:cNvSpPr txBox="1">
                <a:spLocks noRot="1" noChangeAspect="1" noMove="1" noResize="1" noEditPoints="1" noAdjustHandles="1" noChangeArrowheads="1" noChangeShapeType="1" noTextEdit="1"/>
              </p:cNvSpPr>
              <p:nvPr/>
            </p:nvSpPr>
            <p:spPr>
              <a:xfrm>
                <a:off x="10835099" y="3546390"/>
                <a:ext cx="741674"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A72342D0-32E8-4ABF-892E-204B7F31F774}"/>
                  </a:ext>
                </a:extLst>
              </p:cNvPr>
              <p:cNvSpPr txBox="1"/>
              <p:nvPr/>
            </p:nvSpPr>
            <p:spPr>
              <a:xfrm>
                <a:off x="5300001" y="2175158"/>
                <a:ext cx="6548293" cy="523220"/>
              </a:xfrm>
              <a:prstGeom prst="rect">
                <a:avLst/>
              </a:prstGeom>
              <a:noFill/>
            </p:spPr>
            <p:txBody>
              <a:bodyPr wrap="square" rtlCol="0">
                <a:spAutoFit/>
              </a:bodyPr>
              <a:lstStyle/>
              <a:p>
                <a:r>
                  <a:rPr lang="en-GB" sz="2800" dirty="0">
                    <a:solidFill>
                      <a:srgbClr val="002060"/>
                    </a:solidFill>
                  </a:rPr>
                  <a:t>Which Consist of </a:t>
                </a:r>
                <a14:m>
                  <m:oMath xmlns:m="http://schemas.openxmlformats.org/officeDocument/2006/math">
                    <m:r>
                      <a:rPr lang="en-GB" sz="2800" i="1" dirty="0" smtClean="0">
                        <a:solidFill>
                          <a:srgbClr val="002060"/>
                        </a:solidFill>
                        <a:latin typeface="Cambria Math" panose="02040503050406030204" pitchFamily="18" charset="0"/>
                      </a:rPr>
                      <m:t>52</m:t>
                    </m:r>
                  </m:oMath>
                </a14:m>
                <a:r>
                  <a:rPr lang="en-GB" sz="2800" dirty="0">
                    <a:solidFill>
                      <a:srgbClr val="002060"/>
                    </a:solidFill>
                  </a:rPr>
                  <a:t> weeks and </a:t>
                </a:r>
                <a14:m>
                  <m:oMath xmlns:m="http://schemas.openxmlformats.org/officeDocument/2006/math">
                    <m:r>
                      <a:rPr lang="en-GB" sz="2800" i="1" dirty="0" smtClean="0">
                        <a:solidFill>
                          <a:srgbClr val="002060"/>
                        </a:solidFill>
                        <a:latin typeface="Cambria Math" panose="02040503050406030204" pitchFamily="18" charset="0"/>
                      </a:rPr>
                      <m:t>2</m:t>
                    </m:r>
                  </m:oMath>
                </a14:m>
                <a:r>
                  <a:rPr lang="en-GB" sz="2800" dirty="0">
                    <a:solidFill>
                      <a:srgbClr val="002060"/>
                    </a:solidFill>
                  </a:rPr>
                  <a:t> extra days.</a:t>
                </a:r>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A72342D0-32E8-4ABF-892E-204B7F31F774}"/>
                  </a:ext>
                </a:extLst>
              </p:cNvPr>
              <p:cNvSpPr txBox="1">
                <a:spLocks noRot="1" noChangeAspect="1" noMove="1" noResize="1" noEditPoints="1" noAdjustHandles="1" noChangeArrowheads="1" noChangeShapeType="1" noTextEdit="1"/>
              </p:cNvSpPr>
              <p:nvPr/>
            </p:nvSpPr>
            <p:spPr>
              <a:xfrm>
                <a:off x="5300001" y="2175158"/>
                <a:ext cx="6548293" cy="523220"/>
              </a:xfrm>
              <a:prstGeom prst="rect">
                <a:avLst/>
              </a:prstGeom>
              <a:blipFill>
                <a:blip r:embed="rId5"/>
                <a:stretch>
                  <a:fillRect l="-1860" t="-11628" b="-32558"/>
                </a:stretch>
              </a:blipFill>
            </p:spPr>
            <p:txBody>
              <a:bodyPr/>
              <a:lstStyle/>
              <a:p>
                <a:r>
                  <a:rPr lang="en-IN">
                    <a:noFill/>
                  </a:rPr>
                  <a:t> </a:t>
                </a:r>
              </a:p>
            </p:txBody>
          </p:sp>
        </mc:Fallback>
      </mc:AlternateContent>
      <p:cxnSp>
        <p:nvCxnSpPr>
          <p:cNvPr id="43" name="Straight Connector 42">
            <a:extLst>
              <a:ext uri="{FF2B5EF4-FFF2-40B4-BE49-F238E27FC236}">
                <a16:creationId xmlns:a16="http://schemas.microsoft.com/office/drawing/2014/main" id="{C2AB9854-9AA6-40D2-B217-8C61464D8368}"/>
              </a:ext>
            </a:extLst>
          </p:cNvPr>
          <p:cNvCxnSpPr/>
          <p:nvPr/>
        </p:nvCxnSpPr>
        <p:spPr>
          <a:xfrm flipV="1">
            <a:off x="10722066" y="3560350"/>
            <a:ext cx="0" cy="52322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82CAE4B-CB4A-474D-92F7-8AD2C3AE2F6E}"/>
              </a:ext>
            </a:extLst>
          </p:cNvPr>
          <p:cNvCxnSpPr>
            <a:cxnSpLocks/>
          </p:cNvCxnSpPr>
          <p:nvPr/>
        </p:nvCxnSpPr>
        <p:spPr>
          <a:xfrm>
            <a:off x="10722066" y="3560350"/>
            <a:ext cx="967740" cy="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614B0686-3DBC-4A0D-962D-2F16188F61FE}"/>
                  </a:ext>
                </a:extLst>
              </p:cNvPr>
              <p:cNvSpPr txBox="1"/>
              <p:nvPr/>
            </p:nvSpPr>
            <p:spPr>
              <a:xfrm>
                <a:off x="10297890" y="3560350"/>
                <a:ext cx="36766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7</m:t>
                      </m:r>
                    </m:oMath>
                  </m:oMathPara>
                </a14:m>
                <a:endParaRPr lang="en-IN" dirty="0"/>
              </a:p>
            </p:txBody>
          </p:sp>
        </mc:Choice>
        <mc:Fallback xmlns="">
          <p:sp>
            <p:nvSpPr>
              <p:cNvPr id="45" name="TextBox 44">
                <a:extLst>
                  <a:ext uri="{FF2B5EF4-FFF2-40B4-BE49-F238E27FC236}">
                    <a16:creationId xmlns:a16="http://schemas.microsoft.com/office/drawing/2014/main" id="{614B0686-3DBC-4A0D-962D-2F16188F61FE}"/>
                  </a:ext>
                </a:extLst>
              </p:cNvPr>
              <p:cNvSpPr txBox="1">
                <a:spLocks noRot="1" noChangeAspect="1" noMove="1" noResize="1" noEditPoints="1" noAdjustHandles="1" noChangeArrowheads="1" noChangeShapeType="1" noTextEdit="1"/>
              </p:cNvSpPr>
              <p:nvPr/>
            </p:nvSpPr>
            <p:spPr>
              <a:xfrm>
                <a:off x="10297890" y="3560350"/>
                <a:ext cx="36766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47E0A83A-C4B2-4BA2-8EE0-E0B3CC81067B}"/>
                  </a:ext>
                </a:extLst>
              </p:cNvPr>
              <p:cNvSpPr txBox="1"/>
              <p:nvPr/>
            </p:nvSpPr>
            <p:spPr>
              <a:xfrm>
                <a:off x="10907490" y="3032039"/>
                <a:ext cx="32702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5</m:t>
                      </m:r>
                    </m:oMath>
                  </m:oMathPara>
                </a14:m>
                <a:endParaRPr lang="en-IN" dirty="0"/>
              </a:p>
            </p:txBody>
          </p:sp>
        </mc:Choice>
        <mc:Fallback xmlns="">
          <p:sp>
            <p:nvSpPr>
              <p:cNvPr id="58" name="TextBox 57">
                <a:extLst>
                  <a:ext uri="{FF2B5EF4-FFF2-40B4-BE49-F238E27FC236}">
                    <a16:creationId xmlns:a16="http://schemas.microsoft.com/office/drawing/2014/main" id="{47E0A83A-C4B2-4BA2-8EE0-E0B3CC81067B}"/>
                  </a:ext>
                </a:extLst>
              </p:cNvPr>
              <p:cNvSpPr txBox="1">
                <a:spLocks noRot="1" noChangeAspect="1" noMove="1" noResize="1" noEditPoints="1" noAdjustHandles="1" noChangeArrowheads="1" noChangeShapeType="1" noTextEdit="1"/>
              </p:cNvSpPr>
              <p:nvPr/>
            </p:nvSpPr>
            <p:spPr>
              <a:xfrm>
                <a:off x="10907490" y="3032039"/>
                <a:ext cx="327021"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311A2FF2-30DC-4020-80B7-59A6FD845D05}"/>
                  </a:ext>
                </a:extLst>
              </p:cNvPr>
              <p:cNvSpPr txBox="1"/>
              <p:nvPr/>
            </p:nvSpPr>
            <p:spPr>
              <a:xfrm>
                <a:off x="10835099" y="3975645"/>
                <a:ext cx="74167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35</m:t>
                      </m:r>
                    </m:oMath>
                  </m:oMathPara>
                </a14:m>
                <a:endParaRPr lang="en-IN" dirty="0"/>
              </a:p>
            </p:txBody>
          </p:sp>
        </mc:Choice>
        <mc:Fallback xmlns="">
          <p:sp>
            <p:nvSpPr>
              <p:cNvPr id="65" name="TextBox 64">
                <a:extLst>
                  <a:ext uri="{FF2B5EF4-FFF2-40B4-BE49-F238E27FC236}">
                    <a16:creationId xmlns:a16="http://schemas.microsoft.com/office/drawing/2014/main" id="{311A2FF2-30DC-4020-80B7-59A6FD845D05}"/>
                  </a:ext>
                </a:extLst>
              </p:cNvPr>
              <p:cNvSpPr txBox="1">
                <a:spLocks noRot="1" noChangeAspect="1" noMove="1" noResize="1" noEditPoints="1" noAdjustHandles="1" noChangeArrowheads="1" noChangeShapeType="1" noTextEdit="1"/>
              </p:cNvSpPr>
              <p:nvPr/>
            </p:nvSpPr>
            <p:spPr>
              <a:xfrm>
                <a:off x="10835099" y="3975645"/>
                <a:ext cx="741674"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4D13A97A-C3C5-4089-9E14-8B5DCC250476}"/>
                  </a:ext>
                </a:extLst>
              </p:cNvPr>
              <p:cNvSpPr txBox="1"/>
              <p:nvPr/>
            </p:nvSpPr>
            <p:spPr>
              <a:xfrm>
                <a:off x="10536653" y="3959140"/>
                <a:ext cx="42798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m:t>
                      </m:r>
                    </m:oMath>
                  </m:oMathPara>
                </a14:m>
                <a:endParaRPr lang="en-IN" dirty="0"/>
              </a:p>
            </p:txBody>
          </p:sp>
        </mc:Choice>
        <mc:Fallback xmlns="">
          <p:sp>
            <p:nvSpPr>
              <p:cNvPr id="66" name="TextBox 65">
                <a:extLst>
                  <a:ext uri="{FF2B5EF4-FFF2-40B4-BE49-F238E27FC236}">
                    <a16:creationId xmlns:a16="http://schemas.microsoft.com/office/drawing/2014/main" id="{4D13A97A-C3C5-4089-9E14-8B5DCC250476}"/>
                  </a:ext>
                </a:extLst>
              </p:cNvPr>
              <p:cNvSpPr txBox="1">
                <a:spLocks noRot="1" noChangeAspect="1" noMove="1" noResize="1" noEditPoints="1" noAdjustHandles="1" noChangeArrowheads="1" noChangeShapeType="1" noTextEdit="1"/>
              </p:cNvSpPr>
              <p:nvPr/>
            </p:nvSpPr>
            <p:spPr>
              <a:xfrm>
                <a:off x="10536653" y="3959140"/>
                <a:ext cx="427983" cy="523220"/>
              </a:xfrm>
              <a:prstGeom prst="rect">
                <a:avLst/>
              </a:prstGeom>
              <a:blipFill>
                <a:blip r:embed="rId9"/>
                <a:stretch>
                  <a:fillRect/>
                </a:stretch>
              </a:blipFill>
            </p:spPr>
            <p:txBody>
              <a:bodyPr/>
              <a:lstStyle/>
              <a:p>
                <a:r>
                  <a:rPr lang="en-IN">
                    <a:noFill/>
                  </a:rPr>
                  <a:t> </a:t>
                </a:r>
              </a:p>
            </p:txBody>
          </p:sp>
        </mc:Fallback>
      </mc:AlternateContent>
      <p:cxnSp>
        <p:nvCxnSpPr>
          <p:cNvPr id="67" name="Straight Connector 66">
            <a:extLst>
              <a:ext uri="{FF2B5EF4-FFF2-40B4-BE49-F238E27FC236}">
                <a16:creationId xmlns:a16="http://schemas.microsoft.com/office/drawing/2014/main" id="{86DE74F9-B52E-48F4-ACA2-5D88A46AA040}"/>
              </a:ext>
            </a:extLst>
          </p:cNvPr>
          <p:cNvCxnSpPr>
            <a:cxnSpLocks/>
          </p:cNvCxnSpPr>
          <p:nvPr/>
        </p:nvCxnSpPr>
        <p:spPr>
          <a:xfrm>
            <a:off x="10835099" y="4482360"/>
            <a:ext cx="967740" cy="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B3F5A80F-EB25-464F-9757-371329F39009}"/>
                  </a:ext>
                </a:extLst>
              </p:cNvPr>
              <p:cNvSpPr txBox="1"/>
              <p:nvPr/>
            </p:nvSpPr>
            <p:spPr>
              <a:xfrm>
                <a:off x="11061166" y="4468399"/>
                <a:ext cx="29479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1</m:t>
                      </m:r>
                    </m:oMath>
                  </m:oMathPara>
                </a14:m>
                <a:endParaRPr lang="en-IN" dirty="0"/>
              </a:p>
            </p:txBody>
          </p:sp>
        </mc:Choice>
        <mc:Fallback xmlns="">
          <p:sp>
            <p:nvSpPr>
              <p:cNvPr id="68" name="TextBox 67">
                <a:extLst>
                  <a:ext uri="{FF2B5EF4-FFF2-40B4-BE49-F238E27FC236}">
                    <a16:creationId xmlns:a16="http://schemas.microsoft.com/office/drawing/2014/main" id="{B3F5A80F-EB25-464F-9757-371329F39009}"/>
                  </a:ext>
                </a:extLst>
              </p:cNvPr>
              <p:cNvSpPr txBox="1">
                <a:spLocks noRot="1" noChangeAspect="1" noMove="1" noResize="1" noEditPoints="1" noAdjustHandles="1" noChangeArrowheads="1" noChangeShapeType="1" noTextEdit="1"/>
              </p:cNvSpPr>
              <p:nvPr/>
            </p:nvSpPr>
            <p:spPr>
              <a:xfrm>
                <a:off x="11061166" y="4468399"/>
                <a:ext cx="294790"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46CC01B2-838E-46C4-8B7E-936BFE07E8A4}"/>
                  </a:ext>
                </a:extLst>
              </p:cNvPr>
              <p:cNvSpPr txBox="1"/>
              <p:nvPr/>
            </p:nvSpPr>
            <p:spPr>
              <a:xfrm>
                <a:off x="11263082" y="4468398"/>
                <a:ext cx="37465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6</m:t>
                      </m:r>
                    </m:oMath>
                  </m:oMathPara>
                </a14:m>
                <a:endParaRPr lang="en-IN" dirty="0"/>
              </a:p>
            </p:txBody>
          </p:sp>
        </mc:Choice>
        <mc:Fallback xmlns="">
          <p:sp>
            <p:nvSpPr>
              <p:cNvPr id="69" name="TextBox 68">
                <a:extLst>
                  <a:ext uri="{FF2B5EF4-FFF2-40B4-BE49-F238E27FC236}">
                    <a16:creationId xmlns:a16="http://schemas.microsoft.com/office/drawing/2014/main" id="{46CC01B2-838E-46C4-8B7E-936BFE07E8A4}"/>
                  </a:ext>
                </a:extLst>
              </p:cNvPr>
              <p:cNvSpPr txBox="1">
                <a:spLocks noRot="1" noChangeAspect="1" noMove="1" noResize="1" noEditPoints="1" noAdjustHandles="1" noChangeArrowheads="1" noChangeShapeType="1" noTextEdit="1"/>
              </p:cNvSpPr>
              <p:nvPr/>
            </p:nvSpPr>
            <p:spPr>
              <a:xfrm>
                <a:off x="11263082" y="4468398"/>
                <a:ext cx="374654"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4C65A32B-6B8F-461B-A274-BA46292BC509}"/>
                  </a:ext>
                </a:extLst>
              </p:cNvPr>
              <p:cNvSpPr txBox="1"/>
              <p:nvPr/>
            </p:nvSpPr>
            <p:spPr>
              <a:xfrm>
                <a:off x="11103964" y="3032529"/>
                <a:ext cx="37465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2</m:t>
                      </m:r>
                    </m:oMath>
                  </m:oMathPara>
                </a14:m>
                <a:endParaRPr lang="en-IN" dirty="0"/>
              </a:p>
            </p:txBody>
          </p:sp>
        </mc:Choice>
        <mc:Fallback xmlns="">
          <p:sp>
            <p:nvSpPr>
              <p:cNvPr id="70" name="TextBox 69">
                <a:extLst>
                  <a:ext uri="{FF2B5EF4-FFF2-40B4-BE49-F238E27FC236}">
                    <a16:creationId xmlns:a16="http://schemas.microsoft.com/office/drawing/2014/main" id="{4C65A32B-6B8F-461B-A274-BA46292BC509}"/>
                  </a:ext>
                </a:extLst>
              </p:cNvPr>
              <p:cNvSpPr txBox="1">
                <a:spLocks noRot="1" noChangeAspect="1" noMove="1" noResize="1" noEditPoints="1" noAdjustHandles="1" noChangeArrowheads="1" noChangeShapeType="1" noTextEdit="1"/>
              </p:cNvSpPr>
              <p:nvPr/>
            </p:nvSpPr>
            <p:spPr>
              <a:xfrm>
                <a:off x="11103964" y="3032529"/>
                <a:ext cx="374654"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30F3EA91-842C-4EDC-BAB2-9692FEA01434}"/>
                  </a:ext>
                </a:extLst>
              </p:cNvPr>
              <p:cNvSpPr txBox="1"/>
              <p:nvPr/>
            </p:nvSpPr>
            <p:spPr>
              <a:xfrm>
                <a:off x="11095528" y="4858290"/>
                <a:ext cx="59077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14</m:t>
                      </m:r>
                    </m:oMath>
                  </m:oMathPara>
                </a14:m>
                <a:endParaRPr lang="en-IN" dirty="0"/>
              </a:p>
            </p:txBody>
          </p:sp>
        </mc:Choice>
        <mc:Fallback xmlns="">
          <p:sp>
            <p:nvSpPr>
              <p:cNvPr id="78" name="TextBox 77">
                <a:extLst>
                  <a:ext uri="{FF2B5EF4-FFF2-40B4-BE49-F238E27FC236}">
                    <a16:creationId xmlns:a16="http://schemas.microsoft.com/office/drawing/2014/main" id="{30F3EA91-842C-4EDC-BAB2-9692FEA01434}"/>
                  </a:ext>
                </a:extLst>
              </p:cNvPr>
              <p:cNvSpPr txBox="1">
                <a:spLocks noRot="1" noChangeAspect="1" noMove="1" noResize="1" noEditPoints="1" noAdjustHandles="1" noChangeArrowheads="1" noChangeShapeType="1" noTextEdit="1"/>
              </p:cNvSpPr>
              <p:nvPr/>
            </p:nvSpPr>
            <p:spPr>
              <a:xfrm>
                <a:off x="11095528" y="4858290"/>
                <a:ext cx="590773"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B5FA0652-2FA9-4A52-AE79-D55899B51633}"/>
                  </a:ext>
                </a:extLst>
              </p:cNvPr>
              <p:cNvSpPr txBox="1"/>
              <p:nvPr/>
            </p:nvSpPr>
            <p:spPr>
              <a:xfrm>
                <a:off x="10817918" y="4849407"/>
                <a:ext cx="42798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m:t>
                      </m:r>
                    </m:oMath>
                  </m:oMathPara>
                </a14:m>
                <a:endParaRPr lang="en-IN" dirty="0"/>
              </a:p>
            </p:txBody>
          </p:sp>
        </mc:Choice>
        <mc:Fallback xmlns="">
          <p:sp>
            <p:nvSpPr>
              <p:cNvPr id="79" name="TextBox 78">
                <a:extLst>
                  <a:ext uri="{FF2B5EF4-FFF2-40B4-BE49-F238E27FC236}">
                    <a16:creationId xmlns:a16="http://schemas.microsoft.com/office/drawing/2014/main" id="{B5FA0652-2FA9-4A52-AE79-D55899B51633}"/>
                  </a:ext>
                </a:extLst>
              </p:cNvPr>
              <p:cNvSpPr txBox="1">
                <a:spLocks noRot="1" noChangeAspect="1" noMove="1" noResize="1" noEditPoints="1" noAdjustHandles="1" noChangeArrowheads="1" noChangeShapeType="1" noTextEdit="1"/>
              </p:cNvSpPr>
              <p:nvPr/>
            </p:nvSpPr>
            <p:spPr>
              <a:xfrm>
                <a:off x="10817918" y="4849407"/>
                <a:ext cx="427983" cy="523220"/>
              </a:xfrm>
              <a:prstGeom prst="rect">
                <a:avLst/>
              </a:prstGeom>
              <a:blipFill>
                <a:blip r:embed="rId14"/>
                <a:stretch>
                  <a:fillRect/>
                </a:stretch>
              </a:blipFill>
            </p:spPr>
            <p:txBody>
              <a:bodyPr/>
              <a:lstStyle/>
              <a:p>
                <a:r>
                  <a:rPr lang="en-IN">
                    <a:noFill/>
                  </a:rPr>
                  <a:t> </a:t>
                </a:r>
              </a:p>
            </p:txBody>
          </p:sp>
        </mc:Fallback>
      </mc:AlternateContent>
      <p:cxnSp>
        <p:nvCxnSpPr>
          <p:cNvPr id="80" name="Straight Connector 79">
            <a:extLst>
              <a:ext uri="{FF2B5EF4-FFF2-40B4-BE49-F238E27FC236}">
                <a16:creationId xmlns:a16="http://schemas.microsoft.com/office/drawing/2014/main" id="{8DD7DFCD-47D3-45A6-AA58-3620B1EA8495}"/>
              </a:ext>
            </a:extLst>
          </p:cNvPr>
          <p:cNvCxnSpPr>
            <a:cxnSpLocks/>
          </p:cNvCxnSpPr>
          <p:nvPr/>
        </p:nvCxnSpPr>
        <p:spPr>
          <a:xfrm>
            <a:off x="10835099" y="5362467"/>
            <a:ext cx="967740" cy="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4416DE15-07CC-48B1-A37A-5AB6A6D62702}"/>
                  </a:ext>
                </a:extLst>
              </p:cNvPr>
              <p:cNvSpPr txBox="1"/>
              <p:nvPr/>
            </p:nvSpPr>
            <p:spPr>
              <a:xfrm>
                <a:off x="11311647" y="5381510"/>
                <a:ext cx="37465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2</m:t>
                      </m:r>
                    </m:oMath>
                  </m:oMathPara>
                </a14:m>
                <a:endParaRPr lang="en-IN" dirty="0"/>
              </a:p>
            </p:txBody>
          </p:sp>
        </mc:Choice>
        <mc:Fallback xmlns="">
          <p:sp>
            <p:nvSpPr>
              <p:cNvPr id="81" name="TextBox 80">
                <a:extLst>
                  <a:ext uri="{FF2B5EF4-FFF2-40B4-BE49-F238E27FC236}">
                    <a16:creationId xmlns:a16="http://schemas.microsoft.com/office/drawing/2014/main" id="{4416DE15-07CC-48B1-A37A-5AB6A6D62702}"/>
                  </a:ext>
                </a:extLst>
              </p:cNvPr>
              <p:cNvSpPr txBox="1">
                <a:spLocks noRot="1" noChangeAspect="1" noMove="1" noResize="1" noEditPoints="1" noAdjustHandles="1" noChangeArrowheads="1" noChangeShapeType="1" noTextEdit="1"/>
              </p:cNvSpPr>
              <p:nvPr/>
            </p:nvSpPr>
            <p:spPr>
              <a:xfrm>
                <a:off x="11311647" y="5381510"/>
                <a:ext cx="374654"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5B92D066-5361-4511-BDD8-3F61CE86B9D2}"/>
                  </a:ext>
                </a:extLst>
              </p:cNvPr>
              <p:cNvSpPr txBox="1"/>
              <p:nvPr/>
            </p:nvSpPr>
            <p:spPr>
              <a:xfrm>
                <a:off x="1594215" y="2690493"/>
                <a:ext cx="3884923" cy="523220"/>
              </a:xfrm>
              <a:prstGeom prst="rect">
                <a:avLst/>
              </a:prstGeom>
              <a:noFill/>
            </p:spPr>
            <p:txBody>
              <a:bodyPr wrap="square" rtlCol="0">
                <a:spAutoFit/>
              </a:bodyPr>
              <a:lstStyle/>
              <a:p>
                <a:pPr>
                  <a:spcAft>
                    <a:spcPts val="300"/>
                  </a:spcAft>
                  <a:tabLst>
                    <a:tab pos="2057400" algn="l"/>
                  </a:tabLst>
                </a:pPr>
                <a:r>
                  <a:rPr lang="en-GB" sz="2800" dirty="0">
                    <a:solidFill>
                      <a:srgbClr val="002060"/>
                    </a:solidFill>
                  </a:rPr>
                  <a:t>These </a:t>
                </a:r>
                <a14:m>
                  <m:oMath xmlns:m="http://schemas.openxmlformats.org/officeDocument/2006/math">
                    <m:r>
                      <a:rPr lang="en-GB" sz="2800" i="1" dirty="0" smtClean="0">
                        <a:solidFill>
                          <a:srgbClr val="002060"/>
                        </a:solidFill>
                        <a:latin typeface="Cambria Math" panose="02040503050406030204" pitchFamily="18" charset="0"/>
                      </a:rPr>
                      <m:t>2</m:t>
                    </m:r>
                  </m:oMath>
                </a14:m>
                <a:r>
                  <a:rPr lang="en-GB" sz="2800" dirty="0">
                    <a:solidFill>
                      <a:srgbClr val="002060"/>
                    </a:solidFill>
                  </a:rPr>
                  <a:t> extra days can be </a:t>
                </a:r>
              </a:p>
            </p:txBody>
          </p:sp>
        </mc:Choice>
        <mc:Fallback xmlns="">
          <p:sp>
            <p:nvSpPr>
              <p:cNvPr id="82" name="TextBox 81">
                <a:extLst>
                  <a:ext uri="{FF2B5EF4-FFF2-40B4-BE49-F238E27FC236}">
                    <a16:creationId xmlns:a16="http://schemas.microsoft.com/office/drawing/2014/main" id="{5B92D066-5361-4511-BDD8-3F61CE86B9D2}"/>
                  </a:ext>
                </a:extLst>
              </p:cNvPr>
              <p:cNvSpPr txBox="1">
                <a:spLocks noRot="1" noChangeAspect="1" noMove="1" noResize="1" noEditPoints="1" noAdjustHandles="1" noChangeArrowheads="1" noChangeShapeType="1" noTextEdit="1"/>
              </p:cNvSpPr>
              <p:nvPr/>
            </p:nvSpPr>
            <p:spPr>
              <a:xfrm>
                <a:off x="1594215" y="2690493"/>
                <a:ext cx="3884923" cy="523220"/>
              </a:xfrm>
              <a:prstGeom prst="rect">
                <a:avLst/>
              </a:prstGeom>
              <a:blipFill>
                <a:blip r:embed="rId16"/>
                <a:stretch>
                  <a:fillRect l="-3297" t="-10465" r="-235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DAFC3D9F-1A3B-48D1-829E-2959B64E24D0}"/>
                  </a:ext>
                </a:extLst>
              </p:cNvPr>
              <p:cNvSpPr txBox="1"/>
              <p:nvPr/>
            </p:nvSpPr>
            <p:spPr>
              <a:xfrm>
                <a:off x="1630182" y="5100385"/>
                <a:ext cx="5870209" cy="523220"/>
              </a:xfrm>
              <a:prstGeom prst="rect">
                <a:avLst/>
              </a:prstGeom>
              <a:noFill/>
            </p:spPr>
            <p:txBody>
              <a:bodyPr wrap="square" rtlCol="0">
                <a:spAutoFit/>
              </a:bodyPr>
              <a:lstStyle/>
              <a:p>
                <a:r>
                  <a:rPr lang="en-GB" sz="2800" dirty="0">
                    <a:solidFill>
                      <a:srgbClr val="002060"/>
                    </a:solidFill>
                  </a:rPr>
                  <a:t>So, there are </a:t>
                </a:r>
                <a14:m>
                  <m:oMath xmlns:m="http://schemas.openxmlformats.org/officeDocument/2006/math">
                    <m:r>
                      <a:rPr lang="en-GB" sz="2800" i="1" dirty="0" smtClean="0">
                        <a:solidFill>
                          <a:srgbClr val="002060"/>
                        </a:solidFill>
                        <a:latin typeface="Cambria Math" panose="02040503050406030204" pitchFamily="18" charset="0"/>
                      </a:rPr>
                      <m:t>7</m:t>
                    </m:r>
                  </m:oMath>
                </a14:m>
                <a:r>
                  <a:rPr lang="en-GB" sz="2800" dirty="0">
                    <a:solidFill>
                      <a:srgbClr val="002060"/>
                    </a:solidFill>
                  </a:rPr>
                  <a:t> possibilities out of which</a:t>
                </a:r>
                <a:endParaRPr lang="en-IN" sz="2800" dirty="0">
                  <a:solidFill>
                    <a:srgbClr val="002060"/>
                  </a:solidFill>
                </a:endParaRPr>
              </a:p>
            </p:txBody>
          </p:sp>
        </mc:Choice>
        <mc:Fallback xmlns="">
          <p:sp>
            <p:nvSpPr>
              <p:cNvPr id="83" name="TextBox 82">
                <a:extLst>
                  <a:ext uri="{FF2B5EF4-FFF2-40B4-BE49-F238E27FC236}">
                    <a16:creationId xmlns:a16="http://schemas.microsoft.com/office/drawing/2014/main" id="{DAFC3D9F-1A3B-48D1-829E-2959B64E24D0}"/>
                  </a:ext>
                </a:extLst>
              </p:cNvPr>
              <p:cNvSpPr txBox="1">
                <a:spLocks noRot="1" noChangeAspect="1" noMove="1" noResize="1" noEditPoints="1" noAdjustHandles="1" noChangeArrowheads="1" noChangeShapeType="1" noTextEdit="1"/>
              </p:cNvSpPr>
              <p:nvPr/>
            </p:nvSpPr>
            <p:spPr>
              <a:xfrm>
                <a:off x="1630182" y="5100385"/>
                <a:ext cx="5870209" cy="523220"/>
              </a:xfrm>
              <a:prstGeom prst="rect">
                <a:avLst/>
              </a:prstGeom>
              <a:blipFill>
                <a:blip r:embed="rId17"/>
                <a:stretch>
                  <a:fillRect l="-2077"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FE7FBAB7-8FC4-4C65-A369-A43441FB8A5B}"/>
                  </a:ext>
                </a:extLst>
              </p:cNvPr>
              <p:cNvSpPr txBox="1"/>
              <p:nvPr/>
            </p:nvSpPr>
            <p:spPr>
              <a:xfrm>
                <a:off x="7281200" y="5100385"/>
                <a:ext cx="2585897" cy="523220"/>
              </a:xfrm>
              <a:prstGeom prst="rect">
                <a:avLst/>
              </a:prstGeom>
              <a:noFill/>
            </p:spPr>
            <p:txBody>
              <a:bodyPr wrap="square" rtlCol="0">
                <a:spAutoFit/>
              </a:bodyPr>
              <a:lstStyle/>
              <a:p>
                <a14:m>
                  <m:oMath xmlns:m="http://schemas.openxmlformats.org/officeDocument/2006/math">
                    <m:r>
                      <a:rPr lang="en-GB" sz="2800" i="1" dirty="0" smtClean="0">
                        <a:solidFill>
                          <a:srgbClr val="002060"/>
                        </a:solidFill>
                        <a:latin typeface="Cambria Math" panose="02040503050406030204" pitchFamily="18" charset="0"/>
                      </a:rPr>
                      <m:t>2</m:t>
                    </m:r>
                  </m:oMath>
                </a14:m>
                <a:r>
                  <a:rPr lang="en-GB" sz="2800" dirty="0">
                    <a:solidFill>
                      <a:srgbClr val="002060"/>
                    </a:solidFill>
                  </a:rPr>
                  <a:t> have a Sunday.</a:t>
                </a:r>
                <a:endParaRPr lang="en-IN" sz="2800" dirty="0">
                  <a:solidFill>
                    <a:srgbClr val="002060"/>
                  </a:solidFill>
                </a:endParaRPr>
              </a:p>
            </p:txBody>
          </p:sp>
        </mc:Choice>
        <mc:Fallback xmlns="">
          <p:sp>
            <p:nvSpPr>
              <p:cNvPr id="84" name="TextBox 83">
                <a:extLst>
                  <a:ext uri="{FF2B5EF4-FFF2-40B4-BE49-F238E27FC236}">
                    <a16:creationId xmlns:a16="http://schemas.microsoft.com/office/drawing/2014/main" id="{FE7FBAB7-8FC4-4C65-A369-A43441FB8A5B}"/>
                  </a:ext>
                </a:extLst>
              </p:cNvPr>
              <p:cNvSpPr txBox="1">
                <a:spLocks noRot="1" noChangeAspect="1" noMove="1" noResize="1" noEditPoints="1" noAdjustHandles="1" noChangeArrowheads="1" noChangeShapeType="1" noTextEdit="1"/>
              </p:cNvSpPr>
              <p:nvPr/>
            </p:nvSpPr>
            <p:spPr>
              <a:xfrm>
                <a:off x="7281200" y="5100385"/>
                <a:ext cx="2585897" cy="523220"/>
              </a:xfrm>
              <a:prstGeom prst="rect">
                <a:avLst/>
              </a:prstGeom>
              <a:blipFill>
                <a:blip r:embed="rId18"/>
                <a:stretch>
                  <a:fillRect t="-11628" r="-2824" b="-32558"/>
                </a:stretch>
              </a:blipFill>
            </p:spPr>
            <p:txBody>
              <a:bodyPr/>
              <a:lstStyle/>
              <a:p>
                <a:r>
                  <a:rPr lang="en-IN">
                    <a:noFill/>
                  </a:rPr>
                  <a:t> </a:t>
                </a:r>
              </a:p>
            </p:txBody>
          </p:sp>
        </mc:Fallback>
      </mc:AlternateContent>
      <p:sp>
        <p:nvSpPr>
          <p:cNvPr id="85" name="Rectangle: Rounded Corners 84">
            <a:extLst>
              <a:ext uri="{FF2B5EF4-FFF2-40B4-BE49-F238E27FC236}">
                <a16:creationId xmlns:a16="http://schemas.microsoft.com/office/drawing/2014/main" id="{6449E5BA-92F7-44FE-A67D-2673AD438F5A}"/>
              </a:ext>
            </a:extLst>
          </p:cNvPr>
          <p:cNvSpPr/>
          <p:nvPr/>
        </p:nvSpPr>
        <p:spPr>
          <a:xfrm>
            <a:off x="1990965" y="3348902"/>
            <a:ext cx="1810800" cy="44495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6" name="Rectangle: Rounded Corners 85">
            <a:extLst>
              <a:ext uri="{FF2B5EF4-FFF2-40B4-BE49-F238E27FC236}">
                <a16:creationId xmlns:a16="http://schemas.microsoft.com/office/drawing/2014/main" id="{BFE41AF7-8583-4A96-B859-0A06FFB23391}"/>
              </a:ext>
            </a:extLst>
          </p:cNvPr>
          <p:cNvSpPr/>
          <p:nvPr/>
        </p:nvSpPr>
        <p:spPr>
          <a:xfrm>
            <a:off x="7411328" y="3339382"/>
            <a:ext cx="1727926" cy="44495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7ABC1E9D-5057-4280-88C6-297405000DF0}"/>
                  </a:ext>
                </a:extLst>
              </p:cNvPr>
              <p:cNvSpPr txBox="1"/>
              <p:nvPr/>
            </p:nvSpPr>
            <p:spPr>
              <a:xfrm>
                <a:off x="1594217" y="5829997"/>
                <a:ext cx="6762383" cy="523220"/>
              </a:xfrm>
              <a:prstGeom prst="rect">
                <a:avLst/>
              </a:prstGeom>
              <a:noFill/>
            </p:spPr>
            <p:txBody>
              <a:bodyPr wrap="square">
                <a:spAutoFit/>
              </a:bodyPr>
              <a:lstStyle/>
              <a:p>
                <a:r>
                  <a:rPr lang="en-GB" sz="2800" dirty="0">
                    <a:solidFill>
                      <a:srgbClr val="002060"/>
                    </a:solidFill>
                  </a:rPr>
                  <a:t>So, the probability of </a:t>
                </a:r>
                <a14:m>
                  <m:oMath xmlns:m="http://schemas.openxmlformats.org/officeDocument/2006/math">
                    <m:r>
                      <a:rPr lang="en-GB" sz="2800" i="1" dirty="0" smtClean="0">
                        <a:solidFill>
                          <a:srgbClr val="002060"/>
                        </a:solidFill>
                        <a:latin typeface="Cambria Math" panose="02040503050406030204" pitchFamily="18" charset="0"/>
                      </a:rPr>
                      <m:t>53 </m:t>
                    </m:r>
                  </m:oMath>
                </a14:m>
                <a:r>
                  <a:rPr lang="en-GB" sz="2800" dirty="0">
                    <a:solidFill>
                      <a:srgbClr val="002060"/>
                    </a:solidFill>
                  </a:rPr>
                  <a:t>Sundays in a leap year</a:t>
                </a:r>
                <a:endParaRPr lang="en-IN" sz="2800" dirty="0">
                  <a:solidFill>
                    <a:srgbClr val="002060"/>
                  </a:solidFill>
                </a:endParaRPr>
              </a:p>
            </p:txBody>
          </p:sp>
        </mc:Choice>
        <mc:Fallback xmlns="">
          <p:sp>
            <p:nvSpPr>
              <p:cNvPr id="87" name="TextBox 86">
                <a:extLst>
                  <a:ext uri="{FF2B5EF4-FFF2-40B4-BE49-F238E27FC236}">
                    <a16:creationId xmlns:a16="http://schemas.microsoft.com/office/drawing/2014/main" id="{7ABC1E9D-5057-4280-88C6-297405000DF0}"/>
                  </a:ext>
                </a:extLst>
              </p:cNvPr>
              <p:cNvSpPr txBox="1">
                <a:spLocks noRot="1" noChangeAspect="1" noMove="1" noResize="1" noEditPoints="1" noAdjustHandles="1" noChangeArrowheads="1" noChangeShapeType="1" noTextEdit="1"/>
              </p:cNvSpPr>
              <p:nvPr/>
            </p:nvSpPr>
            <p:spPr>
              <a:xfrm>
                <a:off x="1594217" y="5829997"/>
                <a:ext cx="6762383" cy="523220"/>
              </a:xfrm>
              <a:prstGeom prst="rect">
                <a:avLst/>
              </a:prstGeom>
              <a:blipFill>
                <a:blip r:embed="rId19"/>
                <a:stretch>
                  <a:fillRect l="-1894" t="-10465" r="-541"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E6E701FB-02FD-438B-8FFC-2A39B68B96B3}"/>
                  </a:ext>
                </a:extLst>
              </p:cNvPr>
              <p:cNvSpPr txBox="1"/>
              <p:nvPr/>
            </p:nvSpPr>
            <p:spPr>
              <a:xfrm>
                <a:off x="8152019" y="5621479"/>
                <a:ext cx="979281" cy="940257"/>
              </a:xfrm>
              <a:prstGeom prst="rect">
                <a:avLst/>
              </a:prstGeom>
              <a:noFill/>
            </p:spPr>
            <p:txBody>
              <a:bodyPr wrap="square">
                <a:spAutoFit/>
              </a:bodyPr>
              <a:lstStyle/>
              <a:p>
                <a:pPr>
                  <a:spcAft>
                    <a:spcPts val="300"/>
                  </a:spcAft>
                </a:pPr>
                <a14:m>
                  <m:oMathPara xmlns:m="http://schemas.openxmlformats.org/officeDocument/2006/math">
                    <m:oMathParaPr>
                      <m:jc m:val="left"/>
                    </m:oMathParaPr>
                    <m:oMath xmlns:m="http://schemas.openxmlformats.org/officeDocument/2006/math">
                      <m:r>
                        <a:rPr lang="en-GB" sz="2800" smtClean="0">
                          <a:solidFill>
                            <a:srgbClr val="002060"/>
                          </a:solidFill>
                          <a:latin typeface="Cambria Math" panose="02040503050406030204" pitchFamily="18" charset="0"/>
                        </a:rPr>
                        <m:t>=</m:t>
                      </m:r>
                      <m:f>
                        <m:fPr>
                          <m:ctrlPr>
                            <a:rPr lang="en-GB" sz="2800" b="0" i="1" smtClean="0">
                              <a:solidFill>
                                <a:srgbClr val="002060"/>
                              </a:solidFill>
                              <a:latin typeface="Cambria Math" panose="02040503050406030204" pitchFamily="18" charset="0"/>
                            </a:rPr>
                          </m:ctrlPr>
                        </m:fPr>
                        <m:num>
                          <m:r>
                            <a:rPr lang="en-GB" sz="2800" b="0" i="1" smtClean="0">
                              <a:solidFill>
                                <a:srgbClr val="002060"/>
                              </a:solidFill>
                              <a:latin typeface="Cambria Math" panose="02040503050406030204" pitchFamily="18" charset="0"/>
                            </a:rPr>
                            <m:t> 2 </m:t>
                          </m:r>
                        </m:num>
                        <m:den>
                          <m:r>
                            <a:rPr lang="en-GB" sz="2800" b="0" i="1" smtClean="0">
                              <a:solidFill>
                                <a:srgbClr val="002060"/>
                              </a:solidFill>
                              <a:latin typeface="Cambria Math" panose="02040503050406030204" pitchFamily="18" charset="0"/>
                            </a:rPr>
                            <m:t> 7 </m:t>
                          </m:r>
                        </m:den>
                      </m:f>
                    </m:oMath>
                  </m:oMathPara>
                </a14:m>
                <a:endParaRPr lang="en-IN" sz="2800" dirty="0">
                  <a:solidFill>
                    <a:srgbClr val="002060"/>
                  </a:solidFill>
                </a:endParaRPr>
              </a:p>
            </p:txBody>
          </p:sp>
        </mc:Choice>
        <mc:Fallback xmlns="">
          <p:sp>
            <p:nvSpPr>
              <p:cNvPr id="88" name="TextBox 87">
                <a:extLst>
                  <a:ext uri="{FF2B5EF4-FFF2-40B4-BE49-F238E27FC236}">
                    <a16:creationId xmlns:a16="http://schemas.microsoft.com/office/drawing/2014/main" id="{E6E701FB-02FD-438B-8FFC-2A39B68B96B3}"/>
                  </a:ext>
                </a:extLst>
              </p:cNvPr>
              <p:cNvSpPr txBox="1">
                <a:spLocks noRot="1" noChangeAspect="1" noMove="1" noResize="1" noEditPoints="1" noAdjustHandles="1" noChangeArrowheads="1" noChangeShapeType="1" noTextEdit="1"/>
              </p:cNvSpPr>
              <p:nvPr/>
            </p:nvSpPr>
            <p:spPr>
              <a:xfrm>
                <a:off x="8152019" y="5621479"/>
                <a:ext cx="979281" cy="940257"/>
              </a:xfrm>
              <a:prstGeom prst="rect">
                <a:avLst/>
              </a:prstGeom>
              <a:blipFill>
                <a:blip r:embed="rId20"/>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461574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par>
                          <p:cTn id="15" fill="hold">
                            <p:stCondLst>
                              <p:cond delay="0"/>
                            </p:stCondLst>
                            <p:childTnLst>
                              <p:par>
                                <p:cTn id="16" presetID="22" presetClass="entr" presetSubtype="4" fill="hold" nodeType="afterEffect">
                                  <p:stCondLst>
                                    <p:cond delay="500"/>
                                  </p:stCondLst>
                                  <p:childTnLst>
                                    <p:set>
                                      <p:cBhvr>
                                        <p:cTn id="17" dur="1" fill="hold">
                                          <p:stCondLst>
                                            <p:cond delay="0"/>
                                          </p:stCondLst>
                                        </p:cTn>
                                        <p:tgtEl>
                                          <p:spTgt spid="43"/>
                                        </p:tgtEl>
                                        <p:attrNameLst>
                                          <p:attrName>style.visibility</p:attrName>
                                        </p:attrNameLst>
                                      </p:cBhvr>
                                      <p:to>
                                        <p:strVal val="visible"/>
                                      </p:to>
                                    </p:set>
                                    <p:animEffect transition="in" filter="wipe(down)">
                                      <p:cBhvr>
                                        <p:cTn id="18" dur="500"/>
                                        <p:tgtEl>
                                          <p:spTgt spid="43"/>
                                        </p:tgtEl>
                                      </p:cBhvr>
                                    </p:animEffect>
                                  </p:childTnLst>
                                </p:cTn>
                              </p:par>
                            </p:childTnLst>
                          </p:cTn>
                        </p:par>
                        <p:par>
                          <p:cTn id="19" fill="hold">
                            <p:stCondLst>
                              <p:cond delay="1000"/>
                            </p:stCondLst>
                            <p:childTnLst>
                              <p:par>
                                <p:cTn id="20" presetID="22" presetClass="entr" presetSubtype="8" fill="hold" nodeType="afterEffect">
                                  <p:stCondLst>
                                    <p:cond delay="250"/>
                                  </p:stCondLst>
                                  <p:childTnLst>
                                    <p:set>
                                      <p:cBhvr>
                                        <p:cTn id="21" dur="1" fill="hold">
                                          <p:stCondLst>
                                            <p:cond delay="0"/>
                                          </p:stCondLst>
                                        </p:cTn>
                                        <p:tgtEl>
                                          <p:spTgt spid="44"/>
                                        </p:tgtEl>
                                        <p:attrNameLst>
                                          <p:attrName>style.visibility</p:attrName>
                                        </p:attrNameLst>
                                      </p:cBhvr>
                                      <p:to>
                                        <p:strVal val="visible"/>
                                      </p:to>
                                    </p:set>
                                    <p:animEffect transition="in" filter="wipe(left)">
                                      <p:cBhvr>
                                        <p:cTn id="22" dur="500"/>
                                        <p:tgtEl>
                                          <p:spTgt spid="44"/>
                                        </p:tgtEl>
                                      </p:cBhvr>
                                    </p:animEffect>
                                  </p:childTnLst>
                                </p:cTn>
                              </p:par>
                            </p:childTnLst>
                          </p:cTn>
                        </p:par>
                        <p:par>
                          <p:cTn id="23" fill="hold">
                            <p:stCondLst>
                              <p:cond delay="1750"/>
                            </p:stCondLst>
                            <p:childTnLst>
                              <p:par>
                                <p:cTn id="24" presetID="1" presetClass="entr" presetSubtype="0" fill="hold" grpId="0" nodeType="afterEffect">
                                  <p:stCondLst>
                                    <p:cond delay="250"/>
                                  </p:stCondLst>
                                  <p:childTnLst>
                                    <p:set>
                                      <p:cBhvr>
                                        <p:cTn id="25" dur="1" fill="hold">
                                          <p:stCondLst>
                                            <p:cond delay="0"/>
                                          </p:stCondLst>
                                        </p:cTn>
                                        <p:tgtEl>
                                          <p:spTgt spid="4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58"/>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500"/>
                                  </p:stCondLst>
                                  <p:childTnLst>
                                    <p:set>
                                      <p:cBhvr>
                                        <p:cTn id="32" dur="1" fill="hold">
                                          <p:stCondLst>
                                            <p:cond delay="0"/>
                                          </p:stCondLst>
                                        </p:cTn>
                                        <p:tgtEl>
                                          <p:spTgt spid="65"/>
                                        </p:tgtEl>
                                        <p:attrNameLst>
                                          <p:attrName>style.visibility</p:attrName>
                                        </p:attrNameLst>
                                      </p:cBhvr>
                                      <p:to>
                                        <p:strVal val="visible"/>
                                      </p:to>
                                    </p:set>
                                  </p:childTnLst>
                                </p:cTn>
                              </p:par>
                            </p:childTnLst>
                          </p:cTn>
                        </p:par>
                        <p:par>
                          <p:cTn id="33" fill="hold">
                            <p:stCondLst>
                              <p:cond delay="500"/>
                            </p:stCondLst>
                            <p:childTnLst>
                              <p:par>
                                <p:cTn id="34" presetID="1" presetClass="entr" presetSubtype="0" fill="hold" grpId="0" nodeType="afterEffect">
                                  <p:stCondLst>
                                    <p:cond delay="500"/>
                                  </p:stCondLst>
                                  <p:childTnLst>
                                    <p:set>
                                      <p:cBhvr>
                                        <p:cTn id="35" dur="1" fill="hold">
                                          <p:stCondLst>
                                            <p:cond delay="0"/>
                                          </p:stCondLst>
                                        </p:cTn>
                                        <p:tgtEl>
                                          <p:spTgt spid="6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67"/>
                                        </p:tgtEl>
                                        <p:attrNameLst>
                                          <p:attrName>style.visibility</p:attrName>
                                        </p:attrNameLst>
                                      </p:cBhvr>
                                      <p:to>
                                        <p:strVal val="visible"/>
                                      </p:to>
                                    </p:set>
                                    <p:animEffect transition="in" filter="wipe(left)">
                                      <p:cBhvr>
                                        <p:cTn id="40" dur="500"/>
                                        <p:tgtEl>
                                          <p:spTgt spid="67"/>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70"/>
                                        </p:tgtEl>
                                        <p:attrNameLst>
                                          <p:attrName>style.visibility</p:attrName>
                                        </p:attrNameLst>
                                      </p:cBhvr>
                                      <p:to>
                                        <p:strVal val="visible"/>
                                      </p:to>
                                    </p:set>
                                  </p:childTnLst>
                                </p:cTn>
                              </p:par>
                            </p:childTnLst>
                          </p:cTn>
                        </p:par>
                        <p:par>
                          <p:cTn id="53" fill="hold">
                            <p:stCondLst>
                              <p:cond delay="0"/>
                            </p:stCondLst>
                            <p:childTnLst>
                              <p:par>
                                <p:cTn id="54" presetID="1" presetClass="entr" presetSubtype="0" fill="hold" grpId="0" nodeType="afterEffect">
                                  <p:stCondLst>
                                    <p:cond delay="500"/>
                                  </p:stCondLst>
                                  <p:childTnLst>
                                    <p:set>
                                      <p:cBhvr>
                                        <p:cTn id="55" dur="1" fill="hold">
                                          <p:stCondLst>
                                            <p:cond delay="0"/>
                                          </p:stCondLst>
                                        </p:cTn>
                                        <p:tgtEl>
                                          <p:spTgt spid="78"/>
                                        </p:tgtEl>
                                        <p:attrNameLst>
                                          <p:attrName>style.visibility</p:attrName>
                                        </p:attrNameLst>
                                      </p:cBhvr>
                                      <p:to>
                                        <p:strVal val="visible"/>
                                      </p:to>
                                    </p:set>
                                  </p:childTnLst>
                                </p:cTn>
                              </p:par>
                            </p:childTnLst>
                          </p:cTn>
                        </p:par>
                        <p:par>
                          <p:cTn id="56" fill="hold">
                            <p:stCondLst>
                              <p:cond delay="500"/>
                            </p:stCondLst>
                            <p:childTnLst>
                              <p:par>
                                <p:cTn id="57" presetID="1" presetClass="entr" presetSubtype="0" fill="hold" grpId="0" nodeType="afterEffect">
                                  <p:stCondLst>
                                    <p:cond delay="500"/>
                                  </p:stCondLst>
                                  <p:childTnLst>
                                    <p:set>
                                      <p:cBhvr>
                                        <p:cTn id="58" dur="1" fill="hold">
                                          <p:stCondLst>
                                            <p:cond delay="0"/>
                                          </p:stCondLst>
                                        </p:cTn>
                                        <p:tgtEl>
                                          <p:spTgt spid="7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80"/>
                                        </p:tgtEl>
                                        <p:attrNameLst>
                                          <p:attrName>style.visibility</p:attrName>
                                        </p:attrNameLst>
                                      </p:cBhvr>
                                      <p:to>
                                        <p:strVal val="visible"/>
                                      </p:to>
                                    </p:set>
                                    <p:animEffect transition="in" filter="wipe(left)">
                                      <p:cBhvr>
                                        <p:cTn id="63" dur="500"/>
                                        <p:tgtEl>
                                          <p:spTgt spid="80"/>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81"/>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42"/>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xit" presetSubtype="0" fill="hold" grpId="1" nodeType="clickEffect">
                                  <p:stCondLst>
                                    <p:cond delay="0"/>
                                  </p:stCondLst>
                                  <p:childTnLst>
                                    <p:set>
                                      <p:cBhvr>
                                        <p:cTn id="75" dur="1" fill="hold">
                                          <p:stCondLst>
                                            <p:cond delay="0"/>
                                          </p:stCondLst>
                                        </p:cTn>
                                        <p:tgtEl>
                                          <p:spTgt spid="41"/>
                                        </p:tgtEl>
                                        <p:attrNameLst>
                                          <p:attrName>style.visibility</p:attrName>
                                        </p:attrNameLst>
                                      </p:cBhvr>
                                      <p:to>
                                        <p:strVal val="hidden"/>
                                      </p:to>
                                    </p:set>
                                  </p:childTnLst>
                                </p:cTn>
                              </p:par>
                            </p:childTnLst>
                          </p:cTn>
                        </p:par>
                        <p:par>
                          <p:cTn id="76" fill="hold">
                            <p:stCondLst>
                              <p:cond delay="0"/>
                            </p:stCondLst>
                            <p:childTnLst>
                              <p:par>
                                <p:cTn id="77" presetID="1" presetClass="exit" presetSubtype="0" fill="hold" nodeType="afterEffect">
                                  <p:stCondLst>
                                    <p:cond delay="0"/>
                                  </p:stCondLst>
                                  <p:childTnLst>
                                    <p:set>
                                      <p:cBhvr>
                                        <p:cTn id="78" dur="1" fill="hold">
                                          <p:stCondLst>
                                            <p:cond delay="0"/>
                                          </p:stCondLst>
                                        </p:cTn>
                                        <p:tgtEl>
                                          <p:spTgt spid="43"/>
                                        </p:tgtEl>
                                        <p:attrNameLst>
                                          <p:attrName>style.visibility</p:attrName>
                                        </p:attrNameLst>
                                      </p:cBhvr>
                                      <p:to>
                                        <p:strVal val="hidden"/>
                                      </p:to>
                                    </p:set>
                                  </p:childTnLst>
                                </p:cTn>
                              </p:par>
                            </p:childTnLst>
                          </p:cTn>
                        </p:par>
                        <p:par>
                          <p:cTn id="79" fill="hold">
                            <p:stCondLst>
                              <p:cond delay="0"/>
                            </p:stCondLst>
                            <p:childTnLst>
                              <p:par>
                                <p:cTn id="80" presetID="1" presetClass="exit" presetSubtype="0" fill="hold" nodeType="afterEffect">
                                  <p:stCondLst>
                                    <p:cond delay="0"/>
                                  </p:stCondLst>
                                  <p:childTnLst>
                                    <p:set>
                                      <p:cBhvr>
                                        <p:cTn id="81" dur="1" fill="hold">
                                          <p:stCondLst>
                                            <p:cond delay="0"/>
                                          </p:stCondLst>
                                        </p:cTn>
                                        <p:tgtEl>
                                          <p:spTgt spid="44"/>
                                        </p:tgtEl>
                                        <p:attrNameLst>
                                          <p:attrName>style.visibility</p:attrName>
                                        </p:attrNameLst>
                                      </p:cBhvr>
                                      <p:to>
                                        <p:strVal val="hidden"/>
                                      </p:to>
                                    </p:set>
                                  </p:childTnLst>
                                </p:cTn>
                              </p:par>
                            </p:childTnLst>
                          </p:cTn>
                        </p:par>
                        <p:par>
                          <p:cTn id="82" fill="hold">
                            <p:stCondLst>
                              <p:cond delay="0"/>
                            </p:stCondLst>
                            <p:childTnLst>
                              <p:par>
                                <p:cTn id="83" presetID="1" presetClass="exit" presetSubtype="0" fill="hold" grpId="1" nodeType="afterEffect">
                                  <p:stCondLst>
                                    <p:cond delay="0"/>
                                  </p:stCondLst>
                                  <p:childTnLst>
                                    <p:set>
                                      <p:cBhvr>
                                        <p:cTn id="84" dur="1" fill="hold">
                                          <p:stCondLst>
                                            <p:cond delay="0"/>
                                          </p:stCondLst>
                                        </p:cTn>
                                        <p:tgtEl>
                                          <p:spTgt spid="45"/>
                                        </p:tgtEl>
                                        <p:attrNameLst>
                                          <p:attrName>style.visibility</p:attrName>
                                        </p:attrNameLst>
                                      </p:cBhvr>
                                      <p:to>
                                        <p:strVal val="hidden"/>
                                      </p:to>
                                    </p:set>
                                  </p:childTnLst>
                                </p:cTn>
                              </p:par>
                            </p:childTnLst>
                          </p:cTn>
                        </p:par>
                        <p:par>
                          <p:cTn id="85" fill="hold">
                            <p:stCondLst>
                              <p:cond delay="0"/>
                            </p:stCondLst>
                            <p:childTnLst>
                              <p:par>
                                <p:cTn id="86" presetID="1" presetClass="exit" presetSubtype="0" fill="hold" grpId="1" nodeType="afterEffect">
                                  <p:stCondLst>
                                    <p:cond delay="0"/>
                                  </p:stCondLst>
                                  <p:childTnLst>
                                    <p:set>
                                      <p:cBhvr>
                                        <p:cTn id="87" dur="1" fill="hold">
                                          <p:stCondLst>
                                            <p:cond delay="0"/>
                                          </p:stCondLst>
                                        </p:cTn>
                                        <p:tgtEl>
                                          <p:spTgt spid="58"/>
                                        </p:tgtEl>
                                        <p:attrNameLst>
                                          <p:attrName>style.visibility</p:attrName>
                                        </p:attrNameLst>
                                      </p:cBhvr>
                                      <p:to>
                                        <p:strVal val="hidden"/>
                                      </p:to>
                                    </p:set>
                                  </p:childTnLst>
                                </p:cTn>
                              </p:par>
                            </p:childTnLst>
                          </p:cTn>
                        </p:par>
                        <p:par>
                          <p:cTn id="88" fill="hold">
                            <p:stCondLst>
                              <p:cond delay="0"/>
                            </p:stCondLst>
                            <p:childTnLst>
                              <p:par>
                                <p:cTn id="89" presetID="1" presetClass="exit" presetSubtype="0" fill="hold" grpId="1" nodeType="afterEffect">
                                  <p:stCondLst>
                                    <p:cond delay="0"/>
                                  </p:stCondLst>
                                  <p:childTnLst>
                                    <p:set>
                                      <p:cBhvr>
                                        <p:cTn id="90" dur="1" fill="hold">
                                          <p:stCondLst>
                                            <p:cond delay="0"/>
                                          </p:stCondLst>
                                        </p:cTn>
                                        <p:tgtEl>
                                          <p:spTgt spid="65"/>
                                        </p:tgtEl>
                                        <p:attrNameLst>
                                          <p:attrName>style.visibility</p:attrName>
                                        </p:attrNameLst>
                                      </p:cBhvr>
                                      <p:to>
                                        <p:strVal val="hidden"/>
                                      </p:to>
                                    </p:set>
                                  </p:childTnLst>
                                </p:cTn>
                              </p:par>
                            </p:childTnLst>
                          </p:cTn>
                        </p:par>
                        <p:par>
                          <p:cTn id="91" fill="hold">
                            <p:stCondLst>
                              <p:cond delay="0"/>
                            </p:stCondLst>
                            <p:childTnLst>
                              <p:par>
                                <p:cTn id="92" presetID="1" presetClass="exit" presetSubtype="0" fill="hold" grpId="1" nodeType="afterEffect">
                                  <p:stCondLst>
                                    <p:cond delay="0"/>
                                  </p:stCondLst>
                                  <p:childTnLst>
                                    <p:set>
                                      <p:cBhvr>
                                        <p:cTn id="93" dur="1" fill="hold">
                                          <p:stCondLst>
                                            <p:cond delay="0"/>
                                          </p:stCondLst>
                                        </p:cTn>
                                        <p:tgtEl>
                                          <p:spTgt spid="66"/>
                                        </p:tgtEl>
                                        <p:attrNameLst>
                                          <p:attrName>style.visibility</p:attrName>
                                        </p:attrNameLst>
                                      </p:cBhvr>
                                      <p:to>
                                        <p:strVal val="hidden"/>
                                      </p:to>
                                    </p:set>
                                  </p:childTnLst>
                                </p:cTn>
                              </p:par>
                            </p:childTnLst>
                          </p:cTn>
                        </p:par>
                        <p:par>
                          <p:cTn id="94" fill="hold">
                            <p:stCondLst>
                              <p:cond delay="0"/>
                            </p:stCondLst>
                            <p:childTnLst>
                              <p:par>
                                <p:cTn id="95" presetID="1" presetClass="exit" presetSubtype="0" fill="hold" nodeType="afterEffect">
                                  <p:stCondLst>
                                    <p:cond delay="0"/>
                                  </p:stCondLst>
                                  <p:childTnLst>
                                    <p:set>
                                      <p:cBhvr>
                                        <p:cTn id="96" dur="1" fill="hold">
                                          <p:stCondLst>
                                            <p:cond delay="0"/>
                                          </p:stCondLst>
                                        </p:cTn>
                                        <p:tgtEl>
                                          <p:spTgt spid="67"/>
                                        </p:tgtEl>
                                        <p:attrNameLst>
                                          <p:attrName>style.visibility</p:attrName>
                                        </p:attrNameLst>
                                      </p:cBhvr>
                                      <p:to>
                                        <p:strVal val="hidden"/>
                                      </p:to>
                                    </p:set>
                                  </p:childTnLst>
                                </p:cTn>
                              </p:par>
                            </p:childTnLst>
                          </p:cTn>
                        </p:par>
                        <p:par>
                          <p:cTn id="97" fill="hold">
                            <p:stCondLst>
                              <p:cond delay="0"/>
                            </p:stCondLst>
                            <p:childTnLst>
                              <p:par>
                                <p:cTn id="98" presetID="1" presetClass="exit" presetSubtype="0" fill="hold" grpId="1" nodeType="afterEffect">
                                  <p:stCondLst>
                                    <p:cond delay="0"/>
                                  </p:stCondLst>
                                  <p:childTnLst>
                                    <p:set>
                                      <p:cBhvr>
                                        <p:cTn id="99" dur="1" fill="hold">
                                          <p:stCondLst>
                                            <p:cond delay="0"/>
                                          </p:stCondLst>
                                        </p:cTn>
                                        <p:tgtEl>
                                          <p:spTgt spid="68"/>
                                        </p:tgtEl>
                                        <p:attrNameLst>
                                          <p:attrName>style.visibility</p:attrName>
                                        </p:attrNameLst>
                                      </p:cBhvr>
                                      <p:to>
                                        <p:strVal val="hidden"/>
                                      </p:to>
                                    </p:set>
                                  </p:childTnLst>
                                </p:cTn>
                              </p:par>
                            </p:childTnLst>
                          </p:cTn>
                        </p:par>
                        <p:par>
                          <p:cTn id="100" fill="hold">
                            <p:stCondLst>
                              <p:cond delay="0"/>
                            </p:stCondLst>
                            <p:childTnLst>
                              <p:par>
                                <p:cTn id="101" presetID="1" presetClass="exit" presetSubtype="0" fill="hold" grpId="1" nodeType="afterEffect">
                                  <p:stCondLst>
                                    <p:cond delay="0"/>
                                  </p:stCondLst>
                                  <p:childTnLst>
                                    <p:set>
                                      <p:cBhvr>
                                        <p:cTn id="102" dur="1" fill="hold">
                                          <p:stCondLst>
                                            <p:cond delay="0"/>
                                          </p:stCondLst>
                                        </p:cTn>
                                        <p:tgtEl>
                                          <p:spTgt spid="69"/>
                                        </p:tgtEl>
                                        <p:attrNameLst>
                                          <p:attrName>style.visibility</p:attrName>
                                        </p:attrNameLst>
                                      </p:cBhvr>
                                      <p:to>
                                        <p:strVal val="hidden"/>
                                      </p:to>
                                    </p:set>
                                  </p:childTnLst>
                                </p:cTn>
                              </p:par>
                            </p:childTnLst>
                          </p:cTn>
                        </p:par>
                        <p:par>
                          <p:cTn id="103" fill="hold">
                            <p:stCondLst>
                              <p:cond delay="0"/>
                            </p:stCondLst>
                            <p:childTnLst>
                              <p:par>
                                <p:cTn id="104" presetID="1" presetClass="exit" presetSubtype="0" fill="hold" grpId="1" nodeType="afterEffect">
                                  <p:stCondLst>
                                    <p:cond delay="0"/>
                                  </p:stCondLst>
                                  <p:childTnLst>
                                    <p:set>
                                      <p:cBhvr>
                                        <p:cTn id="105" dur="1" fill="hold">
                                          <p:stCondLst>
                                            <p:cond delay="0"/>
                                          </p:stCondLst>
                                        </p:cTn>
                                        <p:tgtEl>
                                          <p:spTgt spid="70"/>
                                        </p:tgtEl>
                                        <p:attrNameLst>
                                          <p:attrName>style.visibility</p:attrName>
                                        </p:attrNameLst>
                                      </p:cBhvr>
                                      <p:to>
                                        <p:strVal val="hidden"/>
                                      </p:to>
                                    </p:set>
                                  </p:childTnLst>
                                </p:cTn>
                              </p:par>
                            </p:childTnLst>
                          </p:cTn>
                        </p:par>
                        <p:par>
                          <p:cTn id="106" fill="hold">
                            <p:stCondLst>
                              <p:cond delay="0"/>
                            </p:stCondLst>
                            <p:childTnLst>
                              <p:par>
                                <p:cTn id="107" presetID="1" presetClass="exit" presetSubtype="0" fill="hold" grpId="1" nodeType="afterEffect">
                                  <p:stCondLst>
                                    <p:cond delay="0"/>
                                  </p:stCondLst>
                                  <p:childTnLst>
                                    <p:set>
                                      <p:cBhvr>
                                        <p:cTn id="108" dur="1" fill="hold">
                                          <p:stCondLst>
                                            <p:cond delay="0"/>
                                          </p:stCondLst>
                                        </p:cTn>
                                        <p:tgtEl>
                                          <p:spTgt spid="78"/>
                                        </p:tgtEl>
                                        <p:attrNameLst>
                                          <p:attrName>style.visibility</p:attrName>
                                        </p:attrNameLst>
                                      </p:cBhvr>
                                      <p:to>
                                        <p:strVal val="hidden"/>
                                      </p:to>
                                    </p:set>
                                  </p:childTnLst>
                                </p:cTn>
                              </p:par>
                            </p:childTnLst>
                          </p:cTn>
                        </p:par>
                        <p:par>
                          <p:cTn id="109" fill="hold">
                            <p:stCondLst>
                              <p:cond delay="0"/>
                            </p:stCondLst>
                            <p:childTnLst>
                              <p:par>
                                <p:cTn id="110" presetID="1" presetClass="exit" presetSubtype="0" fill="hold" grpId="1" nodeType="afterEffect">
                                  <p:stCondLst>
                                    <p:cond delay="0"/>
                                  </p:stCondLst>
                                  <p:childTnLst>
                                    <p:set>
                                      <p:cBhvr>
                                        <p:cTn id="111" dur="1" fill="hold">
                                          <p:stCondLst>
                                            <p:cond delay="0"/>
                                          </p:stCondLst>
                                        </p:cTn>
                                        <p:tgtEl>
                                          <p:spTgt spid="79"/>
                                        </p:tgtEl>
                                        <p:attrNameLst>
                                          <p:attrName>style.visibility</p:attrName>
                                        </p:attrNameLst>
                                      </p:cBhvr>
                                      <p:to>
                                        <p:strVal val="hidden"/>
                                      </p:to>
                                    </p:set>
                                  </p:childTnLst>
                                </p:cTn>
                              </p:par>
                            </p:childTnLst>
                          </p:cTn>
                        </p:par>
                        <p:par>
                          <p:cTn id="112" fill="hold">
                            <p:stCondLst>
                              <p:cond delay="0"/>
                            </p:stCondLst>
                            <p:childTnLst>
                              <p:par>
                                <p:cTn id="113" presetID="1" presetClass="exit" presetSubtype="0" fill="hold" nodeType="afterEffect">
                                  <p:stCondLst>
                                    <p:cond delay="0"/>
                                  </p:stCondLst>
                                  <p:childTnLst>
                                    <p:set>
                                      <p:cBhvr>
                                        <p:cTn id="114" dur="1" fill="hold">
                                          <p:stCondLst>
                                            <p:cond delay="0"/>
                                          </p:stCondLst>
                                        </p:cTn>
                                        <p:tgtEl>
                                          <p:spTgt spid="80"/>
                                        </p:tgtEl>
                                        <p:attrNameLst>
                                          <p:attrName>style.visibility</p:attrName>
                                        </p:attrNameLst>
                                      </p:cBhvr>
                                      <p:to>
                                        <p:strVal val="hidden"/>
                                      </p:to>
                                    </p:set>
                                  </p:childTnLst>
                                </p:cTn>
                              </p:par>
                            </p:childTnLst>
                          </p:cTn>
                        </p:par>
                        <p:par>
                          <p:cTn id="115" fill="hold">
                            <p:stCondLst>
                              <p:cond delay="0"/>
                            </p:stCondLst>
                            <p:childTnLst>
                              <p:par>
                                <p:cTn id="116" presetID="1" presetClass="exit" presetSubtype="0" fill="hold" grpId="1" nodeType="afterEffect">
                                  <p:stCondLst>
                                    <p:cond delay="0"/>
                                  </p:stCondLst>
                                  <p:childTnLst>
                                    <p:set>
                                      <p:cBhvr>
                                        <p:cTn id="117" dur="1" fill="hold">
                                          <p:stCondLst>
                                            <p:cond delay="0"/>
                                          </p:stCondLst>
                                        </p:cTn>
                                        <p:tgtEl>
                                          <p:spTgt spid="81"/>
                                        </p:tgtEl>
                                        <p:attrNameLst>
                                          <p:attrName>style.visibility</p:attrName>
                                        </p:attrNameLst>
                                      </p:cBhvr>
                                      <p:to>
                                        <p:strVal val="hidden"/>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nodeType="clickEffect">
                                  <p:stCondLst>
                                    <p:cond delay="0"/>
                                  </p:stCondLst>
                                  <p:childTnLst>
                                    <p:set>
                                      <p:cBhvr>
                                        <p:cTn id="121" dur="1" fill="hold">
                                          <p:stCondLst>
                                            <p:cond delay="0"/>
                                          </p:stCondLst>
                                        </p:cTn>
                                        <p:tgtEl>
                                          <p:spTgt spid="82">
                                            <p:txEl>
                                              <p:pRg st="0" end="0"/>
                                            </p:txEl>
                                          </p:spTgt>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nodeType="clickEffect">
                                  <p:stCondLst>
                                    <p:cond delay="0"/>
                                  </p:stCondLst>
                                  <p:childTnLst>
                                    <p:set>
                                      <p:cBhvr>
                                        <p:cTn id="125"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nodeType="clickEffect">
                                  <p:stCondLst>
                                    <p:cond delay="0"/>
                                  </p:stCondLst>
                                  <p:childTnLst>
                                    <p:set>
                                      <p:cBhvr>
                                        <p:cTn id="129"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 presetClass="entr" presetSubtype="0" fill="hold" nodeType="clickEffect">
                                  <p:stCondLst>
                                    <p:cond delay="0"/>
                                  </p:stCondLst>
                                  <p:childTnLst>
                                    <p:set>
                                      <p:cBhvr>
                                        <p:cTn id="133"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134" fill="hold">
                      <p:stCondLst>
                        <p:cond delay="indefinite"/>
                      </p:stCondLst>
                      <p:childTnLst>
                        <p:par>
                          <p:cTn id="135" fill="hold">
                            <p:stCondLst>
                              <p:cond delay="0"/>
                            </p:stCondLst>
                            <p:childTnLst>
                              <p:par>
                                <p:cTn id="136" presetID="1" presetClass="entr" presetSubtype="0" fill="hold" nodeType="clickEffect">
                                  <p:stCondLst>
                                    <p:cond delay="0"/>
                                  </p:stCondLst>
                                  <p:childTnLst>
                                    <p:set>
                                      <p:cBhvr>
                                        <p:cTn id="137" dur="1" fill="hold">
                                          <p:stCondLst>
                                            <p:cond delay="0"/>
                                          </p:stCondLst>
                                        </p:cTn>
                                        <p:tgtEl>
                                          <p:spTgt spid="36">
                                            <p:txEl>
                                              <p:pRg st="0" end="0"/>
                                            </p:txEl>
                                          </p:spTgt>
                                        </p:tgtEl>
                                        <p:attrNameLst>
                                          <p:attrName>style.visibility</p:attrName>
                                        </p:attrNameLst>
                                      </p:cBhvr>
                                      <p:to>
                                        <p:strVal val="visible"/>
                                      </p:to>
                                    </p:set>
                                  </p:childTnLst>
                                </p:cTn>
                              </p:par>
                            </p:childTnLst>
                          </p:cTn>
                        </p:par>
                      </p:childTnLst>
                    </p:cTn>
                  </p:par>
                  <p:par>
                    <p:cTn id="138" fill="hold">
                      <p:stCondLst>
                        <p:cond delay="indefinite"/>
                      </p:stCondLst>
                      <p:childTnLst>
                        <p:par>
                          <p:cTn id="139" fill="hold">
                            <p:stCondLst>
                              <p:cond delay="0"/>
                            </p:stCondLst>
                            <p:childTnLst>
                              <p:par>
                                <p:cTn id="140" presetID="1" presetClass="entr" presetSubtype="0" fill="hold" nodeType="clickEffect">
                                  <p:stCondLst>
                                    <p:cond delay="0"/>
                                  </p:stCondLst>
                                  <p:childTnLst>
                                    <p:set>
                                      <p:cBhvr>
                                        <p:cTn id="141" dur="1" fill="hold">
                                          <p:stCondLst>
                                            <p:cond delay="0"/>
                                          </p:stCondLst>
                                        </p:cTn>
                                        <p:tgtEl>
                                          <p:spTgt spid="37">
                                            <p:txEl>
                                              <p:pRg st="0" end="0"/>
                                            </p:txEl>
                                          </p:spTgt>
                                        </p:tgtEl>
                                        <p:attrNameLst>
                                          <p:attrName>style.visibility</p:attrName>
                                        </p:attrNameLst>
                                      </p:cBhvr>
                                      <p:to>
                                        <p:strVal val="visible"/>
                                      </p:to>
                                    </p:set>
                                  </p:childTnLst>
                                </p:cTn>
                              </p:par>
                            </p:childTnLst>
                          </p:cTn>
                        </p:par>
                      </p:childTnLst>
                    </p:cTn>
                  </p:par>
                  <p:par>
                    <p:cTn id="142" fill="hold">
                      <p:stCondLst>
                        <p:cond delay="indefinite"/>
                      </p:stCondLst>
                      <p:childTnLst>
                        <p:par>
                          <p:cTn id="143" fill="hold">
                            <p:stCondLst>
                              <p:cond delay="0"/>
                            </p:stCondLst>
                            <p:childTnLst>
                              <p:par>
                                <p:cTn id="144" presetID="1" presetClass="entr" presetSubtype="0" fill="hold" nodeType="clickEffect">
                                  <p:stCondLst>
                                    <p:cond delay="0"/>
                                  </p:stCondLst>
                                  <p:childTnLst>
                                    <p:set>
                                      <p:cBhvr>
                                        <p:cTn id="145" dur="1" fill="hold">
                                          <p:stCondLst>
                                            <p:cond delay="0"/>
                                          </p:stCondLst>
                                        </p:cTn>
                                        <p:tgtEl>
                                          <p:spTgt spid="38">
                                            <p:txEl>
                                              <p:pRg st="0" end="0"/>
                                            </p:txEl>
                                          </p:spTgt>
                                        </p:tgtEl>
                                        <p:attrNameLst>
                                          <p:attrName>style.visibility</p:attrName>
                                        </p:attrNameLst>
                                      </p:cBhvr>
                                      <p:to>
                                        <p:strVal val="visible"/>
                                      </p:to>
                                    </p:set>
                                  </p:childTnLst>
                                </p:cTn>
                              </p:par>
                            </p:childTnLst>
                          </p:cTn>
                        </p:par>
                      </p:childTnLst>
                    </p:cTn>
                  </p:par>
                  <p:par>
                    <p:cTn id="146" fill="hold">
                      <p:stCondLst>
                        <p:cond delay="indefinite"/>
                      </p:stCondLst>
                      <p:childTnLst>
                        <p:par>
                          <p:cTn id="147" fill="hold">
                            <p:stCondLst>
                              <p:cond delay="0"/>
                            </p:stCondLst>
                            <p:childTnLst>
                              <p:par>
                                <p:cTn id="148" presetID="1" presetClass="entr" presetSubtype="0" fill="hold" nodeType="clickEffect">
                                  <p:stCondLst>
                                    <p:cond delay="0"/>
                                  </p:stCondLst>
                                  <p:childTnLst>
                                    <p:set>
                                      <p:cBhvr>
                                        <p:cTn id="149"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150" fill="hold">
                      <p:stCondLst>
                        <p:cond delay="indefinite"/>
                      </p:stCondLst>
                      <p:childTnLst>
                        <p:par>
                          <p:cTn id="151" fill="hold">
                            <p:stCondLst>
                              <p:cond delay="0"/>
                            </p:stCondLst>
                            <p:childTnLst>
                              <p:par>
                                <p:cTn id="152" presetID="1" presetClass="entr" presetSubtype="0" fill="hold" grpId="0" nodeType="clickEffect">
                                  <p:stCondLst>
                                    <p:cond delay="0"/>
                                  </p:stCondLst>
                                  <p:childTnLst>
                                    <p:set>
                                      <p:cBhvr>
                                        <p:cTn id="153" dur="1" fill="hold">
                                          <p:stCondLst>
                                            <p:cond delay="0"/>
                                          </p:stCondLst>
                                        </p:cTn>
                                        <p:tgtEl>
                                          <p:spTgt spid="83"/>
                                        </p:tgtEl>
                                        <p:attrNameLst>
                                          <p:attrName>style.visibility</p:attrName>
                                        </p:attrNameLst>
                                      </p:cBhvr>
                                      <p:to>
                                        <p:strVal val="visible"/>
                                      </p:to>
                                    </p:se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grpId="0" nodeType="clickEffect">
                                  <p:stCondLst>
                                    <p:cond delay="0"/>
                                  </p:stCondLst>
                                  <p:childTnLst>
                                    <p:set>
                                      <p:cBhvr>
                                        <p:cTn id="157" dur="1" fill="hold">
                                          <p:stCondLst>
                                            <p:cond delay="0"/>
                                          </p:stCondLst>
                                        </p:cTn>
                                        <p:tgtEl>
                                          <p:spTgt spid="85"/>
                                        </p:tgtEl>
                                        <p:attrNameLst>
                                          <p:attrName>style.visibility</p:attrName>
                                        </p:attrNameLst>
                                      </p:cBhvr>
                                      <p:to>
                                        <p:strVal val="visible"/>
                                      </p:to>
                                    </p:set>
                                    <p:animEffect transition="in" filter="wipe(left)">
                                      <p:cBhvr>
                                        <p:cTn id="158" dur="750"/>
                                        <p:tgtEl>
                                          <p:spTgt spid="85"/>
                                        </p:tgtEl>
                                      </p:cBhvr>
                                    </p:animEffect>
                                  </p:childTnLst>
                                </p:cTn>
                              </p:par>
                            </p:childTnLst>
                          </p:cTn>
                        </p:par>
                        <p:par>
                          <p:cTn id="159" fill="hold">
                            <p:stCondLst>
                              <p:cond delay="750"/>
                            </p:stCondLst>
                            <p:childTnLst>
                              <p:par>
                                <p:cTn id="160" presetID="22" presetClass="entr" presetSubtype="8" fill="hold" grpId="0" nodeType="afterEffect">
                                  <p:stCondLst>
                                    <p:cond delay="0"/>
                                  </p:stCondLst>
                                  <p:childTnLst>
                                    <p:set>
                                      <p:cBhvr>
                                        <p:cTn id="161" dur="1" fill="hold">
                                          <p:stCondLst>
                                            <p:cond delay="0"/>
                                          </p:stCondLst>
                                        </p:cTn>
                                        <p:tgtEl>
                                          <p:spTgt spid="86"/>
                                        </p:tgtEl>
                                        <p:attrNameLst>
                                          <p:attrName>style.visibility</p:attrName>
                                        </p:attrNameLst>
                                      </p:cBhvr>
                                      <p:to>
                                        <p:strVal val="visible"/>
                                      </p:to>
                                    </p:set>
                                    <p:animEffect transition="in" filter="wipe(left)">
                                      <p:cBhvr>
                                        <p:cTn id="162" dur="750"/>
                                        <p:tgtEl>
                                          <p:spTgt spid="86"/>
                                        </p:tgtEl>
                                      </p:cBhvr>
                                    </p:animEffec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84"/>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87"/>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0" grpId="0"/>
      <p:bldP spid="41" grpId="0" animBg="1"/>
      <p:bldP spid="41" grpId="1"/>
      <p:bldP spid="42" grpId="0"/>
      <p:bldP spid="45" grpId="0" animBg="1"/>
      <p:bldP spid="45" grpId="1"/>
      <p:bldP spid="58" grpId="0" animBg="1"/>
      <p:bldP spid="58" grpId="1"/>
      <p:bldP spid="65" grpId="0" animBg="1"/>
      <p:bldP spid="65" grpId="1"/>
      <p:bldP spid="66" grpId="0" animBg="1"/>
      <p:bldP spid="66" grpId="1"/>
      <p:bldP spid="68" grpId="0" animBg="1"/>
      <p:bldP spid="68" grpId="1"/>
      <p:bldP spid="69" grpId="0" animBg="1"/>
      <p:bldP spid="69" grpId="1"/>
      <p:bldP spid="70" grpId="0" animBg="1"/>
      <p:bldP spid="70" grpId="1"/>
      <p:bldP spid="78" grpId="0" animBg="1"/>
      <p:bldP spid="78" grpId="1"/>
      <p:bldP spid="79" grpId="0" animBg="1"/>
      <p:bldP spid="79" grpId="1"/>
      <p:bldP spid="81" grpId="0" animBg="1"/>
      <p:bldP spid="81" grpId="1"/>
      <p:bldP spid="83" grpId="0"/>
      <p:bldP spid="84" grpId="0"/>
      <p:bldP spid="85" grpId="0" animBg="1"/>
      <p:bldP spid="86" grpId="0" animBg="1"/>
      <p:bldP spid="87" grpId="0"/>
      <p:bldP spid="88"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1148811"/>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spcAft>
                <a:spcPts val="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3000"/>
              </a:lnSpc>
            </a:pPr>
            <a:r>
              <a:rPr lang="en-GB" dirty="0"/>
              <a:t>Four letters of the word “THURSDAY” are arranged in all possible ways. Find the probability that the word formed is “HURT”.</a:t>
            </a:r>
            <a:endParaRPr lang="en-IN" dirty="0"/>
          </a:p>
        </p:txBody>
      </p:sp>
      <p:sp>
        <p:nvSpPr>
          <p:cNvPr id="2" name="Title 1"/>
          <p:cNvSpPr>
            <a:spLocks noGrp="1"/>
          </p:cNvSpPr>
          <p:nvPr>
            <p:ph type="title"/>
          </p:nvPr>
        </p:nvSpPr>
        <p:spPr/>
        <p:txBody>
          <a:bodyPr/>
          <a:lstStyle/>
          <a:p>
            <a:r>
              <a:rPr lang="en-GB" dirty="0"/>
              <a:t>Method 2.2 ⇝ Example 9</a:t>
            </a:r>
            <a:endParaRPr lang="en-US" dirty="0"/>
          </a:p>
        </p:txBody>
      </p:sp>
      <p:sp>
        <p:nvSpPr>
          <p:cNvPr id="4" name="Content Placeholder 2"/>
          <p:cNvSpPr txBox="1">
            <a:spLocks/>
          </p:cNvSpPr>
          <p:nvPr/>
        </p:nvSpPr>
        <p:spPr>
          <a:xfrm>
            <a:off x="131176" y="2175158"/>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15BCCCB0-9063-40FC-BE7A-217CA4EC63A1}"/>
                  </a:ext>
                </a:extLst>
              </p:cNvPr>
              <p:cNvSpPr txBox="1"/>
              <p:nvPr/>
            </p:nvSpPr>
            <p:spPr>
              <a:xfrm>
                <a:off x="1594217" y="2173288"/>
                <a:ext cx="6170926" cy="954107"/>
              </a:xfrm>
              <a:prstGeom prst="rect">
                <a:avLst/>
              </a:prstGeom>
              <a:noFill/>
            </p:spPr>
            <p:txBody>
              <a:bodyPr wrap="square" rtlCol="0">
                <a:spAutoFit/>
              </a:bodyPr>
              <a:lstStyle/>
              <a:p>
                <a:pPr algn="just"/>
                <a:r>
                  <a:rPr lang="en-GB" sz="2800" dirty="0">
                    <a:solidFill>
                      <a:srgbClr val="002060"/>
                    </a:solidFill>
                  </a:rPr>
                  <a:t>The total number of </a:t>
                </a:r>
                <a:r>
                  <a:rPr lang="en-IN" sz="2800" dirty="0">
                    <a:solidFill>
                      <a:srgbClr val="002060"/>
                    </a:solidFill>
                  </a:rPr>
                  <a:t>arrangement</a:t>
                </a:r>
                <a:r>
                  <a:rPr lang="en-GB" sz="2800" dirty="0">
                    <a:solidFill>
                      <a:srgbClr val="002060"/>
                    </a:solidFill>
                  </a:rPr>
                  <a:t> of any </a:t>
                </a:r>
                <a14:m>
                  <m:oMath xmlns:m="http://schemas.openxmlformats.org/officeDocument/2006/math">
                    <m:r>
                      <a:rPr lang="en-GB" sz="2800" i="1" dirty="0" smtClean="0">
                        <a:solidFill>
                          <a:srgbClr val="002060"/>
                        </a:solidFill>
                        <a:latin typeface="Cambria Math" panose="02040503050406030204" pitchFamily="18" charset="0"/>
                      </a:rPr>
                      <m:t>4</m:t>
                    </m:r>
                  </m:oMath>
                </a14:m>
                <a:r>
                  <a:rPr lang="en-GB" sz="2800" dirty="0">
                    <a:solidFill>
                      <a:srgbClr val="002060"/>
                    </a:solidFill>
                  </a:rPr>
                  <a:t> letters from the </a:t>
                </a:r>
                <a14:m>
                  <m:oMath xmlns:m="http://schemas.openxmlformats.org/officeDocument/2006/math">
                    <m:r>
                      <a:rPr lang="en-GB" sz="2800" i="1" dirty="0" smtClean="0">
                        <a:solidFill>
                          <a:srgbClr val="002060"/>
                        </a:solidFill>
                        <a:latin typeface="Cambria Math" panose="02040503050406030204" pitchFamily="18" charset="0"/>
                      </a:rPr>
                      <m:t>8</m:t>
                    </m:r>
                  </m:oMath>
                </a14:m>
                <a:r>
                  <a:rPr lang="en-GB" sz="2800" dirty="0">
                    <a:solidFill>
                      <a:srgbClr val="002060"/>
                    </a:solidFill>
                  </a:rPr>
                  <a:t> letters in "THURSDAY"</a:t>
                </a:r>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15BCCCB0-9063-40FC-BE7A-217CA4EC63A1}"/>
                  </a:ext>
                </a:extLst>
              </p:cNvPr>
              <p:cNvSpPr txBox="1">
                <a:spLocks noRot="1" noChangeAspect="1" noMove="1" noResize="1" noEditPoints="1" noAdjustHandles="1" noChangeArrowheads="1" noChangeShapeType="1" noTextEdit="1"/>
              </p:cNvSpPr>
              <p:nvPr/>
            </p:nvSpPr>
            <p:spPr>
              <a:xfrm>
                <a:off x="1594217" y="2173288"/>
                <a:ext cx="6170926" cy="954107"/>
              </a:xfrm>
              <a:prstGeom prst="rect">
                <a:avLst/>
              </a:prstGeom>
              <a:blipFill>
                <a:blip r:embed="rId2"/>
                <a:stretch>
                  <a:fillRect l="-2075" t="-6410" b="-1794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A525064-30B7-4746-AC3B-C7940AC577E6}"/>
                  </a:ext>
                </a:extLst>
              </p:cNvPr>
              <p:cNvSpPr txBox="1"/>
              <p:nvPr/>
            </p:nvSpPr>
            <p:spPr>
              <a:xfrm>
                <a:off x="8271277" y="2388731"/>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GB" b="0" i="0" dirty="0" smtClean="0">
                              <a:latin typeface="Cambria Math" panose="02040503050406030204" pitchFamily="18" charset="0"/>
                            </a:rPr>
                            <m:t>S</m:t>
                          </m:r>
                        </m:e>
                      </m:d>
                    </m:oMath>
                  </m:oMathPara>
                </a14:m>
                <a:endParaRPr lang="en-IN" dirty="0">
                  <a:latin typeface="+mn-lt"/>
                </a:endParaRPr>
              </a:p>
            </p:txBody>
          </p:sp>
        </mc:Choice>
        <mc:Fallback xmlns="">
          <p:sp>
            <p:nvSpPr>
              <p:cNvPr id="46" name="TextBox 45">
                <a:extLst>
                  <a:ext uri="{FF2B5EF4-FFF2-40B4-BE49-F238E27FC236}">
                    <a16:creationId xmlns:a16="http://schemas.microsoft.com/office/drawing/2014/main" id="{4A525064-30B7-4746-AC3B-C7940AC577E6}"/>
                  </a:ext>
                </a:extLst>
              </p:cNvPr>
              <p:cNvSpPr txBox="1">
                <a:spLocks noRot="1" noChangeAspect="1" noMove="1" noResize="1" noEditPoints="1" noAdjustHandles="1" noChangeArrowheads="1" noChangeShapeType="1" noTextEdit="1"/>
              </p:cNvSpPr>
              <p:nvPr/>
            </p:nvSpPr>
            <p:spPr>
              <a:xfrm>
                <a:off x="8271277" y="2388731"/>
                <a:ext cx="863234"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DC28C07D-D54F-427B-8D17-A3DADD7209C1}"/>
                  </a:ext>
                </a:extLst>
              </p:cNvPr>
              <p:cNvSpPr txBox="1"/>
              <p:nvPr/>
            </p:nvSpPr>
            <p:spPr>
              <a:xfrm>
                <a:off x="9064661" y="2388731"/>
                <a:ext cx="124993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sPre>
                        <m:sPrePr>
                          <m:ctrlPr>
                            <a:rPr lang="en-IN" sz="2800" i="1" dirty="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8</m:t>
                          </m:r>
                        </m:sup>
                        <m:e>
                          <m:sSub>
                            <m:sSubPr>
                              <m:ctrlPr>
                                <a:rPr lang="en-IN" sz="2800" i="1" dirty="0">
                                  <a:solidFill>
                                    <a:srgbClr val="002060"/>
                                  </a:solidFill>
                                  <a:latin typeface="Cambria Math" panose="02040503050406030204" pitchFamily="18" charset="0"/>
                                </a:rPr>
                              </m:ctrlPr>
                            </m:sSubPr>
                            <m:e>
                              <m:r>
                                <m:rPr>
                                  <m:sty m:val="p"/>
                                </m:rPr>
                                <a:rPr lang="en-IN" sz="2800" b="0" i="0" dirty="0" smtClean="0">
                                  <a:solidFill>
                                    <a:srgbClr val="002060"/>
                                  </a:solidFill>
                                  <a:latin typeface="Cambria Math" panose="02040503050406030204" pitchFamily="18" charset="0"/>
                                </a:rPr>
                                <m:t>P</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47" name="TextBox 46">
                <a:extLst>
                  <a:ext uri="{FF2B5EF4-FFF2-40B4-BE49-F238E27FC236}">
                    <a16:creationId xmlns:a16="http://schemas.microsoft.com/office/drawing/2014/main" id="{DC28C07D-D54F-427B-8D17-A3DADD7209C1}"/>
                  </a:ext>
                </a:extLst>
              </p:cNvPr>
              <p:cNvSpPr txBox="1">
                <a:spLocks noRot="1" noChangeAspect="1" noMove="1" noResize="1" noEditPoints="1" noAdjustHandles="1" noChangeArrowheads="1" noChangeShapeType="1" noTextEdit="1"/>
              </p:cNvSpPr>
              <p:nvPr/>
            </p:nvSpPr>
            <p:spPr>
              <a:xfrm>
                <a:off x="9064661" y="2388731"/>
                <a:ext cx="1249939"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163BC179-0E2B-4C01-B10C-31278EF60409}"/>
                  </a:ext>
                </a:extLst>
              </p:cNvPr>
              <p:cNvSpPr txBox="1"/>
              <p:nvPr/>
            </p:nvSpPr>
            <p:spPr>
              <a:xfrm>
                <a:off x="10107859" y="2388731"/>
                <a:ext cx="154711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1680</m:t>
                      </m:r>
                    </m:oMath>
                  </m:oMathPara>
                </a14:m>
                <a:endParaRPr lang="en-IN" sz="2800" dirty="0">
                  <a:solidFill>
                    <a:srgbClr val="002060"/>
                  </a:solidFill>
                </a:endParaRPr>
              </a:p>
            </p:txBody>
          </p:sp>
        </mc:Choice>
        <mc:Fallback xmlns="">
          <p:sp>
            <p:nvSpPr>
              <p:cNvPr id="48" name="TextBox 47">
                <a:extLst>
                  <a:ext uri="{FF2B5EF4-FFF2-40B4-BE49-F238E27FC236}">
                    <a16:creationId xmlns:a16="http://schemas.microsoft.com/office/drawing/2014/main" id="{163BC179-0E2B-4C01-B10C-31278EF60409}"/>
                  </a:ext>
                </a:extLst>
              </p:cNvPr>
              <p:cNvSpPr txBox="1">
                <a:spLocks noRot="1" noChangeAspect="1" noMove="1" noResize="1" noEditPoints="1" noAdjustHandles="1" noChangeArrowheads="1" noChangeShapeType="1" noTextEdit="1"/>
              </p:cNvSpPr>
              <p:nvPr/>
            </p:nvSpPr>
            <p:spPr>
              <a:xfrm>
                <a:off x="10107859" y="2388731"/>
                <a:ext cx="1547114"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E0F24379-5A99-4082-AA72-A0110332E40A}"/>
                  </a:ext>
                </a:extLst>
              </p:cNvPr>
              <p:cNvSpPr txBox="1"/>
              <p:nvPr/>
            </p:nvSpPr>
            <p:spPr>
              <a:xfrm>
                <a:off x="7760672" y="2388731"/>
                <a:ext cx="58960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
                    </m:oMathParaPr>
                    <m:oMath xmlns:m="http://schemas.openxmlformats.org/officeDocument/2006/math">
                      <m:r>
                        <a:rPr lang="en-IN" b="0" i="1" smtClean="0">
                          <a:latin typeface="Cambria Math" panose="02040503050406030204" pitchFamily="18" charset="0"/>
                        </a:rPr>
                        <m:t>⇒</m:t>
                      </m:r>
                    </m:oMath>
                  </m:oMathPara>
                </a14:m>
                <a:endParaRPr lang="en-IN" dirty="0">
                  <a:latin typeface="+mn-lt"/>
                </a:endParaRPr>
              </a:p>
            </p:txBody>
          </p:sp>
        </mc:Choice>
        <mc:Fallback xmlns="">
          <p:sp>
            <p:nvSpPr>
              <p:cNvPr id="49" name="TextBox 48">
                <a:extLst>
                  <a:ext uri="{FF2B5EF4-FFF2-40B4-BE49-F238E27FC236}">
                    <a16:creationId xmlns:a16="http://schemas.microsoft.com/office/drawing/2014/main" id="{E0F24379-5A99-4082-AA72-A0110332E40A}"/>
                  </a:ext>
                </a:extLst>
              </p:cNvPr>
              <p:cNvSpPr txBox="1">
                <a:spLocks noRot="1" noChangeAspect="1" noMove="1" noResize="1" noEditPoints="1" noAdjustHandles="1" noChangeArrowheads="1" noChangeShapeType="1" noTextEdit="1"/>
              </p:cNvSpPr>
              <p:nvPr/>
            </p:nvSpPr>
            <p:spPr>
              <a:xfrm>
                <a:off x="7760672" y="2388731"/>
                <a:ext cx="58960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F258E344-76B5-4B68-AB87-F1AE9D0DA5FB}"/>
                  </a:ext>
                </a:extLst>
              </p:cNvPr>
              <p:cNvSpPr txBox="1"/>
              <p:nvPr/>
            </p:nvSpPr>
            <p:spPr>
              <a:xfrm>
                <a:off x="1594217" y="3253552"/>
                <a:ext cx="600343" cy="523220"/>
              </a:xfrm>
              <a:prstGeom prst="rect">
                <a:avLst/>
              </a:prstGeom>
              <a:noFill/>
            </p:spPr>
            <p:txBody>
              <a:bodyPr wrap="square" rtlCol="0">
                <a:spAutoFit/>
              </a:bodyPr>
              <a:lstStyle/>
              <a:p>
                <a:pPr algn="just"/>
                <a14:m>
                  <m:oMath xmlns:m="http://schemas.openxmlformats.org/officeDocument/2006/math">
                    <m:r>
                      <m:rPr>
                        <m:sty m:val="p"/>
                      </m:rPr>
                      <a:rPr lang="en-IN" sz="2800" i="0" dirty="0" smtClean="0">
                        <a:solidFill>
                          <a:srgbClr val="002060"/>
                        </a:solidFill>
                        <a:latin typeface="Cambria Math" panose="02040503050406030204" pitchFamily="18" charset="0"/>
                      </a:rPr>
                      <m:t>A</m:t>
                    </m:r>
                  </m:oMath>
                </a14:m>
                <a:r>
                  <a:rPr lang="en-IN" sz="2800" dirty="0">
                    <a:solidFill>
                      <a:srgbClr val="002060"/>
                    </a:solidFill>
                  </a:rPr>
                  <a:t> :</a:t>
                </a:r>
              </a:p>
            </p:txBody>
          </p:sp>
        </mc:Choice>
        <mc:Fallback xmlns="">
          <p:sp>
            <p:nvSpPr>
              <p:cNvPr id="50" name="TextBox 49">
                <a:extLst>
                  <a:ext uri="{FF2B5EF4-FFF2-40B4-BE49-F238E27FC236}">
                    <a16:creationId xmlns:a16="http://schemas.microsoft.com/office/drawing/2014/main" id="{F258E344-76B5-4B68-AB87-F1AE9D0DA5FB}"/>
                  </a:ext>
                </a:extLst>
              </p:cNvPr>
              <p:cNvSpPr txBox="1">
                <a:spLocks noRot="1" noChangeAspect="1" noMove="1" noResize="1" noEditPoints="1" noAdjustHandles="1" noChangeArrowheads="1" noChangeShapeType="1" noTextEdit="1"/>
              </p:cNvSpPr>
              <p:nvPr/>
            </p:nvSpPr>
            <p:spPr>
              <a:xfrm>
                <a:off x="1594217" y="3253552"/>
                <a:ext cx="600343" cy="523220"/>
              </a:xfrm>
              <a:prstGeom prst="rect">
                <a:avLst/>
              </a:prstGeom>
              <a:blipFill>
                <a:blip r:embed="rId7"/>
                <a:stretch>
                  <a:fillRect t="-11628" r="-14286" b="-32558"/>
                </a:stretch>
              </a:blipFill>
            </p:spPr>
            <p:txBody>
              <a:bodyPr/>
              <a:lstStyle/>
              <a:p>
                <a:r>
                  <a:rPr lang="en-IN">
                    <a:noFill/>
                  </a:rPr>
                  <a:t> </a:t>
                </a:r>
              </a:p>
            </p:txBody>
          </p:sp>
        </mc:Fallback>
      </mc:AlternateContent>
      <p:sp>
        <p:nvSpPr>
          <p:cNvPr id="51" name="TextBox 50">
            <a:extLst>
              <a:ext uri="{FF2B5EF4-FFF2-40B4-BE49-F238E27FC236}">
                <a16:creationId xmlns:a16="http://schemas.microsoft.com/office/drawing/2014/main" id="{A38DC4C5-421B-444D-9C95-BACB1D0A3DF9}"/>
              </a:ext>
            </a:extLst>
          </p:cNvPr>
          <p:cNvSpPr txBox="1"/>
          <p:nvPr/>
        </p:nvSpPr>
        <p:spPr>
          <a:xfrm>
            <a:off x="2148283" y="3253552"/>
            <a:ext cx="3628260" cy="523220"/>
          </a:xfrm>
          <a:prstGeom prst="rect">
            <a:avLst/>
          </a:prstGeom>
          <a:noFill/>
        </p:spPr>
        <p:txBody>
          <a:bodyPr wrap="square" rtlCol="0">
            <a:spAutoFit/>
          </a:bodyPr>
          <a:lstStyle/>
          <a:p>
            <a:pPr algn="just"/>
            <a:r>
              <a:rPr lang="en-IN" sz="2800" dirty="0">
                <a:solidFill>
                  <a:srgbClr val="002060"/>
                </a:solidFill>
              </a:rPr>
              <a:t>word “HURT” is formed</a:t>
            </a:r>
          </a:p>
        </p:txBody>
      </p:sp>
      <p:sp>
        <p:nvSpPr>
          <p:cNvPr id="52" name="TextBox 51">
            <a:extLst>
              <a:ext uri="{FF2B5EF4-FFF2-40B4-BE49-F238E27FC236}">
                <a16:creationId xmlns:a16="http://schemas.microsoft.com/office/drawing/2014/main" id="{3C1A7ED2-B43D-429E-9075-A93E57653A7F}"/>
              </a:ext>
            </a:extLst>
          </p:cNvPr>
          <p:cNvSpPr txBox="1"/>
          <p:nvPr/>
        </p:nvSpPr>
        <p:spPr>
          <a:xfrm>
            <a:off x="1594216" y="3898928"/>
            <a:ext cx="6166456" cy="954107"/>
          </a:xfrm>
          <a:prstGeom prst="rect">
            <a:avLst/>
          </a:prstGeom>
          <a:noFill/>
        </p:spPr>
        <p:txBody>
          <a:bodyPr wrap="square" rtlCol="0">
            <a:spAutoFit/>
          </a:bodyPr>
          <a:lstStyle/>
          <a:p>
            <a:pPr algn="just"/>
            <a:r>
              <a:rPr lang="en-GB" sz="2800" dirty="0">
                <a:solidFill>
                  <a:srgbClr val="002060"/>
                </a:solidFill>
              </a:rPr>
              <a:t>The word "HURT" can be formed in exactly 1 way from the letters in "THURSDAY."</a:t>
            </a:r>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A442CD9F-F5F5-410D-BBB8-B10CA5ACD3A4}"/>
                  </a:ext>
                </a:extLst>
              </p:cNvPr>
              <p:cNvSpPr txBox="1"/>
              <p:nvPr/>
            </p:nvSpPr>
            <p:spPr>
              <a:xfrm>
                <a:off x="8271277" y="4112501"/>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oMath>
                  </m:oMathPara>
                </a14:m>
                <a:endParaRPr lang="en-IN" dirty="0">
                  <a:latin typeface="+mn-lt"/>
                </a:endParaRPr>
              </a:p>
            </p:txBody>
          </p:sp>
        </mc:Choice>
        <mc:Fallback xmlns="">
          <p:sp>
            <p:nvSpPr>
              <p:cNvPr id="54" name="TextBox 53">
                <a:extLst>
                  <a:ext uri="{FF2B5EF4-FFF2-40B4-BE49-F238E27FC236}">
                    <a16:creationId xmlns:a16="http://schemas.microsoft.com/office/drawing/2014/main" id="{A442CD9F-F5F5-410D-BBB8-B10CA5ACD3A4}"/>
                  </a:ext>
                </a:extLst>
              </p:cNvPr>
              <p:cNvSpPr txBox="1">
                <a:spLocks noRot="1" noChangeAspect="1" noMove="1" noResize="1" noEditPoints="1" noAdjustHandles="1" noChangeArrowheads="1" noChangeShapeType="1" noTextEdit="1"/>
              </p:cNvSpPr>
              <p:nvPr/>
            </p:nvSpPr>
            <p:spPr>
              <a:xfrm>
                <a:off x="8271277" y="4112501"/>
                <a:ext cx="863234"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CB713E8D-5A62-4FBD-8F59-01EB801227DB}"/>
                  </a:ext>
                </a:extLst>
              </p:cNvPr>
              <p:cNvSpPr txBox="1"/>
              <p:nvPr/>
            </p:nvSpPr>
            <p:spPr>
              <a:xfrm>
                <a:off x="7760672" y="4112501"/>
                <a:ext cx="58960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
                    </m:oMathParaPr>
                    <m:oMath xmlns:m="http://schemas.openxmlformats.org/officeDocument/2006/math">
                      <m:r>
                        <a:rPr lang="en-IN" b="0" i="1" smtClean="0">
                          <a:latin typeface="Cambria Math" panose="02040503050406030204" pitchFamily="18" charset="0"/>
                        </a:rPr>
                        <m:t>⇒</m:t>
                      </m:r>
                    </m:oMath>
                  </m:oMathPara>
                </a14:m>
                <a:endParaRPr lang="en-IN" dirty="0">
                  <a:latin typeface="+mn-lt"/>
                </a:endParaRPr>
              </a:p>
            </p:txBody>
          </p:sp>
        </mc:Choice>
        <mc:Fallback xmlns="">
          <p:sp>
            <p:nvSpPr>
              <p:cNvPr id="55" name="TextBox 54">
                <a:extLst>
                  <a:ext uri="{FF2B5EF4-FFF2-40B4-BE49-F238E27FC236}">
                    <a16:creationId xmlns:a16="http://schemas.microsoft.com/office/drawing/2014/main" id="{CB713E8D-5A62-4FBD-8F59-01EB801227DB}"/>
                  </a:ext>
                </a:extLst>
              </p:cNvPr>
              <p:cNvSpPr txBox="1">
                <a:spLocks noRot="1" noChangeAspect="1" noMove="1" noResize="1" noEditPoints="1" noAdjustHandles="1" noChangeArrowheads="1" noChangeShapeType="1" noTextEdit="1"/>
              </p:cNvSpPr>
              <p:nvPr/>
            </p:nvSpPr>
            <p:spPr>
              <a:xfrm>
                <a:off x="7760672" y="4112501"/>
                <a:ext cx="589600"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328C103F-0ECD-4C52-9D27-2F931DBC3CB9}"/>
                  </a:ext>
                </a:extLst>
              </p:cNvPr>
              <p:cNvSpPr txBox="1"/>
              <p:nvPr/>
            </p:nvSpPr>
            <p:spPr>
              <a:xfrm>
                <a:off x="9064661" y="4108882"/>
                <a:ext cx="124993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i="1" dirty="0" smtClean="0">
                          <a:solidFill>
                            <a:srgbClr val="002060"/>
                          </a:solidFill>
                          <a:latin typeface="Cambria Math" panose="02040503050406030204" pitchFamily="18" charset="0"/>
                        </a:rPr>
                        <m:t>1</m:t>
                      </m:r>
                    </m:oMath>
                  </m:oMathPara>
                </a14:m>
                <a:endParaRPr lang="en-IN" sz="2800" dirty="0">
                  <a:solidFill>
                    <a:srgbClr val="002060"/>
                  </a:solidFill>
                </a:endParaRPr>
              </a:p>
            </p:txBody>
          </p:sp>
        </mc:Choice>
        <mc:Fallback xmlns="">
          <p:sp>
            <p:nvSpPr>
              <p:cNvPr id="59" name="TextBox 58">
                <a:extLst>
                  <a:ext uri="{FF2B5EF4-FFF2-40B4-BE49-F238E27FC236}">
                    <a16:creationId xmlns:a16="http://schemas.microsoft.com/office/drawing/2014/main" id="{328C103F-0ECD-4C52-9D27-2F931DBC3CB9}"/>
                  </a:ext>
                </a:extLst>
              </p:cNvPr>
              <p:cNvSpPr txBox="1">
                <a:spLocks noRot="1" noChangeAspect="1" noMove="1" noResize="1" noEditPoints="1" noAdjustHandles="1" noChangeArrowheads="1" noChangeShapeType="1" noTextEdit="1"/>
              </p:cNvSpPr>
              <p:nvPr/>
            </p:nvSpPr>
            <p:spPr>
              <a:xfrm>
                <a:off x="9064661" y="4108882"/>
                <a:ext cx="1249939"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87BEDF28-E890-4229-9331-9F501D01B4F8}"/>
                  </a:ext>
                </a:extLst>
              </p:cNvPr>
              <p:cNvSpPr txBox="1"/>
              <p:nvPr/>
            </p:nvSpPr>
            <p:spPr>
              <a:xfrm>
                <a:off x="2105851" y="5420017"/>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oMath>
                  </m:oMathPara>
                </a14:m>
                <a:endParaRPr lang="en-IN" dirty="0">
                  <a:latin typeface="+mn-lt"/>
                </a:endParaRPr>
              </a:p>
            </p:txBody>
          </p:sp>
        </mc:Choice>
        <mc:Fallback xmlns="">
          <p:sp>
            <p:nvSpPr>
              <p:cNvPr id="61" name="TextBox 60">
                <a:extLst>
                  <a:ext uri="{FF2B5EF4-FFF2-40B4-BE49-F238E27FC236}">
                    <a16:creationId xmlns:a16="http://schemas.microsoft.com/office/drawing/2014/main" id="{87BEDF28-E890-4229-9331-9F501D01B4F8}"/>
                  </a:ext>
                </a:extLst>
              </p:cNvPr>
              <p:cNvSpPr txBox="1">
                <a:spLocks noRot="1" noChangeAspect="1" noMove="1" noResize="1" noEditPoints="1" noAdjustHandles="1" noChangeArrowheads="1" noChangeShapeType="1" noTextEdit="1"/>
              </p:cNvSpPr>
              <p:nvPr/>
            </p:nvSpPr>
            <p:spPr>
              <a:xfrm>
                <a:off x="2105851" y="5420017"/>
                <a:ext cx="900571"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B9697A05-E191-4244-A50E-EA66645283CA}"/>
                  </a:ext>
                </a:extLst>
              </p:cNvPr>
              <p:cNvSpPr txBox="1"/>
              <p:nvPr/>
            </p:nvSpPr>
            <p:spPr>
              <a:xfrm>
                <a:off x="1594216" y="5420017"/>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62" name="TextBox 61">
                <a:extLst>
                  <a:ext uri="{FF2B5EF4-FFF2-40B4-BE49-F238E27FC236}">
                    <a16:creationId xmlns:a16="http://schemas.microsoft.com/office/drawing/2014/main" id="{B9697A05-E191-4244-A50E-EA66645283CA}"/>
                  </a:ext>
                </a:extLst>
              </p:cNvPr>
              <p:cNvSpPr txBox="1">
                <a:spLocks noRot="1" noChangeAspect="1" noMove="1" noResize="1" noEditPoints="1" noAdjustHandles="1" noChangeArrowheads="1" noChangeShapeType="1" noTextEdit="1"/>
              </p:cNvSpPr>
              <p:nvPr/>
            </p:nvSpPr>
            <p:spPr>
              <a:xfrm>
                <a:off x="1594216" y="5420017"/>
                <a:ext cx="534127"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4A25A1E0-08E6-4795-B6E5-445A39A6C29B}"/>
                  </a:ext>
                </a:extLst>
              </p:cNvPr>
              <p:cNvSpPr txBox="1"/>
              <p:nvPr/>
            </p:nvSpPr>
            <p:spPr>
              <a:xfrm>
                <a:off x="2892581" y="5186908"/>
                <a:ext cx="1502185"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63" name="TextBox 62">
                <a:extLst>
                  <a:ext uri="{FF2B5EF4-FFF2-40B4-BE49-F238E27FC236}">
                    <a16:creationId xmlns:a16="http://schemas.microsoft.com/office/drawing/2014/main" id="{4A25A1E0-08E6-4795-B6E5-445A39A6C29B}"/>
                  </a:ext>
                </a:extLst>
              </p:cNvPr>
              <p:cNvSpPr txBox="1">
                <a:spLocks noRot="1" noChangeAspect="1" noMove="1" noResize="1" noEditPoints="1" noAdjustHandles="1" noChangeArrowheads="1" noChangeShapeType="1" noTextEdit="1"/>
              </p:cNvSpPr>
              <p:nvPr/>
            </p:nvSpPr>
            <p:spPr>
              <a:xfrm>
                <a:off x="2892581" y="5186908"/>
                <a:ext cx="1502185" cy="989438"/>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D8DB484C-995E-4379-A196-363F66DDE8A0}"/>
                  </a:ext>
                </a:extLst>
              </p:cNvPr>
              <p:cNvSpPr txBox="1"/>
              <p:nvPr/>
            </p:nvSpPr>
            <p:spPr>
              <a:xfrm>
                <a:off x="4268974" y="5230735"/>
                <a:ext cx="1502185"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1</m:t>
                          </m:r>
                        </m:num>
                        <m:den>
                          <m:r>
                            <a:rPr lang="en-IN" b="0" i="1" dirty="0" smtClean="0">
                              <a:latin typeface="Cambria Math" panose="02040503050406030204" pitchFamily="18" charset="0"/>
                            </a:rPr>
                            <m:t> </m:t>
                          </m:r>
                          <m:r>
                            <a:rPr lang="en-IN" i="1" dirty="0">
                              <a:latin typeface="Cambria Math" panose="02040503050406030204" pitchFamily="18" charset="0"/>
                            </a:rPr>
                            <m:t>1680</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64" name="TextBox 63">
                <a:extLst>
                  <a:ext uri="{FF2B5EF4-FFF2-40B4-BE49-F238E27FC236}">
                    <a16:creationId xmlns:a16="http://schemas.microsoft.com/office/drawing/2014/main" id="{D8DB484C-995E-4379-A196-363F66DDE8A0}"/>
                  </a:ext>
                </a:extLst>
              </p:cNvPr>
              <p:cNvSpPr txBox="1">
                <a:spLocks noRot="1" noChangeAspect="1" noMove="1" noResize="1" noEditPoints="1" noAdjustHandles="1" noChangeArrowheads="1" noChangeShapeType="1" noTextEdit="1"/>
              </p:cNvSpPr>
              <p:nvPr/>
            </p:nvSpPr>
            <p:spPr>
              <a:xfrm>
                <a:off x="4268974" y="5230735"/>
                <a:ext cx="1502185" cy="901785"/>
              </a:xfrm>
              <a:prstGeom prst="rect">
                <a:avLst/>
              </a:prstGeom>
              <a:blipFill>
                <a:blip r:embed="rId1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43340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0" grpId="0"/>
      <p:bldP spid="46" grpId="0"/>
      <p:bldP spid="47" grpId="0"/>
      <p:bldP spid="48" grpId="0"/>
      <p:bldP spid="49" grpId="0"/>
      <p:bldP spid="50" grpId="0"/>
      <p:bldP spid="51" grpId="0"/>
      <p:bldP spid="52" grpId="0"/>
      <p:bldP spid="54" grpId="0"/>
      <p:bldP spid="55" grpId="0"/>
      <p:bldP spid="59" grpId="0"/>
      <p:bldP spid="61" grpId="0" animBg="1"/>
      <p:bldP spid="62" grpId="0" animBg="1"/>
      <p:bldP spid="63" grpId="0" animBg="1"/>
      <p:bldP spid="64" grpId="0" animBg="1"/>
    </p:bld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3</a:t>
            </a:r>
            <a:br>
              <a:rPr lang="en-US" dirty="0"/>
            </a:br>
            <a:r>
              <a:rPr lang="en-GB" dirty="0"/>
              <a:t>Conditional Probability and</a:t>
            </a:r>
            <a:br>
              <a:rPr lang="en-GB" dirty="0"/>
            </a:br>
            <a:r>
              <a:rPr lang="en-GB" dirty="0"/>
              <a:t>Independent Events</a:t>
            </a:r>
            <a:endParaRPr lang="en-US" dirty="0"/>
          </a:p>
        </p:txBody>
      </p:sp>
      <p:sp>
        <p:nvSpPr>
          <p:cNvPr id="3" name="Text Placeholder 2">
            <a:extLst>
              <a:ext uri="{FF2B5EF4-FFF2-40B4-BE49-F238E27FC236}">
                <a16:creationId xmlns:a16="http://schemas.microsoft.com/office/drawing/2014/main" id="{B369679C-2DF0-466B-B15C-CBAFD44B60D5}"/>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53719130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dirty="0"/>
                  <a:t>The probability of an event occurring given that another event has already occurred is known as conditional probability.</a:t>
                </a:r>
                <a:endParaRPr lang="en-IN" dirty="0"/>
              </a:p>
              <a:p>
                <a:pPr lvl="0"/>
                <a:r>
                  <a:rPr lang="en-US" dirty="0"/>
                  <a:t>Let </a:t>
                </a:r>
                <a14:m>
                  <m:oMath xmlns:m="http://schemas.openxmlformats.org/officeDocument/2006/math">
                    <m:r>
                      <m:rPr>
                        <m:sty m:val="p"/>
                      </m:rPr>
                      <a:rPr lang="en-US" i="0" dirty="0" smtClean="0">
                        <a:latin typeface="Cambria Math" panose="02040503050406030204" pitchFamily="18" charset="0"/>
                      </a:rPr>
                      <m:t>A</m:t>
                    </m:r>
                  </m:oMath>
                </a14:m>
                <a:r>
                  <a:rPr lang="en-US" dirty="0"/>
                  <a:t> and </a:t>
                </a:r>
                <a14:m>
                  <m:oMath xmlns:m="http://schemas.openxmlformats.org/officeDocument/2006/math">
                    <m:r>
                      <m:rPr>
                        <m:sty m:val="p"/>
                      </m:rPr>
                      <a:rPr lang="en-US" i="0" dirty="0" smtClean="0">
                        <a:latin typeface="Cambria Math" panose="02040503050406030204" pitchFamily="18" charset="0"/>
                      </a:rPr>
                      <m:t>B</m:t>
                    </m:r>
                  </m:oMath>
                </a14:m>
                <a:r>
                  <a:rPr lang="en-US" dirty="0"/>
                  <a:t> be any two events in same sample space </a:t>
                </a:r>
                <a14:m>
                  <m:oMath xmlns:m="http://schemas.openxmlformats.org/officeDocument/2006/math">
                    <m:r>
                      <m:rPr>
                        <m:sty m:val="p"/>
                      </m:rPr>
                      <a:rPr lang="en-US" i="0" dirty="0" smtClean="0">
                        <a:latin typeface="Cambria Math" panose="02040503050406030204" pitchFamily="18" charset="0"/>
                      </a:rPr>
                      <m:t>S</m:t>
                    </m:r>
                  </m:oMath>
                </a14:m>
                <a:r>
                  <a:rPr lang="en-US" dirty="0"/>
                  <a:t>. </a:t>
                </a:r>
              </a:p>
              <a:p>
                <a:pPr lvl="0"/>
                <a:r>
                  <a:rPr lang="en-US" dirty="0"/>
                  <a:t>The probability of the occurrence of event </a:t>
                </a:r>
                <a14:m>
                  <m:oMath xmlns:m="http://schemas.openxmlformats.org/officeDocument/2006/math">
                    <m:r>
                      <m:rPr>
                        <m:sty m:val="p"/>
                      </m:rPr>
                      <a:rPr lang="en-US" i="0" dirty="0" smtClean="0">
                        <a:latin typeface="Cambria Math" panose="02040503050406030204" pitchFamily="18" charset="0"/>
                      </a:rPr>
                      <m:t>A</m:t>
                    </m:r>
                  </m:oMath>
                </a14:m>
                <a:r>
                  <a:rPr lang="en-US" dirty="0"/>
                  <a:t> when it is given that </a:t>
                </a:r>
                <a14:m>
                  <m:oMath xmlns:m="http://schemas.openxmlformats.org/officeDocument/2006/math">
                    <m:r>
                      <m:rPr>
                        <m:sty m:val="p"/>
                      </m:rPr>
                      <a:rPr lang="en-US" i="0" dirty="0" smtClean="0">
                        <a:latin typeface="Cambria Math" panose="02040503050406030204" pitchFamily="18" charset="0"/>
                      </a:rPr>
                      <m:t>B</m:t>
                    </m:r>
                  </m:oMath>
                </a14:m>
                <a:r>
                  <a:rPr lang="en-US" dirty="0"/>
                  <a:t> has already occurred is known as conditional probability.</a:t>
                </a:r>
                <a:endParaRPr lang="en-IN" dirty="0"/>
              </a:p>
              <a:p>
                <a:pPr lvl="0"/>
                <a:r>
                  <a:rPr lang="en-US" dirty="0"/>
                  <a:t>It is denoted as </a:t>
                </a:r>
                <a14:m>
                  <m:oMath xmlns:m="http://schemas.openxmlformats.org/officeDocument/2006/math">
                    <m:r>
                      <a:rPr lang="en-US" b="1" i="1" smtClean="0">
                        <a:solidFill>
                          <a:srgbClr val="FF0000"/>
                        </a:solidFill>
                        <a:latin typeface="Cambria Math" panose="02040503050406030204" pitchFamily="18" charset="0"/>
                      </a:rPr>
                      <m:t>𝐏</m:t>
                    </m:r>
                    <m:d>
                      <m:dPr>
                        <m:ctrlPr>
                          <a:rPr lang="en-IN"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𝐀</m:t>
                        </m:r>
                        <m:r>
                          <a:rPr lang="en-US">
                            <a:solidFill>
                              <a:srgbClr val="FF0000"/>
                            </a:solidFill>
                            <a:latin typeface="Cambria Math" panose="02040503050406030204" pitchFamily="18" charset="0"/>
                          </a:rPr>
                          <m:t> | </m:t>
                        </m:r>
                        <m:r>
                          <a:rPr lang="en-US" b="1" i="1">
                            <a:solidFill>
                              <a:srgbClr val="FF0000"/>
                            </a:solidFill>
                            <a:latin typeface="Cambria Math" panose="02040503050406030204" pitchFamily="18" charset="0"/>
                          </a:rPr>
                          <m:t>𝐁</m:t>
                        </m:r>
                      </m:e>
                    </m:d>
                  </m:oMath>
                </a14:m>
                <a:r>
                  <a:rPr lang="en-US" dirty="0"/>
                  <a:t> and read as “conditional probability of </a:t>
                </a:r>
                <a14:m>
                  <m:oMath xmlns:m="http://schemas.openxmlformats.org/officeDocument/2006/math">
                    <m:r>
                      <m:rPr>
                        <m:sty m:val="p"/>
                      </m:rPr>
                      <a:rPr lang="en-US" i="0" dirty="0" smtClean="0">
                        <a:latin typeface="Cambria Math" panose="02040503050406030204" pitchFamily="18" charset="0"/>
                      </a:rPr>
                      <m:t>A</m:t>
                    </m:r>
                  </m:oMath>
                </a14:m>
                <a:r>
                  <a:rPr lang="en-US" dirty="0"/>
                  <a:t> given </a:t>
                </a:r>
                <a14:m>
                  <m:oMath xmlns:m="http://schemas.openxmlformats.org/officeDocument/2006/math">
                    <m:r>
                      <m:rPr>
                        <m:sty m:val="p"/>
                      </m:rPr>
                      <a:rPr lang="en-US" i="0" dirty="0" smtClean="0">
                        <a:latin typeface="Cambria Math" panose="02040503050406030204" pitchFamily="18" charset="0"/>
                      </a:rPr>
                      <m:t>B</m:t>
                    </m:r>
                  </m:oMath>
                </a14:m>
                <a:r>
                  <a:rPr lang="en-US" dirty="0"/>
                  <a:t>” and defined as follow:</a:t>
                </a:r>
                <a:endParaRPr lang="en-IN" dirty="0"/>
              </a:p>
              <a:p>
                <a:pPr marL="266700" indent="0">
                  <a:buNone/>
                </a:pPr>
                <a14:m>
                  <m:oMathPara xmlns:m="http://schemas.openxmlformats.org/officeDocument/2006/math">
                    <m:oMathParaPr>
                      <m:jc m:val="left"/>
                    </m:oMathParaPr>
                    <m:oMath xmlns:m="http://schemas.openxmlformats.org/officeDocument/2006/math">
                      <m:r>
                        <a:rPr lang="en-US" b="1" i="0"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𝐀</m:t>
                          </m:r>
                          <m:r>
                            <a:rPr lang="en-US" b="1" i="0">
                              <a:solidFill>
                                <a:srgbClr val="FF0000"/>
                              </a:solidFill>
                              <a:latin typeface="Cambria Math" panose="02040503050406030204" pitchFamily="18" charset="0"/>
                            </a:rPr>
                            <m:t> | </m:t>
                          </m:r>
                          <m:r>
                            <a:rPr lang="en-US" b="1" i="0">
                              <a:solidFill>
                                <a:srgbClr val="FF0000"/>
                              </a:solidFill>
                              <a:latin typeface="Cambria Math" panose="02040503050406030204" pitchFamily="18" charset="0"/>
                            </a:rPr>
                            <m:t>𝐁</m:t>
                          </m:r>
                        </m:e>
                      </m:d>
                      <m:r>
                        <a:rPr lang="en-US" b="1" i="0">
                          <a:solidFill>
                            <a:srgbClr val="FF0000"/>
                          </a:solidFill>
                          <a:latin typeface="Cambria Math" panose="02040503050406030204" pitchFamily="18" charset="0"/>
                        </a:rPr>
                        <m:t>=</m:t>
                      </m:r>
                      <m:f>
                        <m:fPr>
                          <m:ctrlPr>
                            <a:rPr lang="en-IN" b="1" i="1">
                              <a:solidFill>
                                <a:srgbClr val="FF0000"/>
                              </a:solidFill>
                              <a:latin typeface="Cambria Math" panose="02040503050406030204" pitchFamily="18" charset="0"/>
                            </a:rPr>
                          </m:ctrlPr>
                        </m:fPr>
                        <m:num>
                          <m:r>
                            <a:rPr lang="en-US" b="1" i="0">
                              <a:solidFill>
                                <a:srgbClr val="FF0000"/>
                              </a:solidFill>
                              <a:latin typeface="Cambria Math" panose="02040503050406030204" pitchFamily="18" charset="0"/>
                            </a:rPr>
                            <m:t> </m:t>
                          </m:r>
                          <m:r>
                            <a:rPr lang="en-US" b="1" i="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𝐀</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𝐁</m:t>
                              </m:r>
                            </m:e>
                          </m:d>
                          <m:r>
                            <a:rPr lang="en-US" b="1" i="0">
                              <a:solidFill>
                                <a:srgbClr val="FF0000"/>
                              </a:solidFill>
                              <a:latin typeface="Cambria Math" panose="02040503050406030204" pitchFamily="18" charset="0"/>
                            </a:rPr>
                            <m:t> </m:t>
                          </m:r>
                        </m:num>
                        <m:den>
                          <m:r>
                            <a:rPr lang="en-US" b="1" i="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𝐁</m:t>
                              </m:r>
                            </m:e>
                          </m:d>
                          <m:r>
                            <a:rPr lang="en-US" b="1" i="0">
                              <a:solidFill>
                                <a:srgbClr val="FF0000"/>
                              </a:solidFill>
                              <a:latin typeface="Cambria Math" panose="02040503050406030204" pitchFamily="18" charset="0"/>
                            </a:rPr>
                            <m:t> </m:t>
                          </m:r>
                        </m:den>
                      </m:f>
                      <m:r>
                        <a:rPr lang="en-US" i="1">
                          <a:latin typeface="Cambria Math" panose="02040503050406030204" pitchFamily="18" charset="0"/>
                        </a:rPr>
                        <m:t>,</m:t>
                      </m:r>
                      <m:r>
                        <a:rPr lang="en-US" b="1" i="1">
                          <a:latin typeface="Cambria Math" panose="02040503050406030204" pitchFamily="18" charset="0"/>
                        </a:rPr>
                        <m:t> </m:t>
                      </m:r>
                      <m:r>
                        <a:rPr lang="en-US" b="1" i="0">
                          <a:latin typeface="Cambria Math" panose="02040503050406030204" pitchFamily="18" charset="0"/>
                        </a:rPr>
                        <m:t>𝐏</m:t>
                      </m:r>
                      <m:d>
                        <m:dPr>
                          <m:ctrlPr>
                            <a:rPr lang="en-IN" b="1" i="1">
                              <a:latin typeface="Cambria Math" panose="02040503050406030204" pitchFamily="18" charset="0"/>
                            </a:rPr>
                          </m:ctrlPr>
                        </m:dPr>
                        <m:e>
                          <m:r>
                            <a:rPr lang="en-US" b="1" i="0">
                              <a:latin typeface="Cambria Math" panose="02040503050406030204" pitchFamily="18" charset="0"/>
                            </a:rPr>
                            <m:t>𝐁</m:t>
                          </m:r>
                        </m:e>
                      </m:d>
                      <m:r>
                        <a:rPr lang="en-US" b="1" i="0">
                          <a:latin typeface="Cambria Math" panose="02040503050406030204" pitchFamily="18" charset="0"/>
                        </a:rPr>
                        <m:t>≠</m:t>
                      </m:r>
                      <m:r>
                        <a:rPr lang="en-US" b="1" i="0">
                          <a:latin typeface="Cambria Math" panose="02040503050406030204" pitchFamily="18" charset="0"/>
                        </a:rPr>
                        <m:t>𝟎</m:t>
                      </m:r>
                    </m:oMath>
                  </m:oMathPara>
                </a14:m>
                <a:endParaRPr lang="en-IN" b="1"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Conditional Probability</a:t>
            </a:r>
            <a:endParaRPr lang="en-US" dirty="0"/>
          </a:p>
        </p:txBody>
      </p:sp>
    </p:spTree>
    <p:extLst>
      <p:ext uri="{BB962C8B-B14F-4D97-AF65-F5344CB8AC3E}">
        <p14:creationId xmlns:p14="http://schemas.microsoft.com/office/powerpoint/2010/main" val="3946618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r>
                  <a:rPr lang="en-US" dirty="0"/>
                  <a:t>Consider the experiment of tossing three fair coins. To find probability of “getting at least two heads given that first coin shows tail” is conditional probability. </a:t>
                </a:r>
                <a:endParaRPr lang="en-IN" dirty="0"/>
              </a:p>
              <a:p>
                <a:pPr marL="266700" lvl="1" indent="0">
                  <a:buNone/>
                </a:pPr>
                <a:r>
                  <a:rPr lang="en-US" dirty="0"/>
                  <a:t>The sample space of the experiment is </a:t>
                </a:r>
                <a:endParaRPr lang="en-IN" dirty="0"/>
              </a:p>
              <a:p>
                <a:pPr marL="266700" lvl="1" indent="0">
                  <a:buNone/>
                </a:pPr>
                <a14:m>
                  <m:oMath xmlns:m="http://schemas.openxmlformats.org/officeDocument/2006/math">
                    <m:r>
                      <m:rPr>
                        <m:sty m:val="p"/>
                      </m:rPr>
                      <a:rPr lang="en-US">
                        <a:latin typeface="Cambria Math" panose="02040503050406030204" pitchFamily="18" charset="0"/>
                      </a:rPr>
                      <m:t>S</m:t>
                    </m:r>
                    <m:r>
                      <a:rPr lang="en-US">
                        <a:latin typeface="Cambria Math" panose="02040503050406030204" pitchFamily="18" charset="0"/>
                      </a:rPr>
                      <m:t> = </m:t>
                    </m:r>
                    <m:d>
                      <m:dPr>
                        <m:begChr m:val="{"/>
                        <m:endChr m:val="}"/>
                        <m:ctrlPr>
                          <a:rPr lang="en-IN" i="1">
                            <a:latin typeface="Cambria Math" panose="02040503050406030204" pitchFamily="18" charset="0"/>
                          </a:rPr>
                        </m:ctrlPr>
                      </m:dPr>
                      <m:e>
                        <m:r>
                          <m:rPr>
                            <m:sty m:val="p"/>
                          </m:rPr>
                          <a:rPr lang="en-US">
                            <a:latin typeface="Cambria Math" panose="02040503050406030204" pitchFamily="18" charset="0"/>
                          </a:rPr>
                          <m:t>HHH</m:t>
                        </m:r>
                        <m:r>
                          <a:rPr lang="en-US">
                            <a:latin typeface="Cambria Math" panose="02040503050406030204" pitchFamily="18" charset="0"/>
                          </a:rPr>
                          <m:t>, </m:t>
                        </m:r>
                        <m:r>
                          <m:rPr>
                            <m:sty m:val="p"/>
                          </m:rPr>
                          <a:rPr lang="en-US">
                            <a:latin typeface="Cambria Math" panose="02040503050406030204" pitchFamily="18" charset="0"/>
                          </a:rPr>
                          <m:t>HHT</m:t>
                        </m:r>
                        <m:r>
                          <a:rPr lang="en-US">
                            <a:latin typeface="Cambria Math" panose="02040503050406030204" pitchFamily="18" charset="0"/>
                          </a:rPr>
                          <m:t>, </m:t>
                        </m:r>
                        <m:r>
                          <m:rPr>
                            <m:sty m:val="p"/>
                          </m:rPr>
                          <a:rPr lang="en-US">
                            <a:latin typeface="Cambria Math" panose="02040503050406030204" pitchFamily="18" charset="0"/>
                          </a:rPr>
                          <m:t>HTH</m:t>
                        </m:r>
                        <m:r>
                          <a:rPr lang="en-US">
                            <a:latin typeface="Cambria Math" panose="02040503050406030204" pitchFamily="18" charset="0"/>
                          </a:rPr>
                          <m:t>, </m:t>
                        </m:r>
                        <m:r>
                          <m:rPr>
                            <m:sty m:val="p"/>
                          </m:rPr>
                          <a:rPr lang="en-US">
                            <a:latin typeface="Cambria Math" panose="02040503050406030204" pitchFamily="18" charset="0"/>
                          </a:rPr>
                          <m:t>THH</m:t>
                        </m:r>
                        <m:r>
                          <a:rPr lang="en-US">
                            <a:latin typeface="Cambria Math" panose="02040503050406030204" pitchFamily="18" charset="0"/>
                          </a:rPr>
                          <m:t>, </m:t>
                        </m:r>
                        <m:r>
                          <m:rPr>
                            <m:sty m:val="p"/>
                          </m:rPr>
                          <a:rPr lang="en-US">
                            <a:latin typeface="Cambria Math" panose="02040503050406030204" pitchFamily="18" charset="0"/>
                          </a:rPr>
                          <m:t>HTT</m:t>
                        </m:r>
                        <m:r>
                          <a:rPr lang="en-US">
                            <a:latin typeface="Cambria Math" panose="02040503050406030204" pitchFamily="18" charset="0"/>
                          </a:rPr>
                          <m:t>, </m:t>
                        </m:r>
                        <m:r>
                          <m:rPr>
                            <m:sty m:val="p"/>
                          </m:rPr>
                          <a:rPr lang="en-US">
                            <a:latin typeface="Cambria Math" panose="02040503050406030204" pitchFamily="18" charset="0"/>
                          </a:rPr>
                          <m:t>THT</m:t>
                        </m:r>
                        <m:r>
                          <a:rPr lang="en-US">
                            <a:latin typeface="Cambria Math" panose="02040503050406030204" pitchFamily="18" charset="0"/>
                          </a:rPr>
                          <m:t>, </m:t>
                        </m:r>
                        <m:r>
                          <m:rPr>
                            <m:sty m:val="p"/>
                          </m:rPr>
                          <a:rPr lang="en-US">
                            <a:latin typeface="Cambria Math" panose="02040503050406030204" pitchFamily="18" charset="0"/>
                          </a:rPr>
                          <m:t>TTH</m:t>
                        </m:r>
                        <m:r>
                          <a:rPr lang="en-US">
                            <a:latin typeface="Cambria Math" panose="02040503050406030204" pitchFamily="18" charset="0"/>
                          </a:rPr>
                          <m:t>, </m:t>
                        </m:r>
                        <m:r>
                          <m:rPr>
                            <m:sty m:val="p"/>
                          </m:rPr>
                          <a:rPr lang="en-US">
                            <a:latin typeface="Cambria Math" panose="02040503050406030204" pitchFamily="18" charset="0"/>
                          </a:rPr>
                          <m:t>TTT</m:t>
                        </m:r>
                        <m:r>
                          <a:rPr lang="en-US">
                            <a:latin typeface="Cambria Math" panose="02040503050406030204" pitchFamily="18" charset="0"/>
                          </a:rPr>
                          <m:t> </m:t>
                        </m:r>
                      </m:e>
                    </m:d>
                  </m:oMath>
                </a14:m>
                <a:r>
                  <a:rPr lang="en-US" dirty="0"/>
                  <a:t>.</a:t>
                </a:r>
              </a:p>
              <a:p>
                <a:pPr marL="266700" lvl="1" indent="0">
                  <a:buNone/>
                </a:pPr>
                <a:r>
                  <a:rPr lang="en-US" dirty="0"/>
                  <a:t>Event </a:t>
                </a:r>
                <a14:m>
                  <m:oMath xmlns:m="http://schemas.openxmlformats.org/officeDocument/2006/math">
                    <m:r>
                      <m:rPr>
                        <m:sty m:val="p"/>
                      </m:rPr>
                      <a:rPr lang="en-US" i="0" dirty="0" smtClean="0">
                        <a:latin typeface="Cambria Math" panose="02040503050406030204" pitchFamily="18" charset="0"/>
                      </a:rPr>
                      <m:t>E</m:t>
                    </m:r>
                  </m:oMath>
                </a14:m>
                <a:r>
                  <a:rPr lang="en-US" dirty="0"/>
                  <a:t> : at least two head appear</a:t>
                </a:r>
                <a:endParaRPr lang="en-IN" dirty="0"/>
              </a:p>
              <a:p>
                <a:pPr marL="266700" lvl="1" indent="0">
                  <a:buNone/>
                </a:pPr>
                <a:r>
                  <a:rPr lang="en-US" dirty="0"/>
                  <a:t>Event </a:t>
                </a:r>
                <a14:m>
                  <m:oMath xmlns:m="http://schemas.openxmlformats.org/officeDocument/2006/math">
                    <m:r>
                      <m:rPr>
                        <m:sty m:val="p"/>
                      </m:rPr>
                      <a:rPr lang="en-US" i="0" dirty="0" smtClean="0">
                        <a:latin typeface="Cambria Math" panose="02040503050406030204" pitchFamily="18" charset="0"/>
                      </a:rPr>
                      <m:t>F</m:t>
                    </m:r>
                  </m:oMath>
                </a14:m>
                <a:r>
                  <a:rPr lang="en-US" dirty="0"/>
                  <a:t> : first coin shows tail </a:t>
                </a:r>
              </a:p>
              <a:p>
                <a:pPr marL="266700" lvl="1" indent="0">
                  <a:buNone/>
                </a:pPr>
                <a:r>
                  <a:rPr lang="en-US" dirty="0"/>
                  <a:t>Here, event </a:t>
                </a:r>
                <a14:m>
                  <m:oMath xmlns:m="http://schemas.openxmlformats.org/officeDocument/2006/math">
                    <m:r>
                      <m:rPr>
                        <m:sty m:val="p"/>
                      </m:rPr>
                      <a:rPr lang="en-US">
                        <a:latin typeface="Cambria Math" panose="02040503050406030204" pitchFamily="18" charset="0"/>
                      </a:rPr>
                      <m:t>F</m:t>
                    </m:r>
                  </m:oMath>
                </a14:m>
                <a:r>
                  <a:rPr lang="en-US" dirty="0"/>
                  <a:t> has occurred before event </a:t>
                </a:r>
                <a14:m>
                  <m:oMath xmlns:m="http://schemas.openxmlformats.org/officeDocument/2006/math">
                    <m:r>
                      <m:rPr>
                        <m:sty m:val="p"/>
                      </m:rPr>
                      <a:rPr lang="en-US">
                        <a:latin typeface="Cambria Math" panose="02040503050406030204" pitchFamily="18" charset="0"/>
                      </a:rPr>
                      <m:t>E</m:t>
                    </m:r>
                  </m:oMath>
                </a14:m>
                <a:r>
                  <a:rPr lang="en-US" dirty="0"/>
                  <a:t>.</a:t>
                </a:r>
                <a:endParaRPr lang="en-IN" dirty="0">
                  <a:effectLst/>
                </a:endParaRPr>
              </a:p>
              <a:p>
                <a:pPr marL="266700" lvl="1" indent="0">
                  <a:buNone/>
                </a:pPr>
                <a:endParaRPr lang="en-US" sz="1200" dirty="0"/>
              </a:p>
              <a:p>
                <a:pPr marL="266700" lvl="1" indent="0">
                  <a:buNone/>
                </a:pPr>
                <a14:m>
                  <m:oMathPara xmlns:m="http://schemas.openxmlformats.org/officeDocument/2006/math">
                    <m:oMathParaPr>
                      <m:jc m:val="left"/>
                    </m:oMathParaPr>
                    <m:oMath xmlns:m="http://schemas.openxmlformats.org/officeDocument/2006/math">
                      <m:r>
                        <m:rPr>
                          <m:nor/>
                        </m:rPr>
                        <a:rPr lang="en-US"/>
                        <m:t>Now</m:t>
                      </m:r>
                      <m:r>
                        <m:rPr>
                          <m:nor/>
                        </m:rPr>
                        <a:rPr lang="en-US"/>
                        <m:t>, </m:t>
                      </m:r>
                      <m:r>
                        <m:rPr>
                          <m:nor/>
                        </m:rPr>
                        <a:rPr lang="en-US"/>
                        <m:t>to</m:t>
                      </m:r>
                      <m:r>
                        <m:rPr>
                          <m:nor/>
                        </m:rPr>
                        <a:rPr lang="en-US"/>
                        <m:t> </m:t>
                      </m:r>
                      <m:r>
                        <m:rPr>
                          <m:nor/>
                        </m:rPr>
                        <a:rPr lang="en-US"/>
                        <m:t>find</m:t>
                      </m:r>
                    </m:oMath>
                  </m:oMathPara>
                </a14:m>
                <a:endParaRPr lang="en-IN"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Example</a:t>
            </a:r>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5C767B6-2784-416B-A6B0-52965A49765A}"/>
                  </a:ext>
                </a:extLst>
              </p:cNvPr>
              <p:cNvSpPr txBox="1"/>
              <p:nvPr/>
            </p:nvSpPr>
            <p:spPr>
              <a:xfrm>
                <a:off x="5353050" y="3486150"/>
                <a:ext cx="5048250" cy="6074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E</m:t>
                      </m:r>
                      <m:r>
                        <a:rPr lang="en-US" sz="2800" smtClean="0">
                          <a:solidFill>
                            <a:srgbClr val="002060"/>
                          </a:solidFill>
                          <a:latin typeface="Cambria Math" panose="02040503050406030204" pitchFamily="18" charset="0"/>
                        </a:rPr>
                        <m:t>=</m:t>
                      </m:r>
                      <m:d>
                        <m:dPr>
                          <m:begChr m:val="{"/>
                          <m:endChr m:val="}"/>
                          <m:ctrlPr>
                            <a:rPr lang="en-IN"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HHH</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HHT</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HTH</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THH</m:t>
                          </m:r>
                          <m:r>
                            <a:rPr lang="en-US" sz="280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5" name="TextBox 4">
                <a:extLst>
                  <a:ext uri="{FF2B5EF4-FFF2-40B4-BE49-F238E27FC236}">
                    <a16:creationId xmlns:a16="http://schemas.microsoft.com/office/drawing/2014/main" id="{F5C767B6-2784-416B-A6B0-52965A49765A}"/>
                  </a:ext>
                </a:extLst>
              </p:cNvPr>
              <p:cNvSpPr txBox="1">
                <a:spLocks noRot="1" noChangeAspect="1" noMove="1" noResize="1" noEditPoints="1" noAdjustHandles="1" noChangeArrowheads="1" noChangeShapeType="1" noTextEdit="1"/>
              </p:cNvSpPr>
              <p:nvPr/>
            </p:nvSpPr>
            <p:spPr>
              <a:xfrm>
                <a:off x="5353050" y="3486150"/>
                <a:ext cx="5048250" cy="60741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E1C3402-9234-4EE9-B43B-38E43309EEFD}"/>
                  </a:ext>
                </a:extLst>
              </p:cNvPr>
              <p:cNvSpPr txBox="1"/>
              <p:nvPr/>
            </p:nvSpPr>
            <p:spPr>
              <a:xfrm>
                <a:off x="5353050" y="4179206"/>
                <a:ext cx="5048250" cy="6074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i="0" smtClean="0">
                          <a:solidFill>
                            <a:srgbClr val="002060"/>
                          </a:solidFill>
                          <a:latin typeface="Cambria Math" panose="02040503050406030204" pitchFamily="18" charset="0"/>
                        </a:rPr>
                        <m:t>F</m:t>
                      </m:r>
                      <m:r>
                        <a:rPr lang="en-US" sz="2800" i="0" smtClean="0">
                          <a:solidFill>
                            <a:srgbClr val="002060"/>
                          </a:solidFill>
                          <a:latin typeface="Cambria Math" panose="02040503050406030204" pitchFamily="18" charset="0"/>
                        </a:rPr>
                        <m:t>=</m:t>
                      </m:r>
                      <m:d>
                        <m:dPr>
                          <m:begChr m:val="{"/>
                          <m:endChr m:val="}"/>
                          <m:ctrlPr>
                            <a:rPr lang="en-US" sz="2800" i="1">
                              <a:solidFill>
                                <a:srgbClr val="002060"/>
                              </a:solidFill>
                              <a:latin typeface="Cambria Math" panose="02040503050406030204" pitchFamily="18" charset="0"/>
                            </a:rPr>
                          </m:ctrlPr>
                        </m:dPr>
                        <m:e>
                          <m:r>
                            <a:rPr lang="en-US" sz="2800" i="0">
                              <a:solidFill>
                                <a:srgbClr val="002060"/>
                              </a:solidFill>
                              <a:latin typeface="Cambria Math" panose="02040503050406030204" pitchFamily="18" charset="0"/>
                            </a:rPr>
                            <m:t> </m:t>
                          </m:r>
                          <m:r>
                            <m:rPr>
                              <m:sty m:val="p"/>
                            </m:rPr>
                            <a:rPr lang="en-US" sz="2800" i="0">
                              <a:solidFill>
                                <a:srgbClr val="002060"/>
                              </a:solidFill>
                              <a:latin typeface="Cambria Math" panose="02040503050406030204" pitchFamily="18" charset="0"/>
                            </a:rPr>
                            <m:t>THH</m:t>
                          </m:r>
                          <m:r>
                            <a:rPr lang="en-US" sz="2800" i="0">
                              <a:solidFill>
                                <a:srgbClr val="002060"/>
                              </a:solidFill>
                              <a:latin typeface="Cambria Math" panose="02040503050406030204" pitchFamily="18" charset="0"/>
                            </a:rPr>
                            <m:t>, </m:t>
                          </m:r>
                          <m:r>
                            <m:rPr>
                              <m:sty m:val="p"/>
                            </m:rPr>
                            <a:rPr lang="en-US" sz="2800" i="0">
                              <a:solidFill>
                                <a:srgbClr val="002060"/>
                              </a:solidFill>
                              <a:latin typeface="Cambria Math" panose="02040503050406030204" pitchFamily="18" charset="0"/>
                            </a:rPr>
                            <m:t>THT</m:t>
                          </m:r>
                          <m:r>
                            <a:rPr lang="en-US" sz="2800" i="0">
                              <a:solidFill>
                                <a:srgbClr val="002060"/>
                              </a:solidFill>
                              <a:latin typeface="Cambria Math" panose="02040503050406030204" pitchFamily="18" charset="0"/>
                            </a:rPr>
                            <m:t>, </m:t>
                          </m:r>
                          <m:r>
                            <m:rPr>
                              <m:sty m:val="p"/>
                            </m:rPr>
                            <a:rPr lang="en-US" sz="2800" i="0">
                              <a:solidFill>
                                <a:srgbClr val="002060"/>
                              </a:solidFill>
                              <a:latin typeface="Cambria Math" panose="02040503050406030204" pitchFamily="18" charset="0"/>
                            </a:rPr>
                            <m:t>TTH</m:t>
                          </m:r>
                          <m:r>
                            <a:rPr lang="en-US" sz="2800" i="0">
                              <a:solidFill>
                                <a:srgbClr val="002060"/>
                              </a:solidFill>
                              <a:latin typeface="Cambria Math" panose="02040503050406030204" pitchFamily="18" charset="0"/>
                            </a:rPr>
                            <m:t>, </m:t>
                          </m:r>
                          <m:r>
                            <m:rPr>
                              <m:sty m:val="p"/>
                            </m:rPr>
                            <a:rPr lang="en-US" sz="2800" i="0">
                              <a:solidFill>
                                <a:srgbClr val="002060"/>
                              </a:solidFill>
                              <a:latin typeface="Cambria Math" panose="02040503050406030204" pitchFamily="18" charset="0"/>
                            </a:rPr>
                            <m:t>TTT</m:t>
                          </m:r>
                          <m:r>
                            <a:rPr lang="en-US" sz="2800" i="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6" name="TextBox 5">
                <a:extLst>
                  <a:ext uri="{FF2B5EF4-FFF2-40B4-BE49-F238E27FC236}">
                    <a16:creationId xmlns:a16="http://schemas.microsoft.com/office/drawing/2014/main" id="{AE1C3402-9234-4EE9-B43B-38E43309EEFD}"/>
                  </a:ext>
                </a:extLst>
              </p:cNvPr>
              <p:cNvSpPr txBox="1">
                <a:spLocks noRot="1" noChangeAspect="1" noMove="1" noResize="1" noEditPoints="1" noAdjustHandles="1" noChangeArrowheads="1" noChangeShapeType="1" noTextEdit="1"/>
              </p:cNvSpPr>
              <p:nvPr/>
            </p:nvSpPr>
            <p:spPr>
              <a:xfrm>
                <a:off x="5353050" y="4179206"/>
                <a:ext cx="5048250" cy="60741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754A610-1821-4442-A8D2-855DD524DDB5}"/>
                  </a:ext>
                </a:extLst>
              </p:cNvPr>
              <p:cNvSpPr txBox="1"/>
              <p:nvPr/>
            </p:nvSpPr>
            <p:spPr>
              <a:xfrm>
                <a:off x="2295467" y="5732946"/>
                <a:ext cx="140777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E</m:t>
                          </m:r>
                          <m:r>
                            <a:rPr lang="en-US" sz="2800">
                              <a:solidFill>
                                <a:srgbClr val="002060"/>
                              </a:solidFill>
                              <a:latin typeface="Cambria Math" panose="02040503050406030204" pitchFamily="18" charset="0"/>
                            </a:rPr>
                            <m:t> | </m:t>
                          </m:r>
                          <m:r>
                            <m:rPr>
                              <m:sty m:val="p"/>
                            </m:rPr>
                            <a:rPr lang="en-US" sz="2800">
                              <a:solidFill>
                                <a:srgbClr val="002060"/>
                              </a:solidFill>
                              <a:latin typeface="Cambria Math" panose="02040503050406030204" pitchFamily="18" charset="0"/>
                            </a:rPr>
                            <m:t>F</m:t>
                          </m:r>
                        </m:e>
                      </m:d>
                    </m:oMath>
                  </m:oMathPara>
                </a14:m>
                <a:endParaRPr lang="en-IN" sz="2800" dirty="0">
                  <a:solidFill>
                    <a:srgbClr val="002060"/>
                  </a:solidFill>
                </a:endParaRPr>
              </a:p>
            </p:txBody>
          </p:sp>
        </mc:Choice>
        <mc:Fallback xmlns="">
          <p:sp>
            <p:nvSpPr>
              <p:cNvPr id="8" name="TextBox 7">
                <a:extLst>
                  <a:ext uri="{FF2B5EF4-FFF2-40B4-BE49-F238E27FC236}">
                    <a16:creationId xmlns:a16="http://schemas.microsoft.com/office/drawing/2014/main" id="{2754A610-1821-4442-A8D2-855DD524DDB5}"/>
                  </a:ext>
                </a:extLst>
              </p:cNvPr>
              <p:cNvSpPr txBox="1">
                <a:spLocks noRot="1" noChangeAspect="1" noMove="1" noResize="1" noEditPoints="1" noAdjustHandles="1" noChangeArrowheads="1" noChangeShapeType="1" noTextEdit="1"/>
              </p:cNvSpPr>
              <p:nvPr/>
            </p:nvSpPr>
            <p:spPr>
              <a:xfrm>
                <a:off x="2295467" y="5732946"/>
                <a:ext cx="1407776"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2E6941F-E662-42FF-A5F5-40327543EEC1}"/>
                  </a:ext>
                </a:extLst>
              </p:cNvPr>
              <p:cNvSpPr txBox="1"/>
              <p:nvPr/>
            </p:nvSpPr>
            <p:spPr>
              <a:xfrm>
                <a:off x="10501026" y="2877284"/>
                <a:ext cx="1683023" cy="523220"/>
              </a:xfrm>
              <a:prstGeom prst="rect">
                <a:avLst/>
              </a:prstGeom>
              <a:noFill/>
            </p:spPr>
            <p:txBody>
              <a:bodyPr wrap="square">
                <a:spAutoFit/>
              </a:bodyPr>
              <a:lstStyle/>
              <a:p>
                <a:pPr marL="0" lvl="1">
                  <a:buNone/>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S</m:t>
                          </m:r>
                        </m:e>
                      </m:d>
                      <m:r>
                        <a:rPr lang="en-IN" sz="2800" b="0" i="0" smtClean="0">
                          <a:solidFill>
                            <a:srgbClr val="002060"/>
                          </a:solidFill>
                          <a:latin typeface="Cambria Math" panose="02040503050406030204" pitchFamily="18" charset="0"/>
                        </a:rPr>
                        <m:t>=8</m:t>
                      </m:r>
                    </m:oMath>
                  </m:oMathPara>
                </a14:m>
                <a:endParaRPr lang="en-IN" sz="2800" dirty="0">
                  <a:solidFill>
                    <a:srgbClr val="002060"/>
                  </a:solidFill>
                </a:endParaRPr>
              </a:p>
            </p:txBody>
          </p:sp>
        </mc:Choice>
        <mc:Fallback xmlns="">
          <p:sp>
            <p:nvSpPr>
              <p:cNvPr id="9" name="TextBox 8">
                <a:extLst>
                  <a:ext uri="{FF2B5EF4-FFF2-40B4-BE49-F238E27FC236}">
                    <a16:creationId xmlns:a16="http://schemas.microsoft.com/office/drawing/2014/main" id="{32E6941F-E662-42FF-A5F5-40327543EEC1}"/>
                  </a:ext>
                </a:extLst>
              </p:cNvPr>
              <p:cNvSpPr txBox="1">
                <a:spLocks noRot="1" noChangeAspect="1" noMove="1" noResize="1" noEditPoints="1" noAdjustHandles="1" noChangeArrowheads="1" noChangeShapeType="1" noTextEdit="1"/>
              </p:cNvSpPr>
              <p:nvPr/>
            </p:nvSpPr>
            <p:spPr>
              <a:xfrm>
                <a:off x="10501026" y="2877284"/>
                <a:ext cx="1683023"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AEAE62A-CA9F-47BB-AFDC-74376F238BEA}"/>
                  </a:ext>
                </a:extLst>
              </p:cNvPr>
              <p:cNvSpPr txBox="1"/>
              <p:nvPr/>
            </p:nvSpPr>
            <p:spPr>
              <a:xfrm>
                <a:off x="10501026" y="3523397"/>
                <a:ext cx="1683023" cy="523220"/>
              </a:xfrm>
              <a:prstGeom prst="rect">
                <a:avLst/>
              </a:prstGeom>
              <a:noFill/>
            </p:spPr>
            <p:txBody>
              <a:bodyPr wrap="square">
                <a:spAutoFit/>
              </a:bodyPr>
              <a:lstStyle/>
              <a:p>
                <a:pPr marL="0" lvl="1">
                  <a:buNone/>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E</m:t>
                          </m:r>
                        </m:e>
                      </m:d>
                      <m:r>
                        <a:rPr lang="en-IN" sz="2800" b="0" i="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10" name="TextBox 9">
                <a:extLst>
                  <a:ext uri="{FF2B5EF4-FFF2-40B4-BE49-F238E27FC236}">
                    <a16:creationId xmlns:a16="http://schemas.microsoft.com/office/drawing/2014/main" id="{DAEAE62A-CA9F-47BB-AFDC-74376F238BEA}"/>
                  </a:ext>
                </a:extLst>
              </p:cNvPr>
              <p:cNvSpPr txBox="1">
                <a:spLocks noRot="1" noChangeAspect="1" noMove="1" noResize="1" noEditPoints="1" noAdjustHandles="1" noChangeArrowheads="1" noChangeShapeType="1" noTextEdit="1"/>
              </p:cNvSpPr>
              <p:nvPr/>
            </p:nvSpPr>
            <p:spPr>
              <a:xfrm>
                <a:off x="10501026" y="3523397"/>
                <a:ext cx="1683023"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E91652F-262C-4A41-BC4A-F7642A4B5E45}"/>
                  </a:ext>
                </a:extLst>
              </p:cNvPr>
              <p:cNvSpPr txBox="1"/>
              <p:nvPr/>
            </p:nvSpPr>
            <p:spPr>
              <a:xfrm>
                <a:off x="10501026" y="4227098"/>
                <a:ext cx="1683023" cy="523220"/>
              </a:xfrm>
              <a:prstGeom prst="rect">
                <a:avLst/>
              </a:prstGeom>
              <a:noFill/>
            </p:spPr>
            <p:txBody>
              <a:bodyPr wrap="square">
                <a:spAutoFit/>
              </a:bodyPr>
              <a:lstStyle/>
              <a:p>
                <a:pPr marL="0" lvl="1">
                  <a:buNone/>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F</m:t>
                          </m:r>
                        </m:e>
                      </m:d>
                      <m:r>
                        <a:rPr lang="en-IN" sz="2800" b="0" i="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11" name="TextBox 10">
                <a:extLst>
                  <a:ext uri="{FF2B5EF4-FFF2-40B4-BE49-F238E27FC236}">
                    <a16:creationId xmlns:a16="http://schemas.microsoft.com/office/drawing/2014/main" id="{4E91652F-262C-4A41-BC4A-F7642A4B5E45}"/>
                  </a:ext>
                </a:extLst>
              </p:cNvPr>
              <p:cNvSpPr txBox="1">
                <a:spLocks noRot="1" noChangeAspect="1" noMove="1" noResize="1" noEditPoints="1" noAdjustHandles="1" noChangeArrowheads="1" noChangeShapeType="1" noTextEdit="1"/>
              </p:cNvSpPr>
              <p:nvPr/>
            </p:nvSpPr>
            <p:spPr>
              <a:xfrm>
                <a:off x="10501026" y="4227098"/>
                <a:ext cx="1683023"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FBCBAC7-8603-4381-9DCD-D41255CE0FB4}"/>
                  </a:ext>
                </a:extLst>
              </p:cNvPr>
              <p:cNvSpPr txBox="1"/>
              <p:nvPr/>
            </p:nvSpPr>
            <p:spPr>
              <a:xfrm>
                <a:off x="3543585" y="5499837"/>
                <a:ext cx="2175043" cy="98943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E</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F</m:t>
                              </m:r>
                            </m:e>
                          </m:d>
                          <m:r>
                            <a:rPr lang="en-US" sz="2800">
                              <a:solidFill>
                                <a:srgbClr val="002060"/>
                              </a:solidFill>
                              <a:latin typeface="Cambria Math" panose="02040503050406030204" pitchFamily="18" charset="0"/>
                            </a:rPr>
                            <m:t> </m:t>
                          </m:r>
                        </m:num>
                        <m:den>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F</m:t>
                              </m:r>
                            </m:e>
                          </m:d>
                          <m:r>
                            <a:rPr lang="en-US" sz="280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12" name="TextBox 11">
                <a:extLst>
                  <a:ext uri="{FF2B5EF4-FFF2-40B4-BE49-F238E27FC236}">
                    <a16:creationId xmlns:a16="http://schemas.microsoft.com/office/drawing/2014/main" id="{1FBCBAC7-8603-4381-9DCD-D41255CE0FB4}"/>
                  </a:ext>
                </a:extLst>
              </p:cNvPr>
              <p:cNvSpPr txBox="1">
                <a:spLocks noRot="1" noChangeAspect="1" noMove="1" noResize="1" noEditPoints="1" noAdjustHandles="1" noChangeArrowheads="1" noChangeShapeType="1" noTextEdit="1"/>
              </p:cNvSpPr>
              <p:nvPr/>
            </p:nvSpPr>
            <p:spPr>
              <a:xfrm>
                <a:off x="3543585" y="5499837"/>
                <a:ext cx="2175043" cy="989438"/>
              </a:xfrm>
              <a:prstGeom prst="rect">
                <a:avLst/>
              </a:prstGeom>
              <a:blipFill>
                <a:blip r:embed="rId9"/>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363976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p:bldP spid="6" grpId="0"/>
      <p:bldP spid="8" grpId="0"/>
      <p:bldP spid="9" grpId="0" uiExpand="1"/>
      <p:bldP spid="10" grpId="0" uiExpand="1"/>
      <p:bldP spid="11" grpId="0" uiExpand="1"/>
      <p:bldP spid="12" grpId="0"/>
    </p:bldLst>
  </p:timing>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2BC1EFC-C2EE-484F-8442-9290B91B55CD}"/>
                  </a:ext>
                </a:extLst>
              </p:cNvPr>
              <p:cNvSpPr txBox="1"/>
              <p:nvPr/>
            </p:nvSpPr>
            <p:spPr>
              <a:xfrm>
                <a:off x="431800" y="732825"/>
                <a:ext cx="5048250" cy="6074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E</m:t>
                      </m:r>
                      <m:r>
                        <a:rPr lang="en-US" sz="2800" smtClean="0">
                          <a:solidFill>
                            <a:srgbClr val="002060"/>
                          </a:solidFill>
                          <a:latin typeface="Cambria Math" panose="02040503050406030204" pitchFamily="18" charset="0"/>
                        </a:rPr>
                        <m:t>=</m:t>
                      </m:r>
                      <m:d>
                        <m:dPr>
                          <m:begChr m:val="{"/>
                          <m:endChr m:val="}"/>
                          <m:ctrlPr>
                            <a:rPr lang="en-IN"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HHH</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HHT</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HTH</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THH</m:t>
                          </m:r>
                          <m:r>
                            <a:rPr lang="en-US" sz="280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11" name="TextBox 10">
                <a:extLst>
                  <a:ext uri="{FF2B5EF4-FFF2-40B4-BE49-F238E27FC236}">
                    <a16:creationId xmlns:a16="http://schemas.microsoft.com/office/drawing/2014/main" id="{92BC1EFC-C2EE-484F-8442-9290B91B55CD}"/>
                  </a:ext>
                </a:extLst>
              </p:cNvPr>
              <p:cNvSpPr txBox="1">
                <a:spLocks noRot="1" noChangeAspect="1" noMove="1" noResize="1" noEditPoints="1" noAdjustHandles="1" noChangeArrowheads="1" noChangeShapeType="1" noTextEdit="1"/>
              </p:cNvSpPr>
              <p:nvPr/>
            </p:nvSpPr>
            <p:spPr>
              <a:xfrm>
                <a:off x="431800" y="732825"/>
                <a:ext cx="5048250" cy="60741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B8F2812-EDD7-4C50-B944-6A07EB55AC0A}"/>
                  </a:ext>
                </a:extLst>
              </p:cNvPr>
              <p:cNvSpPr txBox="1"/>
              <p:nvPr/>
            </p:nvSpPr>
            <p:spPr>
              <a:xfrm>
                <a:off x="5839949" y="735555"/>
                <a:ext cx="5048250" cy="6074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i="0" smtClean="0">
                          <a:solidFill>
                            <a:srgbClr val="002060"/>
                          </a:solidFill>
                          <a:latin typeface="Cambria Math" panose="02040503050406030204" pitchFamily="18" charset="0"/>
                        </a:rPr>
                        <m:t>F</m:t>
                      </m:r>
                      <m:r>
                        <a:rPr lang="en-US" sz="2800" i="0" smtClean="0">
                          <a:solidFill>
                            <a:srgbClr val="002060"/>
                          </a:solidFill>
                          <a:latin typeface="Cambria Math" panose="02040503050406030204" pitchFamily="18" charset="0"/>
                        </a:rPr>
                        <m:t>=</m:t>
                      </m:r>
                      <m:d>
                        <m:dPr>
                          <m:begChr m:val="{"/>
                          <m:endChr m:val="}"/>
                          <m:ctrlPr>
                            <a:rPr lang="en-US" sz="2800" i="1">
                              <a:solidFill>
                                <a:srgbClr val="002060"/>
                              </a:solidFill>
                              <a:latin typeface="Cambria Math" panose="02040503050406030204" pitchFamily="18" charset="0"/>
                            </a:rPr>
                          </m:ctrlPr>
                        </m:dPr>
                        <m:e>
                          <m:r>
                            <a:rPr lang="en-US" sz="2800" i="0">
                              <a:solidFill>
                                <a:srgbClr val="002060"/>
                              </a:solidFill>
                              <a:latin typeface="Cambria Math" panose="02040503050406030204" pitchFamily="18" charset="0"/>
                            </a:rPr>
                            <m:t> </m:t>
                          </m:r>
                          <m:r>
                            <m:rPr>
                              <m:sty m:val="p"/>
                            </m:rPr>
                            <a:rPr lang="en-US" sz="2800" i="0">
                              <a:solidFill>
                                <a:srgbClr val="002060"/>
                              </a:solidFill>
                              <a:latin typeface="Cambria Math" panose="02040503050406030204" pitchFamily="18" charset="0"/>
                            </a:rPr>
                            <m:t>THH</m:t>
                          </m:r>
                          <m:r>
                            <a:rPr lang="en-US" sz="2800" i="0">
                              <a:solidFill>
                                <a:srgbClr val="002060"/>
                              </a:solidFill>
                              <a:latin typeface="Cambria Math" panose="02040503050406030204" pitchFamily="18" charset="0"/>
                            </a:rPr>
                            <m:t>, </m:t>
                          </m:r>
                          <m:r>
                            <m:rPr>
                              <m:sty m:val="p"/>
                            </m:rPr>
                            <a:rPr lang="en-US" sz="2800" i="0">
                              <a:solidFill>
                                <a:srgbClr val="002060"/>
                              </a:solidFill>
                              <a:latin typeface="Cambria Math" panose="02040503050406030204" pitchFamily="18" charset="0"/>
                            </a:rPr>
                            <m:t>THT</m:t>
                          </m:r>
                          <m:r>
                            <a:rPr lang="en-US" sz="2800" i="0">
                              <a:solidFill>
                                <a:srgbClr val="002060"/>
                              </a:solidFill>
                              <a:latin typeface="Cambria Math" panose="02040503050406030204" pitchFamily="18" charset="0"/>
                            </a:rPr>
                            <m:t>, </m:t>
                          </m:r>
                          <m:r>
                            <m:rPr>
                              <m:sty m:val="p"/>
                            </m:rPr>
                            <a:rPr lang="en-US" sz="2800" i="0">
                              <a:solidFill>
                                <a:srgbClr val="002060"/>
                              </a:solidFill>
                              <a:latin typeface="Cambria Math" panose="02040503050406030204" pitchFamily="18" charset="0"/>
                            </a:rPr>
                            <m:t>TTH</m:t>
                          </m:r>
                          <m:r>
                            <a:rPr lang="en-US" sz="2800" i="0">
                              <a:solidFill>
                                <a:srgbClr val="002060"/>
                              </a:solidFill>
                              <a:latin typeface="Cambria Math" panose="02040503050406030204" pitchFamily="18" charset="0"/>
                            </a:rPr>
                            <m:t>, </m:t>
                          </m:r>
                          <m:r>
                            <m:rPr>
                              <m:sty m:val="p"/>
                            </m:rPr>
                            <a:rPr lang="en-US" sz="2800" i="0">
                              <a:solidFill>
                                <a:srgbClr val="002060"/>
                              </a:solidFill>
                              <a:latin typeface="Cambria Math" panose="02040503050406030204" pitchFamily="18" charset="0"/>
                            </a:rPr>
                            <m:t>TTT</m:t>
                          </m:r>
                          <m:r>
                            <a:rPr lang="en-US" sz="2800" i="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12" name="TextBox 11">
                <a:extLst>
                  <a:ext uri="{FF2B5EF4-FFF2-40B4-BE49-F238E27FC236}">
                    <a16:creationId xmlns:a16="http://schemas.microsoft.com/office/drawing/2014/main" id="{2B8F2812-EDD7-4C50-B944-6A07EB55AC0A}"/>
                  </a:ext>
                </a:extLst>
              </p:cNvPr>
              <p:cNvSpPr txBox="1">
                <a:spLocks noRot="1" noChangeAspect="1" noMove="1" noResize="1" noEditPoints="1" noAdjustHandles="1" noChangeArrowheads="1" noChangeShapeType="1" noTextEdit="1"/>
              </p:cNvSpPr>
              <p:nvPr/>
            </p:nvSpPr>
            <p:spPr>
              <a:xfrm>
                <a:off x="5839949" y="735555"/>
                <a:ext cx="5048250" cy="60741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AB5C232-0BD9-454E-87AC-14E4D27B43AB}"/>
                  </a:ext>
                </a:extLst>
              </p:cNvPr>
              <p:cNvSpPr txBox="1"/>
              <p:nvPr/>
            </p:nvSpPr>
            <p:spPr>
              <a:xfrm>
                <a:off x="431800" y="2345866"/>
                <a:ext cx="275907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E</m:t>
                      </m:r>
                      <m:r>
                        <a:rPr lang="en-US" sz="2800" smtClean="0">
                          <a:solidFill>
                            <a:srgbClr val="002060"/>
                          </a:solidFill>
                          <a:latin typeface="Cambria Math" panose="02040503050406030204" pitchFamily="18" charset="0"/>
                        </a:rPr>
                        <m:t>∩</m:t>
                      </m:r>
                      <m:r>
                        <m:rPr>
                          <m:sty m:val="p"/>
                        </m:rPr>
                        <a:rPr lang="en-US" sz="2800" smtClean="0">
                          <a:solidFill>
                            <a:srgbClr val="002060"/>
                          </a:solidFill>
                          <a:latin typeface="Cambria Math" panose="02040503050406030204" pitchFamily="18" charset="0"/>
                        </a:rPr>
                        <m:t>F</m:t>
                      </m:r>
                      <m:r>
                        <a:rPr lang="en-US" sz="2800" smtClean="0">
                          <a:solidFill>
                            <a:srgbClr val="002060"/>
                          </a:solidFill>
                          <a:latin typeface="Cambria Math" panose="02040503050406030204" pitchFamily="18" charset="0"/>
                        </a:rPr>
                        <m:t>=</m:t>
                      </m:r>
                      <m:d>
                        <m:dPr>
                          <m:begChr m:val="{"/>
                          <m:endChr m:val="}"/>
                          <m:ctrlPr>
                            <a:rPr lang="en-IN"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THH</m:t>
                          </m:r>
                          <m:r>
                            <a:rPr lang="en-US" sz="2800">
                              <a:solidFill>
                                <a:srgbClr val="002060"/>
                              </a:solidFill>
                              <a:latin typeface="Cambria Math" panose="02040503050406030204" pitchFamily="18" charset="0"/>
                            </a:rPr>
                            <m:t> </m:t>
                          </m:r>
                        </m:e>
                      </m:d>
                    </m:oMath>
                  </m:oMathPara>
                </a14:m>
                <a:endParaRPr lang="en-IN" sz="4000" dirty="0">
                  <a:solidFill>
                    <a:srgbClr val="002060"/>
                  </a:solidFill>
                </a:endParaRPr>
              </a:p>
            </p:txBody>
          </p:sp>
        </mc:Choice>
        <mc:Fallback xmlns="">
          <p:sp>
            <p:nvSpPr>
              <p:cNvPr id="17" name="TextBox 16">
                <a:extLst>
                  <a:ext uri="{FF2B5EF4-FFF2-40B4-BE49-F238E27FC236}">
                    <a16:creationId xmlns:a16="http://schemas.microsoft.com/office/drawing/2014/main" id="{0AB5C232-0BD9-454E-87AC-14E4D27B43AB}"/>
                  </a:ext>
                </a:extLst>
              </p:cNvPr>
              <p:cNvSpPr txBox="1">
                <a:spLocks noRot="1" noChangeAspect="1" noMove="1" noResize="1" noEditPoints="1" noAdjustHandles="1" noChangeArrowheads="1" noChangeShapeType="1" noTextEdit="1"/>
              </p:cNvSpPr>
              <p:nvPr/>
            </p:nvSpPr>
            <p:spPr>
              <a:xfrm>
                <a:off x="431800" y="2345866"/>
                <a:ext cx="2759077"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0DAFC79-B5BE-4E94-B43F-33ED3537D55A}"/>
                  </a:ext>
                </a:extLst>
              </p:cNvPr>
              <p:cNvSpPr txBox="1"/>
              <p:nvPr/>
            </p:nvSpPr>
            <p:spPr>
              <a:xfrm>
                <a:off x="431801" y="5422995"/>
                <a:ext cx="2175043" cy="98943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i="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i="0">
                              <a:solidFill>
                                <a:srgbClr val="002060"/>
                              </a:solidFill>
                              <a:latin typeface="Cambria Math" panose="02040503050406030204" pitchFamily="18" charset="0"/>
                            </a:rPr>
                            <m:t>F</m:t>
                          </m:r>
                        </m:e>
                      </m:d>
                      <m:r>
                        <a:rPr lang="en-US" sz="2800" i="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F</m:t>
                              </m:r>
                            </m:e>
                          </m:d>
                        </m:num>
                        <m:den>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S</m:t>
                              </m:r>
                            </m:e>
                          </m:d>
                        </m:den>
                      </m:f>
                    </m:oMath>
                  </m:oMathPara>
                </a14:m>
                <a:endParaRPr lang="en-IN" sz="5400" dirty="0">
                  <a:solidFill>
                    <a:srgbClr val="002060"/>
                  </a:solidFill>
                </a:endParaRPr>
              </a:p>
            </p:txBody>
          </p:sp>
        </mc:Choice>
        <mc:Fallback xmlns="">
          <p:sp>
            <p:nvSpPr>
              <p:cNvPr id="18" name="TextBox 17">
                <a:extLst>
                  <a:ext uri="{FF2B5EF4-FFF2-40B4-BE49-F238E27FC236}">
                    <a16:creationId xmlns:a16="http://schemas.microsoft.com/office/drawing/2014/main" id="{50DAFC79-B5BE-4E94-B43F-33ED3537D55A}"/>
                  </a:ext>
                </a:extLst>
              </p:cNvPr>
              <p:cNvSpPr txBox="1">
                <a:spLocks noRot="1" noChangeAspect="1" noMove="1" noResize="1" noEditPoints="1" noAdjustHandles="1" noChangeArrowheads="1" noChangeShapeType="1" noTextEdit="1"/>
              </p:cNvSpPr>
              <p:nvPr/>
            </p:nvSpPr>
            <p:spPr>
              <a:xfrm>
                <a:off x="431801" y="5422995"/>
                <a:ext cx="2175043" cy="989438"/>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4781D67-1BED-4F7F-A4FA-ECB4DA8073FF}"/>
                  </a:ext>
                </a:extLst>
              </p:cNvPr>
              <p:cNvSpPr txBox="1"/>
              <p:nvPr/>
            </p:nvSpPr>
            <p:spPr>
              <a:xfrm>
                <a:off x="431800" y="3919857"/>
                <a:ext cx="3569687" cy="98943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IN" sz="2800" i="0" dirty="0" smtClean="0">
                              <a:solidFill>
                                <a:srgbClr val="002060"/>
                              </a:solidFill>
                              <a:latin typeface="Cambria Math" panose="02040503050406030204" pitchFamily="18" charset="0"/>
                            </a:rPr>
                            <m:t>E</m:t>
                          </m:r>
                          <m:r>
                            <a:rPr lang="en-IN" sz="2800" i="0" dirty="0" smtClean="0">
                              <a:solidFill>
                                <a:srgbClr val="002060"/>
                              </a:solidFill>
                              <a:latin typeface="Cambria Math" panose="02040503050406030204" pitchFamily="18" charset="0"/>
                            </a:rPr>
                            <m:t>∩</m:t>
                          </m:r>
                          <m:r>
                            <m:rPr>
                              <m:sty m:val="p"/>
                            </m:rPr>
                            <a:rPr lang="en-IN" sz="2800" i="0" dirty="0" smtClean="0">
                              <a:solidFill>
                                <a:srgbClr val="002060"/>
                              </a:solidFill>
                              <a:latin typeface="Cambria Math" panose="02040503050406030204" pitchFamily="18" charset="0"/>
                            </a:rPr>
                            <m:t>F</m:t>
                          </m:r>
                        </m:e>
                      </m:d>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n</m:t>
                          </m:r>
                          <m:d>
                            <m:dPr>
                              <m:ctrlPr>
                                <a:rPr lang="en-IN" sz="2800" i="1">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E</m:t>
                              </m:r>
                              <m:r>
                                <a:rPr lang="en-IN" sz="2800"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F</m:t>
                              </m:r>
                            </m:e>
                          </m:d>
                          <m:r>
                            <a:rPr lang="en-IN" sz="2800" b="0" i="1" smtClean="0">
                              <a:solidFill>
                                <a:srgbClr val="002060"/>
                              </a:solidFill>
                              <a:latin typeface="Cambria Math" panose="02040503050406030204" pitchFamily="18" charset="0"/>
                            </a:rPr>
                            <m:t> </m:t>
                          </m:r>
                        </m:num>
                        <m:den>
                          <m:r>
                            <m:rPr>
                              <m:sty m:val="p"/>
                            </m:rPr>
                            <a:rPr lang="en-IN" sz="2800">
                              <a:solidFill>
                                <a:srgbClr val="002060"/>
                              </a:solidFill>
                              <a:latin typeface="Cambria Math" panose="02040503050406030204" pitchFamily="18" charset="0"/>
                            </a:rPr>
                            <m:t>n</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S</m:t>
                              </m:r>
                            </m:e>
                          </m:d>
                        </m:den>
                      </m:f>
                    </m:oMath>
                  </m:oMathPara>
                </a14:m>
                <a:endParaRPr lang="en-IN" sz="2800" dirty="0">
                  <a:solidFill>
                    <a:srgbClr val="002060"/>
                  </a:solidFill>
                </a:endParaRPr>
              </a:p>
            </p:txBody>
          </p:sp>
        </mc:Choice>
        <mc:Fallback xmlns="">
          <p:sp>
            <p:nvSpPr>
              <p:cNvPr id="19" name="TextBox 18">
                <a:extLst>
                  <a:ext uri="{FF2B5EF4-FFF2-40B4-BE49-F238E27FC236}">
                    <a16:creationId xmlns:a16="http://schemas.microsoft.com/office/drawing/2014/main" id="{94781D67-1BED-4F7F-A4FA-ECB4DA8073FF}"/>
                  </a:ext>
                </a:extLst>
              </p:cNvPr>
              <p:cNvSpPr txBox="1">
                <a:spLocks noRot="1" noChangeAspect="1" noMove="1" noResize="1" noEditPoints="1" noAdjustHandles="1" noChangeArrowheads="1" noChangeShapeType="1" noTextEdit="1"/>
              </p:cNvSpPr>
              <p:nvPr/>
            </p:nvSpPr>
            <p:spPr>
              <a:xfrm>
                <a:off x="431800" y="3919857"/>
                <a:ext cx="3569687" cy="989438"/>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E0CD2F5-4721-44F3-92BB-2E434FDEB833}"/>
                  </a:ext>
                </a:extLst>
              </p:cNvPr>
              <p:cNvSpPr txBox="1"/>
              <p:nvPr/>
            </p:nvSpPr>
            <p:spPr>
              <a:xfrm>
                <a:off x="6965439" y="3587874"/>
                <a:ext cx="1539654" cy="127759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f>
                            <m:fPr>
                              <m:type m:val="skw"/>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1</m:t>
                              </m:r>
                            </m:num>
                            <m:den>
                              <m:r>
                                <a:rPr lang="en-US" sz="2800">
                                  <a:solidFill>
                                    <a:srgbClr val="002060"/>
                                  </a:solidFill>
                                  <a:latin typeface="Cambria Math" panose="02040503050406030204" pitchFamily="18" charset="0"/>
                                </a:rPr>
                                <m:t> 8 </m:t>
                              </m:r>
                            </m:den>
                          </m:f>
                        </m:num>
                        <m:den>
                          <m:r>
                            <a:rPr lang="en-IN" sz="2800" b="0" i="1" smtClean="0">
                              <a:solidFill>
                                <a:srgbClr val="002060"/>
                              </a:solidFill>
                              <a:latin typeface="Cambria Math" panose="02040503050406030204" pitchFamily="18" charset="0"/>
                            </a:rPr>
                            <m:t> </m:t>
                          </m:r>
                          <m:f>
                            <m:fPr>
                              <m:type m:val="skw"/>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1 </m:t>
                              </m:r>
                            </m:num>
                            <m:den>
                              <m:r>
                                <a:rPr lang="en-US" sz="2800">
                                  <a:solidFill>
                                    <a:srgbClr val="002060"/>
                                  </a:solidFill>
                                  <a:latin typeface="Cambria Math" panose="02040503050406030204" pitchFamily="18" charset="0"/>
                                </a:rPr>
                                <m:t>2</m:t>
                              </m:r>
                            </m:den>
                          </m:f>
                          <m:r>
                            <a:rPr lang="en-US" sz="2800">
                              <a:solidFill>
                                <a:srgbClr val="002060"/>
                              </a:solidFill>
                              <a:latin typeface="Cambria Math" panose="02040503050406030204" pitchFamily="18" charset="0"/>
                            </a:rPr>
                            <m:t> </m:t>
                          </m:r>
                          <m:r>
                            <a:rPr lang="en-IN" sz="2800" b="0" i="0" smtClean="0">
                              <a:solidFill>
                                <a:srgbClr val="002060"/>
                              </a:solidFill>
                              <a:latin typeface="Cambria Math" panose="02040503050406030204" pitchFamily="18" charset="0"/>
                            </a:rPr>
                            <m:t> </m:t>
                          </m:r>
                        </m:den>
                      </m:f>
                    </m:oMath>
                  </m:oMathPara>
                </a14:m>
                <a:endParaRPr lang="en-IN" sz="4000" dirty="0">
                  <a:solidFill>
                    <a:srgbClr val="002060"/>
                  </a:solidFill>
                </a:endParaRPr>
              </a:p>
            </p:txBody>
          </p:sp>
        </mc:Choice>
        <mc:Fallback xmlns="">
          <p:sp>
            <p:nvSpPr>
              <p:cNvPr id="20" name="TextBox 19">
                <a:extLst>
                  <a:ext uri="{FF2B5EF4-FFF2-40B4-BE49-F238E27FC236}">
                    <a16:creationId xmlns:a16="http://schemas.microsoft.com/office/drawing/2014/main" id="{EE0CD2F5-4721-44F3-92BB-2E434FDEB833}"/>
                  </a:ext>
                </a:extLst>
              </p:cNvPr>
              <p:cNvSpPr txBox="1">
                <a:spLocks noRot="1" noChangeAspect="1" noMove="1" noResize="1" noEditPoints="1" noAdjustHandles="1" noChangeArrowheads="1" noChangeShapeType="1" noTextEdit="1"/>
              </p:cNvSpPr>
              <p:nvPr/>
            </p:nvSpPr>
            <p:spPr>
              <a:xfrm>
                <a:off x="6965439" y="3587874"/>
                <a:ext cx="1539654" cy="1277594"/>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C816D262-3FB9-4B8B-B3FD-381582E43079}"/>
                  </a:ext>
                </a:extLst>
              </p:cNvPr>
              <p:cNvSpPr txBox="1"/>
              <p:nvPr/>
            </p:nvSpPr>
            <p:spPr>
              <a:xfrm>
                <a:off x="6965439" y="5119451"/>
                <a:ext cx="972095"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1</m:t>
                          </m:r>
                        </m:num>
                        <m:den>
                          <m:r>
                            <a:rPr lang="en-US" sz="2800">
                              <a:solidFill>
                                <a:srgbClr val="002060"/>
                              </a:solidFill>
                              <a:latin typeface="Cambria Math" panose="02040503050406030204" pitchFamily="18" charset="0"/>
                            </a:rPr>
                            <m:t> 4 </m:t>
                          </m:r>
                        </m:den>
                      </m:f>
                    </m:oMath>
                  </m:oMathPara>
                </a14:m>
                <a:endParaRPr lang="en-IN" sz="4000" dirty="0">
                  <a:solidFill>
                    <a:srgbClr val="002060"/>
                  </a:solidFill>
                </a:endParaRPr>
              </a:p>
            </p:txBody>
          </p:sp>
        </mc:Choice>
        <mc:Fallback xmlns="">
          <p:sp>
            <p:nvSpPr>
              <p:cNvPr id="21" name="TextBox 20">
                <a:extLst>
                  <a:ext uri="{FF2B5EF4-FFF2-40B4-BE49-F238E27FC236}">
                    <a16:creationId xmlns:a16="http://schemas.microsoft.com/office/drawing/2014/main" id="{C816D262-3FB9-4B8B-B3FD-381582E43079}"/>
                  </a:ext>
                </a:extLst>
              </p:cNvPr>
              <p:cNvSpPr txBox="1">
                <a:spLocks noRot="1" noChangeAspect="1" noMove="1" noResize="1" noEditPoints="1" noAdjustHandles="1" noChangeArrowheads="1" noChangeShapeType="1" noTextEdit="1"/>
              </p:cNvSpPr>
              <p:nvPr/>
            </p:nvSpPr>
            <p:spPr>
              <a:xfrm>
                <a:off x="6965439" y="5119451"/>
                <a:ext cx="972095" cy="899157"/>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E50E2E9-5476-4A1F-AAE9-E436FC693B67}"/>
                  </a:ext>
                </a:extLst>
              </p:cNvPr>
              <p:cNvSpPr txBox="1"/>
              <p:nvPr/>
            </p:nvSpPr>
            <p:spPr>
              <a:xfrm>
                <a:off x="5601894" y="2578975"/>
                <a:ext cx="140777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E</m:t>
                          </m:r>
                          <m:r>
                            <a:rPr lang="en-US" sz="2800">
                              <a:solidFill>
                                <a:srgbClr val="002060"/>
                              </a:solidFill>
                              <a:latin typeface="Cambria Math" panose="02040503050406030204" pitchFamily="18" charset="0"/>
                            </a:rPr>
                            <m:t> | </m:t>
                          </m:r>
                          <m:r>
                            <m:rPr>
                              <m:sty m:val="p"/>
                            </m:rPr>
                            <a:rPr lang="en-US" sz="2800">
                              <a:solidFill>
                                <a:srgbClr val="002060"/>
                              </a:solidFill>
                              <a:latin typeface="Cambria Math" panose="02040503050406030204" pitchFamily="18" charset="0"/>
                            </a:rPr>
                            <m:t>F</m:t>
                          </m:r>
                        </m:e>
                      </m:d>
                    </m:oMath>
                  </m:oMathPara>
                </a14:m>
                <a:endParaRPr lang="en-IN" sz="2800" dirty="0">
                  <a:solidFill>
                    <a:srgbClr val="002060"/>
                  </a:solidFill>
                </a:endParaRPr>
              </a:p>
            </p:txBody>
          </p:sp>
        </mc:Choice>
        <mc:Fallback xmlns="">
          <p:sp>
            <p:nvSpPr>
              <p:cNvPr id="14" name="TextBox 13">
                <a:extLst>
                  <a:ext uri="{FF2B5EF4-FFF2-40B4-BE49-F238E27FC236}">
                    <a16:creationId xmlns:a16="http://schemas.microsoft.com/office/drawing/2014/main" id="{1E50E2E9-5476-4A1F-AAE9-E436FC693B67}"/>
                  </a:ext>
                </a:extLst>
              </p:cNvPr>
              <p:cNvSpPr txBox="1">
                <a:spLocks noRot="1" noChangeAspect="1" noMove="1" noResize="1" noEditPoints="1" noAdjustHandles="1" noChangeArrowheads="1" noChangeShapeType="1" noTextEdit="1"/>
              </p:cNvSpPr>
              <p:nvPr/>
            </p:nvSpPr>
            <p:spPr>
              <a:xfrm>
                <a:off x="5601894" y="2578975"/>
                <a:ext cx="1407776"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89613D3-5F9D-47B4-BAEE-6496C8B64749}"/>
                  </a:ext>
                </a:extLst>
              </p:cNvPr>
              <p:cNvSpPr txBox="1"/>
              <p:nvPr/>
            </p:nvSpPr>
            <p:spPr>
              <a:xfrm>
                <a:off x="6962055" y="2345866"/>
                <a:ext cx="2175043" cy="98943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E</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F</m:t>
                              </m:r>
                            </m:e>
                          </m:d>
                          <m:r>
                            <a:rPr lang="en-US" sz="2800">
                              <a:solidFill>
                                <a:srgbClr val="002060"/>
                              </a:solidFill>
                              <a:latin typeface="Cambria Math" panose="02040503050406030204" pitchFamily="18" charset="0"/>
                            </a:rPr>
                            <m:t> </m:t>
                          </m:r>
                        </m:num>
                        <m:den>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F</m:t>
                              </m:r>
                            </m:e>
                          </m:d>
                          <m:r>
                            <a:rPr lang="en-US" sz="280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15" name="TextBox 14">
                <a:extLst>
                  <a:ext uri="{FF2B5EF4-FFF2-40B4-BE49-F238E27FC236}">
                    <a16:creationId xmlns:a16="http://schemas.microsoft.com/office/drawing/2014/main" id="{889613D3-5F9D-47B4-BAEE-6496C8B64749}"/>
                  </a:ext>
                </a:extLst>
              </p:cNvPr>
              <p:cNvSpPr txBox="1">
                <a:spLocks noRot="1" noChangeAspect="1" noMove="1" noResize="1" noEditPoints="1" noAdjustHandles="1" noChangeArrowheads="1" noChangeShapeType="1" noTextEdit="1"/>
              </p:cNvSpPr>
              <p:nvPr/>
            </p:nvSpPr>
            <p:spPr>
              <a:xfrm>
                <a:off x="6962055" y="2345866"/>
                <a:ext cx="2175043" cy="989438"/>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7368A49-F75C-4150-ABB2-3214BC8F23DF}"/>
                  </a:ext>
                </a:extLst>
              </p:cNvPr>
              <p:cNvSpPr txBox="1"/>
              <p:nvPr/>
            </p:nvSpPr>
            <p:spPr>
              <a:xfrm>
                <a:off x="515951" y="1517108"/>
                <a:ext cx="1656000" cy="523220"/>
              </a:xfrm>
              <a:prstGeom prst="rect">
                <a:avLst/>
              </a:prstGeom>
              <a:noFill/>
            </p:spPr>
            <p:txBody>
              <a:bodyPr wrap="square">
                <a:spAutoFit/>
              </a:bodyPr>
              <a:lstStyle/>
              <a:p>
                <a:pPr marL="0" lvl="1">
                  <a:buNone/>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S</m:t>
                          </m:r>
                        </m:e>
                      </m:d>
                      <m:r>
                        <a:rPr lang="en-IN" sz="2800" b="0" i="0" smtClean="0">
                          <a:solidFill>
                            <a:srgbClr val="002060"/>
                          </a:solidFill>
                          <a:latin typeface="Cambria Math" panose="02040503050406030204" pitchFamily="18" charset="0"/>
                        </a:rPr>
                        <m:t>=8</m:t>
                      </m:r>
                    </m:oMath>
                  </m:oMathPara>
                </a14:m>
                <a:endParaRPr lang="en-IN" sz="2800" dirty="0">
                  <a:solidFill>
                    <a:srgbClr val="002060"/>
                  </a:solidFill>
                </a:endParaRPr>
              </a:p>
            </p:txBody>
          </p:sp>
        </mc:Choice>
        <mc:Fallback xmlns="">
          <p:sp>
            <p:nvSpPr>
              <p:cNvPr id="16" name="TextBox 15">
                <a:extLst>
                  <a:ext uri="{FF2B5EF4-FFF2-40B4-BE49-F238E27FC236}">
                    <a16:creationId xmlns:a16="http://schemas.microsoft.com/office/drawing/2014/main" id="{37368A49-F75C-4150-ABB2-3214BC8F23DF}"/>
                  </a:ext>
                </a:extLst>
              </p:cNvPr>
              <p:cNvSpPr txBox="1">
                <a:spLocks noRot="1" noChangeAspect="1" noMove="1" noResize="1" noEditPoints="1" noAdjustHandles="1" noChangeArrowheads="1" noChangeShapeType="1" noTextEdit="1"/>
              </p:cNvSpPr>
              <p:nvPr/>
            </p:nvSpPr>
            <p:spPr>
              <a:xfrm>
                <a:off x="515951" y="1517108"/>
                <a:ext cx="1656000"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75F693A-2420-40F9-BAFD-9B2734ADE518}"/>
                  </a:ext>
                </a:extLst>
              </p:cNvPr>
              <p:cNvSpPr txBox="1"/>
              <p:nvPr/>
            </p:nvSpPr>
            <p:spPr>
              <a:xfrm>
                <a:off x="2435941" y="1517108"/>
                <a:ext cx="1656000" cy="523220"/>
              </a:xfrm>
              <a:prstGeom prst="rect">
                <a:avLst/>
              </a:prstGeom>
              <a:noFill/>
            </p:spPr>
            <p:txBody>
              <a:bodyPr wrap="square">
                <a:spAutoFit/>
              </a:bodyPr>
              <a:lstStyle/>
              <a:p>
                <a:pPr marL="0" lvl="1">
                  <a:buNone/>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E</m:t>
                          </m:r>
                        </m:e>
                      </m:d>
                      <m:r>
                        <a:rPr lang="en-IN" sz="2800" b="0" i="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22" name="TextBox 21">
                <a:extLst>
                  <a:ext uri="{FF2B5EF4-FFF2-40B4-BE49-F238E27FC236}">
                    <a16:creationId xmlns:a16="http://schemas.microsoft.com/office/drawing/2014/main" id="{A75F693A-2420-40F9-BAFD-9B2734ADE518}"/>
                  </a:ext>
                </a:extLst>
              </p:cNvPr>
              <p:cNvSpPr txBox="1">
                <a:spLocks noRot="1" noChangeAspect="1" noMove="1" noResize="1" noEditPoints="1" noAdjustHandles="1" noChangeArrowheads="1" noChangeShapeType="1" noTextEdit="1"/>
              </p:cNvSpPr>
              <p:nvPr/>
            </p:nvSpPr>
            <p:spPr>
              <a:xfrm>
                <a:off x="2435941" y="1517108"/>
                <a:ext cx="1656000"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F102A2E-735F-409A-B0AA-8859C2C002E2}"/>
                  </a:ext>
                </a:extLst>
              </p:cNvPr>
              <p:cNvSpPr txBox="1"/>
              <p:nvPr/>
            </p:nvSpPr>
            <p:spPr>
              <a:xfrm>
                <a:off x="4355930" y="1519086"/>
                <a:ext cx="1656000" cy="523220"/>
              </a:xfrm>
              <a:prstGeom prst="rect">
                <a:avLst/>
              </a:prstGeom>
              <a:noFill/>
            </p:spPr>
            <p:txBody>
              <a:bodyPr wrap="square">
                <a:spAutoFit/>
              </a:bodyPr>
              <a:lstStyle/>
              <a:p>
                <a:pPr marL="0" lvl="1">
                  <a:buNone/>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F</m:t>
                          </m:r>
                        </m:e>
                      </m:d>
                      <m:r>
                        <a:rPr lang="en-IN" sz="2800" b="0" i="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23" name="TextBox 22">
                <a:extLst>
                  <a:ext uri="{FF2B5EF4-FFF2-40B4-BE49-F238E27FC236}">
                    <a16:creationId xmlns:a16="http://schemas.microsoft.com/office/drawing/2014/main" id="{AF102A2E-735F-409A-B0AA-8859C2C002E2}"/>
                  </a:ext>
                </a:extLst>
              </p:cNvPr>
              <p:cNvSpPr txBox="1">
                <a:spLocks noRot="1" noChangeAspect="1" noMove="1" noResize="1" noEditPoints="1" noAdjustHandles="1" noChangeArrowheads="1" noChangeShapeType="1" noTextEdit="1"/>
              </p:cNvSpPr>
              <p:nvPr/>
            </p:nvSpPr>
            <p:spPr>
              <a:xfrm>
                <a:off x="4355930" y="1519086"/>
                <a:ext cx="1656000"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A3F467A-04A5-47C8-9A9A-529D2CCF601D}"/>
                  </a:ext>
                </a:extLst>
              </p:cNvPr>
              <p:cNvSpPr txBox="1"/>
              <p:nvPr/>
            </p:nvSpPr>
            <p:spPr>
              <a:xfrm>
                <a:off x="431800" y="3042269"/>
                <a:ext cx="2344740" cy="523220"/>
              </a:xfrm>
              <a:prstGeom prst="rect">
                <a:avLst/>
              </a:prstGeom>
              <a:noFill/>
            </p:spPr>
            <p:txBody>
              <a:bodyPr wrap="square">
                <a:spAutoFit/>
              </a:bodyPr>
              <a:lstStyle/>
              <a:p>
                <a:pPr marL="0" lvl="1">
                  <a:buNone/>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E</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F</m:t>
                          </m:r>
                        </m:e>
                      </m:d>
                      <m:r>
                        <a:rPr lang="en-IN" sz="2800" b="0" i="0" smtClean="0">
                          <a:solidFill>
                            <a:srgbClr val="002060"/>
                          </a:solidFill>
                          <a:latin typeface="Cambria Math" panose="02040503050406030204" pitchFamily="18" charset="0"/>
                        </a:rPr>
                        <m:t>=1</m:t>
                      </m:r>
                    </m:oMath>
                  </m:oMathPara>
                </a14:m>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6A3F467A-04A5-47C8-9A9A-529D2CCF601D}"/>
                  </a:ext>
                </a:extLst>
              </p:cNvPr>
              <p:cNvSpPr txBox="1">
                <a:spLocks noRot="1" noChangeAspect="1" noMove="1" noResize="1" noEditPoints="1" noAdjustHandles="1" noChangeArrowheads="1" noChangeShapeType="1" noTextEdit="1"/>
              </p:cNvSpPr>
              <p:nvPr/>
            </p:nvSpPr>
            <p:spPr>
              <a:xfrm>
                <a:off x="431800" y="3042269"/>
                <a:ext cx="2344740"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C9F99E8-FFD7-4906-9E04-16F96F3BA9B7}"/>
                  </a:ext>
                </a:extLst>
              </p:cNvPr>
              <p:cNvSpPr txBox="1"/>
              <p:nvPr/>
            </p:nvSpPr>
            <p:spPr>
              <a:xfrm>
                <a:off x="2606843" y="5438761"/>
                <a:ext cx="2175043"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1">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4</m:t>
                          </m:r>
                        </m:num>
                        <m:den>
                          <m:r>
                            <a:rPr lang="en-US" sz="2800">
                              <a:solidFill>
                                <a:srgbClr val="002060"/>
                              </a:solidFill>
                              <a:latin typeface="Cambria Math" panose="02040503050406030204" pitchFamily="18" charset="0"/>
                            </a:rPr>
                            <m:t> 8 </m:t>
                          </m:r>
                        </m:den>
                      </m:f>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1</m:t>
                          </m:r>
                        </m:num>
                        <m:den>
                          <m:r>
                            <a:rPr lang="en-US" sz="2800">
                              <a:solidFill>
                                <a:srgbClr val="002060"/>
                              </a:solidFill>
                              <a:latin typeface="Cambria Math" panose="02040503050406030204" pitchFamily="18" charset="0"/>
                            </a:rPr>
                            <m:t> 2 </m:t>
                          </m:r>
                        </m:den>
                      </m:f>
                    </m:oMath>
                  </m:oMathPara>
                </a14:m>
                <a:endParaRPr lang="en-IN" sz="5400" dirty="0">
                  <a:solidFill>
                    <a:srgbClr val="002060"/>
                  </a:solidFill>
                </a:endParaRPr>
              </a:p>
            </p:txBody>
          </p:sp>
        </mc:Choice>
        <mc:Fallback xmlns="">
          <p:sp>
            <p:nvSpPr>
              <p:cNvPr id="25" name="TextBox 24">
                <a:extLst>
                  <a:ext uri="{FF2B5EF4-FFF2-40B4-BE49-F238E27FC236}">
                    <a16:creationId xmlns:a16="http://schemas.microsoft.com/office/drawing/2014/main" id="{FC9F99E8-FFD7-4906-9E04-16F96F3BA9B7}"/>
                  </a:ext>
                </a:extLst>
              </p:cNvPr>
              <p:cNvSpPr txBox="1">
                <a:spLocks noRot="1" noChangeAspect="1" noMove="1" noResize="1" noEditPoints="1" noAdjustHandles="1" noChangeArrowheads="1" noChangeShapeType="1" noTextEdit="1"/>
              </p:cNvSpPr>
              <p:nvPr/>
            </p:nvSpPr>
            <p:spPr>
              <a:xfrm>
                <a:off x="2606843" y="5438761"/>
                <a:ext cx="2175043" cy="901785"/>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BB30558-DB72-4F68-B09E-2E93A82E2398}"/>
                  </a:ext>
                </a:extLst>
              </p:cNvPr>
              <p:cNvSpPr txBox="1"/>
              <p:nvPr/>
            </p:nvSpPr>
            <p:spPr>
              <a:xfrm>
                <a:off x="3723599" y="3963683"/>
                <a:ext cx="953512"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1</m:t>
                          </m:r>
                        </m:num>
                        <m:den>
                          <m:r>
                            <a:rPr lang="en-IN" sz="2800" dirty="0">
                              <a:solidFill>
                                <a:srgbClr val="002060"/>
                              </a:solidFill>
                              <a:latin typeface="Cambria Math" panose="02040503050406030204" pitchFamily="18" charset="0"/>
                            </a:rPr>
                            <m:t> 8 </m:t>
                          </m:r>
                        </m:den>
                      </m:f>
                    </m:oMath>
                  </m:oMathPara>
                </a14:m>
                <a:endParaRPr lang="en-IN" sz="5400" dirty="0">
                  <a:solidFill>
                    <a:srgbClr val="002060"/>
                  </a:solidFill>
                </a:endParaRPr>
              </a:p>
            </p:txBody>
          </p:sp>
        </mc:Choice>
        <mc:Fallback xmlns="">
          <p:sp>
            <p:nvSpPr>
              <p:cNvPr id="26" name="TextBox 25">
                <a:extLst>
                  <a:ext uri="{FF2B5EF4-FFF2-40B4-BE49-F238E27FC236}">
                    <a16:creationId xmlns:a16="http://schemas.microsoft.com/office/drawing/2014/main" id="{FBB30558-DB72-4F68-B09E-2E93A82E2398}"/>
                  </a:ext>
                </a:extLst>
              </p:cNvPr>
              <p:cNvSpPr txBox="1">
                <a:spLocks noRot="1" noChangeAspect="1" noMove="1" noResize="1" noEditPoints="1" noAdjustHandles="1" noChangeArrowheads="1" noChangeShapeType="1" noTextEdit="1"/>
              </p:cNvSpPr>
              <p:nvPr/>
            </p:nvSpPr>
            <p:spPr>
              <a:xfrm>
                <a:off x="3723599" y="3963683"/>
                <a:ext cx="953512" cy="901785"/>
              </a:xfrm>
              <a:prstGeom prst="rect">
                <a:avLst/>
              </a:prstGeom>
              <a:blipFill>
                <a:blip r:embed="rId16"/>
                <a:stretch>
                  <a:fillRect/>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636C98A6-DC2E-43AB-8448-DA8D9D506AA8}"/>
              </a:ext>
            </a:extLst>
          </p:cNvPr>
          <p:cNvCxnSpPr>
            <a:cxnSpLocks/>
          </p:cNvCxnSpPr>
          <p:nvPr/>
        </p:nvCxnSpPr>
        <p:spPr>
          <a:xfrm>
            <a:off x="5374430" y="2209800"/>
            <a:ext cx="0" cy="422500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13882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p:bldP spid="24" grpId="0"/>
      <p:bldP spid="25" grpId="0"/>
      <p:bldP spid="26" grpId="0"/>
    </p:bldLst>
  </p:timing>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dirty="0"/>
                  <a:t>Let </a:t>
                </a:r>
                <a14:m>
                  <m:oMath xmlns:m="http://schemas.openxmlformats.org/officeDocument/2006/math">
                    <m:sSub>
                      <m:sSubPr>
                        <m:ctrlPr>
                          <a:rPr lang="en-IN" i="1">
                            <a:latin typeface="Cambria Math" panose="02040503050406030204" pitchFamily="18" charset="0"/>
                          </a:rPr>
                        </m:ctrlPr>
                      </m:sSubPr>
                      <m:e>
                        <m:r>
                          <m:rPr>
                            <m:sty m:val="p"/>
                          </m:rPr>
                          <a:rPr lang="en-US">
                            <a:latin typeface="Cambria Math" panose="02040503050406030204" pitchFamily="18" charset="0"/>
                          </a:rPr>
                          <m:t>A</m:t>
                        </m:r>
                      </m:e>
                      <m:sub>
                        <m:r>
                          <a:rPr lang="en-US">
                            <a:latin typeface="Cambria Math" panose="02040503050406030204" pitchFamily="18" charset="0"/>
                          </a:rPr>
                          <m:t>1</m:t>
                        </m:r>
                      </m:sub>
                    </m:sSub>
                    <m:r>
                      <a:rPr lang="en-US">
                        <a:latin typeface="Cambria Math" panose="02040503050406030204" pitchFamily="18" charset="0"/>
                      </a:rPr>
                      <m:t>,</m:t>
                    </m:r>
                    <m:sSub>
                      <m:sSubPr>
                        <m:ctrlPr>
                          <a:rPr lang="en-IN" i="1">
                            <a:latin typeface="Cambria Math" panose="02040503050406030204" pitchFamily="18" charset="0"/>
                          </a:rPr>
                        </m:ctrlPr>
                      </m:sSubPr>
                      <m:e>
                        <m:r>
                          <m:rPr>
                            <m:sty m:val="p"/>
                          </m:rPr>
                          <a:rPr lang="en-US">
                            <a:latin typeface="Cambria Math" panose="02040503050406030204" pitchFamily="18" charset="0"/>
                          </a:rPr>
                          <m:t>A</m:t>
                        </m:r>
                      </m:e>
                      <m:sub>
                        <m:r>
                          <a:rPr lang="en-US">
                            <a:latin typeface="Cambria Math" panose="02040503050406030204" pitchFamily="18" charset="0"/>
                          </a:rPr>
                          <m:t>2</m:t>
                        </m:r>
                      </m:sub>
                    </m:sSub>
                  </m:oMath>
                </a14:m>
                <a:r>
                  <a:rPr lang="en-US" dirty="0"/>
                  <a:t> and </a:t>
                </a:r>
                <a14:m>
                  <m:oMath xmlns:m="http://schemas.openxmlformats.org/officeDocument/2006/math">
                    <m:r>
                      <m:rPr>
                        <m:sty m:val="p"/>
                      </m:rPr>
                      <a:rPr lang="en-US">
                        <a:latin typeface="Cambria Math" panose="02040503050406030204" pitchFamily="18" charset="0"/>
                      </a:rPr>
                      <m:t>B</m:t>
                    </m:r>
                  </m:oMath>
                </a14:m>
                <a:r>
                  <a:rPr lang="en-US" dirty="0"/>
                  <a:t> be any three events of a sample space </a:t>
                </a:r>
                <a14:m>
                  <m:oMath xmlns:m="http://schemas.openxmlformats.org/officeDocument/2006/math">
                    <m:r>
                      <m:rPr>
                        <m:sty m:val="p"/>
                      </m:rPr>
                      <a:rPr lang="en-US">
                        <a:latin typeface="Cambria Math" panose="02040503050406030204" pitchFamily="18" charset="0"/>
                      </a:rPr>
                      <m:t>S</m:t>
                    </m:r>
                    <m:r>
                      <a:rPr lang="en-US">
                        <a:latin typeface="Cambria Math" panose="02040503050406030204" pitchFamily="18" charset="0"/>
                      </a:rPr>
                      <m:t>,</m:t>
                    </m:r>
                  </m:oMath>
                </a14:m>
                <a:r>
                  <a:rPr lang="en-US" dirty="0"/>
                  <a:t> then</a:t>
                </a:r>
                <a:endParaRPr lang="en-IN" dirty="0"/>
              </a:p>
              <a:p>
                <a:pPr marL="266700" indent="0">
                  <a:buNone/>
                </a:pPr>
                <a:r>
                  <a:rPr lang="en-US" dirty="0"/>
                  <a:t> </a:t>
                </a:r>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m:rPr>
                                <m:sty m:val="p"/>
                              </m:rPr>
                              <a:rPr lang="en-US">
                                <a:latin typeface="Cambria Math" panose="02040503050406030204" pitchFamily="18" charset="0"/>
                              </a:rPr>
                              <m:t>A</m:t>
                            </m:r>
                          </m:e>
                          <m:sub>
                            <m:r>
                              <a:rPr lang="en-US">
                                <a:latin typeface="Cambria Math" panose="02040503050406030204" pitchFamily="18" charset="0"/>
                              </a:rPr>
                              <m:t>1</m:t>
                            </m:r>
                          </m:sub>
                        </m:sSub>
                        <m:r>
                          <a:rPr lang="en-US">
                            <a:latin typeface="Cambria Math" panose="02040503050406030204" pitchFamily="18" charset="0"/>
                          </a:rPr>
                          <m:t>∪</m:t>
                        </m:r>
                        <m:sSub>
                          <m:sSubPr>
                            <m:ctrlPr>
                              <a:rPr lang="en-IN" i="1">
                                <a:latin typeface="Cambria Math" panose="02040503050406030204" pitchFamily="18" charset="0"/>
                              </a:rPr>
                            </m:ctrlPr>
                          </m:sSubPr>
                          <m:e>
                            <m:r>
                              <m:rPr>
                                <m:sty m:val="p"/>
                              </m:rPr>
                              <a:rPr lang="en-US">
                                <a:latin typeface="Cambria Math" panose="02040503050406030204" pitchFamily="18" charset="0"/>
                              </a:rPr>
                              <m:t>A</m:t>
                            </m:r>
                          </m:e>
                          <m:sub>
                            <m:r>
                              <a:rPr lang="en-US">
                                <a:latin typeface="Cambria Math" panose="02040503050406030204" pitchFamily="18" charset="0"/>
                              </a:rPr>
                              <m:t>2</m:t>
                            </m:r>
                          </m:sub>
                        </m:sSub>
                        <m:r>
                          <a:rPr lang="en-US">
                            <a:latin typeface="Cambria Math" panose="02040503050406030204" pitchFamily="18" charset="0"/>
                          </a:rPr>
                          <m:t> </m:t>
                        </m:r>
                      </m:e>
                      <m:e>
                        <m:r>
                          <a:rPr lang="en-IN" b="0" i="1" smtClean="0">
                            <a:latin typeface="Cambria Math" panose="02040503050406030204" pitchFamily="18" charset="0"/>
                          </a:rPr>
                          <m:t> </m:t>
                        </m:r>
                        <m:r>
                          <m:rPr>
                            <m:sty m:val="p"/>
                          </m:rPr>
                          <a:rPr lang="en-US">
                            <a:latin typeface="Cambria Math" panose="02040503050406030204" pitchFamily="18" charset="0"/>
                          </a:rPr>
                          <m:t>B</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m:rPr>
                                <m:sty m:val="p"/>
                              </m:rPr>
                              <a:rPr lang="en-US">
                                <a:latin typeface="Cambria Math" panose="02040503050406030204" pitchFamily="18" charset="0"/>
                              </a:rPr>
                              <m:t>A</m:t>
                            </m:r>
                          </m:e>
                          <m:sub>
                            <m:r>
                              <a:rPr lang="en-US">
                                <a:latin typeface="Cambria Math" panose="02040503050406030204" pitchFamily="18" charset="0"/>
                              </a:rPr>
                              <m:t>1</m:t>
                            </m:r>
                          </m:sub>
                        </m:sSub>
                        <m:r>
                          <a:rPr lang="en-US">
                            <a:latin typeface="Cambria Math" panose="02040503050406030204" pitchFamily="18" charset="0"/>
                          </a:rPr>
                          <m:t> </m:t>
                        </m:r>
                      </m:e>
                      <m:e>
                        <m:r>
                          <a:rPr lang="en-IN" b="0" i="0" smtClean="0">
                            <a:latin typeface="Cambria Math" panose="02040503050406030204" pitchFamily="18" charset="0"/>
                          </a:rPr>
                          <m:t> </m:t>
                        </m:r>
                        <m:r>
                          <m:rPr>
                            <m:sty m:val="p"/>
                          </m:rPr>
                          <a:rPr lang="en-US">
                            <a:latin typeface="Cambria Math" panose="02040503050406030204" pitchFamily="18" charset="0"/>
                          </a:rPr>
                          <m:t>B</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m:rPr>
                                <m:sty m:val="p"/>
                              </m:rPr>
                              <a:rPr lang="en-US">
                                <a:latin typeface="Cambria Math" panose="02040503050406030204" pitchFamily="18" charset="0"/>
                              </a:rPr>
                              <m:t>A</m:t>
                            </m:r>
                          </m:e>
                          <m:sub>
                            <m:r>
                              <a:rPr lang="en-US">
                                <a:latin typeface="Cambria Math" panose="02040503050406030204" pitchFamily="18" charset="0"/>
                              </a:rPr>
                              <m:t>2</m:t>
                            </m:r>
                          </m:sub>
                        </m:sSub>
                        <m:r>
                          <a:rPr lang="en-US">
                            <a:latin typeface="Cambria Math" panose="02040503050406030204" pitchFamily="18" charset="0"/>
                          </a:rPr>
                          <m:t> </m:t>
                        </m:r>
                      </m:e>
                      <m:e>
                        <m:r>
                          <a:rPr lang="en-IN" b="0" i="0" smtClean="0">
                            <a:latin typeface="Cambria Math" panose="02040503050406030204" pitchFamily="18" charset="0"/>
                          </a:rPr>
                          <m:t> </m:t>
                        </m:r>
                        <m:r>
                          <m:rPr>
                            <m:sty m:val="p"/>
                          </m:rPr>
                          <a:rPr lang="en-US">
                            <a:latin typeface="Cambria Math" panose="02040503050406030204" pitchFamily="18" charset="0"/>
                          </a:rPr>
                          <m:t>B</m:t>
                        </m:r>
                      </m:e>
                    </m:d>
                    <m:r>
                      <a:rPr lang="en-US" i="1">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m:rPr>
                                <m:sty m:val="p"/>
                              </m:rPr>
                              <a:rPr lang="en-US">
                                <a:latin typeface="Cambria Math" panose="02040503050406030204" pitchFamily="18" charset="0"/>
                              </a:rPr>
                              <m:t>A</m:t>
                            </m:r>
                          </m:e>
                          <m:sub>
                            <m:r>
                              <a:rPr lang="en-US">
                                <a:latin typeface="Cambria Math" panose="02040503050406030204" pitchFamily="18" charset="0"/>
                              </a:rPr>
                              <m:t>1</m:t>
                            </m:r>
                          </m:sub>
                        </m:sSub>
                        <m:r>
                          <a:rPr lang="en-US">
                            <a:latin typeface="Cambria Math" panose="02040503050406030204" pitchFamily="18" charset="0"/>
                          </a:rPr>
                          <m:t>∩</m:t>
                        </m:r>
                        <m:sSub>
                          <m:sSubPr>
                            <m:ctrlPr>
                              <a:rPr lang="en-IN" i="1">
                                <a:latin typeface="Cambria Math" panose="02040503050406030204" pitchFamily="18" charset="0"/>
                              </a:rPr>
                            </m:ctrlPr>
                          </m:sSubPr>
                          <m:e>
                            <m:r>
                              <m:rPr>
                                <m:sty m:val="p"/>
                              </m:rPr>
                              <a:rPr lang="en-US">
                                <a:latin typeface="Cambria Math" panose="02040503050406030204" pitchFamily="18" charset="0"/>
                              </a:rPr>
                              <m:t>A</m:t>
                            </m:r>
                          </m:e>
                          <m:sub>
                            <m:r>
                              <a:rPr lang="en-US">
                                <a:latin typeface="Cambria Math" panose="02040503050406030204" pitchFamily="18" charset="0"/>
                              </a:rPr>
                              <m:t>2</m:t>
                            </m:r>
                          </m:sub>
                        </m:sSub>
                        <m:r>
                          <a:rPr lang="en-US">
                            <a:latin typeface="Cambria Math" panose="02040503050406030204" pitchFamily="18" charset="0"/>
                          </a:rPr>
                          <m:t> </m:t>
                        </m:r>
                      </m:e>
                      <m:e>
                        <m:r>
                          <a:rPr lang="en-IN" b="0" i="0" smtClean="0">
                            <a:latin typeface="Cambria Math" panose="02040503050406030204" pitchFamily="18" charset="0"/>
                          </a:rPr>
                          <m:t> </m:t>
                        </m:r>
                        <m:r>
                          <m:rPr>
                            <m:sty m:val="p"/>
                          </m:rPr>
                          <a:rPr lang="en-US">
                            <a:latin typeface="Cambria Math" panose="02040503050406030204" pitchFamily="18" charset="0"/>
                          </a:rPr>
                          <m:t>B</m:t>
                        </m:r>
                      </m:e>
                    </m:d>
                    <m:r>
                      <a:rPr lang="en-US">
                        <a:latin typeface="Cambria Math" panose="02040503050406030204" pitchFamily="18" charset="0"/>
                      </a:rPr>
                      <m:t>; </m:t>
                    </m:r>
                    <m:r>
                      <m:rPr>
                        <m:sty m:val="p"/>
                      </m:rPr>
                      <a:rPr lang="en-US">
                        <a:latin typeface="Cambria Math" panose="02040503050406030204" pitchFamily="18" charset="0"/>
                      </a:rPr>
                      <m:t>P</m:t>
                    </m:r>
                    <m:r>
                      <a:rPr lang="en-US">
                        <a:latin typeface="Cambria Math" panose="02040503050406030204" pitchFamily="18" charset="0"/>
                      </a:rPr>
                      <m:t>(</m:t>
                    </m:r>
                    <m:r>
                      <m:rPr>
                        <m:sty m:val="p"/>
                      </m:rPr>
                      <a:rPr lang="en-US">
                        <a:latin typeface="Cambria Math" panose="02040503050406030204" pitchFamily="18" charset="0"/>
                      </a:rPr>
                      <m:t>B</m:t>
                    </m:r>
                    <m:r>
                      <a:rPr lang="en-US">
                        <a:latin typeface="Cambria Math" panose="02040503050406030204" pitchFamily="18" charset="0"/>
                      </a:rPr>
                      <m:t>)&gt;0.</m:t>
                    </m:r>
                  </m:oMath>
                </a14:m>
                <a:endParaRPr lang="en-IN" dirty="0"/>
              </a:p>
              <a:p>
                <a:pPr lvl="0"/>
                <a:r>
                  <a:rPr lang="en-US" dirty="0"/>
                  <a:t>Let </a:t>
                </a:r>
                <a14:m>
                  <m:oMath xmlns:m="http://schemas.openxmlformats.org/officeDocument/2006/math">
                    <m:r>
                      <m:rPr>
                        <m:sty m:val="p"/>
                      </m:rPr>
                      <a:rPr lang="en-US">
                        <a:latin typeface="Cambria Math" panose="02040503050406030204" pitchFamily="18" charset="0"/>
                      </a:rPr>
                      <m:t>A</m:t>
                    </m:r>
                  </m:oMath>
                </a14:m>
                <a:r>
                  <a:rPr lang="en-US" dirty="0"/>
                  <a:t> and </a:t>
                </a:r>
                <a14:m>
                  <m:oMath xmlns:m="http://schemas.openxmlformats.org/officeDocument/2006/math">
                    <m:r>
                      <m:rPr>
                        <m:sty m:val="p"/>
                      </m:rPr>
                      <a:rPr lang="en-US">
                        <a:latin typeface="Cambria Math" panose="02040503050406030204" pitchFamily="18" charset="0"/>
                      </a:rPr>
                      <m:t>B</m:t>
                    </m:r>
                  </m:oMath>
                </a14:m>
                <a:r>
                  <a:rPr lang="en-US" dirty="0"/>
                  <a:t> be any two events of a sample space </a:t>
                </a:r>
                <a14:m>
                  <m:oMath xmlns:m="http://schemas.openxmlformats.org/officeDocument/2006/math">
                    <m:r>
                      <m:rPr>
                        <m:sty m:val="p"/>
                      </m:rPr>
                      <a:rPr lang="en-US">
                        <a:latin typeface="Cambria Math" panose="02040503050406030204" pitchFamily="18" charset="0"/>
                      </a:rPr>
                      <m:t>S</m:t>
                    </m:r>
                    <m:r>
                      <a:rPr lang="en-US" b="1">
                        <a:latin typeface="Cambria Math" panose="02040503050406030204" pitchFamily="18" charset="0"/>
                      </a:rPr>
                      <m:t>,</m:t>
                    </m:r>
                  </m:oMath>
                </a14:m>
                <a:r>
                  <a:rPr lang="en-US" dirty="0"/>
                  <a:t> then</a:t>
                </a:r>
                <a:endParaRPr lang="en-IN" dirty="0"/>
              </a:p>
              <a:p>
                <a:pPr marL="266700" indent="0">
                  <a:buNone/>
                </a:pPr>
                <a:r>
                  <a:rPr lang="en-US" dirty="0"/>
                  <a:t> </a:t>
                </a:r>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sSup>
                          <m:sSupPr>
                            <m:ctrlPr>
                              <a:rPr lang="en-IN" i="1">
                                <a:latin typeface="Cambria Math" panose="02040503050406030204" pitchFamily="18" charset="0"/>
                              </a:rPr>
                            </m:ctrlPr>
                          </m:sSupPr>
                          <m:e>
                            <m:r>
                              <m:rPr>
                                <m:sty m:val="p"/>
                              </m:rPr>
                              <a:rPr lang="en-US">
                                <a:latin typeface="Cambria Math" panose="02040503050406030204" pitchFamily="18" charset="0"/>
                              </a:rPr>
                              <m:t>A</m:t>
                            </m:r>
                          </m:e>
                          <m:sup>
                            <m:r>
                              <a:rPr lang="en-IN" b="0" i="1" smtClean="0">
                                <a:latin typeface="Cambria Math" panose="02040503050406030204" pitchFamily="18" charset="0"/>
                              </a:rPr>
                              <m:t>′</m:t>
                            </m:r>
                          </m:sup>
                        </m:sSup>
                        <m:r>
                          <a:rPr lang="en-US">
                            <a:latin typeface="Cambria Math" panose="02040503050406030204" pitchFamily="18" charset="0"/>
                          </a:rPr>
                          <m:t> </m:t>
                        </m:r>
                      </m:e>
                      <m:e>
                        <m:r>
                          <a:rPr lang="en-IN" b="0" i="1" smtClean="0">
                            <a:latin typeface="Cambria Math" panose="02040503050406030204" pitchFamily="18" charset="0"/>
                          </a:rPr>
                          <m:t> </m:t>
                        </m:r>
                        <m:r>
                          <m:rPr>
                            <m:sty m:val="p"/>
                          </m:rPr>
                          <a:rPr lang="en-US">
                            <a:latin typeface="Cambria Math" panose="02040503050406030204" pitchFamily="18" charset="0"/>
                          </a:rPr>
                          <m:t>B</m:t>
                        </m:r>
                      </m:e>
                    </m:d>
                    <m:r>
                      <a:rPr lang="en-US">
                        <a:latin typeface="Cambria Math" panose="02040503050406030204" pitchFamily="18" charset="0"/>
                      </a:rPr>
                      <m:t>=1</m:t>
                    </m:r>
                    <m:r>
                      <a:rPr lang="en-US" i="1">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A</m:t>
                        </m:r>
                        <m:r>
                          <a:rPr lang="en-US">
                            <a:latin typeface="Cambria Math" panose="02040503050406030204" pitchFamily="18" charset="0"/>
                          </a:rPr>
                          <m:t> </m:t>
                        </m:r>
                      </m:e>
                      <m:e>
                        <m:r>
                          <a:rPr lang="en-IN" b="0" i="0" smtClean="0">
                            <a:latin typeface="Cambria Math" panose="02040503050406030204" pitchFamily="18" charset="0"/>
                          </a:rPr>
                          <m:t> </m:t>
                        </m:r>
                        <m:r>
                          <m:rPr>
                            <m:sty m:val="p"/>
                          </m:rPr>
                          <a:rPr lang="en-US">
                            <a:latin typeface="Cambria Math" panose="02040503050406030204" pitchFamily="18" charset="0"/>
                          </a:rPr>
                          <m:t>B</m:t>
                        </m:r>
                      </m:e>
                    </m:d>
                    <m:r>
                      <a:rPr lang="en-US">
                        <a:latin typeface="Cambria Math" panose="02040503050406030204" pitchFamily="18" charset="0"/>
                      </a:rPr>
                      <m:t>; </m:t>
                    </m:r>
                    <m:r>
                      <m:rPr>
                        <m:sty m:val="p"/>
                      </m:rPr>
                      <a:rPr lang="en-US">
                        <a:latin typeface="Cambria Math" panose="02040503050406030204" pitchFamily="18" charset="0"/>
                      </a:rPr>
                      <m:t>P</m:t>
                    </m:r>
                    <m:r>
                      <a:rPr lang="en-US">
                        <a:latin typeface="Cambria Math" panose="02040503050406030204" pitchFamily="18" charset="0"/>
                      </a:rPr>
                      <m:t>(</m:t>
                    </m:r>
                    <m:r>
                      <m:rPr>
                        <m:sty m:val="p"/>
                      </m:rPr>
                      <a:rPr lang="en-US">
                        <a:latin typeface="Cambria Math" panose="02040503050406030204" pitchFamily="18" charset="0"/>
                      </a:rPr>
                      <m:t>B</m:t>
                    </m:r>
                    <m:r>
                      <a:rPr lang="en-US">
                        <a:latin typeface="Cambria Math" panose="02040503050406030204" pitchFamily="18" charset="0"/>
                      </a:rPr>
                      <m:t>)&gt;0.</m:t>
                    </m:r>
                  </m:oMath>
                </a14:m>
                <a:endParaRPr lang="en-IN"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p:sp>
        <p:nvSpPr>
          <p:cNvPr id="2" name="Title 1"/>
          <p:cNvSpPr>
            <a:spLocks noGrp="1"/>
          </p:cNvSpPr>
          <p:nvPr>
            <p:ph type="title"/>
          </p:nvPr>
        </p:nvSpPr>
        <p:spPr/>
        <p:txBody>
          <a:bodyPr/>
          <a:lstStyle/>
          <a:p>
            <a:r>
              <a:rPr lang="en-US" dirty="0"/>
              <a:t>Properties of Conditional Probability </a:t>
            </a:r>
          </a:p>
        </p:txBody>
      </p:sp>
    </p:spTree>
    <p:extLst>
      <p:ext uri="{BB962C8B-B14F-4D97-AF65-F5344CB8AC3E}">
        <p14:creationId xmlns:p14="http://schemas.microsoft.com/office/powerpoint/2010/main" val="3175940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b="1" dirty="0"/>
                  <a:t>Statement:</a:t>
                </a:r>
                <a:endParaRPr lang="en-IN" dirty="0"/>
              </a:p>
              <a:p>
                <a:pPr lvl="1"/>
                <a:r>
                  <a:rPr lang="en-US" dirty="0"/>
                  <a:t>Let </a:t>
                </a:r>
                <a14:m>
                  <m:oMath xmlns:m="http://schemas.openxmlformats.org/officeDocument/2006/math">
                    <m:r>
                      <m:rPr>
                        <m:sty m:val="p"/>
                      </m:rPr>
                      <a:rPr lang="en-US" i="0" dirty="0" smtClean="0">
                        <a:latin typeface="Cambria Math" panose="02040503050406030204" pitchFamily="18" charset="0"/>
                      </a:rPr>
                      <m:t>A</m:t>
                    </m:r>
                  </m:oMath>
                </a14:m>
                <a:r>
                  <a:rPr lang="en-US" dirty="0"/>
                  <a:t> and </a:t>
                </a:r>
                <a14:m>
                  <m:oMath xmlns:m="http://schemas.openxmlformats.org/officeDocument/2006/math">
                    <m:r>
                      <m:rPr>
                        <m:sty m:val="p"/>
                      </m:rPr>
                      <a:rPr lang="en-US" i="0" dirty="0" smtClean="0">
                        <a:latin typeface="Cambria Math" panose="02040503050406030204" pitchFamily="18" charset="0"/>
                      </a:rPr>
                      <m:t>B</m:t>
                    </m:r>
                  </m:oMath>
                </a14:m>
                <a:r>
                  <a:rPr lang="en-US" dirty="0"/>
                  <a:t> be any two events in the sample space </a:t>
                </a:r>
                <a14:m>
                  <m:oMath xmlns:m="http://schemas.openxmlformats.org/officeDocument/2006/math">
                    <m:r>
                      <m:rPr>
                        <m:sty m:val="p"/>
                      </m:rPr>
                      <a:rPr lang="en-US" i="0">
                        <a:latin typeface="Cambria Math" panose="02040503050406030204" pitchFamily="18" charset="0"/>
                      </a:rPr>
                      <m:t>S</m:t>
                    </m:r>
                    <m:r>
                      <a:rPr lang="en-US" i="0">
                        <a:latin typeface="Cambria Math" panose="02040503050406030204" pitchFamily="18" charset="0"/>
                      </a:rPr>
                      <m:t>,</m:t>
                    </m:r>
                  </m:oMath>
                </a14:m>
                <a:r>
                  <a:rPr lang="en-US" dirty="0"/>
                  <a:t> then</a:t>
                </a:r>
                <a:endParaRPr lang="en-IN" dirty="0"/>
              </a:p>
              <a:p>
                <a:pPr marL="541338" lvl="1" indent="0">
                  <a:buNone/>
                </a:pPr>
                <a:r>
                  <a:rPr lang="en-IN" b="0" dirty="0"/>
                  <a:t> </a:t>
                </a:r>
                <a14:m>
                  <m:oMath xmlns:m="http://schemas.openxmlformats.org/officeDocument/2006/math">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a:rPr lang="en-US" b="1" i="0" smtClean="0">
                            <a:solidFill>
                              <a:srgbClr val="FF0000"/>
                            </a:solidFill>
                            <a:latin typeface="Cambria Math" panose="02040503050406030204" pitchFamily="18" charset="0"/>
                          </a:rPr>
                          <m:t>𝐀</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B</m:t>
                        </m:r>
                        <m:r>
                          <a:rPr lang="en-US" i="0">
                            <a:latin typeface="Cambria Math" panose="02040503050406030204" pitchFamily="18" charset="0"/>
                          </a:rPr>
                          <m:t> | </m:t>
                        </m:r>
                        <m:r>
                          <a:rPr lang="en-US" b="1" i="0" smtClean="0">
                            <a:solidFill>
                              <a:srgbClr val="FF0000"/>
                            </a:solidFill>
                            <a:latin typeface="Cambria Math" panose="02040503050406030204" pitchFamily="18" charset="0"/>
                          </a:rPr>
                          <m:t>𝐀</m:t>
                        </m:r>
                      </m:e>
                    </m:d>
                    <m:r>
                      <a:rPr lang="en-US" i="0">
                        <a:latin typeface="Cambria Math" panose="02040503050406030204" pitchFamily="18" charset="0"/>
                      </a:rPr>
                      <m:t>; </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e>
                    </m:d>
                    <m:r>
                      <a:rPr lang="en-US" i="0">
                        <a:latin typeface="Cambria Math" panose="02040503050406030204" pitchFamily="18" charset="0"/>
                      </a:rPr>
                      <m:t>≠0 </m:t>
                    </m:r>
                  </m:oMath>
                </a14:m>
                <a:endParaRPr lang="en-IN" dirty="0"/>
              </a:p>
              <a:p>
                <a:pPr marL="1973263" lvl="1" indent="0">
                  <a:buNone/>
                </a:pPr>
                <a:r>
                  <a:rPr lang="en-US" dirty="0"/>
                  <a:t> </a:t>
                </a:r>
                <a14:m>
                  <m:oMath xmlns:m="http://schemas.openxmlformats.org/officeDocument/2006/math">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a:rPr lang="en-US" b="1" i="0" smtClean="0">
                            <a:solidFill>
                              <a:srgbClr val="FF0000"/>
                            </a:solidFill>
                            <a:latin typeface="Cambria Math" panose="02040503050406030204" pitchFamily="18" charset="0"/>
                          </a:rPr>
                          <m:t>𝐁</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 | </m:t>
                        </m:r>
                        <m:r>
                          <a:rPr lang="en-US" b="1" i="0" smtClean="0">
                            <a:solidFill>
                              <a:srgbClr val="FF0000"/>
                            </a:solidFill>
                            <a:latin typeface="Cambria Math" panose="02040503050406030204" pitchFamily="18" charset="0"/>
                          </a:rPr>
                          <m:t>𝐁</m:t>
                        </m:r>
                      </m:e>
                    </m:d>
                    <m:r>
                      <a:rPr lang="en-US" i="0">
                        <a:latin typeface="Cambria Math" panose="02040503050406030204" pitchFamily="18" charset="0"/>
                      </a:rPr>
                      <m:t>; </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B</m:t>
                        </m:r>
                      </m:e>
                    </m:d>
                    <m:r>
                      <a:rPr lang="en-US" i="0">
                        <a:latin typeface="Cambria Math" panose="02040503050406030204" pitchFamily="18" charset="0"/>
                      </a:rPr>
                      <m:t>≠0</m:t>
                    </m:r>
                  </m:oMath>
                </a14:m>
                <a:endParaRPr lang="en-IN" dirty="0"/>
              </a:p>
              <a:p>
                <a:pPr marL="622300" lvl="1" indent="-355600"/>
                <a:r>
                  <a:rPr lang="en-GB" dirty="0"/>
                  <a:t>Let </a:t>
                </a:r>
                <a14:m>
                  <m:oMath xmlns:m="http://schemas.openxmlformats.org/officeDocument/2006/math">
                    <m:r>
                      <m:rPr>
                        <m:sty m:val="p"/>
                      </m:rPr>
                      <a:rPr lang="en-GB" i="0" dirty="0" smtClean="0">
                        <a:latin typeface="Cambria Math" panose="02040503050406030204" pitchFamily="18" charset="0"/>
                      </a:rPr>
                      <m:t>A</m:t>
                    </m:r>
                  </m:oMath>
                </a14:m>
                <a:r>
                  <a:rPr lang="en-GB" dirty="0"/>
                  <a:t>, </a:t>
                </a:r>
                <a14:m>
                  <m:oMath xmlns:m="http://schemas.openxmlformats.org/officeDocument/2006/math">
                    <m:r>
                      <m:rPr>
                        <m:sty m:val="p"/>
                      </m:rPr>
                      <a:rPr lang="en-GB" i="0" dirty="0" smtClean="0">
                        <a:latin typeface="Cambria Math" panose="02040503050406030204" pitchFamily="18" charset="0"/>
                      </a:rPr>
                      <m:t>B</m:t>
                    </m:r>
                  </m:oMath>
                </a14:m>
                <a:r>
                  <a:rPr lang="en-GB" dirty="0"/>
                  <a:t> and </a:t>
                </a:r>
                <a14:m>
                  <m:oMath xmlns:m="http://schemas.openxmlformats.org/officeDocument/2006/math">
                    <m:r>
                      <m:rPr>
                        <m:sty m:val="p"/>
                      </m:rPr>
                      <a:rPr lang="en-GB" i="0" dirty="0" smtClean="0">
                        <a:latin typeface="Cambria Math" panose="02040503050406030204" pitchFamily="18" charset="0"/>
                      </a:rPr>
                      <m:t>C</m:t>
                    </m:r>
                  </m:oMath>
                </a14:m>
                <a:r>
                  <a:rPr lang="en-GB" dirty="0"/>
                  <a:t> be any three events in the sample space </a:t>
                </a:r>
                <a14:m>
                  <m:oMath xmlns:m="http://schemas.openxmlformats.org/officeDocument/2006/math">
                    <m:r>
                      <m:rPr>
                        <m:sty m:val="p"/>
                      </m:rPr>
                      <a:rPr lang="en-GB" i="0" dirty="0" smtClean="0">
                        <a:latin typeface="Cambria Math" panose="02040503050406030204" pitchFamily="18" charset="0"/>
                      </a:rPr>
                      <m:t>S</m:t>
                    </m:r>
                  </m:oMath>
                </a14:m>
                <a:r>
                  <a:rPr lang="en-GB" dirty="0"/>
                  <a:t>, then</a:t>
                </a:r>
              </a:p>
              <a:p>
                <a:pPr marL="625475" lvl="1" indent="0">
                  <a:buNone/>
                </a:pPr>
                <a:r>
                  <a:rPr lang="en-GB" dirty="0"/>
                  <a:t> </a:t>
                </a:r>
                <a14:m>
                  <m:oMath xmlns:m="http://schemas.openxmlformats.org/officeDocument/2006/math">
                    <m:r>
                      <m:rPr>
                        <m:sty m:val="p"/>
                      </m:rPr>
                      <a:rPr lang="en-GB" i="0" dirty="0" smtClean="0">
                        <a:latin typeface="Cambria Math" panose="02040503050406030204" pitchFamily="18" charset="0"/>
                      </a:rPr>
                      <m:t>P</m:t>
                    </m:r>
                    <m:d>
                      <m:dPr>
                        <m:ctrlPr>
                          <a:rPr lang="en-GB" i="1" dirty="0" smtClean="0">
                            <a:latin typeface="Cambria Math" panose="02040503050406030204" pitchFamily="18" charset="0"/>
                          </a:rPr>
                        </m:ctrlPr>
                      </m:dPr>
                      <m:e>
                        <m:r>
                          <m:rPr>
                            <m:sty m:val="p"/>
                          </m:rPr>
                          <a:rPr lang="en-GB" i="0" dirty="0" smtClean="0">
                            <a:latin typeface="Cambria Math" panose="02040503050406030204" pitchFamily="18" charset="0"/>
                          </a:rPr>
                          <m:t>A</m:t>
                        </m:r>
                        <m:r>
                          <a:rPr lang="en-GB" i="0" dirty="0" smtClean="0">
                            <a:latin typeface="Cambria Math" panose="02040503050406030204" pitchFamily="18" charset="0"/>
                          </a:rPr>
                          <m:t>∩</m:t>
                        </m:r>
                        <m:r>
                          <m:rPr>
                            <m:sty m:val="p"/>
                          </m:rPr>
                          <a:rPr lang="en-GB" i="0" dirty="0" smtClean="0">
                            <a:latin typeface="Cambria Math" panose="02040503050406030204" pitchFamily="18" charset="0"/>
                          </a:rPr>
                          <m:t>B</m:t>
                        </m:r>
                        <m:r>
                          <a:rPr lang="en-GB" i="0" dirty="0" smtClean="0">
                            <a:latin typeface="Cambria Math" panose="02040503050406030204" pitchFamily="18" charset="0"/>
                          </a:rPr>
                          <m:t>∩</m:t>
                        </m:r>
                        <m:r>
                          <m:rPr>
                            <m:sty m:val="p"/>
                          </m:rPr>
                          <a:rPr lang="en-GB" i="0" dirty="0" smtClean="0">
                            <a:latin typeface="Cambria Math" panose="02040503050406030204" pitchFamily="18" charset="0"/>
                          </a:rPr>
                          <m:t>C</m:t>
                        </m:r>
                      </m:e>
                    </m:d>
                    <m:r>
                      <a:rPr lang="en-IN" b="0" i="0" dirty="0" smtClean="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a:rPr lang="en-US" b="1" i="0">
                            <a:solidFill>
                              <a:srgbClr val="FF0000"/>
                            </a:solidFill>
                            <a:latin typeface="Cambria Math" panose="02040503050406030204" pitchFamily="18" charset="0"/>
                          </a:rPr>
                          <m:t>𝐀</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B</m:t>
                        </m:r>
                        <m:r>
                          <a:rPr lang="en-US" i="0">
                            <a:latin typeface="Cambria Math" panose="02040503050406030204" pitchFamily="18" charset="0"/>
                          </a:rPr>
                          <m:t> | </m:t>
                        </m:r>
                        <m:r>
                          <a:rPr lang="en-US" b="1" i="0">
                            <a:solidFill>
                              <a:srgbClr val="FF0000"/>
                            </a:solidFill>
                            <a:latin typeface="Cambria Math" panose="02040503050406030204" pitchFamily="18" charset="0"/>
                          </a:rPr>
                          <m:t>𝐀</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IN" b="0" i="0" smtClean="0">
                            <a:latin typeface="Cambria Math" panose="02040503050406030204" pitchFamily="18" charset="0"/>
                          </a:rPr>
                          <m:t>C</m:t>
                        </m:r>
                        <m:r>
                          <a:rPr lang="en-US" i="0">
                            <a:latin typeface="Cambria Math" panose="02040503050406030204" pitchFamily="18" charset="0"/>
                          </a:rPr>
                          <m:t> | </m:t>
                        </m:r>
                        <m:r>
                          <a:rPr lang="en-US" b="1" i="0">
                            <a:solidFill>
                              <a:srgbClr val="FF0000"/>
                            </a:solidFill>
                            <a:latin typeface="Cambria Math" panose="02040503050406030204" pitchFamily="18" charset="0"/>
                          </a:rPr>
                          <m:t>𝐀</m:t>
                        </m:r>
                        <m:r>
                          <a:rPr lang="en-IN" b="1" i="0" smtClean="0">
                            <a:solidFill>
                              <a:srgbClr val="FF0000"/>
                            </a:solidFill>
                            <a:latin typeface="Cambria Math" panose="02040503050406030204" pitchFamily="18" charset="0"/>
                          </a:rPr>
                          <m:t>∩</m:t>
                        </m:r>
                        <m:r>
                          <a:rPr lang="en-IN" b="1" i="0" smtClean="0">
                            <a:solidFill>
                              <a:srgbClr val="FF0000"/>
                            </a:solidFill>
                            <a:latin typeface="Cambria Math" panose="02040503050406030204" pitchFamily="18" charset="0"/>
                          </a:rPr>
                          <m:t>𝐁</m:t>
                        </m:r>
                      </m:e>
                    </m:d>
                  </m:oMath>
                </a14:m>
                <a:endParaRPr lang="en-IN"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p:sp>
        <p:nvSpPr>
          <p:cNvPr id="2" name="Title 1"/>
          <p:cNvSpPr>
            <a:spLocks noGrp="1"/>
          </p:cNvSpPr>
          <p:nvPr>
            <p:ph type="title"/>
          </p:nvPr>
        </p:nvSpPr>
        <p:spPr/>
        <p:txBody>
          <a:bodyPr/>
          <a:lstStyle/>
          <a:p>
            <a:r>
              <a:rPr lang="en-US" dirty="0"/>
              <a:t>Multiplicative Law of Probability</a:t>
            </a:r>
          </a:p>
        </p:txBody>
      </p:sp>
    </p:spTree>
    <p:extLst>
      <p:ext uri="{BB962C8B-B14F-4D97-AF65-F5344CB8AC3E}">
        <p14:creationId xmlns:p14="http://schemas.microsoft.com/office/powerpoint/2010/main" val="3963921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dirty="0"/>
                  <a:t>Let </a:t>
                </a:r>
                <a14:m>
                  <m:oMath xmlns:m="http://schemas.openxmlformats.org/officeDocument/2006/math">
                    <m:r>
                      <m:rPr>
                        <m:sty m:val="p"/>
                      </m:rPr>
                      <a:rPr lang="en-US" i="0" dirty="0" smtClean="0">
                        <a:latin typeface="Cambria Math" panose="02040503050406030204" pitchFamily="18" charset="0"/>
                      </a:rPr>
                      <m:t>A</m:t>
                    </m:r>
                  </m:oMath>
                </a14:m>
                <a:r>
                  <a:rPr lang="en-US" dirty="0"/>
                  <a:t> and </a:t>
                </a:r>
                <a14:m>
                  <m:oMath xmlns:m="http://schemas.openxmlformats.org/officeDocument/2006/math">
                    <m:r>
                      <m:rPr>
                        <m:sty m:val="p"/>
                      </m:rPr>
                      <a:rPr lang="en-US" i="0" dirty="0" smtClean="0">
                        <a:latin typeface="Cambria Math" panose="02040503050406030204" pitchFamily="18" charset="0"/>
                      </a:rPr>
                      <m:t>B</m:t>
                    </m:r>
                  </m:oMath>
                </a14:m>
                <a:r>
                  <a:rPr lang="en-US" dirty="0"/>
                  <a:t> be two events associated with the same random experiment, then </a:t>
                </a:r>
                <a14:m>
                  <m:oMath xmlns:m="http://schemas.openxmlformats.org/officeDocument/2006/math">
                    <m:r>
                      <m:rPr>
                        <m:sty m:val="p"/>
                      </m:rPr>
                      <a:rPr lang="en-US" i="0" dirty="0" smtClean="0">
                        <a:latin typeface="Cambria Math" panose="02040503050406030204" pitchFamily="18" charset="0"/>
                      </a:rPr>
                      <m:t>A</m:t>
                    </m:r>
                  </m:oMath>
                </a14:m>
                <a:r>
                  <a:rPr lang="en-US" dirty="0"/>
                  <a:t> and </a:t>
                </a:r>
                <a14:m>
                  <m:oMath xmlns:m="http://schemas.openxmlformats.org/officeDocument/2006/math">
                    <m:r>
                      <m:rPr>
                        <m:sty m:val="p"/>
                      </m:rPr>
                      <a:rPr lang="en-US" i="0" dirty="0" smtClean="0">
                        <a:latin typeface="Cambria Math" panose="02040503050406030204" pitchFamily="18" charset="0"/>
                      </a:rPr>
                      <m:t>B</m:t>
                    </m:r>
                  </m:oMath>
                </a14:m>
                <a:r>
                  <a:rPr lang="en-US" dirty="0"/>
                  <a:t> are known as independent if and only if</a:t>
                </a:r>
                <a:endParaRPr lang="en-IN" dirty="0"/>
              </a:p>
              <a:p>
                <a:pPr marL="266700" indent="0">
                  <a:buNone/>
                </a:pPr>
                <a14:m>
                  <m:oMathPara xmlns:m="http://schemas.openxmlformats.org/officeDocument/2006/math">
                    <m:oMathParaPr>
                      <m:jc m:val="left"/>
                    </m:oMathParaPr>
                    <m:oMath xmlns:m="http://schemas.openxmlformats.org/officeDocument/2006/math">
                      <m:r>
                        <a:rPr lang="en-US" b="1" i="0"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𝐀</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𝐁</m:t>
                          </m:r>
                        </m:e>
                      </m:d>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𝐀</m:t>
                          </m:r>
                        </m:e>
                      </m:d>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𝐁</m:t>
                          </m:r>
                        </m:e>
                      </m:d>
                    </m:oMath>
                  </m:oMathPara>
                </a14:m>
                <a:endParaRPr lang="en-IN" dirty="0">
                  <a:solidFill>
                    <a:srgbClr val="FF0000"/>
                  </a:solidFill>
                </a:endParaRPr>
              </a:p>
              <a:p>
                <a:pPr lvl="0"/>
                <a:r>
                  <a:rPr lang="en-US" dirty="0"/>
                  <a:t>Furthermore, if events </a:t>
                </a:r>
                <a14:m>
                  <m:oMath xmlns:m="http://schemas.openxmlformats.org/officeDocument/2006/math">
                    <m:r>
                      <m:rPr>
                        <m:sty m:val="p"/>
                      </m:rPr>
                      <a:rPr lang="en-US" i="0" dirty="0" smtClean="0">
                        <a:latin typeface="Cambria Math" panose="02040503050406030204" pitchFamily="18" charset="0"/>
                      </a:rPr>
                      <m:t>A</m:t>
                    </m:r>
                  </m:oMath>
                </a14:m>
                <a:r>
                  <a:rPr lang="en-US" dirty="0"/>
                  <a:t> and </a:t>
                </a:r>
                <a14:m>
                  <m:oMath xmlns:m="http://schemas.openxmlformats.org/officeDocument/2006/math">
                    <m:r>
                      <m:rPr>
                        <m:sty m:val="p"/>
                      </m:rPr>
                      <a:rPr lang="en-US" i="0" dirty="0" smtClean="0">
                        <a:latin typeface="Cambria Math" panose="02040503050406030204" pitchFamily="18" charset="0"/>
                      </a:rPr>
                      <m:t>B</m:t>
                    </m:r>
                  </m:oMath>
                </a14:m>
                <a:r>
                  <a:rPr lang="en-US" dirty="0"/>
                  <a:t> are independent events then</a:t>
                </a:r>
                <a:endParaRPr lang="en-IN" dirty="0"/>
              </a:p>
              <a:p>
                <a:pPr lvl="1"/>
                <a14:m>
                  <m:oMath xmlns:m="http://schemas.openxmlformats.org/officeDocument/2006/math">
                    <m:r>
                      <m:rPr>
                        <m:sty m:val="p"/>
                      </m:rPr>
                      <a:rPr lang="en-US" i="0" smtClean="0">
                        <a:latin typeface="Cambria Math" panose="02040503050406030204" pitchFamily="18" charset="0"/>
                      </a:rPr>
                      <m:t>P</m:t>
                    </m:r>
                    <m:d>
                      <m:dPr>
                        <m:ctrlPr>
                          <a:rPr lang="en-IN" i="1">
                            <a:latin typeface="Cambria Math" panose="02040503050406030204" pitchFamily="18" charset="0"/>
                          </a:rPr>
                        </m:ctrlPr>
                      </m:dPr>
                      <m:e>
                        <m:r>
                          <a:rPr lang="en-US" b="1" i="0" smtClean="0">
                            <a:solidFill>
                              <a:srgbClr val="0070C0"/>
                            </a:solidFill>
                            <a:latin typeface="Cambria Math" panose="02040503050406030204" pitchFamily="18" charset="0"/>
                          </a:rPr>
                          <m:t>𝐀</m:t>
                        </m:r>
                        <m:r>
                          <a:rPr lang="en-US" i="0">
                            <a:latin typeface="Cambria Math" panose="02040503050406030204" pitchFamily="18" charset="0"/>
                          </a:rPr>
                          <m:t> </m:t>
                        </m:r>
                      </m:e>
                      <m:e>
                        <m:r>
                          <a:rPr lang="en-IN" b="0" i="0" smtClean="0">
                            <a:latin typeface="Cambria Math" panose="02040503050406030204" pitchFamily="18" charset="0"/>
                          </a:rPr>
                          <m:t> </m:t>
                        </m:r>
                        <m:r>
                          <m:rPr>
                            <m:sty m:val="p"/>
                          </m:rPr>
                          <a:rPr lang="en-US" i="0">
                            <a:latin typeface="Cambria Math" panose="02040503050406030204" pitchFamily="18" charset="0"/>
                          </a:rPr>
                          <m:t>B</m:t>
                        </m:r>
                      </m:e>
                    </m:d>
                    <m:r>
                      <a:rPr lang="en-US" i="0">
                        <a:latin typeface="Cambria Math" panose="02040503050406030204" pitchFamily="18" charset="0"/>
                      </a:rPr>
                      <m:t>=</m:t>
                    </m:r>
                    <m:r>
                      <m:rPr>
                        <m:sty m:val="p"/>
                      </m:rPr>
                      <a:rPr lang="en-IN">
                        <a:latin typeface="Cambria Math" panose="02040503050406030204" pitchFamily="18" charset="0"/>
                      </a:rPr>
                      <m:t>P</m:t>
                    </m:r>
                    <m:d>
                      <m:dPr>
                        <m:ctrlPr>
                          <a:rPr lang="en-IN" i="1">
                            <a:latin typeface="Cambria Math" panose="02040503050406030204" pitchFamily="18" charset="0"/>
                          </a:rPr>
                        </m:ctrlPr>
                      </m:dPr>
                      <m:e>
                        <m:r>
                          <a:rPr lang="en-IN" b="1" i="1" smtClean="0">
                            <a:solidFill>
                              <a:srgbClr val="0070C0"/>
                            </a:solidFill>
                            <a:latin typeface="Cambria Math" panose="02040503050406030204" pitchFamily="18" charset="0"/>
                          </a:rPr>
                          <m:t>𝐀</m:t>
                        </m:r>
                      </m:e>
                    </m:d>
                  </m:oMath>
                </a14:m>
                <a:endParaRPr lang="en-IN" dirty="0"/>
              </a:p>
              <a:p>
                <a:pPr lvl="1"/>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a:rPr lang="en-IN" b="1" i="0" smtClean="0">
                            <a:solidFill>
                              <a:srgbClr val="0070C0"/>
                            </a:solidFill>
                            <a:latin typeface="Cambria Math" panose="02040503050406030204" pitchFamily="18" charset="0"/>
                          </a:rPr>
                          <m:t>𝐁</m:t>
                        </m:r>
                        <m:r>
                          <a:rPr lang="en-US">
                            <a:latin typeface="Cambria Math" panose="02040503050406030204" pitchFamily="18" charset="0"/>
                          </a:rPr>
                          <m:t> </m:t>
                        </m:r>
                      </m:e>
                      <m:e>
                        <m:r>
                          <a:rPr lang="en-IN">
                            <a:latin typeface="Cambria Math" panose="02040503050406030204" pitchFamily="18" charset="0"/>
                          </a:rPr>
                          <m:t> </m:t>
                        </m:r>
                        <m:r>
                          <m:rPr>
                            <m:sty m:val="p"/>
                          </m:rPr>
                          <a:rPr lang="en-IN" b="0" i="0" smtClean="0">
                            <a:latin typeface="Cambria Math" panose="02040503050406030204" pitchFamily="18" charset="0"/>
                          </a:rPr>
                          <m:t>A</m:t>
                        </m:r>
                      </m:e>
                    </m:d>
                    <m:r>
                      <a:rPr lang="en-US">
                        <a:latin typeface="Cambria Math" panose="02040503050406030204" pitchFamily="18" charset="0"/>
                      </a:rPr>
                      <m:t>=</m:t>
                    </m:r>
                    <m:r>
                      <m:rPr>
                        <m:sty m:val="p"/>
                      </m:rPr>
                      <a:rPr lang="en-IN">
                        <a:latin typeface="Cambria Math" panose="02040503050406030204" pitchFamily="18" charset="0"/>
                      </a:rPr>
                      <m:t>P</m:t>
                    </m:r>
                    <m:d>
                      <m:dPr>
                        <m:ctrlPr>
                          <a:rPr lang="en-IN" i="1">
                            <a:latin typeface="Cambria Math" panose="02040503050406030204" pitchFamily="18" charset="0"/>
                          </a:rPr>
                        </m:ctrlPr>
                      </m:dPr>
                      <m:e>
                        <m:r>
                          <a:rPr lang="en-IN" b="1" i="0" smtClean="0">
                            <a:solidFill>
                              <a:srgbClr val="0070C0"/>
                            </a:solidFill>
                            <a:latin typeface="Cambria Math" panose="02040503050406030204" pitchFamily="18" charset="0"/>
                          </a:rPr>
                          <m:t>𝐁</m:t>
                        </m:r>
                      </m:e>
                    </m:d>
                  </m:oMath>
                </a14:m>
                <a:endParaRPr lang="en-IN"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p:sp>
        <p:nvSpPr>
          <p:cNvPr id="12" name="Rectangle 11">
            <a:extLst>
              <a:ext uri="{FF2B5EF4-FFF2-40B4-BE49-F238E27FC236}">
                <a16:creationId xmlns:a16="http://schemas.microsoft.com/office/drawing/2014/main" id="{34143EAA-0CE8-4C6C-B047-82CB8DD8AC3E}"/>
              </a:ext>
            </a:extLst>
          </p:cNvPr>
          <p:cNvSpPr/>
          <p:nvPr/>
        </p:nvSpPr>
        <p:spPr>
          <a:xfrm>
            <a:off x="8650514" y="3831771"/>
            <a:ext cx="3541485" cy="1754677"/>
          </a:xfrm>
          <a:prstGeom prst="rect">
            <a:avLst/>
          </a:prstGeom>
          <a:ln>
            <a:noFill/>
          </a:ln>
          <a:effectLst>
            <a:outerShdw blurRad="50800" dist="38100" dir="5400000" algn="t"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2" name="Title 1"/>
          <p:cNvSpPr>
            <a:spLocks noGrp="1"/>
          </p:cNvSpPr>
          <p:nvPr>
            <p:ph type="title"/>
          </p:nvPr>
        </p:nvSpPr>
        <p:spPr/>
        <p:txBody>
          <a:bodyPr/>
          <a:lstStyle/>
          <a:p>
            <a:r>
              <a:rPr lang="en-US" dirty="0"/>
              <a:t>Independent Events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E1F7130-C7CD-49D7-85AF-72F6E99CB04C}"/>
                  </a:ext>
                </a:extLst>
              </p:cNvPr>
              <p:cNvSpPr txBox="1"/>
              <p:nvPr/>
            </p:nvSpPr>
            <p:spPr>
              <a:xfrm>
                <a:off x="8650514" y="3948042"/>
                <a:ext cx="3509954" cy="936000"/>
              </a:xfrm>
              <a:prstGeom prst="rect">
                <a:avLst/>
              </a:prstGeom>
            </p:spPr>
            <p:txBody>
              <a:bodyPr vert="horz" lIns="91440" tIns="45720" rIns="91440" bIns="45720" rtlCol="0" anchor="ctr">
                <a:noAutofit/>
              </a:bodyPr>
              <a:lstStyle>
                <a:lvl1pPr marL="265113" lvl="0" indent="-265113" algn="just">
                  <a:lnSpc>
                    <a:spcPct val="125000"/>
                  </a:lnSpc>
                  <a:spcBef>
                    <a:spcPts val="1000"/>
                  </a:spcBef>
                  <a:buClr>
                    <a:schemeClr val="accent6"/>
                  </a:buClr>
                  <a:buFont typeface="Wingdings 3" panose="05040102010807070707" pitchFamily="18" charset="2"/>
                  <a:buChar char=""/>
                  <a:defRPr sz="2800">
                    <a:solidFill>
                      <a:srgbClr val="002060"/>
                    </a:solidFill>
                  </a:defRPr>
                </a:lvl1pPr>
                <a:lvl2pPr marL="623888" lvl="1" indent="-352425" algn="just">
                  <a:lnSpc>
                    <a:spcPct val="125000"/>
                  </a:lnSpc>
                  <a:spcBef>
                    <a:spcPts val="1000"/>
                  </a:spcBef>
                  <a:buClr>
                    <a:schemeClr val="accent6"/>
                  </a:buClr>
                  <a:buFont typeface="Wingdings 3" panose="05040102010807070707" pitchFamily="18" charset="2"/>
                  <a:buChar char=""/>
                  <a:defRPr sz="2800" i="0">
                    <a:solidFill>
                      <a:srgbClr val="002060"/>
                    </a:solidFill>
                    <a:latin typeface="Cambria Math" panose="02040503050406030204" pitchFamily="18" charset="0"/>
                  </a:defRPr>
                </a:lvl2pPr>
                <a:lvl3pPr marL="900113" indent="-228600" algn="just">
                  <a:lnSpc>
                    <a:spcPct val="125000"/>
                  </a:lnSpc>
                  <a:spcBef>
                    <a:spcPts val="1000"/>
                  </a:spcBef>
                  <a:buClr>
                    <a:schemeClr val="accent6"/>
                  </a:buClr>
                  <a:buFont typeface="Wingdings" panose="05000000000000000000" pitchFamily="2" charset="2"/>
                  <a:buChar char="§"/>
                  <a:defRPr sz="2800">
                    <a:solidFill>
                      <a:srgbClr val="002060"/>
                    </a:solidFill>
                  </a:defRPr>
                </a:lvl3pPr>
                <a:lvl4pPr marL="1262063" indent="-228600" algn="just">
                  <a:lnSpc>
                    <a:spcPct val="125000"/>
                  </a:lnSpc>
                  <a:spcBef>
                    <a:spcPts val="1000"/>
                  </a:spcBef>
                  <a:buClr>
                    <a:schemeClr val="accent6"/>
                  </a:buClr>
                  <a:buFont typeface="Arial" panose="020B0604020202020204" pitchFamily="34" charset="0"/>
                  <a:buChar char="•"/>
                  <a:defRPr sz="2800">
                    <a:solidFill>
                      <a:srgbClr val="002060"/>
                    </a:solidFill>
                  </a:defRPr>
                </a:lvl4pPr>
                <a:lvl5pPr marL="1612900" indent="-228600" algn="just">
                  <a:lnSpc>
                    <a:spcPct val="125000"/>
                  </a:lnSpc>
                  <a:spcBef>
                    <a:spcPts val="1000"/>
                  </a:spcBef>
                  <a:buClr>
                    <a:schemeClr val="accent6"/>
                  </a:buClr>
                  <a:buFont typeface="Arial" panose="020B0604020202020204" pitchFamily="34" charset="0"/>
                  <a:buChar char="•"/>
                  <a:defRPr sz="2800">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lvl="1" indent="0">
                  <a:lnSpc>
                    <a:spcPct val="100000"/>
                  </a:lnSpc>
                  <a:spcBef>
                    <a:spcPts val="0"/>
                  </a:spcBef>
                  <a:buNone/>
                </a:pPr>
                <a14:m>
                  <m:oMathPara xmlns:m="http://schemas.openxmlformats.org/officeDocument/2006/math">
                    <m:oMathParaPr>
                      <m:jc m:val="left"/>
                    </m:oMathParaPr>
                    <m:oMath xmlns:m="http://schemas.openxmlformats.org/officeDocument/2006/math">
                      <m:r>
                        <a:rPr lang="en-US" sz="2600" b="1" i="0" smtClean="0">
                          <a:solidFill>
                            <a:schemeClr val="bg1"/>
                          </a:solidFill>
                          <a:effectLst>
                            <a:outerShdw blurRad="38100" dist="38100" dir="2700000" algn="tl">
                              <a:srgbClr val="000000">
                                <a:alpha val="43137"/>
                              </a:srgbClr>
                            </a:outerShdw>
                          </a:effectLst>
                          <a:latin typeface="Cambria Math" panose="02040503050406030204" pitchFamily="18" charset="0"/>
                        </a:rPr>
                        <m:t>𝐏</m:t>
                      </m:r>
                      <m:d>
                        <m:dPr>
                          <m:ctrlPr>
                            <a:rPr lang="en-IN" sz="2600" b="1" i="1">
                              <a:solidFill>
                                <a:schemeClr val="bg1"/>
                              </a:solidFill>
                              <a:effectLst>
                                <a:outerShdw blurRad="38100" dist="38100" dir="2700000" algn="tl">
                                  <a:srgbClr val="000000">
                                    <a:alpha val="43137"/>
                                  </a:srgbClr>
                                </a:outerShdw>
                              </a:effectLst>
                              <a:latin typeface="Cambria Math" panose="02040503050406030204" pitchFamily="18" charset="0"/>
                            </a:rPr>
                          </m:ctrlPr>
                        </m:dPr>
                        <m:e>
                          <m:r>
                            <a:rPr lang="en-US" sz="2600" b="1" i="0">
                              <a:solidFill>
                                <a:schemeClr val="bg1"/>
                              </a:solidFill>
                              <a:effectLst>
                                <a:outerShdw blurRad="38100" dist="38100" dir="2700000" algn="tl">
                                  <a:srgbClr val="000000">
                                    <a:alpha val="43137"/>
                                  </a:srgbClr>
                                </a:outerShdw>
                              </a:effectLst>
                              <a:latin typeface="Cambria Math" panose="02040503050406030204" pitchFamily="18" charset="0"/>
                            </a:rPr>
                            <m:t>𝐀</m:t>
                          </m:r>
                          <m:r>
                            <a:rPr lang="en-US" sz="2600" b="1" i="0">
                              <a:solidFill>
                                <a:schemeClr val="bg1"/>
                              </a:solidFill>
                              <a:effectLst>
                                <a:outerShdw blurRad="38100" dist="38100" dir="2700000" algn="tl">
                                  <a:srgbClr val="000000">
                                    <a:alpha val="43137"/>
                                  </a:srgbClr>
                                </a:outerShdw>
                              </a:effectLst>
                              <a:latin typeface="Cambria Math" panose="02040503050406030204" pitchFamily="18" charset="0"/>
                            </a:rPr>
                            <m:t> </m:t>
                          </m:r>
                        </m:e>
                        <m:e>
                          <m:r>
                            <a:rPr lang="en-IN" sz="2600" b="1" i="0">
                              <a:solidFill>
                                <a:schemeClr val="bg1"/>
                              </a:solidFill>
                              <a:effectLst>
                                <a:outerShdw blurRad="38100" dist="38100" dir="2700000" algn="tl">
                                  <a:srgbClr val="000000">
                                    <a:alpha val="43137"/>
                                  </a:srgbClr>
                                </a:outerShdw>
                              </a:effectLst>
                              <a:latin typeface="Cambria Math" panose="02040503050406030204" pitchFamily="18" charset="0"/>
                            </a:rPr>
                            <m:t> </m:t>
                          </m:r>
                          <m:r>
                            <a:rPr lang="en-US" sz="2600" b="1" i="0">
                              <a:solidFill>
                                <a:schemeClr val="bg1"/>
                              </a:solidFill>
                              <a:effectLst>
                                <a:outerShdw blurRad="38100" dist="38100" dir="2700000" algn="tl">
                                  <a:srgbClr val="000000">
                                    <a:alpha val="43137"/>
                                  </a:srgbClr>
                                </a:outerShdw>
                              </a:effectLst>
                              <a:latin typeface="Cambria Math" panose="02040503050406030204" pitchFamily="18" charset="0"/>
                            </a:rPr>
                            <m:t>𝐁</m:t>
                          </m:r>
                        </m:e>
                      </m:d>
                      <m:r>
                        <a:rPr lang="en-US" sz="2600" b="1" i="0">
                          <a:solidFill>
                            <a:schemeClr val="bg1"/>
                          </a:solidFill>
                          <a:effectLst>
                            <a:outerShdw blurRad="38100" dist="38100" dir="2700000" algn="tl">
                              <a:srgbClr val="000000">
                                <a:alpha val="43137"/>
                              </a:srgbClr>
                            </a:outerShdw>
                          </a:effectLst>
                          <a:latin typeface="Cambria Math" panose="02040503050406030204" pitchFamily="18" charset="0"/>
                        </a:rPr>
                        <m:t>=</m:t>
                      </m:r>
                      <m:f>
                        <m:fPr>
                          <m:ctrlPr>
                            <a:rPr lang="en-IN" sz="2600" b="1" i="1">
                              <a:solidFill>
                                <a:schemeClr val="bg1"/>
                              </a:solidFill>
                              <a:effectLst>
                                <a:outerShdw blurRad="38100" dist="38100" dir="2700000" algn="tl">
                                  <a:srgbClr val="000000">
                                    <a:alpha val="43137"/>
                                  </a:srgbClr>
                                </a:outerShdw>
                              </a:effectLst>
                              <a:latin typeface="Cambria Math" panose="02040503050406030204" pitchFamily="18" charset="0"/>
                            </a:rPr>
                          </m:ctrlPr>
                        </m:fPr>
                        <m:num>
                          <m:r>
                            <a:rPr lang="en-US" sz="2600" b="1" i="0">
                              <a:solidFill>
                                <a:schemeClr val="bg1"/>
                              </a:solidFill>
                              <a:effectLst>
                                <a:outerShdw blurRad="38100" dist="38100" dir="2700000" algn="tl">
                                  <a:srgbClr val="000000">
                                    <a:alpha val="43137"/>
                                  </a:srgbClr>
                                </a:outerShdw>
                              </a:effectLst>
                              <a:latin typeface="Cambria Math" panose="02040503050406030204" pitchFamily="18" charset="0"/>
                            </a:rPr>
                            <m:t>𝐏</m:t>
                          </m:r>
                          <m:r>
                            <a:rPr lang="en-US" sz="2600" b="1" i="0">
                              <a:solidFill>
                                <a:schemeClr val="bg1"/>
                              </a:solidFill>
                              <a:effectLst>
                                <a:outerShdw blurRad="38100" dist="38100" dir="2700000" algn="tl">
                                  <a:srgbClr val="000000">
                                    <a:alpha val="43137"/>
                                  </a:srgbClr>
                                </a:outerShdw>
                              </a:effectLst>
                              <a:latin typeface="Cambria Math" panose="02040503050406030204" pitchFamily="18" charset="0"/>
                            </a:rPr>
                            <m:t>(</m:t>
                          </m:r>
                          <m:r>
                            <a:rPr lang="en-US" sz="2600" b="1" i="0">
                              <a:solidFill>
                                <a:schemeClr val="bg1"/>
                              </a:solidFill>
                              <a:effectLst>
                                <a:outerShdw blurRad="38100" dist="38100" dir="2700000" algn="tl">
                                  <a:srgbClr val="000000">
                                    <a:alpha val="43137"/>
                                  </a:srgbClr>
                                </a:outerShdw>
                              </a:effectLst>
                              <a:latin typeface="Cambria Math" panose="02040503050406030204" pitchFamily="18" charset="0"/>
                            </a:rPr>
                            <m:t>𝐀</m:t>
                          </m:r>
                          <m:r>
                            <a:rPr lang="en-US" sz="2600" b="1" i="0">
                              <a:solidFill>
                                <a:schemeClr val="bg1"/>
                              </a:solidFill>
                              <a:effectLst>
                                <a:outerShdw blurRad="38100" dist="38100" dir="2700000" algn="tl">
                                  <a:srgbClr val="000000">
                                    <a:alpha val="43137"/>
                                  </a:srgbClr>
                                </a:outerShdw>
                              </a:effectLst>
                              <a:latin typeface="Cambria Math" panose="02040503050406030204" pitchFamily="18" charset="0"/>
                            </a:rPr>
                            <m:t>)⋅</m:t>
                          </m:r>
                          <m:r>
                            <a:rPr lang="en-US" sz="2600" b="1" i="0">
                              <a:solidFill>
                                <a:schemeClr val="bg1"/>
                              </a:solidFill>
                              <a:effectLst>
                                <a:outerShdw blurRad="38100" dist="38100" dir="2700000" algn="tl">
                                  <a:srgbClr val="000000">
                                    <a:alpha val="43137"/>
                                  </a:srgbClr>
                                </a:outerShdw>
                              </a:effectLst>
                              <a:latin typeface="Cambria Math" panose="02040503050406030204" pitchFamily="18" charset="0"/>
                            </a:rPr>
                            <m:t>𝐏</m:t>
                          </m:r>
                          <m:r>
                            <a:rPr lang="en-US" sz="2600" b="1" i="0">
                              <a:solidFill>
                                <a:schemeClr val="bg1"/>
                              </a:solidFill>
                              <a:effectLst>
                                <a:outerShdw blurRad="38100" dist="38100" dir="2700000" algn="tl">
                                  <a:srgbClr val="000000">
                                    <a:alpha val="43137"/>
                                  </a:srgbClr>
                                </a:outerShdw>
                              </a:effectLst>
                              <a:latin typeface="Cambria Math" panose="02040503050406030204" pitchFamily="18" charset="0"/>
                            </a:rPr>
                            <m:t>(</m:t>
                          </m:r>
                          <m:r>
                            <a:rPr lang="en-US" sz="2600" b="1" i="0">
                              <a:solidFill>
                                <a:schemeClr val="bg1"/>
                              </a:solidFill>
                              <a:effectLst>
                                <a:outerShdw blurRad="38100" dist="38100" dir="2700000" algn="tl">
                                  <a:srgbClr val="000000">
                                    <a:alpha val="43137"/>
                                  </a:srgbClr>
                                </a:outerShdw>
                              </a:effectLst>
                              <a:latin typeface="Cambria Math" panose="02040503050406030204" pitchFamily="18" charset="0"/>
                            </a:rPr>
                            <m:t>𝐁</m:t>
                          </m:r>
                          <m:r>
                            <a:rPr lang="en-US" sz="2600" b="1" i="0">
                              <a:solidFill>
                                <a:schemeClr val="bg1"/>
                              </a:solidFill>
                              <a:effectLst>
                                <a:outerShdw blurRad="38100" dist="38100" dir="2700000" algn="tl">
                                  <a:srgbClr val="000000">
                                    <a:alpha val="43137"/>
                                  </a:srgbClr>
                                </a:outerShdw>
                              </a:effectLst>
                              <a:latin typeface="Cambria Math" panose="02040503050406030204" pitchFamily="18" charset="0"/>
                            </a:rPr>
                            <m:t>)</m:t>
                          </m:r>
                        </m:num>
                        <m:den>
                          <m:r>
                            <a:rPr lang="en-IN" sz="2600" b="1" i="0">
                              <a:solidFill>
                                <a:schemeClr val="bg1"/>
                              </a:solidFill>
                              <a:effectLst>
                                <a:outerShdw blurRad="38100" dist="38100" dir="2700000" algn="tl">
                                  <a:srgbClr val="000000">
                                    <a:alpha val="43137"/>
                                  </a:srgbClr>
                                </a:outerShdw>
                              </a:effectLst>
                              <a:latin typeface="Cambria Math" panose="02040503050406030204" pitchFamily="18" charset="0"/>
                            </a:rPr>
                            <m:t>𝐏</m:t>
                          </m:r>
                          <m:d>
                            <m:dPr>
                              <m:ctrlPr>
                                <a:rPr lang="en-IN" sz="2600" b="1" i="1">
                                  <a:solidFill>
                                    <a:schemeClr val="bg1"/>
                                  </a:solidFill>
                                  <a:effectLst>
                                    <a:outerShdw blurRad="38100" dist="38100" dir="2700000" algn="tl">
                                      <a:srgbClr val="000000">
                                        <a:alpha val="43137"/>
                                      </a:srgbClr>
                                    </a:outerShdw>
                                  </a:effectLst>
                                  <a:latin typeface="Cambria Math" panose="02040503050406030204" pitchFamily="18" charset="0"/>
                                </a:rPr>
                              </m:ctrlPr>
                            </m:dPr>
                            <m:e>
                              <m:r>
                                <a:rPr lang="en-IN" sz="2600" b="1" i="0">
                                  <a:solidFill>
                                    <a:schemeClr val="bg1"/>
                                  </a:solidFill>
                                  <a:effectLst>
                                    <a:outerShdw blurRad="38100" dist="38100" dir="2700000" algn="tl">
                                      <a:srgbClr val="000000">
                                        <a:alpha val="43137"/>
                                      </a:srgbClr>
                                    </a:outerShdw>
                                  </a:effectLst>
                                  <a:latin typeface="Cambria Math" panose="02040503050406030204" pitchFamily="18" charset="0"/>
                                </a:rPr>
                                <m:t>𝐁</m:t>
                              </m:r>
                            </m:e>
                          </m:d>
                        </m:den>
                      </m:f>
                    </m:oMath>
                  </m:oMathPara>
                </a14:m>
                <a:endParaRPr lang="en-IN" sz="2600" b="1" dirty="0">
                  <a:solidFill>
                    <a:schemeClr val="bg1"/>
                  </a:solidFill>
                  <a:effectLst>
                    <a:outerShdw blurRad="38100" dist="38100" dir="2700000" algn="tl">
                      <a:srgbClr val="000000">
                        <a:alpha val="43137"/>
                      </a:srgbClr>
                    </a:outerShdw>
                  </a:effectLst>
                </a:endParaRPr>
              </a:p>
            </p:txBody>
          </p:sp>
        </mc:Choice>
        <mc:Fallback xmlns="">
          <p:sp>
            <p:nvSpPr>
              <p:cNvPr id="5" name="TextBox 4">
                <a:extLst>
                  <a:ext uri="{FF2B5EF4-FFF2-40B4-BE49-F238E27FC236}">
                    <a16:creationId xmlns:a16="http://schemas.microsoft.com/office/drawing/2014/main" id="{1E1F7130-C7CD-49D7-85AF-72F6E99CB04C}"/>
                  </a:ext>
                </a:extLst>
              </p:cNvPr>
              <p:cNvSpPr txBox="1">
                <a:spLocks noRot="1" noChangeAspect="1" noMove="1" noResize="1" noEditPoints="1" noAdjustHandles="1" noChangeArrowheads="1" noChangeShapeType="1" noTextEdit="1"/>
              </p:cNvSpPr>
              <p:nvPr/>
            </p:nvSpPr>
            <p:spPr>
              <a:xfrm>
                <a:off x="8650514" y="3948042"/>
                <a:ext cx="3509954" cy="93600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F28B6AF-4A41-4CF9-B0D1-803C669B78DB}"/>
                  </a:ext>
                </a:extLst>
              </p:cNvPr>
              <p:cNvSpPr txBox="1"/>
              <p:nvPr/>
            </p:nvSpPr>
            <p:spPr>
              <a:xfrm>
                <a:off x="10084996" y="5046448"/>
                <a:ext cx="1346199" cy="540000"/>
              </a:xfrm>
              <a:prstGeom prst="rect">
                <a:avLst/>
              </a:prstGeom>
            </p:spPr>
            <p:txBody>
              <a:bodyPr vert="horz" lIns="91440" tIns="45720" rIns="91440" bIns="45720" rtlCol="0">
                <a:noAutofit/>
              </a:bodyPr>
              <a:lstStyle>
                <a:lvl1pPr marL="265113" lvl="0" indent="-265113" algn="just">
                  <a:lnSpc>
                    <a:spcPct val="125000"/>
                  </a:lnSpc>
                  <a:spcBef>
                    <a:spcPts val="1000"/>
                  </a:spcBef>
                  <a:buClr>
                    <a:schemeClr val="accent6"/>
                  </a:buClr>
                  <a:buFont typeface="Wingdings 3" panose="05040102010807070707" pitchFamily="18" charset="2"/>
                  <a:buChar char=""/>
                  <a:defRPr sz="2800">
                    <a:solidFill>
                      <a:srgbClr val="002060"/>
                    </a:solidFill>
                  </a:defRPr>
                </a:lvl1pPr>
                <a:lvl2pPr marL="623888" lvl="1" indent="-352425" algn="just">
                  <a:lnSpc>
                    <a:spcPct val="125000"/>
                  </a:lnSpc>
                  <a:spcBef>
                    <a:spcPts val="1000"/>
                  </a:spcBef>
                  <a:buClr>
                    <a:schemeClr val="accent6"/>
                  </a:buClr>
                  <a:buFont typeface="Wingdings 3" panose="05040102010807070707" pitchFamily="18" charset="2"/>
                  <a:buChar char=""/>
                  <a:defRPr sz="2800" i="0">
                    <a:solidFill>
                      <a:srgbClr val="002060"/>
                    </a:solidFill>
                    <a:latin typeface="Cambria Math" panose="02040503050406030204" pitchFamily="18" charset="0"/>
                  </a:defRPr>
                </a:lvl2pPr>
                <a:lvl3pPr marL="900113" indent="-228600" algn="just">
                  <a:lnSpc>
                    <a:spcPct val="125000"/>
                  </a:lnSpc>
                  <a:spcBef>
                    <a:spcPts val="1000"/>
                  </a:spcBef>
                  <a:buClr>
                    <a:schemeClr val="accent6"/>
                  </a:buClr>
                  <a:buFont typeface="Wingdings" panose="05000000000000000000" pitchFamily="2" charset="2"/>
                  <a:buChar char="§"/>
                  <a:defRPr sz="2800">
                    <a:solidFill>
                      <a:srgbClr val="002060"/>
                    </a:solidFill>
                  </a:defRPr>
                </a:lvl3pPr>
                <a:lvl4pPr marL="1262063" indent="-228600" algn="just">
                  <a:lnSpc>
                    <a:spcPct val="125000"/>
                  </a:lnSpc>
                  <a:spcBef>
                    <a:spcPts val="1000"/>
                  </a:spcBef>
                  <a:buClr>
                    <a:schemeClr val="accent6"/>
                  </a:buClr>
                  <a:buFont typeface="Arial" panose="020B0604020202020204" pitchFamily="34" charset="0"/>
                  <a:buChar char="•"/>
                  <a:defRPr sz="2800">
                    <a:solidFill>
                      <a:srgbClr val="002060"/>
                    </a:solidFill>
                  </a:defRPr>
                </a:lvl4pPr>
                <a:lvl5pPr marL="1612900" indent="-228600" algn="just">
                  <a:lnSpc>
                    <a:spcPct val="125000"/>
                  </a:lnSpc>
                  <a:spcBef>
                    <a:spcPts val="1000"/>
                  </a:spcBef>
                  <a:buClr>
                    <a:schemeClr val="accent6"/>
                  </a:buClr>
                  <a:buFont typeface="Arial" panose="020B0604020202020204" pitchFamily="34" charset="0"/>
                  <a:buChar char="•"/>
                  <a:defRPr sz="2800">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lvl="1" indent="0" algn="l">
                  <a:lnSpc>
                    <a:spcPct val="100000"/>
                  </a:lnSpc>
                  <a:spcBef>
                    <a:spcPts val="0"/>
                  </a:spcBef>
                  <a:buNone/>
                </a:pPr>
                <a14:m>
                  <m:oMathPara xmlns:m="http://schemas.openxmlformats.org/officeDocument/2006/math">
                    <m:oMathParaPr>
                      <m:jc m:val="left"/>
                    </m:oMathParaPr>
                    <m:oMath xmlns:m="http://schemas.openxmlformats.org/officeDocument/2006/math">
                      <m:r>
                        <a:rPr lang="en-US" sz="2600" b="1" i="0" smtClean="0">
                          <a:solidFill>
                            <a:schemeClr val="bg1"/>
                          </a:solidFill>
                          <a:effectLst>
                            <a:outerShdw blurRad="38100" dist="38100" dir="2700000" algn="tl">
                              <a:srgbClr val="000000">
                                <a:alpha val="43137"/>
                              </a:srgbClr>
                            </a:outerShdw>
                          </a:effectLst>
                          <a:latin typeface="Cambria Math" panose="02040503050406030204" pitchFamily="18" charset="0"/>
                        </a:rPr>
                        <m:t>=</m:t>
                      </m:r>
                      <m:r>
                        <a:rPr lang="en-IN" sz="2600" b="1" i="0">
                          <a:solidFill>
                            <a:schemeClr val="bg1"/>
                          </a:solidFill>
                          <a:effectLst>
                            <a:outerShdw blurRad="38100" dist="38100" dir="2700000" algn="tl">
                              <a:srgbClr val="000000">
                                <a:alpha val="43137"/>
                              </a:srgbClr>
                            </a:outerShdw>
                          </a:effectLst>
                          <a:latin typeface="Cambria Math" panose="02040503050406030204" pitchFamily="18" charset="0"/>
                        </a:rPr>
                        <m:t>𝐏</m:t>
                      </m:r>
                      <m:d>
                        <m:dPr>
                          <m:ctrlPr>
                            <a:rPr lang="en-IN" sz="2600" b="1" i="1">
                              <a:solidFill>
                                <a:schemeClr val="bg1"/>
                              </a:solidFill>
                              <a:effectLst>
                                <a:outerShdw blurRad="38100" dist="38100" dir="2700000" algn="tl">
                                  <a:srgbClr val="000000">
                                    <a:alpha val="43137"/>
                                  </a:srgbClr>
                                </a:outerShdw>
                              </a:effectLst>
                              <a:latin typeface="Cambria Math" panose="02040503050406030204" pitchFamily="18" charset="0"/>
                            </a:rPr>
                          </m:ctrlPr>
                        </m:dPr>
                        <m:e>
                          <m:r>
                            <a:rPr lang="en-IN" sz="2600" b="1" i="0">
                              <a:solidFill>
                                <a:schemeClr val="bg1"/>
                              </a:solidFill>
                              <a:effectLst>
                                <a:outerShdw blurRad="38100" dist="38100" dir="2700000" algn="tl">
                                  <a:srgbClr val="000000">
                                    <a:alpha val="43137"/>
                                  </a:srgbClr>
                                </a:outerShdw>
                              </a:effectLst>
                              <a:latin typeface="Cambria Math" panose="02040503050406030204" pitchFamily="18" charset="0"/>
                            </a:rPr>
                            <m:t>𝐀</m:t>
                          </m:r>
                        </m:e>
                      </m:d>
                    </m:oMath>
                  </m:oMathPara>
                </a14:m>
                <a:endParaRPr lang="en-IN" sz="2600" b="1" dirty="0">
                  <a:solidFill>
                    <a:schemeClr val="bg1"/>
                  </a:solidFill>
                  <a:effectLst>
                    <a:outerShdw blurRad="38100" dist="38100" dir="2700000" algn="tl">
                      <a:srgbClr val="000000">
                        <a:alpha val="43137"/>
                      </a:srgbClr>
                    </a:outerShdw>
                  </a:effectLst>
                </a:endParaRPr>
              </a:p>
            </p:txBody>
          </p:sp>
        </mc:Choice>
        <mc:Fallback xmlns="">
          <p:sp>
            <p:nvSpPr>
              <p:cNvPr id="6" name="TextBox 5">
                <a:extLst>
                  <a:ext uri="{FF2B5EF4-FFF2-40B4-BE49-F238E27FC236}">
                    <a16:creationId xmlns:a16="http://schemas.microsoft.com/office/drawing/2014/main" id="{8F28B6AF-4A41-4CF9-B0D1-803C669B78DB}"/>
                  </a:ext>
                </a:extLst>
              </p:cNvPr>
              <p:cNvSpPr txBox="1">
                <a:spLocks noRot="1" noChangeAspect="1" noMove="1" noResize="1" noEditPoints="1" noAdjustHandles="1" noChangeArrowheads="1" noChangeShapeType="1" noTextEdit="1"/>
              </p:cNvSpPr>
              <p:nvPr/>
            </p:nvSpPr>
            <p:spPr>
              <a:xfrm>
                <a:off x="10084996" y="5046448"/>
                <a:ext cx="1346199" cy="540000"/>
              </a:xfrm>
              <a:prstGeom prst="rect">
                <a:avLst/>
              </a:prstGeom>
              <a:blipFill>
                <a:blip r:embed="rId4"/>
                <a:stretch>
                  <a:fillRect/>
                </a:stretch>
              </a:blipFill>
            </p:spPr>
            <p:txBody>
              <a:bodyPr/>
              <a:lstStyle/>
              <a:p>
                <a:r>
                  <a:rPr lang="en-IN">
                    <a:noFill/>
                  </a:rPr>
                  <a:t> </a:t>
                </a:r>
              </a:p>
            </p:txBody>
          </p:sp>
        </mc:Fallback>
      </mc:AlternateContent>
      <p:cxnSp>
        <p:nvCxnSpPr>
          <p:cNvPr id="7" name="Straight Connector 6">
            <a:extLst>
              <a:ext uri="{FF2B5EF4-FFF2-40B4-BE49-F238E27FC236}">
                <a16:creationId xmlns:a16="http://schemas.microsoft.com/office/drawing/2014/main" id="{B58FC743-E7AD-46A7-8D35-50CB5979860F}"/>
              </a:ext>
            </a:extLst>
          </p:cNvPr>
          <p:cNvCxnSpPr>
            <a:cxnSpLocks/>
          </p:cNvCxnSpPr>
          <p:nvPr/>
        </p:nvCxnSpPr>
        <p:spPr>
          <a:xfrm flipH="1">
            <a:off x="10881104" y="4526383"/>
            <a:ext cx="550091" cy="281661"/>
          </a:xfrm>
          <a:prstGeom prst="line">
            <a:avLst/>
          </a:prstGeom>
          <a:ln w="38100" cap="rnd">
            <a:solidFill>
              <a:schemeClr val="accent2">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E479BD0-F0FE-4D4D-B83A-D15C0B9285A0}"/>
              </a:ext>
            </a:extLst>
          </p:cNvPr>
          <p:cNvCxnSpPr>
            <a:cxnSpLocks/>
          </p:cNvCxnSpPr>
          <p:nvPr/>
        </p:nvCxnSpPr>
        <p:spPr>
          <a:xfrm flipH="1">
            <a:off x="11351097" y="4059632"/>
            <a:ext cx="550091" cy="281661"/>
          </a:xfrm>
          <a:prstGeom prst="line">
            <a:avLst/>
          </a:prstGeom>
          <a:ln w="38100" cap="rnd">
            <a:solidFill>
              <a:schemeClr val="accent2">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0601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left)">
                                      <p:cBhvr>
                                        <p:cTn id="33" dur="500"/>
                                        <p:tgtEl>
                                          <p:spTgt spid="7"/>
                                        </p:tgtEl>
                                      </p:cBhvr>
                                    </p:animEffect>
                                  </p:childTnLst>
                                </p:cTn>
                              </p:par>
                            </p:childTnLst>
                          </p:cTn>
                        </p:par>
                        <p:par>
                          <p:cTn id="34" fill="hold">
                            <p:stCondLst>
                              <p:cond delay="500"/>
                            </p:stCondLst>
                            <p:childTnLst>
                              <p:par>
                                <p:cTn id="35" presetID="22" presetClass="entr" presetSubtype="8" fill="hold" nodeType="after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 presetClass="exit" presetSubtype="2" fill="hold" grpId="1" nodeType="clickEffect">
                                  <p:stCondLst>
                                    <p:cond delay="0"/>
                                  </p:stCondLst>
                                  <p:childTnLst>
                                    <p:anim calcmode="lin" valueType="num">
                                      <p:cBhvr additive="base">
                                        <p:cTn id="45" dur="500"/>
                                        <p:tgtEl>
                                          <p:spTgt spid="12"/>
                                        </p:tgtEl>
                                        <p:attrNameLst>
                                          <p:attrName>ppt_x</p:attrName>
                                        </p:attrNameLst>
                                      </p:cBhvr>
                                      <p:tavLst>
                                        <p:tav tm="0">
                                          <p:val>
                                            <p:strVal val="ppt_x"/>
                                          </p:val>
                                        </p:tav>
                                        <p:tav tm="100000">
                                          <p:val>
                                            <p:strVal val="1+ppt_w/2"/>
                                          </p:val>
                                        </p:tav>
                                      </p:tavLst>
                                    </p:anim>
                                    <p:anim calcmode="lin" valueType="num">
                                      <p:cBhvr additive="base">
                                        <p:cTn id="46" dur="500"/>
                                        <p:tgtEl>
                                          <p:spTgt spid="12"/>
                                        </p:tgtEl>
                                        <p:attrNameLst>
                                          <p:attrName>ppt_y</p:attrName>
                                        </p:attrNameLst>
                                      </p:cBhvr>
                                      <p:tavLst>
                                        <p:tav tm="0">
                                          <p:val>
                                            <p:strVal val="ppt_y"/>
                                          </p:val>
                                        </p:tav>
                                        <p:tav tm="100000">
                                          <p:val>
                                            <p:strVal val="ppt_y"/>
                                          </p:val>
                                        </p:tav>
                                      </p:tavLst>
                                    </p:anim>
                                    <p:set>
                                      <p:cBhvr>
                                        <p:cTn id="47" dur="1" fill="hold">
                                          <p:stCondLst>
                                            <p:cond delay="499"/>
                                          </p:stCondLst>
                                        </p:cTn>
                                        <p:tgtEl>
                                          <p:spTgt spid="12"/>
                                        </p:tgtEl>
                                        <p:attrNameLst>
                                          <p:attrName>style.visibility</p:attrName>
                                        </p:attrNameLst>
                                      </p:cBhvr>
                                      <p:to>
                                        <p:strVal val="hidden"/>
                                      </p:to>
                                    </p:set>
                                  </p:childTnLst>
                                </p:cTn>
                              </p:par>
                              <p:par>
                                <p:cTn id="48" presetID="2" presetClass="exit" presetSubtype="2" fill="hold" grpId="1" nodeType="withEffect">
                                  <p:stCondLst>
                                    <p:cond delay="0"/>
                                  </p:stCondLst>
                                  <p:childTnLst>
                                    <p:anim calcmode="lin" valueType="num">
                                      <p:cBhvr additive="base">
                                        <p:cTn id="49" dur="500"/>
                                        <p:tgtEl>
                                          <p:spTgt spid="5"/>
                                        </p:tgtEl>
                                        <p:attrNameLst>
                                          <p:attrName>ppt_x</p:attrName>
                                        </p:attrNameLst>
                                      </p:cBhvr>
                                      <p:tavLst>
                                        <p:tav tm="0">
                                          <p:val>
                                            <p:strVal val="ppt_x"/>
                                          </p:val>
                                        </p:tav>
                                        <p:tav tm="100000">
                                          <p:val>
                                            <p:strVal val="1+ppt_w/2"/>
                                          </p:val>
                                        </p:tav>
                                      </p:tavLst>
                                    </p:anim>
                                    <p:anim calcmode="lin" valueType="num">
                                      <p:cBhvr additive="base">
                                        <p:cTn id="50" dur="500"/>
                                        <p:tgtEl>
                                          <p:spTgt spid="5"/>
                                        </p:tgtEl>
                                        <p:attrNameLst>
                                          <p:attrName>ppt_y</p:attrName>
                                        </p:attrNameLst>
                                      </p:cBhvr>
                                      <p:tavLst>
                                        <p:tav tm="0">
                                          <p:val>
                                            <p:strVal val="ppt_y"/>
                                          </p:val>
                                        </p:tav>
                                        <p:tav tm="100000">
                                          <p:val>
                                            <p:strVal val="ppt_y"/>
                                          </p:val>
                                        </p:tav>
                                      </p:tavLst>
                                    </p:anim>
                                    <p:set>
                                      <p:cBhvr>
                                        <p:cTn id="51" dur="1" fill="hold">
                                          <p:stCondLst>
                                            <p:cond delay="499"/>
                                          </p:stCondLst>
                                        </p:cTn>
                                        <p:tgtEl>
                                          <p:spTgt spid="5"/>
                                        </p:tgtEl>
                                        <p:attrNameLst>
                                          <p:attrName>style.visibility</p:attrName>
                                        </p:attrNameLst>
                                      </p:cBhvr>
                                      <p:to>
                                        <p:strVal val="hidden"/>
                                      </p:to>
                                    </p:set>
                                  </p:childTnLst>
                                </p:cTn>
                              </p:par>
                              <p:par>
                                <p:cTn id="52" presetID="2" presetClass="exit" presetSubtype="2" fill="hold" nodeType="withEffect">
                                  <p:stCondLst>
                                    <p:cond delay="0"/>
                                  </p:stCondLst>
                                  <p:childTnLst>
                                    <p:anim calcmode="lin" valueType="num">
                                      <p:cBhvr additive="base">
                                        <p:cTn id="53" dur="70"/>
                                        <p:tgtEl>
                                          <p:spTgt spid="7"/>
                                        </p:tgtEl>
                                        <p:attrNameLst>
                                          <p:attrName>ppt_x</p:attrName>
                                        </p:attrNameLst>
                                      </p:cBhvr>
                                      <p:tavLst>
                                        <p:tav tm="0">
                                          <p:val>
                                            <p:strVal val="ppt_x"/>
                                          </p:val>
                                        </p:tav>
                                        <p:tav tm="100000">
                                          <p:val>
                                            <p:strVal val="1+ppt_w/2"/>
                                          </p:val>
                                        </p:tav>
                                      </p:tavLst>
                                    </p:anim>
                                    <p:anim calcmode="lin" valueType="num">
                                      <p:cBhvr additive="base">
                                        <p:cTn id="54" dur="70"/>
                                        <p:tgtEl>
                                          <p:spTgt spid="7"/>
                                        </p:tgtEl>
                                        <p:attrNameLst>
                                          <p:attrName>ppt_y</p:attrName>
                                        </p:attrNameLst>
                                      </p:cBhvr>
                                      <p:tavLst>
                                        <p:tav tm="0">
                                          <p:val>
                                            <p:strVal val="ppt_y"/>
                                          </p:val>
                                        </p:tav>
                                        <p:tav tm="100000">
                                          <p:val>
                                            <p:strVal val="ppt_y"/>
                                          </p:val>
                                        </p:tav>
                                      </p:tavLst>
                                    </p:anim>
                                    <p:set>
                                      <p:cBhvr>
                                        <p:cTn id="55" dur="1" fill="hold">
                                          <p:stCondLst>
                                            <p:cond delay="69"/>
                                          </p:stCondLst>
                                        </p:cTn>
                                        <p:tgtEl>
                                          <p:spTgt spid="7"/>
                                        </p:tgtEl>
                                        <p:attrNameLst>
                                          <p:attrName>style.visibility</p:attrName>
                                        </p:attrNameLst>
                                      </p:cBhvr>
                                      <p:to>
                                        <p:strVal val="hidden"/>
                                      </p:to>
                                    </p:set>
                                  </p:childTnLst>
                                </p:cTn>
                              </p:par>
                              <p:par>
                                <p:cTn id="56" presetID="2" presetClass="exit" presetSubtype="2" fill="hold" nodeType="withEffect">
                                  <p:stCondLst>
                                    <p:cond delay="0"/>
                                  </p:stCondLst>
                                  <p:childTnLst>
                                    <p:anim calcmode="lin" valueType="num">
                                      <p:cBhvr additive="base">
                                        <p:cTn id="57" dur="70"/>
                                        <p:tgtEl>
                                          <p:spTgt spid="10"/>
                                        </p:tgtEl>
                                        <p:attrNameLst>
                                          <p:attrName>ppt_x</p:attrName>
                                        </p:attrNameLst>
                                      </p:cBhvr>
                                      <p:tavLst>
                                        <p:tav tm="0">
                                          <p:val>
                                            <p:strVal val="ppt_x"/>
                                          </p:val>
                                        </p:tav>
                                        <p:tav tm="100000">
                                          <p:val>
                                            <p:strVal val="1+ppt_w/2"/>
                                          </p:val>
                                        </p:tav>
                                      </p:tavLst>
                                    </p:anim>
                                    <p:anim calcmode="lin" valueType="num">
                                      <p:cBhvr additive="base">
                                        <p:cTn id="58" dur="70"/>
                                        <p:tgtEl>
                                          <p:spTgt spid="10"/>
                                        </p:tgtEl>
                                        <p:attrNameLst>
                                          <p:attrName>ppt_y</p:attrName>
                                        </p:attrNameLst>
                                      </p:cBhvr>
                                      <p:tavLst>
                                        <p:tav tm="0">
                                          <p:val>
                                            <p:strVal val="ppt_y"/>
                                          </p:val>
                                        </p:tav>
                                        <p:tav tm="100000">
                                          <p:val>
                                            <p:strVal val="ppt_y"/>
                                          </p:val>
                                        </p:tav>
                                      </p:tavLst>
                                    </p:anim>
                                    <p:set>
                                      <p:cBhvr>
                                        <p:cTn id="59" dur="1" fill="hold">
                                          <p:stCondLst>
                                            <p:cond delay="69"/>
                                          </p:stCondLst>
                                        </p:cTn>
                                        <p:tgtEl>
                                          <p:spTgt spid="10"/>
                                        </p:tgtEl>
                                        <p:attrNameLst>
                                          <p:attrName>style.visibility</p:attrName>
                                        </p:attrNameLst>
                                      </p:cBhvr>
                                      <p:to>
                                        <p:strVal val="hidden"/>
                                      </p:to>
                                    </p:set>
                                  </p:childTnLst>
                                </p:cTn>
                              </p:par>
                              <p:par>
                                <p:cTn id="60" presetID="2" presetClass="exit" presetSubtype="2" fill="hold" grpId="1" nodeType="withEffect">
                                  <p:stCondLst>
                                    <p:cond delay="0"/>
                                  </p:stCondLst>
                                  <p:childTnLst>
                                    <p:anim calcmode="lin" valueType="num">
                                      <p:cBhvr additive="base">
                                        <p:cTn id="61" dur="250"/>
                                        <p:tgtEl>
                                          <p:spTgt spid="6"/>
                                        </p:tgtEl>
                                        <p:attrNameLst>
                                          <p:attrName>ppt_x</p:attrName>
                                        </p:attrNameLst>
                                      </p:cBhvr>
                                      <p:tavLst>
                                        <p:tav tm="0">
                                          <p:val>
                                            <p:strVal val="ppt_x"/>
                                          </p:val>
                                        </p:tav>
                                        <p:tav tm="100000">
                                          <p:val>
                                            <p:strVal val="1+ppt_w/2"/>
                                          </p:val>
                                        </p:tav>
                                      </p:tavLst>
                                    </p:anim>
                                    <p:anim calcmode="lin" valueType="num">
                                      <p:cBhvr additive="base">
                                        <p:cTn id="62" dur="250"/>
                                        <p:tgtEl>
                                          <p:spTgt spid="6"/>
                                        </p:tgtEl>
                                        <p:attrNameLst>
                                          <p:attrName>ppt_y</p:attrName>
                                        </p:attrNameLst>
                                      </p:cBhvr>
                                      <p:tavLst>
                                        <p:tav tm="0">
                                          <p:val>
                                            <p:strVal val="ppt_y"/>
                                          </p:val>
                                        </p:tav>
                                        <p:tav tm="100000">
                                          <p:val>
                                            <p:strVal val="ppt_y"/>
                                          </p:val>
                                        </p:tav>
                                      </p:tavLst>
                                    </p:anim>
                                    <p:set>
                                      <p:cBhvr>
                                        <p:cTn id="63" dur="1" fill="hold">
                                          <p:stCondLst>
                                            <p:cond delay="249"/>
                                          </p:stCondLst>
                                        </p:cTn>
                                        <p:tgtEl>
                                          <p:spTgt spid="6"/>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12" grpId="0" animBg="1"/>
      <p:bldP spid="12" grpId="1" animBg="1"/>
      <p:bldP spid="5" grpId="0"/>
      <p:bldP spid="5" grpId="1"/>
      <p:bldP spid="6" grpId="0"/>
      <p:bldP spid="6" grpId="1"/>
    </p:bldLst>
  </p:timing>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dirty="0"/>
                  <a:t>Three events </a:t>
                </a:r>
                <a14:m>
                  <m:oMath xmlns:m="http://schemas.openxmlformats.org/officeDocument/2006/math">
                    <m:r>
                      <m:rPr>
                        <m:sty m:val="p"/>
                      </m:rPr>
                      <a:rPr lang="en-US" i="0" dirty="0" smtClean="0">
                        <a:latin typeface="Cambria Math" panose="02040503050406030204" pitchFamily="18" charset="0"/>
                      </a:rPr>
                      <m:t>A</m:t>
                    </m:r>
                  </m:oMath>
                </a14:m>
                <a:r>
                  <a:rPr lang="en-US" dirty="0"/>
                  <a:t>, </a:t>
                </a:r>
                <a14:m>
                  <m:oMath xmlns:m="http://schemas.openxmlformats.org/officeDocument/2006/math">
                    <m:r>
                      <m:rPr>
                        <m:sty m:val="p"/>
                      </m:rPr>
                      <a:rPr lang="en-US" i="0" dirty="0" smtClean="0">
                        <a:latin typeface="Cambria Math" panose="02040503050406030204" pitchFamily="18" charset="0"/>
                      </a:rPr>
                      <m:t>B</m:t>
                    </m:r>
                  </m:oMath>
                </a14:m>
                <a:r>
                  <a:rPr lang="en-US" dirty="0"/>
                  <a:t> and </a:t>
                </a:r>
                <a14:m>
                  <m:oMath xmlns:m="http://schemas.openxmlformats.org/officeDocument/2006/math">
                    <m:r>
                      <m:rPr>
                        <m:sty m:val="p"/>
                      </m:rPr>
                      <a:rPr lang="en-US" i="0" dirty="0" smtClean="0">
                        <a:latin typeface="Cambria Math" panose="02040503050406030204" pitchFamily="18" charset="0"/>
                      </a:rPr>
                      <m:t>C</m:t>
                    </m:r>
                  </m:oMath>
                </a14:m>
                <a:r>
                  <a:rPr lang="en-US" dirty="0"/>
                  <a:t> are known as mutually independent if</a:t>
                </a:r>
                <a:endParaRPr lang="en-IN" dirty="0"/>
              </a:p>
              <a:p>
                <a:pPr marL="174625" indent="0" algn="l">
                  <a:buNone/>
                </a:pPr>
                <a:r>
                  <a:rPr lang="en-US" dirty="0"/>
                  <a:t> </a:t>
                </a:r>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A</m:t>
                        </m:r>
                        <m:r>
                          <a:rPr lang="en-US">
                            <a:latin typeface="Cambria Math" panose="02040503050406030204" pitchFamily="18" charset="0"/>
                          </a:rPr>
                          <m:t>∩</m:t>
                        </m:r>
                        <m:r>
                          <m:rPr>
                            <m:sty m:val="p"/>
                          </m:rPr>
                          <a:rPr lang="en-US">
                            <a:latin typeface="Cambria Math" panose="02040503050406030204" pitchFamily="18" charset="0"/>
                          </a:rPr>
                          <m:t>B</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A</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B</m:t>
                        </m:r>
                      </m:e>
                    </m:d>
                  </m:oMath>
                </a14:m>
                <a:endParaRPr lang="en-IN" dirty="0"/>
              </a:p>
              <a:p>
                <a:pPr marL="174625" indent="0">
                  <a:buNone/>
                </a:pPr>
                <a:r>
                  <a:rPr lang="en-US" dirty="0"/>
                  <a:t> </a:t>
                </a:r>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B</m:t>
                        </m:r>
                        <m:r>
                          <a:rPr lang="en-US">
                            <a:latin typeface="Cambria Math" panose="02040503050406030204" pitchFamily="18" charset="0"/>
                          </a:rPr>
                          <m:t>∩</m:t>
                        </m:r>
                        <m:r>
                          <m:rPr>
                            <m:sty m:val="p"/>
                          </m:rPr>
                          <a:rPr lang="en-US">
                            <a:latin typeface="Cambria Math" panose="02040503050406030204" pitchFamily="18" charset="0"/>
                          </a:rPr>
                          <m:t>C</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B</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C</m:t>
                        </m:r>
                      </m:e>
                    </m:d>
                  </m:oMath>
                </a14:m>
                <a:endParaRPr lang="en-IN" dirty="0"/>
              </a:p>
              <a:p>
                <a:pPr marL="174625" indent="0">
                  <a:buNone/>
                </a:pPr>
                <a:r>
                  <a:rPr lang="en-US" dirty="0"/>
                  <a:t> </a:t>
                </a:r>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A</m:t>
                        </m:r>
                        <m:r>
                          <a:rPr lang="en-US">
                            <a:latin typeface="Cambria Math" panose="02040503050406030204" pitchFamily="18" charset="0"/>
                          </a:rPr>
                          <m:t>∩</m:t>
                        </m:r>
                        <m:r>
                          <m:rPr>
                            <m:sty m:val="p"/>
                          </m:rPr>
                          <a:rPr lang="en-US">
                            <a:latin typeface="Cambria Math" panose="02040503050406030204" pitchFamily="18" charset="0"/>
                          </a:rPr>
                          <m:t>C</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A</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C</m:t>
                        </m:r>
                      </m:e>
                    </m:d>
                  </m:oMath>
                </a14:m>
                <a:endParaRPr lang="en-IN" dirty="0"/>
              </a:p>
              <a:p>
                <a:pPr marL="174625" indent="0">
                  <a:buNone/>
                </a:pPr>
                <a:r>
                  <a:rPr lang="en-US" dirty="0"/>
                  <a:t> </a:t>
                </a:r>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A</m:t>
                        </m:r>
                        <m:r>
                          <a:rPr lang="en-US">
                            <a:latin typeface="Cambria Math" panose="02040503050406030204" pitchFamily="18" charset="0"/>
                          </a:rPr>
                          <m:t>∩</m:t>
                        </m:r>
                        <m:r>
                          <m:rPr>
                            <m:sty m:val="p"/>
                          </m:rPr>
                          <a:rPr lang="en-US">
                            <a:latin typeface="Cambria Math" panose="02040503050406030204" pitchFamily="18" charset="0"/>
                          </a:rPr>
                          <m:t>B</m:t>
                        </m:r>
                        <m:r>
                          <a:rPr lang="en-US">
                            <a:latin typeface="Cambria Math" panose="02040503050406030204" pitchFamily="18" charset="0"/>
                          </a:rPr>
                          <m:t>∩</m:t>
                        </m:r>
                        <m:r>
                          <m:rPr>
                            <m:sty m:val="p"/>
                          </m:rPr>
                          <a:rPr lang="en-US">
                            <a:latin typeface="Cambria Math" panose="02040503050406030204" pitchFamily="18" charset="0"/>
                          </a:rPr>
                          <m:t>C</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A</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B</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C</m:t>
                        </m:r>
                      </m:e>
                    </m:d>
                  </m:oMath>
                </a14:m>
                <a:endParaRPr lang="en-GB" dirty="0"/>
              </a:p>
              <a:p>
                <a:pPr marL="274638" indent="-274638"/>
                <a:r>
                  <a:rPr lang="en-GB" dirty="0"/>
                  <a:t>If the last condition is not satisfied, the events are said to be pairwise independent.</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3"/>
                <a:stretch>
                  <a:fillRect l="-971" r="-460"/>
                </a:stretch>
              </a:blipFill>
            </p:spPr>
            <p:txBody>
              <a:bodyPr/>
              <a:lstStyle/>
              <a:p>
                <a:r>
                  <a:rPr lang="en-IN">
                    <a:noFill/>
                  </a:rPr>
                  <a:t> </a:t>
                </a:r>
              </a:p>
            </p:txBody>
          </p:sp>
        </mc:Fallback>
      </mc:AlternateContent>
      <p:sp>
        <p:nvSpPr>
          <p:cNvPr id="2" name="Title 1"/>
          <p:cNvSpPr>
            <a:spLocks noGrp="1"/>
          </p:cNvSpPr>
          <p:nvPr>
            <p:ph type="title"/>
          </p:nvPr>
        </p:nvSpPr>
        <p:spPr/>
        <p:txBody>
          <a:bodyPr/>
          <a:lstStyle/>
          <a:p>
            <a:r>
              <a:rPr lang="en-US" dirty="0"/>
              <a:t>Mutually Independent Events</a:t>
            </a:r>
          </a:p>
        </p:txBody>
      </p:sp>
    </p:spTree>
    <p:extLst>
      <p:ext uri="{BB962C8B-B14F-4D97-AF65-F5344CB8AC3E}">
        <p14:creationId xmlns:p14="http://schemas.microsoft.com/office/powerpoint/2010/main" val="2426346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 3</a:t>
            </a:r>
          </a:p>
        </p:txBody>
      </p:sp>
      <p:sp>
        <p:nvSpPr>
          <p:cNvPr id="3" name="Text Placeholder 2"/>
          <p:cNvSpPr>
            <a:spLocks noGrp="1"/>
          </p:cNvSpPr>
          <p:nvPr>
            <p:ph type="body" idx="1"/>
          </p:nvPr>
        </p:nvSpPr>
        <p:spPr>
          <a:xfrm>
            <a:off x="831850" y="4561050"/>
            <a:ext cx="10515600" cy="1500187"/>
          </a:xfrm>
        </p:spPr>
        <p:txBody>
          <a:bodyPr>
            <a:normAutofit/>
          </a:bodyPr>
          <a:lstStyle/>
          <a:p>
            <a:r>
              <a:rPr lang="en-GB" sz="2800" dirty="0"/>
              <a:t>Conditional Probability and Multiplicative Law of Probability </a:t>
            </a:r>
            <a:endParaRPr lang="en-US" sz="2800" dirty="0"/>
          </a:p>
        </p:txBody>
      </p:sp>
    </p:spTree>
    <p:extLst>
      <p:ext uri="{BB962C8B-B14F-4D97-AF65-F5344CB8AC3E}">
        <p14:creationId xmlns:p14="http://schemas.microsoft.com/office/powerpoint/2010/main" val="140834037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41"/>
                <a:ext cx="11929645" cy="1686464"/>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spcAft>
                    <a:spcPts val="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14:m>
                  <m:oMathPara xmlns:m="http://schemas.openxmlformats.org/officeDocument/2006/math">
                    <m:oMathParaPr>
                      <m:jc m:val="left"/>
                    </m:oMathParaPr>
                    <m:oMath xmlns:m="http://schemas.openxmlformats.org/officeDocument/2006/math">
                      <m:r>
                        <m:rPr>
                          <m:sty m:val="p"/>
                        </m:rPr>
                        <a:rPr lang="en-US" smtClean="0">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A</m:t>
                          </m:r>
                        </m:e>
                      </m:d>
                      <m:r>
                        <a:rPr lang="en-US">
                          <a:latin typeface="Cambria Math" panose="02040503050406030204" pitchFamily="18" charset="0"/>
                        </a:rPr>
                        <m:t>=</m:t>
                      </m:r>
                      <m:f>
                        <m:fPr>
                          <m:ctrlPr>
                            <a:rPr lang="en-IN" i="1">
                              <a:latin typeface="Cambria Math" panose="02040503050406030204" pitchFamily="18" charset="0"/>
                            </a:rPr>
                          </m:ctrlPr>
                        </m:fPr>
                        <m:num>
                          <m:r>
                            <a:rPr lang="en-US">
                              <a:latin typeface="Cambria Math" panose="02040503050406030204" pitchFamily="18" charset="0"/>
                            </a:rPr>
                            <m:t> 1 </m:t>
                          </m:r>
                        </m:num>
                        <m:den>
                          <m:r>
                            <a:rPr lang="en-IN">
                              <a:latin typeface="Cambria Math" panose="02040503050406030204" pitchFamily="18" charset="0"/>
                            </a:rPr>
                            <m:t> </m:t>
                          </m:r>
                          <m:r>
                            <a:rPr lang="en-US">
                              <a:latin typeface="Cambria Math" panose="02040503050406030204" pitchFamily="18" charset="0"/>
                            </a:rPr>
                            <m:t>3 </m:t>
                          </m:r>
                        </m:den>
                      </m:f>
                      <m:r>
                        <a:rPr lang="en-IN">
                          <a:latin typeface="Cambria Math" panose="02040503050406030204" pitchFamily="18" charset="0"/>
                        </a:rPr>
                        <m:t>, </m:t>
                      </m:r>
                      <m:r>
                        <m:rPr>
                          <m:sty m:val="p"/>
                        </m:rPr>
                        <a:rPr lang="en-US">
                          <a:latin typeface="Cambria Math" panose="02040503050406030204" pitchFamily="18" charset="0"/>
                        </a:rPr>
                        <m:t>P</m:t>
                      </m:r>
                      <m:d>
                        <m:dPr>
                          <m:ctrlPr>
                            <a:rPr lang="en-IN" i="1">
                              <a:latin typeface="Cambria Math" panose="02040503050406030204" pitchFamily="18" charset="0"/>
                            </a:rPr>
                          </m:ctrlPr>
                        </m:dPr>
                        <m:e>
                          <m:sSup>
                            <m:sSupPr>
                              <m:ctrlPr>
                                <a:rPr lang="en-IN" b="0" i="1" smtClean="0">
                                  <a:latin typeface="Cambria Math" panose="02040503050406030204" pitchFamily="18" charset="0"/>
                                </a:rPr>
                              </m:ctrlPr>
                            </m:sSupPr>
                            <m:e>
                              <m:r>
                                <m:rPr>
                                  <m:sty m:val="p"/>
                                </m:rPr>
                                <a:rPr lang="en-US">
                                  <a:latin typeface="Cambria Math" panose="02040503050406030204" pitchFamily="18" charset="0"/>
                                </a:rPr>
                                <m:t>B</m:t>
                              </m:r>
                            </m:e>
                            <m:sup>
                              <m:r>
                                <a:rPr lang="en-IN" b="0" i="0" smtClean="0">
                                  <a:latin typeface="Cambria Math" panose="02040503050406030204" pitchFamily="18" charset="0"/>
                                </a:rPr>
                                <m:t>′</m:t>
                              </m:r>
                            </m:sup>
                          </m:sSup>
                        </m:e>
                      </m:d>
                      <m:r>
                        <a:rPr lang="en-US">
                          <a:latin typeface="Cambria Math" panose="02040503050406030204" pitchFamily="18" charset="0"/>
                        </a:rPr>
                        <m:t>=</m:t>
                      </m:r>
                      <m:f>
                        <m:fPr>
                          <m:ctrlPr>
                            <a:rPr lang="en-IN" i="1">
                              <a:latin typeface="Cambria Math" panose="02040503050406030204" pitchFamily="18" charset="0"/>
                            </a:rPr>
                          </m:ctrlPr>
                        </m:fPr>
                        <m:num>
                          <m:r>
                            <a:rPr lang="en-US">
                              <a:latin typeface="Cambria Math" panose="02040503050406030204" pitchFamily="18" charset="0"/>
                            </a:rPr>
                            <m:t> 1 </m:t>
                          </m:r>
                        </m:num>
                        <m:den>
                          <m:r>
                            <a:rPr lang="en-IN">
                              <a:latin typeface="Cambria Math" panose="02040503050406030204" pitchFamily="18" charset="0"/>
                            </a:rPr>
                            <m:t> </m:t>
                          </m:r>
                          <m:r>
                            <a:rPr lang="en-US">
                              <a:latin typeface="Cambria Math" panose="02040503050406030204" pitchFamily="18" charset="0"/>
                            </a:rPr>
                            <m:t>4 </m:t>
                          </m:r>
                        </m:den>
                      </m:f>
                      <m:r>
                        <a:rPr lang="en-IN">
                          <a:latin typeface="Cambria Math" panose="02040503050406030204" pitchFamily="18" charset="0"/>
                        </a:rPr>
                        <m:t> </m:t>
                      </m:r>
                      <m:r>
                        <m:rPr>
                          <m:nor/>
                        </m:rPr>
                        <a:rPr lang="en-US">
                          <a:latin typeface="+mj-lt"/>
                        </a:rPr>
                        <m:t>and</m:t>
                      </m:r>
                      <m:r>
                        <m:rPr>
                          <m:nor/>
                        </m:rPr>
                        <a:rPr lang="en-US">
                          <a:latin typeface="+mj-lt"/>
                        </a:rPr>
                        <m:t> </m:t>
                      </m:r>
                      <m:r>
                        <a:rPr lang="en-US">
                          <a:latin typeface="Cambria Math" panose="02040503050406030204" pitchFamily="18" charset="0"/>
                        </a:rPr>
                        <m:t> </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A</m:t>
                          </m:r>
                          <m:r>
                            <a:rPr lang="en-US">
                              <a:latin typeface="Cambria Math" panose="02040503050406030204" pitchFamily="18" charset="0"/>
                            </a:rPr>
                            <m:t>∩</m:t>
                          </m:r>
                          <m:r>
                            <m:rPr>
                              <m:sty m:val="p"/>
                            </m:rPr>
                            <a:rPr lang="en-US">
                              <a:latin typeface="Cambria Math" panose="02040503050406030204" pitchFamily="18" charset="0"/>
                            </a:rPr>
                            <m:t>B</m:t>
                          </m:r>
                        </m:e>
                      </m:d>
                      <m:r>
                        <a:rPr lang="en-US">
                          <a:latin typeface="Cambria Math" panose="02040503050406030204" pitchFamily="18" charset="0"/>
                        </a:rPr>
                        <m:t>=</m:t>
                      </m:r>
                      <m:f>
                        <m:fPr>
                          <m:ctrlPr>
                            <a:rPr lang="en-IN" i="1">
                              <a:latin typeface="Cambria Math" panose="02040503050406030204" pitchFamily="18" charset="0"/>
                            </a:rPr>
                          </m:ctrlPr>
                        </m:fPr>
                        <m:num>
                          <m:r>
                            <a:rPr lang="en-US">
                              <a:latin typeface="Cambria Math" panose="02040503050406030204" pitchFamily="18" charset="0"/>
                            </a:rPr>
                            <m:t> 1 </m:t>
                          </m:r>
                        </m:num>
                        <m:den>
                          <m:r>
                            <a:rPr lang="en-IN">
                              <a:latin typeface="Cambria Math" panose="02040503050406030204" pitchFamily="18" charset="0"/>
                            </a:rPr>
                            <m:t> </m:t>
                          </m:r>
                          <m:r>
                            <a:rPr lang="en-US">
                              <a:latin typeface="Cambria Math" panose="02040503050406030204" pitchFamily="18" charset="0"/>
                            </a:rPr>
                            <m:t>6 </m:t>
                          </m:r>
                        </m:den>
                      </m:f>
                      <m:r>
                        <a:rPr lang="en-IN">
                          <a:latin typeface="Cambria Math" panose="02040503050406030204" pitchFamily="18" charset="0"/>
                        </a:rPr>
                        <m:t>, </m:t>
                      </m:r>
                      <m:r>
                        <m:rPr>
                          <m:nor/>
                        </m:rPr>
                        <a:rPr lang="en-US">
                          <a:latin typeface="+mj-lt"/>
                        </a:rPr>
                        <m:t>then</m:t>
                      </m:r>
                      <m:r>
                        <m:rPr>
                          <m:nor/>
                        </m:rPr>
                        <a:rPr lang="en-US">
                          <a:latin typeface="+mj-lt"/>
                        </a:rPr>
                        <m:t> </m:t>
                      </m:r>
                      <m:r>
                        <m:rPr>
                          <m:nor/>
                        </m:rPr>
                        <a:rPr lang="en-US">
                          <a:latin typeface="+mj-lt"/>
                        </a:rPr>
                        <m:t>find</m:t>
                      </m:r>
                      <m:r>
                        <a:rPr lang="en-US">
                          <a:latin typeface="Cambria Math" panose="02040503050406030204" pitchFamily="18" charset="0"/>
                        </a:rPr>
                        <m:t> </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A</m:t>
                          </m:r>
                          <m:r>
                            <a:rPr lang="en-US">
                              <a:latin typeface="Cambria Math" panose="02040503050406030204" pitchFamily="18" charset="0"/>
                            </a:rPr>
                            <m:t>∪</m:t>
                          </m:r>
                          <m:r>
                            <m:rPr>
                              <m:sty m:val="p"/>
                            </m:rPr>
                            <a:rPr lang="en-US">
                              <a:latin typeface="Cambria Math" panose="02040503050406030204" pitchFamily="18" charset="0"/>
                            </a:rPr>
                            <m:t>B</m:t>
                          </m:r>
                        </m:e>
                      </m:d>
                      <m:r>
                        <a:rPr lang="en-IN">
                          <a:latin typeface="Cambria Math" panose="02040503050406030204" pitchFamily="18" charset="0"/>
                        </a:rPr>
                        <m:t>, </m:t>
                      </m:r>
                      <m:r>
                        <m:rPr>
                          <m:sty m:val="p"/>
                        </m:rPr>
                        <a:rPr lang="en-US">
                          <a:latin typeface="Cambria Math" panose="02040503050406030204" pitchFamily="18" charset="0"/>
                        </a:rPr>
                        <m:t>P</m:t>
                      </m:r>
                      <m:d>
                        <m:dPr>
                          <m:ctrlPr>
                            <a:rPr lang="en-IN" i="1">
                              <a:latin typeface="Cambria Math" panose="02040503050406030204" pitchFamily="18" charset="0"/>
                            </a:rPr>
                          </m:ctrlPr>
                        </m:dPr>
                        <m:e>
                          <m:sSup>
                            <m:sSupPr>
                              <m:ctrlPr>
                                <a:rPr lang="en-IN" b="0" i="1" smtClean="0">
                                  <a:latin typeface="Cambria Math" panose="02040503050406030204" pitchFamily="18" charset="0"/>
                                </a:rPr>
                              </m:ctrlPr>
                            </m:sSupPr>
                            <m:e>
                              <m:r>
                                <m:rPr>
                                  <m:sty m:val="p"/>
                                </m:rPr>
                                <a:rPr lang="en-US">
                                  <a:latin typeface="Cambria Math" panose="02040503050406030204" pitchFamily="18" charset="0"/>
                                </a:rPr>
                                <m:t>A</m:t>
                              </m:r>
                            </m:e>
                            <m:sup>
                              <m:r>
                                <a:rPr lang="en-IN" b="0" i="0" smtClean="0">
                                  <a:latin typeface="Cambria Math" panose="02040503050406030204" pitchFamily="18" charset="0"/>
                                </a:rPr>
                                <m:t>′</m:t>
                              </m:r>
                            </m:sup>
                          </m:sSup>
                          <m:r>
                            <a:rPr lang="en-US">
                              <a:latin typeface="Cambria Math" panose="02040503050406030204" pitchFamily="18" charset="0"/>
                            </a:rPr>
                            <m:t>∩</m:t>
                          </m:r>
                          <m:sSup>
                            <m:sSupPr>
                              <m:ctrlPr>
                                <a:rPr lang="en-IN" b="0" i="1" smtClean="0">
                                  <a:latin typeface="Cambria Math" panose="02040503050406030204" pitchFamily="18" charset="0"/>
                                </a:rPr>
                              </m:ctrlPr>
                            </m:sSupPr>
                            <m:e>
                              <m:r>
                                <m:rPr>
                                  <m:sty m:val="p"/>
                                </m:rPr>
                                <a:rPr lang="en-US">
                                  <a:latin typeface="Cambria Math" panose="02040503050406030204" pitchFamily="18" charset="0"/>
                                </a:rPr>
                                <m:t>B</m:t>
                              </m:r>
                            </m:e>
                            <m:sup>
                              <m:r>
                                <a:rPr lang="en-IN" b="0" i="1" smtClean="0">
                                  <a:latin typeface="Cambria Math" panose="02040503050406030204" pitchFamily="18" charset="0"/>
                                </a:rPr>
                                <m:t>′</m:t>
                              </m:r>
                            </m:sup>
                          </m:sSup>
                        </m:e>
                      </m:d>
                      <m:r>
                        <a:rPr lang="en-IN" b="0" i="0" smtClean="0">
                          <a:latin typeface="Cambria Math" panose="02040503050406030204" pitchFamily="18" charset="0"/>
                        </a:rPr>
                        <m:t> </m:t>
                      </m:r>
                    </m:oMath>
                    <m:oMath xmlns:m="http://schemas.openxmlformats.org/officeDocument/2006/math">
                      <m:r>
                        <m:rPr>
                          <m:nor/>
                        </m:rPr>
                        <a:rPr lang="en-US">
                          <a:latin typeface="+mj-lt"/>
                        </a:rPr>
                        <m:t>and</m:t>
                      </m:r>
                      <m:r>
                        <a:rPr lang="en-US">
                          <a:latin typeface="Cambria Math" panose="02040503050406030204" pitchFamily="18" charset="0"/>
                        </a:rPr>
                        <m:t> </m:t>
                      </m:r>
                      <m:r>
                        <m:rPr>
                          <m:sty m:val="p"/>
                        </m:rPr>
                        <a:rPr lang="en-US">
                          <a:latin typeface="Cambria Math" panose="02040503050406030204" pitchFamily="18" charset="0"/>
                        </a:rPr>
                        <m:t>P</m:t>
                      </m:r>
                      <m:d>
                        <m:dPr>
                          <m:ctrlPr>
                            <a:rPr lang="en-IN" i="1">
                              <a:latin typeface="Cambria Math" panose="02040503050406030204" pitchFamily="18" charset="0"/>
                            </a:rPr>
                          </m:ctrlPr>
                        </m:dPr>
                        <m:e>
                          <m:sSup>
                            <m:sSupPr>
                              <m:ctrlPr>
                                <a:rPr lang="en-IN" b="0" i="1" smtClean="0">
                                  <a:latin typeface="Cambria Math" panose="02040503050406030204" pitchFamily="18" charset="0"/>
                                </a:rPr>
                              </m:ctrlPr>
                            </m:sSupPr>
                            <m:e>
                              <m:r>
                                <m:rPr>
                                  <m:sty m:val="p"/>
                                </m:rPr>
                                <a:rPr lang="en-US">
                                  <a:latin typeface="Cambria Math" panose="02040503050406030204" pitchFamily="18" charset="0"/>
                                </a:rPr>
                                <m:t>A</m:t>
                              </m:r>
                            </m:e>
                            <m:sup>
                              <m:r>
                                <a:rPr lang="en-IN" b="0" i="0" smtClean="0">
                                  <a:latin typeface="Cambria Math" panose="02040503050406030204" pitchFamily="18" charset="0"/>
                                </a:rPr>
                                <m:t>′</m:t>
                              </m:r>
                            </m:sup>
                          </m:sSup>
                          <m:r>
                            <a:rPr lang="en-US">
                              <a:latin typeface="Cambria Math" panose="02040503050406030204" pitchFamily="18" charset="0"/>
                            </a:rPr>
                            <m:t> | </m:t>
                          </m:r>
                          <m:sSup>
                            <m:sSupPr>
                              <m:ctrlPr>
                                <a:rPr lang="en-IN" b="0" i="1" smtClean="0">
                                  <a:latin typeface="Cambria Math" panose="02040503050406030204" pitchFamily="18" charset="0"/>
                                </a:rPr>
                              </m:ctrlPr>
                            </m:sSupPr>
                            <m:e>
                              <m:r>
                                <m:rPr>
                                  <m:sty m:val="p"/>
                                </m:rPr>
                                <a:rPr lang="en-US">
                                  <a:latin typeface="Cambria Math" panose="02040503050406030204" pitchFamily="18" charset="0"/>
                                </a:rPr>
                                <m:t>B</m:t>
                              </m:r>
                            </m:e>
                            <m:sup>
                              <m:r>
                                <a:rPr lang="en-IN" b="0" i="1" smtClean="0">
                                  <a:latin typeface="Cambria Math" panose="02040503050406030204" pitchFamily="18" charset="0"/>
                                </a:rPr>
                                <m:t>′</m:t>
                              </m:r>
                            </m:sup>
                          </m:sSup>
                        </m:e>
                      </m:d>
                      <m:r>
                        <a:rPr lang="en-US">
                          <a:latin typeface="Cambria Math" panose="02040503050406030204" pitchFamily="18" charset="0"/>
                        </a:rPr>
                        <m:t>.</m:t>
                      </m:r>
                    </m:oMath>
                  </m:oMathPara>
                </a14:m>
                <a:endParaRPr lang="en-IN" dirty="0">
                  <a:latin typeface="+mj-lt"/>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41"/>
                <a:ext cx="11929645" cy="1686464"/>
              </a:xfrm>
              <a:prstGeom prst="rect">
                <a:avLst/>
              </a:prstGeom>
              <a:blipFill>
                <a:blip r:embed="rId2"/>
                <a:stretch>
                  <a:fillRect/>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3 ⇝ Example 1</a:t>
            </a:r>
            <a:endParaRPr lang="en-US" dirty="0"/>
          </a:p>
        </p:txBody>
      </p:sp>
      <p:sp>
        <p:nvSpPr>
          <p:cNvPr id="4" name="Content Placeholder 2"/>
          <p:cNvSpPr txBox="1">
            <a:spLocks/>
          </p:cNvSpPr>
          <p:nvPr/>
        </p:nvSpPr>
        <p:spPr>
          <a:xfrm>
            <a:off x="131176" y="2710945"/>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6F780B22-5592-46EE-A7C9-BD7C22132400}"/>
                  </a:ext>
                </a:extLst>
              </p:cNvPr>
              <p:cNvSpPr txBox="1"/>
              <p:nvPr/>
            </p:nvSpPr>
            <p:spPr>
              <a:xfrm>
                <a:off x="1591265" y="4734358"/>
                <a:ext cx="5620465"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B</m:t>
                          </m:r>
                        </m:e>
                      </m:d>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e>
                      </m:d>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e>
                      </m:d>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B</m:t>
                          </m:r>
                        </m:e>
                      </m:d>
                    </m:oMath>
                  </m:oMathPara>
                </a14:m>
                <a:endParaRPr lang="en-IN" sz="2800" dirty="0">
                  <a:solidFill>
                    <a:srgbClr val="002060"/>
                  </a:solidFill>
                  <a:latin typeface="Cambria Math" panose="02040503050406030204" pitchFamily="18" charset="0"/>
                </a:endParaRPr>
              </a:p>
            </p:txBody>
          </p:sp>
        </mc:Choice>
        <mc:Fallback xmlns="">
          <p:sp>
            <p:nvSpPr>
              <p:cNvPr id="27" name="TextBox 26">
                <a:extLst>
                  <a:ext uri="{FF2B5EF4-FFF2-40B4-BE49-F238E27FC236}">
                    <a16:creationId xmlns:a16="http://schemas.microsoft.com/office/drawing/2014/main" id="{6F780B22-5592-46EE-A7C9-BD7C22132400}"/>
                  </a:ext>
                </a:extLst>
              </p:cNvPr>
              <p:cNvSpPr txBox="1">
                <a:spLocks noRot="1" noChangeAspect="1" noMove="1" noResize="1" noEditPoints="1" noAdjustHandles="1" noChangeArrowheads="1" noChangeShapeType="1" noTextEdit="1"/>
              </p:cNvSpPr>
              <p:nvPr/>
            </p:nvSpPr>
            <p:spPr>
              <a:xfrm>
                <a:off x="1591265" y="4734358"/>
                <a:ext cx="5620465"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C4C4526-D3A3-421F-A237-855F89883808}"/>
                  </a:ext>
                </a:extLst>
              </p:cNvPr>
              <p:cNvSpPr txBox="1"/>
              <p:nvPr/>
            </p:nvSpPr>
            <p:spPr>
              <a:xfrm>
                <a:off x="1591265" y="5618914"/>
                <a:ext cx="3915072" cy="90178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B</m:t>
                          </m:r>
                        </m:e>
                      </m:d>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3 </m:t>
                          </m:r>
                        </m:den>
                      </m:f>
                      <m:r>
                        <a:rPr lang="en-IN" sz="2800" b="0" i="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3</m:t>
                          </m:r>
                        </m:num>
                        <m:den>
                          <m:r>
                            <a:rPr lang="en-IN" sz="2800" i="1">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4</m:t>
                          </m:r>
                          <m:r>
                            <a:rPr lang="en-IN" sz="2800" i="1">
                              <a:solidFill>
                                <a:srgbClr val="002060"/>
                              </a:solidFill>
                              <a:latin typeface="Cambria Math" panose="02040503050406030204" pitchFamily="18" charset="0"/>
                            </a:rPr>
                            <m:t> </m:t>
                          </m:r>
                        </m:den>
                      </m:f>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6 </m:t>
                          </m:r>
                        </m:den>
                      </m:f>
                    </m:oMath>
                  </m:oMathPara>
                </a14:m>
                <a:endParaRPr lang="en-IN" sz="2800" dirty="0">
                  <a:solidFill>
                    <a:srgbClr val="002060"/>
                  </a:solidFill>
                  <a:latin typeface="Cambria Math" panose="02040503050406030204" pitchFamily="18" charset="0"/>
                </a:endParaRPr>
              </a:p>
            </p:txBody>
          </p:sp>
        </mc:Choice>
        <mc:Fallback xmlns="">
          <p:sp>
            <p:nvSpPr>
              <p:cNvPr id="28" name="TextBox 27">
                <a:extLst>
                  <a:ext uri="{FF2B5EF4-FFF2-40B4-BE49-F238E27FC236}">
                    <a16:creationId xmlns:a16="http://schemas.microsoft.com/office/drawing/2014/main" id="{7C4C4526-D3A3-421F-A237-855F89883808}"/>
                  </a:ext>
                </a:extLst>
              </p:cNvPr>
              <p:cNvSpPr txBox="1">
                <a:spLocks noRot="1" noChangeAspect="1" noMove="1" noResize="1" noEditPoints="1" noAdjustHandles="1" noChangeArrowheads="1" noChangeShapeType="1" noTextEdit="1"/>
              </p:cNvSpPr>
              <p:nvPr/>
            </p:nvSpPr>
            <p:spPr>
              <a:xfrm>
                <a:off x="1591265" y="5618914"/>
                <a:ext cx="3915072" cy="90178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DC0F378-DFB3-4B23-8533-4C93F74AFF41}"/>
                  </a:ext>
                </a:extLst>
              </p:cNvPr>
              <p:cNvSpPr txBox="1"/>
              <p:nvPr/>
            </p:nvSpPr>
            <p:spPr>
              <a:xfrm>
                <a:off x="7158096" y="2709855"/>
                <a:ext cx="1740835"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p>
                            <m:sSupPr>
                              <m:ctrlPr>
                                <a:rPr lang="en-IN" sz="2800" b="0" i="1" smtClean="0">
                                  <a:solidFill>
                                    <a:srgbClr val="002060"/>
                                  </a:solidFill>
                                  <a:latin typeface="Cambria Math" panose="02040503050406030204" pitchFamily="18" charset="0"/>
                                </a:rPr>
                              </m:ctrlPr>
                            </m:sSupPr>
                            <m:e>
                              <m:r>
                                <m:rPr>
                                  <m:sty m:val="p"/>
                                </m:rPr>
                                <a:rPr lang="en-IN" sz="2800">
                                  <a:solidFill>
                                    <a:srgbClr val="002060"/>
                                  </a:solidFill>
                                  <a:latin typeface="Cambria Math" panose="02040503050406030204" pitchFamily="18" charset="0"/>
                                </a:rPr>
                                <m:t>A</m:t>
                              </m:r>
                            </m:e>
                            <m:sup>
                              <m:r>
                                <a:rPr lang="en-IN" sz="2800" b="0" i="0" smtClean="0">
                                  <a:solidFill>
                                    <a:srgbClr val="002060"/>
                                  </a:solidFill>
                                  <a:latin typeface="Cambria Math" panose="02040503050406030204" pitchFamily="18" charset="0"/>
                                </a:rPr>
                                <m:t>′</m:t>
                              </m:r>
                            </m:sup>
                          </m:sSup>
                          <m:r>
                            <a:rPr lang="en-IN" sz="2800">
                              <a:solidFill>
                                <a:srgbClr val="002060"/>
                              </a:solidFill>
                              <a:latin typeface="Cambria Math" panose="02040503050406030204" pitchFamily="18" charset="0"/>
                            </a:rPr>
                            <m:t>∩</m:t>
                          </m:r>
                          <m:sSup>
                            <m:sSupPr>
                              <m:ctrlPr>
                                <a:rPr lang="en-IN" sz="2800" b="0" i="1" smtClean="0">
                                  <a:solidFill>
                                    <a:srgbClr val="002060"/>
                                  </a:solidFill>
                                  <a:latin typeface="Cambria Math" panose="02040503050406030204" pitchFamily="18" charset="0"/>
                                </a:rPr>
                              </m:ctrlPr>
                            </m:sSupPr>
                            <m:e>
                              <m:r>
                                <m:rPr>
                                  <m:sty m:val="p"/>
                                </m:rPr>
                                <a:rPr lang="en-IN" sz="2800">
                                  <a:solidFill>
                                    <a:srgbClr val="002060"/>
                                  </a:solidFill>
                                  <a:latin typeface="Cambria Math" panose="02040503050406030204" pitchFamily="18" charset="0"/>
                                </a:rPr>
                                <m:t>B</m:t>
                              </m:r>
                            </m:e>
                            <m:sup>
                              <m:r>
                                <a:rPr lang="en-IN" sz="2800" b="0" i="1" smtClean="0">
                                  <a:solidFill>
                                    <a:srgbClr val="002060"/>
                                  </a:solidFill>
                                  <a:latin typeface="Cambria Math" panose="02040503050406030204" pitchFamily="18" charset="0"/>
                                </a:rPr>
                                <m:t>′</m:t>
                              </m:r>
                            </m:sup>
                          </m:sSup>
                        </m:e>
                      </m:d>
                    </m:oMath>
                  </m:oMathPara>
                </a14:m>
                <a:endParaRPr lang="en-IN" sz="2800" dirty="0">
                  <a:solidFill>
                    <a:srgbClr val="002060"/>
                  </a:solidFill>
                  <a:latin typeface="Cambria Math" panose="02040503050406030204" pitchFamily="18" charset="0"/>
                </a:endParaRPr>
              </a:p>
            </p:txBody>
          </p:sp>
        </mc:Choice>
        <mc:Fallback xmlns="">
          <p:sp>
            <p:nvSpPr>
              <p:cNvPr id="32" name="TextBox 31">
                <a:extLst>
                  <a:ext uri="{FF2B5EF4-FFF2-40B4-BE49-F238E27FC236}">
                    <a16:creationId xmlns:a16="http://schemas.microsoft.com/office/drawing/2014/main" id="{2DC0F378-DFB3-4B23-8533-4C93F74AFF41}"/>
                  </a:ext>
                </a:extLst>
              </p:cNvPr>
              <p:cNvSpPr txBox="1">
                <a:spLocks noRot="1" noChangeAspect="1" noMove="1" noResize="1" noEditPoints="1" noAdjustHandles="1" noChangeArrowheads="1" noChangeShapeType="1" noTextEdit="1"/>
              </p:cNvSpPr>
              <p:nvPr/>
            </p:nvSpPr>
            <p:spPr>
              <a:xfrm>
                <a:off x="7158096" y="2709855"/>
                <a:ext cx="1740835"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D7118FD-62D5-4203-B93B-878018B0C778}"/>
                  </a:ext>
                </a:extLst>
              </p:cNvPr>
              <p:cNvSpPr txBox="1"/>
              <p:nvPr/>
            </p:nvSpPr>
            <p:spPr>
              <a:xfrm>
                <a:off x="7176611" y="5006249"/>
                <a:ext cx="1386656"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p>
                            <m:sSupPr>
                              <m:ctrlPr>
                                <a:rPr lang="en-IN" sz="2800" b="0" i="1" smtClean="0">
                                  <a:solidFill>
                                    <a:srgbClr val="002060"/>
                                  </a:solidFill>
                                  <a:latin typeface="Cambria Math" panose="02040503050406030204" pitchFamily="18" charset="0"/>
                                </a:rPr>
                              </m:ctrlPr>
                            </m:sSupPr>
                            <m:e>
                              <m:r>
                                <m:rPr>
                                  <m:sty m:val="p"/>
                                </m:rPr>
                                <a:rPr lang="en-IN" sz="2800">
                                  <a:solidFill>
                                    <a:srgbClr val="002060"/>
                                  </a:solidFill>
                                  <a:latin typeface="Cambria Math" panose="02040503050406030204" pitchFamily="18" charset="0"/>
                                </a:rPr>
                                <m:t>A</m:t>
                              </m:r>
                            </m:e>
                            <m:sup>
                              <m:r>
                                <a:rPr lang="en-IN" sz="2800" b="0" i="0" smtClean="0">
                                  <a:solidFill>
                                    <a:srgbClr val="002060"/>
                                  </a:solidFill>
                                  <a:latin typeface="Cambria Math" panose="02040503050406030204" pitchFamily="18" charset="0"/>
                                </a:rPr>
                                <m:t>′</m:t>
                              </m:r>
                            </m:sup>
                          </m:sSup>
                          <m:r>
                            <a:rPr lang="en-IN" sz="2800" b="0" i="0" smtClean="0">
                              <a:solidFill>
                                <a:srgbClr val="002060"/>
                              </a:solidFill>
                              <a:latin typeface="Cambria Math" panose="02040503050406030204" pitchFamily="18" charset="0"/>
                            </a:rPr>
                            <m:t> | </m:t>
                          </m:r>
                          <m:sSup>
                            <m:sSupPr>
                              <m:ctrlPr>
                                <a:rPr lang="en-IN" sz="2800" b="0" i="1" smtClean="0">
                                  <a:solidFill>
                                    <a:srgbClr val="002060"/>
                                  </a:solidFill>
                                  <a:latin typeface="Cambria Math" panose="02040503050406030204" pitchFamily="18" charset="0"/>
                                </a:rPr>
                              </m:ctrlPr>
                            </m:sSupPr>
                            <m:e>
                              <m:r>
                                <m:rPr>
                                  <m:sty m:val="p"/>
                                </m:rPr>
                                <a:rPr lang="en-IN" sz="2800">
                                  <a:solidFill>
                                    <a:srgbClr val="002060"/>
                                  </a:solidFill>
                                  <a:latin typeface="Cambria Math" panose="02040503050406030204" pitchFamily="18" charset="0"/>
                                </a:rPr>
                                <m:t>B</m:t>
                              </m:r>
                            </m:e>
                            <m:sup>
                              <m:r>
                                <a:rPr lang="en-IN" sz="2800" b="0" i="0" smtClean="0">
                                  <a:solidFill>
                                    <a:srgbClr val="002060"/>
                                  </a:solidFill>
                                  <a:latin typeface="Cambria Math" panose="02040503050406030204" pitchFamily="18" charset="0"/>
                                </a:rPr>
                                <m:t>′</m:t>
                              </m:r>
                            </m:sup>
                          </m:sSup>
                        </m:e>
                      </m:d>
                    </m:oMath>
                  </m:oMathPara>
                </a14:m>
                <a:endParaRPr lang="en-IN" sz="2800" dirty="0">
                  <a:solidFill>
                    <a:srgbClr val="002060"/>
                  </a:solidFill>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2D7118FD-62D5-4203-B93B-878018B0C778}"/>
                  </a:ext>
                </a:extLst>
              </p:cNvPr>
              <p:cNvSpPr txBox="1">
                <a:spLocks noRot="1" noChangeAspect="1" noMove="1" noResize="1" noEditPoints="1" noAdjustHandles="1" noChangeArrowheads="1" noChangeShapeType="1" noTextEdit="1"/>
              </p:cNvSpPr>
              <p:nvPr/>
            </p:nvSpPr>
            <p:spPr>
              <a:xfrm>
                <a:off x="7176611" y="5006249"/>
                <a:ext cx="1386656" cy="523220"/>
              </a:xfrm>
              <a:prstGeom prst="rect">
                <a:avLst/>
              </a:prstGeom>
              <a:blipFill>
                <a:blip r:embed="rId6"/>
                <a:stretch>
                  <a:fillRect r="-657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01B282EA-96A6-4324-BC04-435DB598E92D}"/>
                  </a:ext>
                </a:extLst>
              </p:cNvPr>
              <p:cNvSpPr txBox="1"/>
              <p:nvPr/>
            </p:nvSpPr>
            <p:spPr>
              <a:xfrm>
                <a:off x="8641422" y="4773140"/>
                <a:ext cx="2106382" cy="98943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p>
                                <m:sSupPr>
                                  <m:ctrlPr>
                                    <a:rPr lang="en-IN" sz="2800" b="0" i="1" smtClean="0">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A</m:t>
                                  </m:r>
                                </m:e>
                                <m:sup>
                                  <m:r>
                                    <a:rPr lang="en-IN" sz="2800" b="0" i="0" smtClean="0">
                                      <a:solidFill>
                                        <a:srgbClr val="002060"/>
                                      </a:solidFill>
                                      <a:latin typeface="Cambria Math" panose="02040503050406030204" pitchFamily="18" charset="0"/>
                                    </a:rPr>
                                    <m:t>′</m:t>
                                  </m:r>
                                </m:sup>
                              </m:sSup>
                              <m:r>
                                <a:rPr lang="en-US" sz="2800">
                                  <a:solidFill>
                                    <a:srgbClr val="002060"/>
                                  </a:solidFill>
                                  <a:latin typeface="Cambria Math" panose="02040503050406030204" pitchFamily="18" charset="0"/>
                                </a:rPr>
                                <m:t>∩</m:t>
                              </m:r>
                              <m:sSup>
                                <m:sSupPr>
                                  <m:ctrlPr>
                                    <a:rPr lang="en-IN" sz="2800" b="0" i="1" smtClean="0">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B</m:t>
                                  </m:r>
                                </m:e>
                                <m:sup>
                                  <m:r>
                                    <a:rPr lang="en-IN" sz="2800" b="0" i="1" smtClean="0">
                                      <a:solidFill>
                                        <a:srgbClr val="002060"/>
                                      </a:solidFill>
                                      <a:latin typeface="Cambria Math" panose="02040503050406030204" pitchFamily="18" charset="0"/>
                                    </a:rPr>
                                    <m:t>′</m:t>
                                  </m:r>
                                </m:sup>
                              </m:sSup>
                            </m:e>
                          </m:d>
                          <m:r>
                            <a:rPr lang="en-US" sz="2800" i="1">
                              <a:solidFill>
                                <a:srgbClr val="002060"/>
                              </a:solidFill>
                              <a:latin typeface="Cambria Math" panose="02040503050406030204" pitchFamily="18" charset="0"/>
                            </a:rPr>
                            <m:t> </m:t>
                          </m:r>
                        </m:num>
                        <m:den>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p>
                                <m:sSupPr>
                                  <m:ctrlPr>
                                    <a:rPr lang="en-IN" sz="2800" b="0" i="1" smtClean="0">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B</m:t>
                                  </m:r>
                                </m:e>
                                <m:sup>
                                  <m:r>
                                    <a:rPr lang="en-IN" sz="2800" b="0" i="1" smtClean="0">
                                      <a:solidFill>
                                        <a:srgbClr val="002060"/>
                                      </a:solidFill>
                                      <a:latin typeface="Cambria Math" panose="02040503050406030204" pitchFamily="18" charset="0"/>
                                    </a:rPr>
                                    <m:t>′</m:t>
                                  </m:r>
                                </m:sup>
                              </m:sSup>
                            </m:e>
                          </m:d>
                          <m:r>
                            <a:rPr lang="en-US" sz="2800">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36" name="TextBox 35">
                <a:extLst>
                  <a:ext uri="{FF2B5EF4-FFF2-40B4-BE49-F238E27FC236}">
                    <a16:creationId xmlns:a16="http://schemas.microsoft.com/office/drawing/2014/main" id="{01B282EA-96A6-4324-BC04-435DB598E92D}"/>
                  </a:ext>
                </a:extLst>
              </p:cNvPr>
              <p:cNvSpPr txBox="1">
                <a:spLocks noRot="1" noChangeAspect="1" noMove="1" noResize="1" noEditPoints="1" noAdjustHandles="1" noChangeArrowheads="1" noChangeShapeType="1" noTextEdit="1"/>
              </p:cNvSpPr>
              <p:nvPr/>
            </p:nvSpPr>
            <p:spPr>
              <a:xfrm>
                <a:off x="8641422" y="4773140"/>
                <a:ext cx="2106382" cy="989438"/>
              </a:xfrm>
              <a:prstGeom prst="rect">
                <a:avLst/>
              </a:prstGeom>
              <a:blipFill>
                <a:blip r:embed="rId7"/>
                <a:stretch>
                  <a:fillRect r="-289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B2738213-638B-4C0A-BAFB-0904EE4988C5}"/>
                  </a:ext>
                </a:extLst>
              </p:cNvPr>
              <p:cNvSpPr txBox="1"/>
              <p:nvPr/>
            </p:nvSpPr>
            <p:spPr>
              <a:xfrm>
                <a:off x="10790892" y="4641026"/>
                <a:ext cx="1301920" cy="127868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 </m:t>
                          </m:r>
                          <m:f>
                            <m:fPr>
                              <m:type m:val="skw"/>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12</m:t>
                              </m:r>
                            </m:den>
                          </m:f>
                          <m:r>
                            <a:rPr lang="en-US" sz="2800" i="1">
                              <a:solidFill>
                                <a:srgbClr val="002060"/>
                              </a:solidFill>
                              <a:latin typeface="Cambria Math" panose="02040503050406030204" pitchFamily="18" charset="0"/>
                            </a:rPr>
                            <m:t> </m:t>
                          </m:r>
                        </m:num>
                        <m:den>
                          <m:r>
                            <a:rPr lang="en-IN" sz="2800" b="0" i="1" smtClean="0">
                              <a:solidFill>
                                <a:srgbClr val="002060"/>
                              </a:solidFill>
                              <a:latin typeface="Cambria Math" panose="02040503050406030204" pitchFamily="18" charset="0"/>
                            </a:rPr>
                            <m:t> </m:t>
                          </m:r>
                          <m:f>
                            <m:fPr>
                              <m:type m:val="skw"/>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4</m:t>
                              </m:r>
                            </m:den>
                          </m:f>
                          <m:r>
                            <a:rPr lang="en-IN" sz="2800" b="0" i="1" smtClean="0">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37" name="TextBox 36">
                <a:extLst>
                  <a:ext uri="{FF2B5EF4-FFF2-40B4-BE49-F238E27FC236}">
                    <a16:creationId xmlns:a16="http://schemas.microsoft.com/office/drawing/2014/main" id="{B2738213-638B-4C0A-BAFB-0904EE4988C5}"/>
                  </a:ext>
                </a:extLst>
              </p:cNvPr>
              <p:cNvSpPr txBox="1">
                <a:spLocks noRot="1" noChangeAspect="1" noMove="1" noResize="1" noEditPoints="1" noAdjustHandles="1" noChangeArrowheads="1" noChangeShapeType="1" noTextEdit="1"/>
              </p:cNvSpPr>
              <p:nvPr/>
            </p:nvSpPr>
            <p:spPr>
              <a:xfrm>
                <a:off x="10790892" y="4641026"/>
                <a:ext cx="1301920" cy="1278683"/>
              </a:xfrm>
              <a:prstGeom prst="rect">
                <a:avLst/>
              </a:prstGeom>
              <a:blipFill>
                <a:blip r:embed="rId8"/>
                <a:stretch>
                  <a:fillRect r="-32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59F240E-3BC9-43F8-8F56-438A2AEC5625}"/>
                  </a:ext>
                </a:extLst>
              </p:cNvPr>
              <p:cNvSpPr txBox="1"/>
              <p:nvPr/>
            </p:nvSpPr>
            <p:spPr>
              <a:xfrm>
                <a:off x="8641422" y="5700597"/>
                <a:ext cx="1086386" cy="90178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1</m:t>
                          </m:r>
                          <m:r>
                            <a:rPr lang="en-US" sz="2800" i="1">
                              <a:solidFill>
                                <a:srgbClr val="002060"/>
                              </a:solidFill>
                              <a:latin typeface="Cambria Math" panose="02040503050406030204" pitchFamily="18" charset="0"/>
                            </a:rPr>
                            <m:t> </m:t>
                          </m:r>
                        </m:num>
                        <m:den>
                          <m:r>
                            <a:rPr lang="en-IN" sz="2800" b="0" i="1" smtClean="0">
                              <a:solidFill>
                                <a:srgbClr val="002060"/>
                              </a:solidFill>
                              <a:latin typeface="Cambria Math" panose="02040503050406030204" pitchFamily="18" charset="0"/>
                            </a:rPr>
                            <m:t> 3 </m:t>
                          </m:r>
                        </m:den>
                      </m:f>
                    </m:oMath>
                  </m:oMathPara>
                </a14:m>
                <a:endParaRPr lang="en-IN" sz="2800" dirty="0">
                  <a:solidFill>
                    <a:srgbClr val="002060"/>
                  </a:solidFill>
                  <a:latin typeface="Cambria Math" panose="02040503050406030204" pitchFamily="18" charset="0"/>
                </a:endParaRPr>
              </a:p>
            </p:txBody>
          </p:sp>
        </mc:Choice>
        <mc:Fallback xmlns="">
          <p:sp>
            <p:nvSpPr>
              <p:cNvPr id="38" name="TextBox 37">
                <a:extLst>
                  <a:ext uri="{FF2B5EF4-FFF2-40B4-BE49-F238E27FC236}">
                    <a16:creationId xmlns:a16="http://schemas.microsoft.com/office/drawing/2014/main" id="{059F240E-3BC9-43F8-8F56-438A2AEC5625}"/>
                  </a:ext>
                </a:extLst>
              </p:cNvPr>
              <p:cNvSpPr txBox="1">
                <a:spLocks noRot="1" noChangeAspect="1" noMove="1" noResize="1" noEditPoints="1" noAdjustHandles="1" noChangeArrowheads="1" noChangeShapeType="1" noTextEdit="1"/>
              </p:cNvSpPr>
              <p:nvPr/>
            </p:nvSpPr>
            <p:spPr>
              <a:xfrm>
                <a:off x="8641422" y="5700597"/>
                <a:ext cx="1086386" cy="901785"/>
              </a:xfrm>
              <a:prstGeom prst="rect">
                <a:avLst/>
              </a:prstGeom>
              <a:blipFill>
                <a:blip r:embed="rId9"/>
                <a:stretch>
                  <a:fillRect/>
                </a:stretch>
              </a:blipFill>
            </p:spPr>
            <p:txBody>
              <a:bodyPr/>
              <a:lstStyle/>
              <a:p>
                <a:r>
                  <a:rPr lang="en-IN">
                    <a:noFill/>
                  </a:rPr>
                  <a:t> </a:t>
                </a:r>
              </a:p>
            </p:txBody>
          </p:sp>
        </mc:Fallback>
      </mc:AlternateContent>
      <p:cxnSp>
        <p:nvCxnSpPr>
          <p:cNvPr id="39" name="Straight Connector 38">
            <a:extLst>
              <a:ext uri="{FF2B5EF4-FFF2-40B4-BE49-F238E27FC236}">
                <a16:creationId xmlns:a16="http://schemas.microsoft.com/office/drawing/2014/main" id="{4BBD8EC7-4A22-4D8C-AC39-89BB77F70D53}"/>
              </a:ext>
            </a:extLst>
          </p:cNvPr>
          <p:cNvCxnSpPr>
            <a:cxnSpLocks/>
          </p:cNvCxnSpPr>
          <p:nvPr/>
        </p:nvCxnSpPr>
        <p:spPr>
          <a:xfrm>
            <a:off x="7153672" y="2709855"/>
            <a:ext cx="0" cy="375261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F4334F69-F901-431D-BF06-88D4B7420152}"/>
                  </a:ext>
                </a:extLst>
              </p:cNvPr>
              <p:cNvSpPr txBox="1"/>
              <p:nvPr/>
            </p:nvSpPr>
            <p:spPr>
              <a:xfrm>
                <a:off x="1591265" y="2710945"/>
                <a:ext cx="2919727"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e>
                      </m:d>
                      <m:r>
                        <a:rPr lang="en-IN" sz="2800" b="0" i="0" smtClean="0">
                          <a:solidFill>
                            <a:srgbClr val="002060"/>
                          </a:solidFill>
                          <a:latin typeface="Cambria Math" panose="02040503050406030204" pitchFamily="18" charset="0"/>
                        </a:rPr>
                        <m:t>=1−</m:t>
                      </m:r>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p>
                            <m:sSupPr>
                              <m:ctrlPr>
                                <a:rPr lang="en-IN" sz="2800" b="0" i="1" smtClean="0">
                                  <a:solidFill>
                                    <a:srgbClr val="002060"/>
                                  </a:solidFill>
                                  <a:latin typeface="Cambria Math" panose="02040503050406030204" pitchFamily="18" charset="0"/>
                                </a:rPr>
                              </m:ctrlPr>
                            </m:sSupPr>
                            <m:e>
                              <m:r>
                                <m:rPr>
                                  <m:sty m:val="p"/>
                                </m:rPr>
                                <a:rPr lang="en-IN" sz="2800" b="0" i="0" smtClean="0">
                                  <a:solidFill>
                                    <a:srgbClr val="002060"/>
                                  </a:solidFill>
                                  <a:latin typeface="Cambria Math" panose="02040503050406030204" pitchFamily="18" charset="0"/>
                                </a:rPr>
                                <m:t>B</m:t>
                              </m:r>
                            </m:e>
                            <m:sup>
                              <m:r>
                                <a:rPr lang="en-IN" sz="2800" b="0" i="0" smtClean="0">
                                  <a:solidFill>
                                    <a:srgbClr val="002060"/>
                                  </a:solidFill>
                                  <a:latin typeface="Cambria Math" panose="02040503050406030204" pitchFamily="18" charset="0"/>
                                </a:rPr>
                                <m:t>′</m:t>
                              </m:r>
                            </m:sup>
                          </m:sSup>
                        </m:e>
                      </m:d>
                    </m:oMath>
                  </m:oMathPara>
                </a14:m>
                <a:endParaRPr lang="en-IN" sz="2800" dirty="0">
                  <a:solidFill>
                    <a:srgbClr val="002060"/>
                  </a:solidFill>
                  <a:latin typeface="Cambria Math" panose="02040503050406030204" pitchFamily="18" charset="0"/>
                </a:endParaRPr>
              </a:p>
            </p:txBody>
          </p:sp>
        </mc:Choice>
        <mc:Fallback xmlns="">
          <p:sp>
            <p:nvSpPr>
              <p:cNvPr id="41" name="TextBox 40">
                <a:extLst>
                  <a:ext uri="{FF2B5EF4-FFF2-40B4-BE49-F238E27FC236}">
                    <a16:creationId xmlns:a16="http://schemas.microsoft.com/office/drawing/2014/main" id="{F4334F69-F901-431D-BF06-88D4B7420152}"/>
                  </a:ext>
                </a:extLst>
              </p:cNvPr>
              <p:cNvSpPr txBox="1">
                <a:spLocks noRot="1" noChangeAspect="1" noMove="1" noResize="1" noEditPoints="1" noAdjustHandles="1" noChangeArrowheads="1" noChangeShapeType="1" noTextEdit="1"/>
              </p:cNvSpPr>
              <p:nvPr/>
            </p:nvSpPr>
            <p:spPr>
              <a:xfrm>
                <a:off x="1591265" y="2710945"/>
                <a:ext cx="2919727"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FC50E0DB-D475-40E1-999D-4432428FA7E8}"/>
                  </a:ext>
                </a:extLst>
              </p:cNvPr>
              <p:cNvSpPr txBox="1"/>
              <p:nvPr/>
            </p:nvSpPr>
            <p:spPr>
              <a:xfrm>
                <a:off x="2433841" y="3397060"/>
                <a:ext cx="1552038"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=1−</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4 </m:t>
                          </m:r>
                        </m:den>
                      </m:f>
                    </m:oMath>
                  </m:oMathPara>
                </a14:m>
                <a:endParaRPr lang="en-IN" sz="2800" dirty="0">
                  <a:solidFill>
                    <a:srgbClr val="002060"/>
                  </a:solidFill>
                  <a:latin typeface="Cambria Math" panose="02040503050406030204" pitchFamily="18" charset="0"/>
                </a:endParaRPr>
              </a:p>
            </p:txBody>
          </p:sp>
        </mc:Choice>
        <mc:Fallback xmlns="">
          <p:sp>
            <p:nvSpPr>
              <p:cNvPr id="42" name="TextBox 41">
                <a:extLst>
                  <a:ext uri="{FF2B5EF4-FFF2-40B4-BE49-F238E27FC236}">
                    <a16:creationId xmlns:a16="http://schemas.microsoft.com/office/drawing/2014/main" id="{FC50E0DB-D475-40E1-999D-4432428FA7E8}"/>
                  </a:ext>
                </a:extLst>
              </p:cNvPr>
              <p:cNvSpPr txBox="1">
                <a:spLocks noRot="1" noChangeAspect="1" noMove="1" noResize="1" noEditPoints="1" noAdjustHandles="1" noChangeArrowheads="1" noChangeShapeType="1" noTextEdit="1"/>
              </p:cNvSpPr>
              <p:nvPr/>
            </p:nvSpPr>
            <p:spPr>
              <a:xfrm>
                <a:off x="2433841" y="3397060"/>
                <a:ext cx="1552038" cy="898964"/>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D77986EF-7643-4E61-BCAC-EB7D40EB22DA}"/>
                  </a:ext>
                </a:extLst>
              </p:cNvPr>
              <p:cNvSpPr txBox="1"/>
              <p:nvPr/>
            </p:nvSpPr>
            <p:spPr>
              <a:xfrm>
                <a:off x="3902076" y="3390805"/>
                <a:ext cx="936624"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3</m:t>
                          </m:r>
                        </m:num>
                        <m:den>
                          <m:r>
                            <a:rPr lang="en-IN" sz="2800" b="0" i="1" smtClean="0">
                              <a:solidFill>
                                <a:srgbClr val="002060"/>
                              </a:solidFill>
                              <a:latin typeface="Cambria Math" panose="02040503050406030204" pitchFamily="18" charset="0"/>
                            </a:rPr>
                            <m:t> 4 </m:t>
                          </m:r>
                        </m:den>
                      </m:f>
                    </m:oMath>
                  </m:oMathPara>
                </a14:m>
                <a:endParaRPr lang="en-IN" sz="2800" dirty="0">
                  <a:solidFill>
                    <a:srgbClr val="002060"/>
                  </a:solidFill>
                  <a:latin typeface="Cambria Math" panose="02040503050406030204" pitchFamily="18" charset="0"/>
                </a:endParaRPr>
              </a:p>
            </p:txBody>
          </p:sp>
        </mc:Choice>
        <mc:Fallback xmlns="">
          <p:sp>
            <p:nvSpPr>
              <p:cNvPr id="43" name="TextBox 42">
                <a:extLst>
                  <a:ext uri="{FF2B5EF4-FFF2-40B4-BE49-F238E27FC236}">
                    <a16:creationId xmlns:a16="http://schemas.microsoft.com/office/drawing/2014/main" id="{D77986EF-7643-4E61-BCAC-EB7D40EB22DA}"/>
                  </a:ext>
                </a:extLst>
              </p:cNvPr>
              <p:cNvSpPr txBox="1">
                <a:spLocks noRot="1" noChangeAspect="1" noMove="1" noResize="1" noEditPoints="1" noAdjustHandles="1" noChangeArrowheads="1" noChangeShapeType="1" noTextEdit="1"/>
              </p:cNvSpPr>
              <p:nvPr/>
            </p:nvSpPr>
            <p:spPr>
              <a:xfrm>
                <a:off x="3902076" y="3390805"/>
                <a:ext cx="936624" cy="898964"/>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4751A521-8697-483D-9338-72447AEACE93}"/>
                  </a:ext>
                </a:extLst>
              </p:cNvPr>
              <p:cNvSpPr txBox="1"/>
              <p:nvPr/>
            </p:nvSpPr>
            <p:spPr>
              <a:xfrm>
                <a:off x="5385791" y="5621735"/>
                <a:ext cx="1171163"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11</m:t>
                          </m:r>
                        </m:num>
                        <m:den>
                          <m:r>
                            <a:rPr lang="en-IN" sz="2800" b="0" i="1" smtClean="0">
                              <a:solidFill>
                                <a:srgbClr val="002060"/>
                              </a:solidFill>
                              <a:latin typeface="Cambria Math" panose="02040503050406030204" pitchFamily="18" charset="0"/>
                            </a:rPr>
                            <m:t> 12 </m:t>
                          </m:r>
                        </m:den>
                      </m:f>
                    </m:oMath>
                  </m:oMathPara>
                </a14:m>
                <a:endParaRPr lang="en-IN" sz="2800" dirty="0">
                  <a:solidFill>
                    <a:srgbClr val="002060"/>
                  </a:solidFill>
                  <a:latin typeface="Cambria Math" panose="02040503050406030204" pitchFamily="18" charset="0"/>
                </a:endParaRPr>
              </a:p>
            </p:txBody>
          </p:sp>
        </mc:Choice>
        <mc:Fallback xmlns="">
          <p:sp>
            <p:nvSpPr>
              <p:cNvPr id="44" name="TextBox 43">
                <a:extLst>
                  <a:ext uri="{FF2B5EF4-FFF2-40B4-BE49-F238E27FC236}">
                    <a16:creationId xmlns:a16="http://schemas.microsoft.com/office/drawing/2014/main" id="{4751A521-8697-483D-9338-72447AEACE93}"/>
                  </a:ext>
                </a:extLst>
              </p:cNvPr>
              <p:cNvSpPr txBox="1">
                <a:spLocks noRot="1" noChangeAspect="1" noMove="1" noResize="1" noEditPoints="1" noAdjustHandles="1" noChangeArrowheads="1" noChangeShapeType="1" noTextEdit="1"/>
              </p:cNvSpPr>
              <p:nvPr/>
            </p:nvSpPr>
            <p:spPr>
              <a:xfrm>
                <a:off x="5385791" y="5621735"/>
                <a:ext cx="1171163" cy="898964"/>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3FEF29FC-4F30-428C-A2AB-8BFD80F00131}"/>
                  </a:ext>
                </a:extLst>
              </p:cNvPr>
              <p:cNvSpPr txBox="1"/>
              <p:nvPr/>
            </p:nvSpPr>
            <p:spPr>
              <a:xfrm>
                <a:off x="8801007" y="2709855"/>
                <a:ext cx="251591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a:solidFill>
                            <a:srgbClr val="002060"/>
                          </a:solidFill>
                          <a:latin typeface="Cambria Math" panose="02040503050406030204" pitchFamily="18" charset="0"/>
                        </a:rPr>
                        <m:t>=1−</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B</m:t>
                          </m:r>
                        </m:e>
                      </m:d>
                    </m:oMath>
                  </m:oMathPara>
                </a14:m>
                <a:endParaRPr lang="en-IN" sz="2800" dirty="0">
                  <a:solidFill>
                    <a:srgbClr val="002060"/>
                  </a:solidFill>
                  <a:latin typeface="Cambria Math" panose="02040503050406030204" pitchFamily="18" charset="0"/>
                </a:endParaRPr>
              </a:p>
            </p:txBody>
          </p:sp>
        </mc:Choice>
        <mc:Fallback xmlns="">
          <p:sp>
            <p:nvSpPr>
              <p:cNvPr id="47" name="TextBox 46">
                <a:extLst>
                  <a:ext uri="{FF2B5EF4-FFF2-40B4-BE49-F238E27FC236}">
                    <a16:creationId xmlns:a16="http://schemas.microsoft.com/office/drawing/2014/main" id="{3FEF29FC-4F30-428C-A2AB-8BFD80F00131}"/>
                  </a:ext>
                </a:extLst>
              </p:cNvPr>
              <p:cNvSpPr txBox="1">
                <a:spLocks noRot="1" noChangeAspect="1" noMove="1" noResize="1" noEditPoints="1" noAdjustHandles="1" noChangeArrowheads="1" noChangeShapeType="1" noTextEdit="1"/>
              </p:cNvSpPr>
              <p:nvPr/>
            </p:nvSpPr>
            <p:spPr>
              <a:xfrm>
                <a:off x="8801007" y="2709855"/>
                <a:ext cx="2515914"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E0547954-F584-4F25-AA60-5D21188F42B4}"/>
                  </a:ext>
                </a:extLst>
              </p:cNvPr>
              <p:cNvSpPr txBox="1"/>
              <p:nvPr/>
            </p:nvSpPr>
            <p:spPr>
              <a:xfrm>
                <a:off x="8818733" y="3335842"/>
                <a:ext cx="1827490" cy="89915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smtClean="0">
                          <a:solidFill>
                            <a:srgbClr val="002060"/>
                          </a:solidFill>
                          <a:latin typeface="Cambria Math" panose="02040503050406030204" pitchFamily="18" charset="0"/>
                        </a:rPr>
                        <m:t>=1−</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11</m:t>
                          </m:r>
                        </m:num>
                        <m:den>
                          <m:r>
                            <a:rPr lang="en-IN" sz="2800" b="0" i="1" smtClean="0">
                              <a:solidFill>
                                <a:srgbClr val="002060"/>
                              </a:solidFill>
                              <a:latin typeface="Cambria Math" panose="02040503050406030204" pitchFamily="18" charset="0"/>
                            </a:rPr>
                            <m:t> 12 </m:t>
                          </m:r>
                        </m:den>
                      </m:f>
                    </m:oMath>
                  </m:oMathPara>
                </a14:m>
                <a:endParaRPr lang="en-IN" sz="2800" dirty="0">
                  <a:solidFill>
                    <a:srgbClr val="002060"/>
                  </a:solidFill>
                  <a:latin typeface="Cambria Math" panose="02040503050406030204" pitchFamily="18" charset="0"/>
                </a:endParaRPr>
              </a:p>
            </p:txBody>
          </p:sp>
        </mc:Choice>
        <mc:Fallback xmlns="">
          <p:sp>
            <p:nvSpPr>
              <p:cNvPr id="49" name="TextBox 48">
                <a:extLst>
                  <a:ext uri="{FF2B5EF4-FFF2-40B4-BE49-F238E27FC236}">
                    <a16:creationId xmlns:a16="http://schemas.microsoft.com/office/drawing/2014/main" id="{E0547954-F584-4F25-AA60-5D21188F42B4}"/>
                  </a:ext>
                </a:extLst>
              </p:cNvPr>
              <p:cNvSpPr txBox="1">
                <a:spLocks noRot="1" noChangeAspect="1" noMove="1" noResize="1" noEditPoints="1" noAdjustHandles="1" noChangeArrowheads="1" noChangeShapeType="1" noTextEdit="1"/>
              </p:cNvSpPr>
              <p:nvPr/>
            </p:nvSpPr>
            <p:spPr>
              <a:xfrm>
                <a:off x="8818733" y="3335842"/>
                <a:ext cx="1827490" cy="899157"/>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A0AF8763-C4E3-4654-A2EC-B7E29B5420EA}"/>
                  </a:ext>
                </a:extLst>
              </p:cNvPr>
              <p:cNvSpPr txBox="1"/>
              <p:nvPr/>
            </p:nvSpPr>
            <p:spPr>
              <a:xfrm>
                <a:off x="10450177" y="3335842"/>
                <a:ext cx="1112222"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12</m:t>
                          </m:r>
                        </m:den>
                      </m:f>
                    </m:oMath>
                  </m:oMathPara>
                </a14:m>
                <a:endParaRPr lang="en-IN" sz="2800" dirty="0">
                  <a:solidFill>
                    <a:srgbClr val="002060"/>
                  </a:solidFill>
                  <a:latin typeface="Cambria Math" panose="02040503050406030204" pitchFamily="18" charset="0"/>
                </a:endParaRPr>
              </a:p>
            </p:txBody>
          </p:sp>
        </mc:Choice>
        <mc:Fallback xmlns="">
          <p:sp>
            <p:nvSpPr>
              <p:cNvPr id="50" name="TextBox 49">
                <a:extLst>
                  <a:ext uri="{FF2B5EF4-FFF2-40B4-BE49-F238E27FC236}">
                    <a16:creationId xmlns:a16="http://schemas.microsoft.com/office/drawing/2014/main" id="{A0AF8763-C4E3-4654-A2EC-B7E29B5420EA}"/>
                  </a:ext>
                </a:extLst>
              </p:cNvPr>
              <p:cNvSpPr txBox="1">
                <a:spLocks noRot="1" noChangeAspect="1" noMove="1" noResize="1" noEditPoints="1" noAdjustHandles="1" noChangeArrowheads="1" noChangeShapeType="1" noTextEdit="1"/>
              </p:cNvSpPr>
              <p:nvPr/>
            </p:nvSpPr>
            <p:spPr>
              <a:xfrm>
                <a:off x="10450177" y="3335842"/>
                <a:ext cx="1112222" cy="898964"/>
              </a:xfrm>
              <a:prstGeom prst="rect">
                <a:avLst/>
              </a:prstGeom>
              <a:blipFill>
                <a:blip r:embed="rId1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950530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wipe(up)">
                                      <p:cBhvr>
                                        <p:cTn id="35" dur="500"/>
                                        <p:tgtEl>
                                          <p:spTgt spid="39"/>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7"/>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9"/>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5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35"/>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36"/>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37"/>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7" grpId="0"/>
      <p:bldP spid="28" grpId="0"/>
      <p:bldP spid="32" grpId="0"/>
      <p:bldP spid="35" grpId="0"/>
      <p:bldP spid="36" grpId="0"/>
      <p:bldP spid="37" grpId="0"/>
      <p:bldP spid="38" grpId="0"/>
      <p:bldP spid="41" grpId="0"/>
      <p:bldP spid="42" grpId="0"/>
      <p:bldP spid="43" grpId="0"/>
      <p:bldP spid="44" grpId="0"/>
      <p:bldP spid="47" grpId="0"/>
      <p:bldP spid="49" grpId="0"/>
      <p:bldP spid="50"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41"/>
                <a:ext cx="11929645" cy="989438"/>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14:m>
                  <m:oMathPara xmlns:m="http://schemas.openxmlformats.org/officeDocument/2006/math">
                    <m:oMathParaPr>
                      <m:jc m:val="left"/>
                    </m:oMathParaPr>
                    <m:oMath xmlns:m="http://schemas.openxmlformats.org/officeDocument/2006/math">
                      <m:r>
                        <m:rPr>
                          <m:nor/>
                        </m:rPr>
                        <a:rPr lang="en-GB" i="0" dirty="0" smtClean="0">
                          <a:latin typeface="+mj-lt"/>
                        </a:rPr>
                        <m:t>If</m:t>
                      </m:r>
                      <m:r>
                        <a:rPr lang="en-GB" i="0" dirty="0" smtClean="0">
                          <a:latin typeface="Cambria Math" panose="02040503050406030204" pitchFamily="18" charset="0"/>
                        </a:rPr>
                        <m:t> </m:t>
                      </m:r>
                      <m:r>
                        <a:rPr lang="en-IN" b="0" i="0" dirty="0" smtClean="0">
                          <a:latin typeface="Cambria Math" panose="02040503050406030204" pitchFamily="18" charset="0"/>
                        </a:rPr>
                        <m:t>                    ,</m:t>
                      </m:r>
                      <m:r>
                        <a:rPr lang="en-IN" b="0" i="1" dirty="0" smtClean="0">
                          <a:latin typeface="Cambria Math" panose="02040503050406030204" pitchFamily="18" charset="0"/>
                        </a:rPr>
                        <m:t> </m:t>
                      </m:r>
                      <m:r>
                        <a:rPr lang="en-IN" b="0" i="0" dirty="0" smtClean="0">
                          <a:latin typeface="Cambria Math" panose="02040503050406030204" pitchFamily="18" charset="0"/>
                        </a:rPr>
                        <m:t>                     </m:t>
                      </m:r>
                      <m:r>
                        <m:rPr>
                          <m:nor/>
                        </m:rPr>
                        <a:rPr lang="en-GB" i="0" dirty="0" smtClean="0">
                          <a:latin typeface="+mj-lt"/>
                        </a:rPr>
                        <m:t>and</m:t>
                      </m:r>
                      <m:r>
                        <a:rPr lang="en-GB" i="0" dirty="0" smtClean="0">
                          <a:latin typeface="Cambria Math" panose="02040503050406030204" pitchFamily="18" charset="0"/>
                        </a:rPr>
                        <m:t> </m:t>
                      </m:r>
                      <m:r>
                        <m:rPr>
                          <m:sty m:val="p"/>
                        </m:rPr>
                        <a:rPr lang="en-GB" i="0" dirty="0" smtClean="0">
                          <a:latin typeface="Cambria Math" panose="02040503050406030204" pitchFamily="18" charset="0"/>
                        </a:rPr>
                        <m:t>P</m:t>
                      </m:r>
                      <m:d>
                        <m:dPr>
                          <m:ctrlPr>
                            <a:rPr lang="en-GB" i="1" dirty="0" smtClean="0">
                              <a:latin typeface="Cambria Math" panose="02040503050406030204" pitchFamily="18" charset="0"/>
                            </a:rPr>
                          </m:ctrlPr>
                        </m:dPr>
                        <m:e>
                          <m:r>
                            <m:rPr>
                              <m:sty m:val="p"/>
                            </m:rPr>
                            <a:rPr lang="en-GB" i="0" dirty="0" smtClean="0">
                              <a:latin typeface="Cambria Math" panose="02040503050406030204" pitchFamily="18" charset="0"/>
                            </a:rPr>
                            <m:t>A</m:t>
                          </m:r>
                          <m:r>
                            <a:rPr lang="en-GB" i="0" dirty="0" smtClean="0">
                              <a:latin typeface="Cambria Math" panose="02040503050406030204" pitchFamily="18" charset="0"/>
                            </a:rPr>
                            <m:t>∪</m:t>
                          </m:r>
                          <m:r>
                            <m:rPr>
                              <m:sty m:val="p"/>
                            </m:rPr>
                            <a:rPr lang="en-GB" i="0" dirty="0" smtClean="0">
                              <a:latin typeface="Cambria Math" panose="02040503050406030204" pitchFamily="18" charset="0"/>
                            </a:rPr>
                            <m:t>B</m:t>
                          </m:r>
                        </m:e>
                      </m:d>
                      <m:r>
                        <a:rPr lang="en-GB" i="0" dirty="0" smtClean="0">
                          <a:latin typeface="Cambria Math" panose="02040503050406030204" pitchFamily="18" charset="0"/>
                        </a:rPr>
                        <m:t>=</m:t>
                      </m:r>
                      <m:f>
                        <m:fPr>
                          <m:ctrlPr>
                            <a:rPr lang="en-GB" i="1" dirty="0" smtClean="0">
                              <a:latin typeface="Cambria Math" panose="02040503050406030204" pitchFamily="18" charset="0"/>
                            </a:rPr>
                          </m:ctrlPr>
                        </m:fPr>
                        <m:num>
                          <m:r>
                            <a:rPr lang="en-GB" i="0" dirty="0" smtClean="0">
                              <a:latin typeface="Cambria Math" panose="02040503050406030204" pitchFamily="18" charset="0"/>
                            </a:rPr>
                            <m:t> 1 </m:t>
                          </m:r>
                        </m:num>
                        <m:den>
                          <m:r>
                            <a:rPr lang="en-GB" i="0" dirty="0" smtClean="0">
                              <a:latin typeface="Cambria Math" panose="02040503050406030204" pitchFamily="18" charset="0"/>
                            </a:rPr>
                            <m:t> 2 </m:t>
                          </m:r>
                        </m:den>
                      </m:f>
                      <m:r>
                        <m:rPr>
                          <m:nor/>
                        </m:rPr>
                        <a:rPr lang="en-GB" i="0" dirty="0" smtClean="0">
                          <a:latin typeface="+mj-lt"/>
                        </a:rPr>
                        <m:t>,</m:t>
                      </m:r>
                      <m:r>
                        <m:rPr>
                          <m:nor/>
                        </m:rPr>
                        <a:rPr lang="en-IN" b="0" i="0" dirty="0" smtClean="0">
                          <a:latin typeface="+mj-lt"/>
                        </a:rPr>
                        <m:t> </m:t>
                      </m:r>
                      <m:r>
                        <m:rPr>
                          <m:nor/>
                        </m:rPr>
                        <a:rPr lang="en-GB" i="0" dirty="0" smtClean="0">
                          <a:latin typeface="+mj-lt"/>
                        </a:rPr>
                        <m:t>then</m:t>
                      </m:r>
                      <m:r>
                        <m:rPr>
                          <m:nor/>
                        </m:rPr>
                        <a:rPr lang="en-GB" i="0" dirty="0" smtClean="0">
                          <a:latin typeface="+mj-lt"/>
                        </a:rPr>
                        <m:t> </m:t>
                      </m:r>
                      <m:r>
                        <m:rPr>
                          <m:nor/>
                        </m:rPr>
                        <a:rPr lang="en-GB" i="0" dirty="0" smtClean="0">
                          <a:latin typeface="+mj-lt"/>
                        </a:rPr>
                        <m:t>find</m:t>
                      </m:r>
                      <m:r>
                        <a:rPr lang="en-GB" i="0" dirty="0" smtClean="0">
                          <a:latin typeface="Cambria Math" panose="02040503050406030204" pitchFamily="18" charset="0"/>
                        </a:rPr>
                        <m:t> </m:t>
                      </m:r>
                      <m:r>
                        <m:rPr>
                          <m:sty m:val="p"/>
                        </m:rPr>
                        <a:rPr lang="en-GB" i="0" dirty="0" smtClean="0">
                          <a:latin typeface="Cambria Math" panose="02040503050406030204" pitchFamily="18" charset="0"/>
                        </a:rPr>
                        <m:t>P</m:t>
                      </m:r>
                      <m:d>
                        <m:dPr>
                          <m:ctrlPr>
                            <a:rPr lang="en-GB" i="1" dirty="0" smtClean="0">
                              <a:latin typeface="Cambria Math" panose="02040503050406030204" pitchFamily="18" charset="0"/>
                            </a:rPr>
                          </m:ctrlPr>
                        </m:dPr>
                        <m:e>
                          <m:r>
                            <m:rPr>
                              <m:sty m:val="p"/>
                            </m:rPr>
                            <a:rPr lang="en-GB" i="0" dirty="0" smtClean="0">
                              <a:latin typeface="Cambria Math" panose="02040503050406030204" pitchFamily="18" charset="0"/>
                            </a:rPr>
                            <m:t>B</m:t>
                          </m:r>
                          <m:r>
                            <a:rPr lang="en-GB" i="0" dirty="0" smtClean="0">
                              <a:latin typeface="Cambria Math" panose="02040503050406030204" pitchFamily="18" charset="0"/>
                            </a:rPr>
                            <m:t> </m:t>
                          </m:r>
                        </m:e>
                        <m:e>
                          <m:r>
                            <a:rPr lang="en-GB" i="0" dirty="0" smtClean="0">
                              <a:latin typeface="Cambria Math" panose="02040503050406030204" pitchFamily="18" charset="0"/>
                            </a:rPr>
                            <m:t> </m:t>
                          </m:r>
                          <m:r>
                            <m:rPr>
                              <m:sty m:val="p"/>
                            </m:rPr>
                            <a:rPr lang="en-GB" i="0" dirty="0" smtClean="0">
                              <a:latin typeface="Cambria Math" panose="02040503050406030204" pitchFamily="18" charset="0"/>
                            </a:rPr>
                            <m:t>A</m:t>
                          </m:r>
                        </m:e>
                      </m:d>
                      <m:r>
                        <a:rPr lang="en-IN" b="0" i="0" dirty="0" smtClean="0">
                          <a:latin typeface="Cambria Math" panose="02040503050406030204" pitchFamily="18" charset="0"/>
                        </a:rPr>
                        <m:t>,</m:t>
                      </m:r>
                      <m:r>
                        <a:rPr lang="en-IN" b="0" i="1" dirty="0" smtClean="0">
                          <a:latin typeface="Cambria Math" panose="02040503050406030204" pitchFamily="18" charset="0"/>
                        </a:rPr>
                        <m:t>                   .</m:t>
                      </m:r>
                    </m:oMath>
                  </m:oMathPara>
                </a14:m>
                <a:endParaRPr lang="en-US" dirty="0">
                  <a:latin typeface="+mj-lt"/>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41"/>
                <a:ext cx="11929645" cy="989438"/>
              </a:xfrm>
              <a:prstGeom prst="rect">
                <a:avLst/>
              </a:prstGeom>
              <a:blipFill>
                <a:blip r:embed="rId2"/>
                <a:stretch>
                  <a:fillRect/>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3 ⇝ Example 2</a:t>
            </a:r>
            <a:endParaRPr lang="en-US" dirty="0"/>
          </a:p>
        </p:txBody>
      </p:sp>
      <p:sp>
        <p:nvSpPr>
          <p:cNvPr id="4" name="Content Placeholder 2"/>
          <p:cNvSpPr txBox="1">
            <a:spLocks/>
          </p:cNvSpPr>
          <p:nvPr/>
        </p:nvSpPr>
        <p:spPr>
          <a:xfrm>
            <a:off x="131176" y="2013919"/>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6E3C558-0491-8555-55DE-5D8769497570}"/>
                  </a:ext>
                </a:extLst>
              </p:cNvPr>
              <p:cNvSpPr txBox="1"/>
              <p:nvPr/>
            </p:nvSpPr>
            <p:spPr>
              <a:xfrm>
                <a:off x="2037635" y="2026020"/>
                <a:ext cx="5620465"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B</m:t>
                          </m:r>
                        </m:e>
                      </m:d>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e>
                      </m:d>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e>
                      </m:d>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B</m:t>
                          </m:r>
                        </m:e>
                      </m:d>
                    </m:oMath>
                  </m:oMathPara>
                </a14:m>
                <a:endParaRPr lang="en-IN" sz="2800" dirty="0">
                  <a:solidFill>
                    <a:srgbClr val="002060"/>
                  </a:solidFill>
                  <a:latin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C6E3C558-0491-8555-55DE-5D8769497570}"/>
                  </a:ext>
                </a:extLst>
              </p:cNvPr>
              <p:cNvSpPr txBox="1">
                <a:spLocks noRot="1" noChangeAspect="1" noMove="1" noResize="1" noEditPoints="1" noAdjustHandles="1" noChangeArrowheads="1" noChangeShapeType="1" noTextEdit="1"/>
              </p:cNvSpPr>
              <p:nvPr/>
            </p:nvSpPr>
            <p:spPr>
              <a:xfrm>
                <a:off x="2037635" y="2026020"/>
                <a:ext cx="5620465"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BF55CAA0-39EA-4E7C-8BCF-ECB559306EA9}"/>
                  </a:ext>
                </a:extLst>
              </p:cNvPr>
              <p:cNvSpPr txBox="1"/>
              <p:nvPr/>
            </p:nvSpPr>
            <p:spPr>
              <a:xfrm>
                <a:off x="2037635" y="2860628"/>
                <a:ext cx="5620465" cy="90178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2 </m:t>
                          </m:r>
                        </m:den>
                      </m:f>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3 </m:t>
                          </m:r>
                        </m:den>
                      </m:f>
                      <m:r>
                        <a:rPr lang="en-IN" sz="2800" b="0" i="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i="1">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4</m:t>
                          </m:r>
                          <m:r>
                            <a:rPr lang="en-IN" sz="2800" i="1">
                              <a:solidFill>
                                <a:srgbClr val="002060"/>
                              </a:solidFill>
                              <a:latin typeface="Cambria Math" panose="02040503050406030204" pitchFamily="18" charset="0"/>
                            </a:rPr>
                            <m:t> </m:t>
                          </m:r>
                        </m:den>
                      </m:f>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B</m:t>
                          </m:r>
                        </m:e>
                      </m:d>
                    </m:oMath>
                  </m:oMathPara>
                </a14:m>
                <a:endParaRPr lang="en-IN" sz="2800" dirty="0">
                  <a:solidFill>
                    <a:srgbClr val="002060"/>
                  </a:solidFill>
                  <a:latin typeface="Cambria Math" panose="02040503050406030204" pitchFamily="18" charset="0"/>
                </a:endParaRPr>
              </a:p>
            </p:txBody>
          </p:sp>
        </mc:Choice>
        <mc:Fallback xmlns="">
          <p:sp>
            <p:nvSpPr>
              <p:cNvPr id="27" name="TextBox 26">
                <a:extLst>
                  <a:ext uri="{FF2B5EF4-FFF2-40B4-BE49-F238E27FC236}">
                    <a16:creationId xmlns:a16="http://schemas.microsoft.com/office/drawing/2014/main" id="{BF55CAA0-39EA-4E7C-8BCF-ECB559306EA9}"/>
                  </a:ext>
                </a:extLst>
              </p:cNvPr>
              <p:cNvSpPr txBox="1">
                <a:spLocks noRot="1" noChangeAspect="1" noMove="1" noResize="1" noEditPoints="1" noAdjustHandles="1" noChangeArrowheads="1" noChangeShapeType="1" noTextEdit="1"/>
              </p:cNvSpPr>
              <p:nvPr/>
            </p:nvSpPr>
            <p:spPr>
              <a:xfrm>
                <a:off x="2037635" y="2860628"/>
                <a:ext cx="5620465" cy="90178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A8E2A6C5-481D-4096-AC03-3ADB9B4B1C7F}"/>
                  </a:ext>
                </a:extLst>
              </p:cNvPr>
              <p:cNvSpPr txBox="1"/>
              <p:nvPr/>
            </p:nvSpPr>
            <p:spPr>
              <a:xfrm>
                <a:off x="1594215" y="3051079"/>
                <a:ext cx="510809"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i="1" smtClean="0">
                          <a:solidFill>
                            <a:srgbClr val="002060"/>
                          </a:solidFill>
                          <a:latin typeface="Cambria Math" panose="02040503050406030204" pitchFamily="18" charset="0"/>
                        </a:rPr>
                        <m:t>⇒</m:t>
                      </m:r>
                    </m:oMath>
                  </m:oMathPara>
                </a14:m>
                <a:endParaRPr lang="en-IN" sz="2800" dirty="0">
                  <a:solidFill>
                    <a:srgbClr val="002060"/>
                  </a:solidFill>
                  <a:latin typeface="Cambria Math" panose="02040503050406030204" pitchFamily="18" charset="0"/>
                </a:endParaRPr>
              </a:p>
            </p:txBody>
          </p:sp>
        </mc:Choice>
        <mc:Fallback xmlns="">
          <p:sp>
            <p:nvSpPr>
              <p:cNvPr id="28" name="TextBox 27">
                <a:extLst>
                  <a:ext uri="{FF2B5EF4-FFF2-40B4-BE49-F238E27FC236}">
                    <a16:creationId xmlns:a16="http://schemas.microsoft.com/office/drawing/2014/main" id="{A8E2A6C5-481D-4096-AC03-3ADB9B4B1C7F}"/>
                  </a:ext>
                </a:extLst>
              </p:cNvPr>
              <p:cNvSpPr txBox="1">
                <a:spLocks noRot="1" noChangeAspect="1" noMove="1" noResize="1" noEditPoints="1" noAdjustHandles="1" noChangeArrowheads="1" noChangeShapeType="1" noTextEdit="1"/>
              </p:cNvSpPr>
              <p:nvPr/>
            </p:nvSpPr>
            <p:spPr>
              <a:xfrm>
                <a:off x="1594215" y="3051079"/>
                <a:ext cx="510809"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B76BFB2-651C-493E-957C-79E677BB0830}"/>
                  </a:ext>
                </a:extLst>
              </p:cNvPr>
              <p:cNvSpPr txBox="1"/>
              <p:nvPr/>
            </p:nvSpPr>
            <p:spPr>
              <a:xfrm>
                <a:off x="2037636" y="4070980"/>
                <a:ext cx="4203508"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B</m:t>
                          </m:r>
                        </m:e>
                      </m:d>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3 </m:t>
                          </m:r>
                        </m:den>
                      </m:f>
                      <m:r>
                        <a:rPr lang="en-IN" sz="2800" b="0" i="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i="1">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4</m:t>
                          </m:r>
                          <m:r>
                            <a:rPr lang="en-IN" sz="2800" i="1">
                              <a:solidFill>
                                <a:srgbClr val="002060"/>
                              </a:solidFill>
                              <a:latin typeface="Cambria Math" panose="02040503050406030204" pitchFamily="18" charset="0"/>
                            </a:rPr>
                            <m:t> </m:t>
                          </m:r>
                        </m:den>
                      </m:f>
                      <m:r>
                        <a:rPr lang="en-IN" sz="2800" b="0" i="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1</m:t>
                          </m:r>
                        </m:num>
                        <m:den>
                          <m:r>
                            <a:rPr lang="en-IN" sz="2800" i="1">
                              <a:solidFill>
                                <a:srgbClr val="002060"/>
                              </a:solidFill>
                              <a:latin typeface="Cambria Math" panose="02040503050406030204" pitchFamily="18" charset="0"/>
                            </a:rPr>
                            <m:t> 2 </m:t>
                          </m:r>
                        </m:den>
                      </m:f>
                    </m:oMath>
                  </m:oMathPara>
                </a14:m>
                <a:endParaRPr lang="en-IN" sz="2800" dirty="0">
                  <a:solidFill>
                    <a:srgbClr val="002060"/>
                  </a:solidFill>
                  <a:latin typeface="Cambria Math" panose="02040503050406030204" pitchFamily="18" charset="0"/>
                </a:endParaRPr>
              </a:p>
            </p:txBody>
          </p:sp>
        </mc:Choice>
        <mc:Fallback xmlns="">
          <p:sp>
            <p:nvSpPr>
              <p:cNvPr id="29" name="TextBox 28">
                <a:extLst>
                  <a:ext uri="{FF2B5EF4-FFF2-40B4-BE49-F238E27FC236}">
                    <a16:creationId xmlns:a16="http://schemas.microsoft.com/office/drawing/2014/main" id="{DB76BFB2-651C-493E-957C-79E677BB0830}"/>
                  </a:ext>
                </a:extLst>
              </p:cNvPr>
              <p:cNvSpPr txBox="1">
                <a:spLocks noRot="1" noChangeAspect="1" noMove="1" noResize="1" noEditPoints="1" noAdjustHandles="1" noChangeArrowheads="1" noChangeShapeType="1" noTextEdit="1"/>
              </p:cNvSpPr>
              <p:nvPr/>
            </p:nvSpPr>
            <p:spPr>
              <a:xfrm>
                <a:off x="2037636" y="4070980"/>
                <a:ext cx="4203508" cy="898964"/>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9C74913D-BAB6-443C-856D-5B937D0EAC74}"/>
                  </a:ext>
                </a:extLst>
              </p:cNvPr>
              <p:cNvSpPr txBox="1"/>
              <p:nvPr/>
            </p:nvSpPr>
            <p:spPr>
              <a:xfrm>
                <a:off x="1594214" y="4258852"/>
                <a:ext cx="510809"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i="1" smtClean="0">
                          <a:solidFill>
                            <a:srgbClr val="002060"/>
                          </a:solidFill>
                          <a:latin typeface="Cambria Math" panose="02040503050406030204" pitchFamily="18" charset="0"/>
                        </a:rPr>
                        <m:t>⇒</m:t>
                      </m:r>
                    </m:oMath>
                  </m:oMathPara>
                </a14:m>
                <a:endParaRPr lang="en-IN" sz="2800" dirty="0">
                  <a:solidFill>
                    <a:srgbClr val="002060"/>
                  </a:solidFill>
                  <a:latin typeface="Cambria Math" panose="02040503050406030204" pitchFamily="18" charset="0"/>
                </a:endParaRPr>
              </a:p>
            </p:txBody>
          </p:sp>
        </mc:Choice>
        <mc:Fallback xmlns="">
          <p:sp>
            <p:nvSpPr>
              <p:cNvPr id="30" name="TextBox 29">
                <a:extLst>
                  <a:ext uri="{FF2B5EF4-FFF2-40B4-BE49-F238E27FC236}">
                    <a16:creationId xmlns:a16="http://schemas.microsoft.com/office/drawing/2014/main" id="{9C74913D-BAB6-443C-856D-5B937D0EAC74}"/>
                  </a:ext>
                </a:extLst>
              </p:cNvPr>
              <p:cNvSpPr txBox="1">
                <a:spLocks noRot="1" noChangeAspect="1" noMove="1" noResize="1" noEditPoints="1" noAdjustHandles="1" noChangeArrowheads="1" noChangeShapeType="1" noTextEdit="1"/>
              </p:cNvSpPr>
              <p:nvPr/>
            </p:nvSpPr>
            <p:spPr>
              <a:xfrm>
                <a:off x="1594214" y="4258852"/>
                <a:ext cx="510809"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4D79139-120F-442C-9A44-30D59943C594}"/>
                  </a:ext>
                </a:extLst>
              </p:cNvPr>
              <p:cNvSpPr txBox="1"/>
              <p:nvPr/>
            </p:nvSpPr>
            <p:spPr>
              <a:xfrm>
                <a:off x="2037635" y="5281333"/>
                <a:ext cx="2820105" cy="89915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B</m:t>
                          </m:r>
                        </m:e>
                      </m:d>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12 </m:t>
                          </m:r>
                        </m:den>
                      </m:f>
                    </m:oMath>
                  </m:oMathPara>
                </a14:m>
                <a:endParaRPr lang="en-IN" sz="2800" dirty="0">
                  <a:solidFill>
                    <a:srgbClr val="002060"/>
                  </a:solidFill>
                  <a:latin typeface="Cambria Math" panose="02040503050406030204" pitchFamily="18" charset="0"/>
                </a:endParaRPr>
              </a:p>
            </p:txBody>
          </p:sp>
        </mc:Choice>
        <mc:Fallback xmlns="">
          <p:sp>
            <p:nvSpPr>
              <p:cNvPr id="33" name="TextBox 32">
                <a:extLst>
                  <a:ext uri="{FF2B5EF4-FFF2-40B4-BE49-F238E27FC236}">
                    <a16:creationId xmlns:a16="http://schemas.microsoft.com/office/drawing/2014/main" id="{F4D79139-120F-442C-9A44-30D59943C594}"/>
                  </a:ext>
                </a:extLst>
              </p:cNvPr>
              <p:cNvSpPr txBox="1">
                <a:spLocks noRot="1" noChangeAspect="1" noMove="1" noResize="1" noEditPoints="1" noAdjustHandles="1" noChangeArrowheads="1" noChangeShapeType="1" noTextEdit="1"/>
              </p:cNvSpPr>
              <p:nvPr/>
            </p:nvSpPr>
            <p:spPr>
              <a:xfrm>
                <a:off x="2037635" y="5281333"/>
                <a:ext cx="2820105" cy="899157"/>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D19D866F-57DF-4EEB-B498-774639D1B5BD}"/>
                  </a:ext>
                </a:extLst>
              </p:cNvPr>
              <p:cNvSpPr txBox="1"/>
              <p:nvPr/>
            </p:nvSpPr>
            <p:spPr>
              <a:xfrm>
                <a:off x="1594216" y="5494075"/>
                <a:ext cx="510809"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i="1" smtClean="0">
                          <a:solidFill>
                            <a:srgbClr val="002060"/>
                          </a:solidFill>
                          <a:latin typeface="Cambria Math" panose="02040503050406030204" pitchFamily="18" charset="0"/>
                        </a:rPr>
                        <m:t>⇒</m:t>
                      </m:r>
                    </m:oMath>
                  </m:oMathPara>
                </a14:m>
                <a:endParaRPr lang="en-IN" sz="2800" dirty="0">
                  <a:solidFill>
                    <a:srgbClr val="002060"/>
                  </a:solidFill>
                  <a:latin typeface="Cambria Math" panose="02040503050406030204" pitchFamily="18" charset="0"/>
                </a:endParaRPr>
              </a:p>
            </p:txBody>
          </p:sp>
        </mc:Choice>
        <mc:Fallback xmlns="">
          <p:sp>
            <p:nvSpPr>
              <p:cNvPr id="34" name="TextBox 33">
                <a:extLst>
                  <a:ext uri="{FF2B5EF4-FFF2-40B4-BE49-F238E27FC236}">
                    <a16:creationId xmlns:a16="http://schemas.microsoft.com/office/drawing/2014/main" id="{D19D866F-57DF-4EEB-B498-774639D1B5BD}"/>
                  </a:ext>
                </a:extLst>
              </p:cNvPr>
              <p:cNvSpPr txBox="1">
                <a:spLocks noRot="1" noChangeAspect="1" noMove="1" noResize="1" noEditPoints="1" noAdjustHandles="1" noChangeArrowheads="1" noChangeShapeType="1" noTextEdit="1"/>
              </p:cNvSpPr>
              <p:nvPr/>
            </p:nvSpPr>
            <p:spPr>
              <a:xfrm>
                <a:off x="1594216" y="5494075"/>
                <a:ext cx="510809" cy="523220"/>
              </a:xfrm>
              <a:prstGeom prst="rect">
                <a:avLst/>
              </a:prstGeom>
              <a:blipFill>
                <a:blip r:embed="rId9"/>
                <a:stretch>
                  <a:fillRect/>
                </a:stretch>
              </a:blipFill>
            </p:spPr>
            <p:txBody>
              <a:bodyPr/>
              <a:lstStyle/>
              <a:p>
                <a:r>
                  <a:rPr lang="en-IN">
                    <a:noFill/>
                  </a:rPr>
                  <a:t> </a:t>
                </a:r>
              </a:p>
            </p:txBody>
          </p:sp>
        </mc:Fallback>
      </mc:AlternateContent>
      <p:sp>
        <p:nvSpPr>
          <p:cNvPr id="35" name="TextBox 34">
            <a:extLst>
              <a:ext uri="{FF2B5EF4-FFF2-40B4-BE49-F238E27FC236}">
                <a16:creationId xmlns:a16="http://schemas.microsoft.com/office/drawing/2014/main" id="{98A9CE35-2303-4BDA-9DBD-14B4C712210A}"/>
              </a:ext>
            </a:extLst>
          </p:cNvPr>
          <p:cNvSpPr txBox="1"/>
          <p:nvPr/>
        </p:nvSpPr>
        <p:spPr>
          <a:xfrm>
            <a:off x="8005363" y="2031488"/>
            <a:ext cx="1039393" cy="523220"/>
          </a:xfrm>
          <a:prstGeom prst="rect">
            <a:avLst/>
          </a:prstGeom>
          <a:noFill/>
        </p:spPr>
        <p:txBody>
          <a:bodyPr wrap="square" rtlCol="0">
            <a:spAutoFit/>
          </a:bodyPr>
          <a:lstStyle/>
          <a:p>
            <a:r>
              <a:rPr lang="en-IN" sz="2800" dirty="0">
                <a:solidFill>
                  <a:srgbClr val="002060"/>
                </a:solidFill>
              </a:rPr>
              <a:t>Now, </a:t>
            </a:r>
            <a:endParaRPr lang="en-IN" sz="2800" dirty="0">
              <a:solidFill>
                <a:srgbClr val="002060"/>
              </a:solidFill>
              <a:latin typeface="Cambria Math" panose="02040503050406030204" pitchFamily="18" charset="0"/>
            </a:endParaRP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A6F4594-3B0F-4138-A144-E446ED94CC27}"/>
                  </a:ext>
                </a:extLst>
              </p:cNvPr>
              <p:cNvSpPr txBox="1"/>
              <p:nvPr/>
            </p:nvSpPr>
            <p:spPr>
              <a:xfrm>
                <a:off x="8005363" y="2773443"/>
                <a:ext cx="1386656"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r>
                            <m:rPr>
                              <m:sty m:val="p"/>
                            </m:rPr>
                            <a:rPr lang="en-IN" sz="2800" b="0" i="0" smtClean="0">
                              <a:solidFill>
                                <a:srgbClr val="002060"/>
                              </a:solidFill>
                              <a:latin typeface="Cambria Math" panose="02040503050406030204" pitchFamily="18" charset="0"/>
                            </a:rPr>
                            <m:t>A</m:t>
                          </m:r>
                        </m:e>
                      </m:d>
                    </m:oMath>
                  </m:oMathPara>
                </a14:m>
                <a:endParaRPr lang="en-IN" sz="2800" dirty="0">
                  <a:solidFill>
                    <a:srgbClr val="002060"/>
                  </a:solidFill>
                  <a:latin typeface="Cambria Math" panose="02040503050406030204" pitchFamily="18" charset="0"/>
                </a:endParaRPr>
              </a:p>
            </p:txBody>
          </p:sp>
        </mc:Choice>
        <mc:Fallback xmlns="">
          <p:sp>
            <p:nvSpPr>
              <p:cNvPr id="36" name="TextBox 35">
                <a:extLst>
                  <a:ext uri="{FF2B5EF4-FFF2-40B4-BE49-F238E27FC236}">
                    <a16:creationId xmlns:a16="http://schemas.microsoft.com/office/drawing/2014/main" id="{AA6F4594-3B0F-4138-A144-E446ED94CC27}"/>
                  </a:ext>
                </a:extLst>
              </p:cNvPr>
              <p:cNvSpPr txBox="1">
                <a:spLocks noRot="1" noChangeAspect="1" noMove="1" noResize="1" noEditPoints="1" noAdjustHandles="1" noChangeArrowheads="1" noChangeShapeType="1" noTextEdit="1"/>
              </p:cNvSpPr>
              <p:nvPr/>
            </p:nvSpPr>
            <p:spPr>
              <a:xfrm>
                <a:off x="8005363" y="2773443"/>
                <a:ext cx="1386656"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B441F65-A30D-4FD2-A70A-A7C11C66EE36}"/>
                  </a:ext>
                </a:extLst>
              </p:cNvPr>
              <p:cNvSpPr txBox="1"/>
              <p:nvPr/>
            </p:nvSpPr>
            <p:spPr>
              <a:xfrm>
                <a:off x="9295864" y="2540334"/>
                <a:ext cx="2106382" cy="98943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A</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B</m:t>
                              </m:r>
                            </m:e>
                          </m:d>
                          <m:r>
                            <a:rPr lang="en-US" sz="2800" i="1">
                              <a:solidFill>
                                <a:srgbClr val="002060"/>
                              </a:solidFill>
                              <a:latin typeface="Cambria Math" panose="02040503050406030204" pitchFamily="18" charset="0"/>
                            </a:rPr>
                            <m:t> </m:t>
                          </m:r>
                        </m:num>
                        <m:den>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e>
                          </m:d>
                          <m:r>
                            <a:rPr lang="en-US" sz="2800">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37" name="TextBox 36">
                <a:extLst>
                  <a:ext uri="{FF2B5EF4-FFF2-40B4-BE49-F238E27FC236}">
                    <a16:creationId xmlns:a16="http://schemas.microsoft.com/office/drawing/2014/main" id="{1B441F65-A30D-4FD2-A70A-A7C11C66EE36}"/>
                  </a:ext>
                </a:extLst>
              </p:cNvPr>
              <p:cNvSpPr txBox="1">
                <a:spLocks noRot="1" noChangeAspect="1" noMove="1" noResize="1" noEditPoints="1" noAdjustHandles="1" noChangeArrowheads="1" noChangeShapeType="1" noTextEdit="1"/>
              </p:cNvSpPr>
              <p:nvPr/>
            </p:nvSpPr>
            <p:spPr>
              <a:xfrm>
                <a:off x="9295864" y="2540334"/>
                <a:ext cx="2106382" cy="989438"/>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3518EFF-1920-457A-8423-98A05E1B4A14}"/>
                  </a:ext>
                </a:extLst>
              </p:cNvPr>
              <p:cNvSpPr txBox="1"/>
              <p:nvPr/>
            </p:nvSpPr>
            <p:spPr>
              <a:xfrm>
                <a:off x="9295864" y="3670775"/>
                <a:ext cx="1301920" cy="127868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f>
                            <m:fPr>
                              <m:type m:val="skw"/>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12</m:t>
                              </m:r>
                            </m:den>
                          </m:f>
                          <m:r>
                            <a:rPr lang="en-US" sz="2800" i="1">
                              <a:solidFill>
                                <a:srgbClr val="002060"/>
                              </a:solidFill>
                              <a:latin typeface="Cambria Math" panose="02040503050406030204" pitchFamily="18" charset="0"/>
                            </a:rPr>
                            <m:t> </m:t>
                          </m:r>
                        </m:num>
                        <m:den>
                          <m:r>
                            <a:rPr lang="en-IN" sz="2800" b="0" i="1" smtClean="0">
                              <a:solidFill>
                                <a:srgbClr val="002060"/>
                              </a:solidFill>
                              <a:latin typeface="Cambria Math" panose="02040503050406030204" pitchFamily="18" charset="0"/>
                            </a:rPr>
                            <m:t> </m:t>
                          </m:r>
                          <m:f>
                            <m:fPr>
                              <m:type m:val="skw"/>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3</m:t>
                              </m:r>
                            </m:den>
                          </m:f>
                          <m:r>
                            <a:rPr lang="en-IN" sz="2800" b="0" i="1" smtClean="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38" name="TextBox 37">
                <a:extLst>
                  <a:ext uri="{FF2B5EF4-FFF2-40B4-BE49-F238E27FC236}">
                    <a16:creationId xmlns:a16="http://schemas.microsoft.com/office/drawing/2014/main" id="{A3518EFF-1920-457A-8423-98A05E1B4A14}"/>
                  </a:ext>
                </a:extLst>
              </p:cNvPr>
              <p:cNvSpPr txBox="1">
                <a:spLocks noRot="1" noChangeAspect="1" noMove="1" noResize="1" noEditPoints="1" noAdjustHandles="1" noChangeArrowheads="1" noChangeShapeType="1" noTextEdit="1"/>
              </p:cNvSpPr>
              <p:nvPr/>
            </p:nvSpPr>
            <p:spPr>
              <a:xfrm>
                <a:off x="9295864" y="3670775"/>
                <a:ext cx="1301920" cy="1278683"/>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1C59B7E1-E5ED-4A98-8F06-B76AFC98E973}"/>
                  </a:ext>
                </a:extLst>
              </p:cNvPr>
              <p:cNvSpPr txBox="1"/>
              <p:nvPr/>
            </p:nvSpPr>
            <p:spPr>
              <a:xfrm>
                <a:off x="9295864" y="5094361"/>
                <a:ext cx="1086386" cy="90178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1</m:t>
                          </m:r>
                          <m:r>
                            <a:rPr lang="en-US" sz="2800" i="1">
                              <a:solidFill>
                                <a:srgbClr val="002060"/>
                              </a:solidFill>
                              <a:latin typeface="Cambria Math" panose="02040503050406030204" pitchFamily="18" charset="0"/>
                            </a:rPr>
                            <m:t> </m:t>
                          </m:r>
                        </m:num>
                        <m:den>
                          <m:r>
                            <a:rPr lang="en-IN" sz="2800" b="0" i="1" smtClean="0">
                              <a:solidFill>
                                <a:srgbClr val="002060"/>
                              </a:solidFill>
                              <a:latin typeface="Cambria Math" panose="02040503050406030204" pitchFamily="18" charset="0"/>
                            </a:rPr>
                            <m:t> 4 </m:t>
                          </m:r>
                        </m:den>
                      </m:f>
                    </m:oMath>
                  </m:oMathPara>
                </a14:m>
                <a:endParaRPr lang="en-IN" sz="2800" dirty="0">
                  <a:solidFill>
                    <a:srgbClr val="002060"/>
                  </a:solidFill>
                  <a:latin typeface="Cambria Math" panose="02040503050406030204" pitchFamily="18" charset="0"/>
                </a:endParaRPr>
              </a:p>
            </p:txBody>
          </p:sp>
        </mc:Choice>
        <mc:Fallback xmlns="">
          <p:sp>
            <p:nvSpPr>
              <p:cNvPr id="39" name="TextBox 38">
                <a:extLst>
                  <a:ext uri="{FF2B5EF4-FFF2-40B4-BE49-F238E27FC236}">
                    <a16:creationId xmlns:a16="http://schemas.microsoft.com/office/drawing/2014/main" id="{1C59B7E1-E5ED-4A98-8F06-B76AFC98E973}"/>
                  </a:ext>
                </a:extLst>
              </p:cNvPr>
              <p:cNvSpPr txBox="1">
                <a:spLocks noRot="1" noChangeAspect="1" noMove="1" noResize="1" noEditPoints="1" noAdjustHandles="1" noChangeArrowheads="1" noChangeShapeType="1" noTextEdit="1"/>
              </p:cNvSpPr>
              <p:nvPr/>
            </p:nvSpPr>
            <p:spPr>
              <a:xfrm>
                <a:off x="9295864" y="5094361"/>
                <a:ext cx="1086386" cy="901785"/>
              </a:xfrm>
              <a:prstGeom prst="rect">
                <a:avLst/>
              </a:prstGeom>
              <a:blipFill>
                <a:blip r:embed="rId13"/>
                <a:stretch>
                  <a:fillRect/>
                </a:stretch>
              </a:blipFill>
            </p:spPr>
            <p:txBody>
              <a:bodyPr/>
              <a:lstStyle/>
              <a:p>
                <a:r>
                  <a:rPr lang="en-IN">
                    <a:noFill/>
                  </a:rPr>
                  <a:t> </a:t>
                </a:r>
              </a:p>
            </p:txBody>
          </p:sp>
        </mc:Fallback>
      </mc:AlternateContent>
      <p:cxnSp>
        <p:nvCxnSpPr>
          <p:cNvPr id="41" name="Straight Connector 40">
            <a:extLst>
              <a:ext uri="{FF2B5EF4-FFF2-40B4-BE49-F238E27FC236}">
                <a16:creationId xmlns:a16="http://schemas.microsoft.com/office/drawing/2014/main" id="{A665E1B0-EA40-4559-9C3A-36FE08FA2B0A}"/>
              </a:ext>
            </a:extLst>
          </p:cNvPr>
          <p:cNvCxnSpPr>
            <a:cxnSpLocks/>
          </p:cNvCxnSpPr>
          <p:nvPr/>
        </p:nvCxnSpPr>
        <p:spPr>
          <a:xfrm>
            <a:off x="7829550" y="2026020"/>
            <a:ext cx="0" cy="4154470"/>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22FAF7E-ACD8-4EA6-BDDE-461B8348E52B}"/>
                  </a:ext>
                </a:extLst>
              </p:cNvPr>
              <p:cNvSpPr txBox="1"/>
              <p:nvPr/>
            </p:nvSpPr>
            <p:spPr>
              <a:xfrm>
                <a:off x="405410" y="866953"/>
                <a:ext cx="1725013"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GB" sz="2800" dirty="0" smtClean="0">
                          <a:solidFill>
                            <a:schemeClr val="bg1"/>
                          </a:solidFill>
                          <a:latin typeface="Cambria Math" panose="02040503050406030204" pitchFamily="18" charset="0"/>
                        </a:rPr>
                        <m:t>P</m:t>
                      </m:r>
                      <m:d>
                        <m:dPr>
                          <m:ctrlPr>
                            <a:rPr lang="en-GB" sz="2800" i="1" dirty="0">
                              <a:solidFill>
                                <a:schemeClr val="bg1"/>
                              </a:solidFill>
                              <a:latin typeface="Cambria Math" panose="02040503050406030204" pitchFamily="18" charset="0"/>
                            </a:rPr>
                          </m:ctrlPr>
                        </m:dPr>
                        <m:e>
                          <m:r>
                            <m:rPr>
                              <m:sty m:val="p"/>
                            </m:rPr>
                            <a:rPr lang="en-GB" sz="2800" dirty="0">
                              <a:solidFill>
                                <a:schemeClr val="bg1"/>
                              </a:solidFill>
                              <a:latin typeface="Cambria Math" panose="02040503050406030204" pitchFamily="18" charset="0"/>
                            </a:rPr>
                            <m:t>A</m:t>
                          </m:r>
                        </m:e>
                      </m:d>
                      <m:r>
                        <a:rPr lang="en-GB" sz="2800" dirty="0">
                          <a:solidFill>
                            <a:schemeClr val="bg1"/>
                          </a:solidFill>
                          <a:latin typeface="Cambria Math" panose="02040503050406030204" pitchFamily="18" charset="0"/>
                        </a:rPr>
                        <m:t>=</m:t>
                      </m:r>
                      <m:f>
                        <m:fPr>
                          <m:ctrlPr>
                            <a:rPr lang="en-GB" sz="2800" i="1" dirty="0">
                              <a:solidFill>
                                <a:schemeClr val="bg1"/>
                              </a:solidFill>
                              <a:latin typeface="Cambria Math" panose="02040503050406030204" pitchFamily="18" charset="0"/>
                            </a:rPr>
                          </m:ctrlPr>
                        </m:fPr>
                        <m:num>
                          <m:r>
                            <a:rPr lang="en-GB" sz="2800" dirty="0">
                              <a:solidFill>
                                <a:schemeClr val="bg1"/>
                              </a:solidFill>
                              <a:latin typeface="Cambria Math" panose="02040503050406030204" pitchFamily="18" charset="0"/>
                            </a:rPr>
                            <m:t> 1 </m:t>
                          </m:r>
                        </m:num>
                        <m:den>
                          <m:r>
                            <a:rPr lang="en-GB" sz="2800" dirty="0">
                              <a:solidFill>
                                <a:schemeClr val="bg1"/>
                              </a:solidFill>
                              <a:latin typeface="Cambria Math" panose="02040503050406030204" pitchFamily="18" charset="0"/>
                            </a:rPr>
                            <m:t> 3 </m:t>
                          </m:r>
                        </m:den>
                      </m:f>
                    </m:oMath>
                  </m:oMathPara>
                </a14:m>
                <a:endParaRPr lang="en-IN" sz="2800" dirty="0">
                  <a:solidFill>
                    <a:schemeClr val="bg1"/>
                  </a:solidFill>
                </a:endParaRPr>
              </a:p>
            </p:txBody>
          </p:sp>
        </mc:Choice>
        <mc:Fallback xmlns="">
          <p:sp>
            <p:nvSpPr>
              <p:cNvPr id="21" name="TextBox 20">
                <a:extLst>
                  <a:ext uri="{FF2B5EF4-FFF2-40B4-BE49-F238E27FC236}">
                    <a16:creationId xmlns:a16="http://schemas.microsoft.com/office/drawing/2014/main" id="{922FAF7E-ACD8-4EA6-BDDE-461B8348E52B}"/>
                  </a:ext>
                </a:extLst>
              </p:cNvPr>
              <p:cNvSpPr txBox="1">
                <a:spLocks noRot="1" noChangeAspect="1" noMove="1" noResize="1" noEditPoints="1" noAdjustHandles="1" noChangeArrowheads="1" noChangeShapeType="1" noTextEdit="1"/>
              </p:cNvSpPr>
              <p:nvPr/>
            </p:nvSpPr>
            <p:spPr>
              <a:xfrm>
                <a:off x="405410" y="866953"/>
                <a:ext cx="1725013" cy="901785"/>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64B9F21-E029-4C28-89A9-8AF8CA20B964}"/>
                  </a:ext>
                </a:extLst>
              </p:cNvPr>
              <p:cNvSpPr txBox="1"/>
              <p:nvPr/>
            </p:nvSpPr>
            <p:spPr>
              <a:xfrm>
                <a:off x="2175237" y="866953"/>
                <a:ext cx="1725013" cy="8991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GB" sz="2800" dirty="0" smtClean="0">
                          <a:solidFill>
                            <a:schemeClr val="bg1"/>
                          </a:solidFill>
                          <a:latin typeface="Cambria Math" panose="02040503050406030204" pitchFamily="18" charset="0"/>
                        </a:rPr>
                        <m:t>P</m:t>
                      </m:r>
                      <m:d>
                        <m:dPr>
                          <m:ctrlPr>
                            <a:rPr lang="en-GB" sz="2800" i="1" dirty="0">
                              <a:solidFill>
                                <a:schemeClr val="bg1"/>
                              </a:solidFill>
                              <a:latin typeface="Cambria Math" panose="02040503050406030204" pitchFamily="18" charset="0"/>
                            </a:rPr>
                          </m:ctrlPr>
                        </m:dPr>
                        <m:e>
                          <m:r>
                            <m:rPr>
                              <m:sty m:val="p"/>
                            </m:rPr>
                            <a:rPr lang="en-GB" sz="2800" dirty="0">
                              <a:solidFill>
                                <a:schemeClr val="bg1"/>
                              </a:solidFill>
                              <a:latin typeface="Cambria Math" panose="02040503050406030204" pitchFamily="18" charset="0"/>
                            </a:rPr>
                            <m:t>B</m:t>
                          </m:r>
                        </m:e>
                      </m:d>
                      <m:r>
                        <a:rPr lang="en-GB" sz="2800" dirty="0">
                          <a:solidFill>
                            <a:schemeClr val="bg1"/>
                          </a:solidFill>
                          <a:latin typeface="Cambria Math" panose="02040503050406030204" pitchFamily="18" charset="0"/>
                        </a:rPr>
                        <m:t>=</m:t>
                      </m:r>
                      <m:f>
                        <m:fPr>
                          <m:ctrlPr>
                            <a:rPr lang="en-GB" sz="2800" i="1" dirty="0">
                              <a:solidFill>
                                <a:schemeClr val="bg1"/>
                              </a:solidFill>
                              <a:latin typeface="Cambria Math" panose="02040503050406030204" pitchFamily="18" charset="0"/>
                            </a:rPr>
                          </m:ctrlPr>
                        </m:fPr>
                        <m:num>
                          <m:r>
                            <a:rPr lang="en-GB" sz="2800" dirty="0">
                              <a:solidFill>
                                <a:schemeClr val="bg1"/>
                              </a:solidFill>
                              <a:latin typeface="Cambria Math" panose="02040503050406030204" pitchFamily="18" charset="0"/>
                            </a:rPr>
                            <m:t> 1 </m:t>
                          </m:r>
                        </m:num>
                        <m:den>
                          <m:r>
                            <a:rPr lang="en-GB" sz="2800" dirty="0">
                              <a:solidFill>
                                <a:schemeClr val="bg1"/>
                              </a:solidFill>
                              <a:latin typeface="Cambria Math" panose="02040503050406030204" pitchFamily="18" charset="0"/>
                            </a:rPr>
                            <m:t> 4 </m:t>
                          </m:r>
                        </m:den>
                      </m:f>
                    </m:oMath>
                  </m:oMathPara>
                </a14:m>
                <a:endParaRPr lang="en-IN" sz="2800" dirty="0">
                  <a:solidFill>
                    <a:schemeClr val="bg1"/>
                  </a:solidFill>
                </a:endParaRPr>
              </a:p>
            </p:txBody>
          </p:sp>
        </mc:Choice>
        <mc:Fallback xmlns="">
          <p:sp>
            <p:nvSpPr>
              <p:cNvPr id="22" name="TextBox 21">
                <a:extLst>
                  <a:ext uri="{FF2B5EF4-FFF2-40B4-BE49-F238E27FC236}">
                    <a16:creationId xmlns:a16="http://schemas.microsoft.com/office/drawing/2014/main" id="{664B9F21-E029-4C28-89A9-8AF8CA20B964}"/>
                  </a:ext>
                </a:extLst>
              </p:cNvPr>
              <p:cNvSpPr txBox="1">
                <a:spLocks noRot="1" noChangeAspect="1" noMove="1" noResize="1" noEditPoints="1" noAdjustHandles="1" noChangeArrowheads="1" noChangeShapeType="1" noTextEdit="1"/>
              </p:cNvSpPr>
              <p:nvPr/>
            </p:nvSpPr>
            <p:spPr>
              <a:xfrm>
                <a:off x="2175237" y="866953"/>
                <a:ext cx="1725013" cy="899157"/>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B68639D-EA39-43A0-89A5-9AB95694D823}"/>
                  </a:ext>
                </a:extLst>
              </p:cNvPr>
              <p:cNvSpPr txBox="1"/>
              <p:nvPr/>
            </p:nvSpPr>
            <p:spPr>
              <a:xfrm>
                <a:off x="9392019" y="1104145"/>
                <a:ext cx="1725013"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GB" sz="2800" i="1" dirty="0" smtClean="0">
                          <a:solidFill>
                            <a:schemeClr val="bg1"/>
                          </a:solidFill>
                          <a:latin typeface="Cambria Math" panose="02040503050406030204" pitchFamily="18" charset="0"/>
                        </a:rPr>
                        <m:t>P</m:t>
                      </m:r>
                      <m:d>
                        <m:dPr>
                          <m:ctrlPr>
                            <a:rPr lang="en-GB" sz="2800" i="1" dirty="0">
                              <a:solidFill>
                                <a:schemeClr val="bg1"/>
                              </a:solidFill>
                              <a:latin typeface="Cambria Math" panose="02040503050406030204" pitchFamily="18" charset="0"/>
                            </a:rPr>
                          </m:ctrlPr>
                        </m:dPr>
                        <m:e>
                          <m:r>
                            <m:rPr>
                              <m:sty m:val="p"/>
                            </m:rPr>
                            <a:rPr lang="en-GB" sz="2800" i="1" dirty="0">
                              <a:solidFill>
                                <a:schemeClr val="bg1"/>
                              </a:solidFill>
                              <a:latin typeface="Cambria Math" panose="02040503050406030204" pitchFamily="18" charset="0"/>
                            </a:rPr>
                            <m:t>A</m:t>
                          </m:r>
                          <m:r>
                            <a:rPr lang="en-GB" sz="2800" i="1" dirty="0">
                              <a:solidFill>
                                <a:schemeClr val="bg1"/>
                              </a:solidFill>
                              <a:latin typeface="Cambria Math" panose="02040503050406030204" pitchFamily="18" charset="0"/>
                            </a:rPr>
                            <m:t> </m:t>
                          </m:r>
                        </m:e>
                        <m:e>
                          <m:r>
                            <a:rPr lang="en-GB" sz="2800" i="1" dirty="0">
                              <a:solidFill>
                                <a:schemeClr val="bg1"/>
                              </a:solidFill>
                              <a:latin typeface="Cambria Math" panose="02040503050406030204" pitchFamily="18" charset="0"/>
                            </a:rPr>
                            <m:t> </m:t>
                          </m:r>
                          <m:sSup>
                            <m:sSupPr>
                              <m:ctrlPr>
                                <a:rPr lang="en-GB" sz="2800" i="1" dirty="0">
                                  <a:solidFill>
                                    <a:schemeClr val="bg1"/>
                                  </a:solidFill>
                                  <a:latin typeface="Cambria Math" panose="02040503050406030204" pitchFamily="18" charset="0"/>
                                </a:rPr>
                              </m:ctrlPr>
                            </m:sSupPr>
                            <m:e>
                              <m:r>
                                <m:rPr>
                                  <m:sty m:val="p"/>
                                </m:rPr>
                                <a:rPr lang="en-GB" sz="2800" i="1" dirty="0">
                                  <a:solidFill>
                                    <a:schemeClr val="bg1"/>
                                  </a:solidFill>
                                  <a:latin typeface="Cambria Math" panose="02040503050406030204" pitchFamily="18" charset="0"/>
                                </a:rPr>
                                <m:t>B</m:t>
                              </m:r>
                            </m:e>
                            <m:sup>
                              <m:r>
                                <a:rPr lang="en-GB" sz="2800" i="1" dirty="0">
                                  <a:solidFill>
                                    <a:schemeClr val="bg1"/>
                                  </a:solidFill>
                                  <a:latin typeface="Cambria Math" panose="02040503050406030204" pitchFamily="18" charset="0"/>
                                </a:rPr>
                                <m:t>′</m:t>
                              </m:r>
                            </m:sup>
                          </m:sSup>
                        </m:e>
                      </m:d>
                    </m:oMath>
                  </m:oMathPara>
                </a14:m>
                <a:endParaRPr lang="en-IN" sz="2800" dirty="0">
                  <a:solidFill>
                    <a:schemeClr val="bg1"/>
                  </a:solidFill>
                </a:endParaRPr>
              </a:p>
            </p:txBody>
          </p:sp>
        </mc:Choice>
        <mc:Fallback xmlns="">
          <p:sp>
            <p:nvSpPr>
              <p:cNvPr id="23" name="TextBox 22">
                <a:extLst>
                  <a:ext uri="{FF2B5EF4-FFF2-40B4-BE49-F238E27FC236}">
                    <a16:creationId xmlns:a16="http://schemas.microsoft.com/office/drawing/2014/main" id="{1B68639D-EA39-43A0-89A5-9AB95694D823}"/>
                  </a:ext>
                </a:extLst>
              </p:cNvPr>
              <p:cNvSpPr txBox="1">
                <a:spLocks noRot="1" noChangeAspect="1" noMove="1" noResize="1" noEditPoints="1" noAdjustHandles="1" noChangeArrowheads="1" noChangeShapeType="1" noTextEdit="1"/>
              </p:cNvSpPr>
              <p:nvPr/>
            </p:nvSpPr>
            <p:spPr>
              <a:xfrm>
                <a:off x="9392019" y="1104145"/>
                <a:ext cx="1725013" cy="523220"/>
              </a:xfrm>
              <a:prstGeom prst="rect">
                <a:avLst/>
              </a:prstGeom>
              <a:blipFill>
                <a:blip r:embed="rId1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970650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wipe(up)">
                                      <p:cBhvr>
                                        <p:cTn id="39" dur="5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35"/>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6"/>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7"/>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38"/>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27" grpId="0"/>
      <p:bldP spid="28" grpId="0"/>
      <p:bldP spid="29" grpId="0"/>
      <p:bldP spid="30" grpId="0"/>
      <p:bldP spid="33" grpId="0"/>
      <p:bldP spid="34" grpId="0"/>
      <p:bldP spid="35" grpId="0"/>
      <p:bldP spid="36" grpId="0"/>
      <p:bldP spid="37" grpId="0"/>
      <p:bldP spid="38" grpId="0"/>
      <p:bldP spid="39"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2 (</a:t>
            </a:r>
            <a:r>
              <a:rPr lang="en-IN" dirty="0"/>
              <a:t>Continue</a:t>
            </a:r>
            <a:r>
              <a:rPr lang="en-GB" dirty="0"/>
              <a:t>)</a:t>
            </a:r>
            <a:endParaRPr lang="en-US" dirty="0"/>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B441F65-A30D-4FD2-A70A-A7C11C66EE36}"/>
                  </a:ext>
                </a:extLst>
              </p:cNvPr>
              <p:cNvSpPr txBox="1"/>
              <p:nvPr/>
            </p:nvSpPr>
            <p:spPr>
              <a:xfrm>
                <a:off x="7964547" y="1935374"/>
                <a:ext cx="2106382" cy="98943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A</m:t>
                              </m:r>
                              <m:r>
                                <a:rPr lang="en-US" sz="2800">
                                  <a:solidFill>
                                    <a:srgbClr val="002060"/>
                                  </a:solidFill>
                                  <a:latin typeface="Cambria Math" panose="02040503050406030204" pitchFamily="18" charset="0"/>
                                </a:rPr>
                                <m:t>∩</m:t>
                              </m:r>
                              <m:sSup>
                                <m:sSupPr>
                                  <m:ctrlPr>
                                    <a:rPr lang="en-IN" sz="2800" b="0" i="1" smtClean="0">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B</m:t>
                                  </m:r>
                                </m:e>
                                <m:sup>
                                  <m:r>
                                    <a:rPr lang="en-IN" sz="2800" b="0" i="0" smtClean="0">
                                      <a:solidFill>
                                        <a:srgbClr val="002060"/>
                                      </a:solidFill>
                                      <a:latin typeface="Cambria Math" panose="02040503050406030204" pitchFamily="18" charset="0"/>
                                    </a:rPr>
                                    <m:t>′</m:t>
                                  </m:r>
                                </m:sup>
                              </m:sSup>
                            </m:e>
                          </m:d>
                          <m:r>
                            <a:rPr lang="en-US" sz="2800" i="1">
                              <a:solidFill>
                                <a:srgbClr val="002060"/>
                              </a:solidFill>
                              <a:latin typeface="Cambria Math" panose="02040503050406030204" pitchFamily="18" charset="0"/>
                            </a:rPr>
                            <m:t> </m:t>
                          </m:r>
                        </m:num>
                        <m:den>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p>
                                <m:sSupPr>
                                  <m:ctrlPr>
                                    <a:rPr lang="en-IN" sz="2800" b="0" i="1" smtClean="0">
                                      <a:solidFill>
                                        <a:srgbClr val="002060"/>
                                      </a:solidFill>
                                      <a:latin typeface="Cambria Math" panose="02040503050406030204" pitchFamily="18" charset="0"/>
                                    </a:rPr>
                                  </m:ctrlPr>
                                </m:sSupPr>
                                <m:e>
                                  <m:r>
                                    <m:rPr>
                                      <m:sty m:val="p"/>
                                    </m:rPr>
                                    <a:rPr lang="en-IN" sz="2800" b="0" i="0" smtClean="0">
                                      <a:solidFill>
                                        <a:srgbClr val="002060"/>
                                      </a:solidFill>
                                      <a:latin typeface="Cambria Math" panose="02040503050406030204" pitchFamily="18" charset="0"/>
                                    </a:rPr>
                                    <m:t>B</m:t>
                                  </m:r>
                                </m:e>
                                <m:sup>
                                  <m:r>
                                    <a:rPr lang="en-IN" sz="2800" b="0" i="0" smtClean="0">
                                      <a:solidFill>
                                        <a:srgbClr val="002060"/>
                                      </a:solidFill>
                                      <a:latin typeface="Cambria Math" panose="02040503050406030204" pitchFamily="18" charset="0"/>
                                    </a:rPr>
                                    <m:t>′</m:t>
                                  </m:r>
                                </m:sup>
                              </m:sSup>
                            </m:e>
                          </m:d>
                          <m:r>
                            <a:rPr lang="en-US" sz="2800">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37" name="TextBox 36">
                <a:extLst>
                  <a:ext uri="{FF2B5EF4-FFF2-40B4-BE49-F238E27FC236}">
                    <a16:creationId xmlns:a16="http://schemas.microsoft.com/office/drawing/2014/main" id="{1B441F65-A30D-4FD2-A70A-A7C11C66EE36}"/>
                  </a:ext>
                </a:extLst>
              </p:cNvPr>
              <p:cNvSpPr txBox="1">
                <a:spLocks noRot="1" noChangeAspect="1" noMove="1" noResize="1" noEditPoints="1" noAdjustHandles="1" noChangeArrowheads="1" noChangeShapeType="1" noTextEdit="1"/>
              </p:cNvSpPr>
              <p:nvPr/>
            </p:nvSpPr>
            <p:spPr>
              <a:xfrm>
                <a:off x="7964547" y="1935374"/>
                <a:ext cx="2106382" cy="989438"/>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3518EFF-1920-457A-8423-98A05E1B4A14}"/>
                  </a:ext>
                </a:extLst>
              </p:cNvPr>
              <p:cNvSpPr txBox="1"/>
              <p:nvPr/>
            </p:nvSpPr>
            <p:spPr>
              <a:xfrm>
                <a:off x="7964547" y="3109671"/>
                <a:ext cx="1301920" cy="127868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f>
                            <m:fPr>
                              <m:type m:val="skw"/>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4</m:t>
                              </m:r>
                            </m:den>
                          </m:f>
                          <m:r>
                            <a:rPr lang="en-US" sz="2800" i="1">
                              <a:solidFill>
                                <a:srgbClr val="002060"/>
                              </a:solidFill>
                              <a:latin typeface="Cambria Math" panose="02040503050406030204" pitchFamily="18" charset="0"/>
                            </a:rPr>
                            <m:t> </m:t>
                          </m:r>
                        </m:num>
                        <m:den>
                          <m:r>
                            <a:rPr lang="en-IN" sz="2800" b="0" i="1" smtClean="0">
                              <a:solidFill>
                                <a:srgbClr val="002060"/>
                              </a:solidFill>
                              <a:latin typeface="Cambria Math" panose="02040503050406030204" pitchFamily="18" charset="0"/>
                            </a:rPr>
                            <m:t> </m:t>
                          </m:r>
                          <m:f>
                            <m:fPr>
                              <m:type m:val="skw"/>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3</m:t>
                              </m:r>
                            </m:num>
                            <m:den>
                              <m:r>
                                <a:rPr lang="en-IN" sz="2800" b="0" i="1" smtClean="0">
                                  <a:solidFill>
                                    <a:srgbClr val="002060"/>
                                  </a:solidFill>
                                  <a:latin typeface="Cambria Math" panose="02040503050406030204" pitchFamily="18" charset="0"/>
                                </a:rPr>
                                <m:t>4</m:t>
                              </m:r>
                            </m:den>
                          </m:f>
                          <m:r>
                            <a:rPr lang="en-IN" sz="2800" b="0" i="1" smtClean="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38" name="TextBox 37">
                <a:extLst>
                  <a:ext uri="{FF2B5EF4-FFF2-40B4-BE49-F238E27FC236}">
                    <a16:creationId xmlns:a16="http://schemas.microsoft.com/office/drawing/2014/main" id="{A3518EFF-1920-457A-8423-98A05E1B4A14}"/>
                  </a:ext>
                </a:extLst>
              </p:cNvPr>
              <p:cNvSpPr txBox="1">
                <a:spLocks noRot="1" noChangeAspect="1" noMove="1" noResize="1" noEditPoints="1" noAdjustHandles="1" noChangeArrowheads="1" noChangeShapeType="1" noTextEdit="1"/>
              </p:cNvSpPr>
              <p:nvPr/>
            </p:nvSpPr>
            <p:spPr>
              <a:xfrm>
                <a:off x="7964547" y="3109671"/>
                <a:ext cx="1301920" cy="1278683"/>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22FAF7E-ACD8-4EA6-BDDE-461B8348E52B}"/>
                  </a:ext>
                </a:extLst>
              </p:cNvPr>
              <p:cNvSpPr txBox="1"/>
              <p:nvPr/>
            </p:nvSpPr>
            <p:spPr>
              <a:xfrm>
                <a:off x="1594214" y="734334"/>
                <a:ext cx="1725013"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GB" sz="2800" dirty="0" smtClean="0">
                          <a:solidFill>
                            <a:srgbClr val="002060"/>
                          </a:solidFill>
                          <a:latin typeface="Cambria Math" panose="02040503050406030204" pitchFamily="18" charset="0"/>
                        </a:rPr>
                        <m:t>P</m:t>
                      </m:r>
                      <m:d>
                        <m:dPr>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A</m:t>
                          </m:r>
                        </m:e>
                      </m:d>
                      <m:r>
                        <a:rPr lang="en-GB" sz="2800" dirty="0">
                          <a:solidFill>
                            <a:srgbClr val="002060"/>
                          </a:solidFill>
                          <a:latin typeface="Cambria Math" panose="02040503050406030204" pitchFamily="18" charset="0"/>
                        </a:rPr>
                        <m:t>=</m:t>
                      </m:r>
                      <m:f>
                        <m:fPr>
                          <m:ctrlPr>
                            <a:rPr lang="en-GB" sz="2800" i="1" dirty="0">
                              <a:solidFill>
                                <a:srgbClr val="002060"/>
                              </a:solidFill>
                              <a:latin typeface="Cambria Math" panose="02040503050406030204" pitchFamily="18" charset="0"/>
                            </a:rPr>
                          </m:ctrlPr>
                        </m:fPr>
                        <m:num>
                          <m:r>
                            <a:rPr lang="en-GB" sz="2800" dirty="0">
                              <a:solidFill>
                                <a:srgbClr val="002060"/>
                              </a:solidFill>
                              <a:latin typeface="Cambria Math" panose="02040503050406030204" pitchFamily="18" charset="0"/>
                            </a:rPr>
                            <m:t> 1 </m:t>
                          </m:r>
                        </m:num>
                        <m:den>
                          <m:r>
                            <a:rPr lang="en-GB" sz="2800" dirty="0">
                              <a:solidFill>
                                <a:srgbClr val="002060"/>
                              </a:solidFill>
                              <a:latin typeface="Cambria Math" panose="02040503050406030204" pitchFamily="18" charset="0"/>
                            </a:rPr>
                            <m:t> 3 </m:t>
                          </m:r>
                        </m:den>
                      </m:f>
                    </m:oMath>
                  </m:oMathPara>
                </a14:m>
                <a:endParaRPr lang="en-IN" sz="2800" dirty="0">
                  <a:solidFill>
                    <a:srgbClr val="002060"/>
                  </a:solidFill>
                </a:endParaRPr>
              </a:p>
            </p:txBody>
          </p:sp>
        </mc:Choice>
        <mc:Fallback xmlns="">
          <p:sp>
            <p:nvSpPr>
              <p:cNvPr id="21" name="TextBox 20">
                <a:extLst>
                  <a:ext uri="{FF2B5EF4-FFF2-40B4-BE49-F238E27FC236}">
                    <a16:creationId xmlns:a16="http://schemas.microsoft.com/office/drawing/2014/main" id="{922FAF7E-ACD8-4EA6-BDDE-461B8348E52B}"/>
                  </a:ext>
                </a:extLst>
              </p:cNvPr>
              <p:cNvSpPr txBox="1">
                <a:spLocks noRot="1" noChangeAspect="1" noMove="1" noResize="1" noEditPoints="1" noAdjustHandles="1" noChangeArrowheads="1" noChangeShapeType="1" noTextEdit="1"/>
              </p:cNvSpPr>
              <p:nvPr/>
            </p:nvSpPr>
            <p:spPr>
              <a:xfrm>
                <a:off x="1594214" y="734334"/>
                <a:ext cx="1725013" cy="90178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64B9F21-E029-4C28-89A9-8AF8CA20B964}"/>
                  </a:ext>
                </a:extLst>
              </p:cNvPr>
              <p:cNvSpPr txBox="1"/>
              <p:nvPr/>
            </p:nvSpPr>
            <p:spPr>
              <a:xfrm>
                <a:off x="3630741" y="734334"/>
                <a:ext cx="1725013" cy="8991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GB" sz="2800" dirty="0" smtClean="0">
                          <a:solidFill>
                            <a:srgbClr val="002060"/>
                          </a:solidFill>
                          <a:latin typeface="Cambria Math" panose="02040503050406030204" pitchFamily="18" charset="0"/>
                        </a:rPr>
                        <m:t>P</m:t>
                      </m:r>
                      <m:d>
                        <m:dPr>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B</m:t>
                          </m:r>
                        </m:e>
                      </m:d>
                      <m:r>
                        <a:rPr lang="en-GB" sz="2800" dirty="0">
                          <a:solidFill>
                            <a:srgbClr val="002060"/>
                          </a:solidFill>
                          <a:latin typeface="Cambria Math" panose="02040503050406030204" pitchFamily="18" charset="0"/>
                        </a:rPr>
                        <m:t>=</m:t>
                      </m:r>
                      <m:f>
                        <m:fPr>
                          <m:ctrlPr>
                            <a:rPr lang="en-GB" sz="2800" i="1" dirty="0">
                              <a:solidFill>
                                <a:srgbClr val="002060"/>
                              </a:solidFill>
                              <a:latin typeface="Cambria Math" panose="02040503050406030204" pitchFamily="18" charset="0"/>
                            </a:rPr>
                          </m:ctrlPr>
                        </m:fPr>
                        <m:num>
                          <m:r>
                            <a:rPr lang="en-GB" sz="2800" dirty="0">
                              <a:solidFill>
                                <a:srgbClr val="002060"/>
                              </a:solidFill>
                              <a:latin typeface="Cambria Math" panose="02040503050406030204" pitchFamily="18" charset="0"/>
                            </a:rPr>
                            <m:t> 1 </m:t>
                          </m:r>
                        </m:num>
                        <m:den>
                          <m:r>
                            <a:rPr lang="en-GB" sz="2800" dirty="0">
                              <a:solidFill>
                                <a:srgbClr val="002060"/>
                              </a:solidFill>
                              <a:latin typeface="Cambria Math" panose="02040503050406030204" pitchFamily="18" charset="0"/>
                            </a:rPr>
                            <m:t> 4 </m:t>
                          </m:r>
                        </m:den>
                      </m:f>
                    </m:oMath>
                  </m:oMathPara>
                </a14:m>
                <a:endParaRPr lang="en-IN" sz="2800" dirty="0">
                  <a:solidFill>
                    <a:srgbClr val="002060"/>
                  </a:solidFill>
                </a:endParaRPr>
              </a:p>
            </p:txBody>
          </p:sp>
        </mc:Choice>
        <mc:Fallback xmlns="">
          <p:sp>
            <p:nvSpPr>
              <p:cNvPr id="22" name="TextBox 21">
                <a:extLst>
                  <a:ext uri="{FF2B5EF4-FFF2-40B4-BE49-F238E27FC236}">
                    <a16:creationId xmlns:a16="http://schemas.microsoft.com/office/drawing/2014/main" id="{664B9F21-E029-4C28-89A9-8AF8CA20B964}"/>
                  </a:ext>
                </a:extLst>
              </p:cNvPr>
              <p:cNvSpPr txBox="1">
                <a:spLocks noRot="1" noChangeAspect="1" noMove="1" noResize="1" noEditPoints="1" noAdjustHandles="1" noChangeArrowheads="1" noChangeShapeType="1" noTextEdit="1"/>
              </p:cNvSpPr>
              <p:nvPr/>
            </p:nvSpPr>
            <p:spPr>
              <a:xfrm>
                <a:off x="3630741" y="734334"/>
                <a:ext cx="1725013" cy="899157"/>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B68639D-EA39-43A0-89A5-9AB95694D823}"/>
                  </a:ext>
                </a:extLst>
              </p:cNvPr>
              <p:cNvSpPr txBox="1"/>
              <p:nvPr/>
            </p:nvSpPr>
            <p:spPr>
              <a:xfrm>
                <a:off x="6425313" y="2168483"/>
                <a:ext cx="1725013"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GB" sz="2800" i="1" dirty="0" smtClean="0">
                          <a:solidFill>
                            <a:srgbClr val="002060"/>
                          </a:solidFill>
                          <a:latin typeface="Cambria Math" panose="02040503050406030204" pitchFamily="18" charset="0"/>
                        </a:rPr>
                        <m:t>P</m:t>
                      </m:r>
                      <m:d>
                        <m:dPr>
                          <m:ctrlPr>
                            <a:rPr lang="en-GB" sz="2800" i="1" dirty="0">
                              <a:solidFill>
                                <a:srgbClr val="002060"/>
                              </a:solidFill>
                              <a:latin typeface="Cambria Math" panose="02040503050406030204" pitchFamily="18" charset="0"/>
                            </a:rPr>
                          </m:ctrlPr>
                        </m:dPr>
                        <m:e>
                          <m:r>
                            <m:rPr>
                              <m:sty m:val="p"/>
                            </m:rPr>
                            <a:rPr lang="en-GB" sz="2800" i="1" dirty="0">
                              <a:solidFill>
                                <a:srgbClr val="002060"/>
                              </a:solidFill>
                              <a:latin typeface="Cambria Math" panose="02040503050406030204" pitchFamily="18" charset="0"/>
                            </a:rPr>
                            <m:t>A</m:t>
                          </m:r>
                          <m:r>
                            <a:rPr lang="en-GB" sz="2800" i="1" dirty="0">
                              <a:solidFill>
                                <a:srgbClr val="002060"/>
                              </a:solidFill>
                              <a:latin typeface="Cambria Math" panose="02040503050406030204" pitchFamily="18" charset="0"/>
                            </a:rPr>
                            <m:t> </m:t>
                          </m:r>
                        </m:e>
                        <m:e>
                          <m:r>
                            <a:rPr lang="en-GB" sz="2800" i="1" dirty="0">
                              <a:solidFill>
                                <a:srgbClr val="002060"/>
                              </a:solidFill>
                              <a:latin typeface="Cambria Math" panose="02040503050406030204" pitchFamily="18" charset="0"/>
                            </a:rPr>
                            <m:t> </m:t>
                          </m:r>
                          <m:sSup>
                            <m:sSupPr>
                              <m:ctrlPr>
                                <a:rPr lang="en-GB" sz="2800" i="1" dirty="0">
                                  <a:solidFill>
                                    <a:srgbClr val="002060"/>
                                  </a:solidFill>
                                  <a:latin typeface="Cambria Math" panose="02040503050406030204" pitchFamily="18" charset="0"/>
                                </a:rPr>
                              </m:ctrlPr>
                            </m:sSupPr>
                            <m:e>
                              <m:r>
                                <m:rPr>
                                  <m:sty m:val="p"/>
                                </m:rPr>
                                <a:rPr lang="en-GB" sz="2800" i="1" dirty="0">
                                  <a:solidFill>
                                    <a:srgbClr val="002060"/>
                                  </a:solidFill>
                                  <a:latin typeface="Cambria Math" panose="02040503050406030204" pitchFamily="18" charset="0"/>
                                </a:rPr>
                                <m:t>B</m:t>
                              </m:r>
                            </m:e>
                            <m:sup>
                              <m:r>
                                <a:rPr lang="en-GB" sz="2800" i="1" dirty="0">
                                  <a:solidFill>
                                    <a:srgbClr val="002060"/>
                                  </a:solidFill>
                                  <a:latin typeface="Cambria Math" panose="02040503050406030204" pitchFamily="18" charset="0"/>
                                </a:rPr>
                                <m:t>′</m:t>
                              </m:r>
                            </m:sup>
                          </m:sSup>
                        </m:e>
                      </m:d>
                    </m:oMath>
                  </m:oMathPara>
                </a14:m>
                <a:endParaRPr lang="en-IN" sz="2800" dirty="0">
                  <a:solidFill>
                    <a:srgbClr val="002060"/>
                  </a:solidFill>
                </a:endParaRPr>
              </a:p>
            </p:txBody>
          </p:sp>
        </mc:Choice>
        <mc:Fallback xmlns="">
          <p:sp>
            <p:nvSpPr>
              <p:cNvPr id="23" name="TextBox 22">
                <a:extLst>
                  <a:ext uri="{FF2B5EF4-FFF2-40B4-BE49-F238E27FC236}">
                    <a16:creationId xmlns:a16="http://schemas.microsoft.com/office/drawing/2014/main" id="{1B68639D-EA39-43A0-89A5-9AB95694D823}"/>
                  </a:ext>
                </a:extLst>
              </p:cNvPr>
              <p:cNvSpPr txBox="1">
                <a:spLocks noRot="1" noChangeAspect="1" noMove="1" noResize="1" noEditPoints="1" noAdjustHandles="1" noChangeArrowheads="1" noChangeShapeType="1" noTextEdit="1"/>
              </p:cNvSpPr>
              <p:nvPr/>
            </p:nvSpPr>
            <p:spPr>
              <a:xfrm>
                <a:off x="6425313" y="2168483"/>
                <a:ext cx="1725013"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0EDE7C4-24D7-4400-B751-7C2B56A7F58F}"/>
                  </a:ext>
                </a:extLst>
              </p:cNvPr>
              <p:cNvSpPr txBox="1"/>
              <p:nvPr/>
            </p:nvSpPr>
            <p:spPr>
              <a:xfrm>
                <a:off x="1573517" y="1642110"/>
                <a:ext cx="295276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rgbClr val="002060"/>
                          </a:solidFill>
                          <a:latin typeface="Cambria Math" panose="02040503050406030204" pitchFamily="18" charset="0"/>
                        </a:rPr>
                        <m:t>P</m:t>
                      </m:r>
                      <m:d>
                        <m:dPr>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B</m:t>
                          </m:r>
                          <m:r>
                            <a:rPr lang="en-IN" sz="2800" b="0" i="1" dirty="0" smtClean="0">
                              <a:solidFill>
                                <a:srgbClr val="002060"/>
                              </a:solidFill>
                              <a:latin typeface="Cambria Math" panose="02040503050406030204" pitchFamily="18" charset="0"/>
                            </a:rPr>
                            <m:t>′</m:t>
                          </m:r>
                        </m:e>
                      </m:d>
                      <m:r>
                        <a:rPr lang="en-GB" sz="2800" dirty="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1−</m:t>
                      </m:r>
                      <m:r>
                        <m:rPr>
                          <m:sty m:val="p"/>
                        </m:rPr>
                        <a:rPr lang="en-GB" sz="2800" dirty="0">
                          <a:solidFill>
                            <a:srgbClr val="002060"/>
                          </a:solidFill>
                          <a:latin typeface="Cambria Math" panose="02040503050406030204" pitchFamily="18" charset="0"/>
                        </a:rPr>
                        <m:t>P</m:t>
                      </m:r>
                      <m:d>
                        <m:dPr>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B</m:t>
                          </m:r>
                        </m:e>
                      </m:d>
                    </m:oMath>
                  </m:oMathPara>
                </a14:m>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40EDE7C4-24D7-4400-B751-7C2B56A7F58F}"/>
                  </a:ext>
                </a:extLst>
              </p:cNvPr>
              <p:cNvSpPr txBox="1">
                <a:spLocks noRot="1" noChangeAspect="1" noMove="1" noResize="1" noEditPoints="1" noAdjustHandles="1" noChangeArrowheads="1" noChangeShapeType="1" noTextEdit="1"/>
              </p:cNvSpPr>
              <p:nvPr/>
            </p:nvSpPr>
            <p:spPr>
              <a:xfrm>
                <a:off x="1573517" y="1642110"/>
                <a:ext cx="2952764"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DAB2A1A3-B9D5-438D-ADCF-28A37A98147C}"/>
                  </a:ext>
                </a:extLst>
              </p:cNvPr>
              <p:cNvSpPr txBox="1"/>
              <p:nvPr/>
            </p:nvSpPr>
            <p:spPr>
              <a:xfrm>
                <a:off x="2502441" y="2187101"/>
                <a:ext cx="1725014"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1−</m:t>
                      </m:r>
                      <m:f>
                        <m:fPr>
                          <m:ctrlPr>
                            <a:rPr lang="en-GB" sz="2800" i="1" dirty="0">
                              <a:solidFill>
                                <a:srgbClr val="002060"/>
                              </a:solidFill>
                              <a:latin typeface="Cambria Math" panose="02040503050406030204" pitchFamily="18" charset="0"/>
                            </a:rPr>
                          </m:ctrlPr>
                        </m:fPr>
                        <m:num>
                          <m:r>
                            <a:rPr lang="en-GB" sz="2800" dirty="0">
                              <a:solidFill>
                                <a:srgbClr val="002060"/>
                              </a:solidFill>
                              <a:latin typeface="Cambria Math" panose="02040503050406030204" pitchFamily="18" charset="0"/>
                            </a:rPr>
                            <m:t> 1 </m:t>
                          </m:r>
                        </m:num>
                        <m:den>
                          <m:r>
                            <a:rPr lang="en-GB" sz="2800" dirty="0">
                              <a:solidFill>
                                <a:srgbClr val="002060"/>
                              </a:solidFill>
                              <a:latin typeface="Cambria Math" panose="02040503050406030204" pitchFamily="18" charset="0"/>
                            </a:rPr>
                            <m:t> 4 </m:t>
                          </m:r>
                        </m:den>
                      </m:f>
                    </m:oMath>
                  </m:oMathPara>
                </a14:m>
                <a:endParaRPr lang="en-IN" sz="2800" dirty="0">
                  <a:solidFill>
                    <a:srgbClr val="002060"/>
                  </a:solidFill>
                </a:endParaRPr>
              </a:p>
            </p:txBody>
          </p:sp>
        </mc:Choice>
        <mc:Fallback xmlns="">
          <p:sp>
            <p:nvSpPr>
              <p:cNvPr id="25" name="TextBox 24">
                <a:extLst>
                  <a:ext uri="{FF2B5EF4-FFF2-40B4-BE49-F238E27FC236}">
                    <a16:creationId xmlns:a16="http://schemas.microsoft.com/office/drawing/2014/main" id="{DAB2A1A3-B9D5-438D-ADCF-28A37A98147C}"/>
                  </a:ext>
                </a:extLst>
              </p:cNvPr>
              <p:cNvSpPr txBox="1">
                <a:spLocks noRot="1" noChangeAspect="1" noMove="1" noResize="1" noEditPoints="1" noAdjustHandles="1" noChangeArrowheads="1" noChangeShapeType="1" noTextEdit="1"/>
              </p:cNvSpPr>
              <p:nvPr/>
            </p:nvSpPr>
            <p:spPr>
              <a:xfrm>
                <a:off x="2502441" y="2187101"/>
                <a:ext cx="1725014" cy="899157"/>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35081F-DD8A-4317-B04B-FC08B1ABDE0E}"/>
                  </a:ext>
                </a:extLst>
              </p:cNvPr>
              <p:cNvSpPr txBox="1"/>
              <p:nvPr/>
            </p:nvSpPr>
            <p:spPr>
              <a:xfrm>
                <a:off x="2502440" y="3108030"/>
                <a:ext cx="1053741"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dirty="0" smtClean="0">
                          <a:solidFill>
                            <a:srgbClr val="002060"/>
                          </a:solidFill>
                          <a:latin typeface="Cambria Math" panose="02040503050406030204" pitchFamily="18" charset="0"/>
                        </a:rPr>
                        <m:t>=</m:t>
                      </m:r>
                      <m:f>
                        <m:fPr>
                          <m:ctrlPr>
                            <a:rPr lang="en-GB" sz="2800" i="1" dirty="0">
                              <a:solidFill>
                                <a:srgbClr val="002060"/>
                              </a:solidFill>
                              <a:latin typeface="Cambria Math" panose="02040503050406030204" pitchFamily="18" charset="0"/>
                            </a:rPr>
                          </m:ctrlPr>
                        </m:fPr>
                        <m:num>
                          <m:r>
                            <a:rPr lang="en-GB" sz="2800"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3</m:t>
                          </m:r>
                          <m:r>
                            <a:rPr lang="en-GB" sz="2800" dirty="0">
                              <a:solidFill>
                                <a:srgbClr val="002060"/>
                              </a:solidFill>
                              <a:latin typeface="Cambria Math" panose="02040503050406030204" pitchFamily="18" charset="0"/>
                            </a:rPr>
                            <m:t> </m:t>
                          </m:r>
                        </m:num>
                        <m:den>
                          <m:r>
                            <a:rPr lang="en-GB" sz="2800" dirty="0">
                              <a:solidFill>
                                <a:srgbClr val="002060"/>
                              </a:solidFill>
                              <a:latin typeface="Cambria Math" panose="02040503050406030204" pitchFamily="18" charset="0"/>
                            </a:rPr>
                            <m:t> 4 </m:t>
                          </m:r>
                        </m:den>
                      </m:f>
                    </m:oMath>
                  </m:oMathPara>
                </a14:m>
                <a:endParaRPr lang="en-IN" sz="2800" dirty="0">
                  <a:solidFill>
                    <a:srgbClr val="002060"/>
                  </a:solidFill>
                </a:endParaRPr>
              </a:p>
            </p:txBody>
          </p:sp>
        </mc:Choice>
        <mc:Fallback xmlns="">
          <p:sp>
            <p:nvSpPr>
              <p:cNvPr id="26" name="TextBox 25">
                <a:extLst>
                  <a:ext uri="{FF2B5EF4-FFF2-40B4-BE49-F238E27FC236}">
                    <a16:creationId xmlns:a16="http://schemas.microsoft.com/office/drawing/2014/main" id="{2035081F-DD8A-4317-B04B-FC08B1ABDE0E}"/>
                  </a:ext>
                </a:extLst>
              </p:cNvPr>
              <p:cNvSpPr txBox="1">
                <a:spLocks noRot="1" noChangeAspect="1" noMove="1" noResize="1" noEditPoints="1" noAdjustHandles="1" noChangeArrowheads="1" noChangeShapeType="1" noTextEdit="1"/>
              </p:cNvSpPr>
              <p:nvPr/>
            </p:nvSpPr>
            <p:spPr>
              <a:xfrm>
                <a:off x="2502440" y="3108030"/>
                <a:ext cx="1053741" cy="899157"/>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5B1878A-0FAF-42F4-BC6F-8702092119E1}"/>
                  </a:ext>
                </a:extLst>
              </p:cNvPr>
              <p:cNvSpPr txBox="1"/>
              <p:nvPr/>
            </p:nvSpPr>
            <p:spPr>
              <a:xfrm>
                <a:off x="1573516" y="4214712"/>
                <a:ext cx="172501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rgbClr val="002060"/>
                          </a:solidFill>
                          <a:latin typeface="Cambria Math" panose="02040503050406030204" pitchFamily="18" charset="0"/>
                        </a:rPr>
                        <m:t>P</m:t>
                      </m:r>
                      <m:d>
                        <m:dPr>
                          <m:ctrlPr>
                            <a:rPr lang="en-GB" sz="2800" i="1" dirty="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r>
                            <a:rPr lang="en-IN" sz="2800" b="0" i="1" dirty="0" smtClean="0">
                              <a:solidFill>
                                <a:srgbClr val="002060"/>
                              </a:solidFill>
                              <a:latin typeface="Cambria Math" panose="02040503050406030204" pitchFamily="18" charset="0"/>
                            </a:rPr>
                            <m:t>∩</m:t>
                          </m:r>
                          <m:r>
                            <m:rPr>
                              <m:sty m:val="p"/>
                            </m:rPr>
                            <a:rPr lang="en-GB" sz="2800" dirty="0">
                              <a:solidFill>
                                <a:srgbClr val="002060"/>
                              </a:solidFill>
                              <a:latin typeface="Cambria Math" panose="02040503050406030204" pitchFamily="18" charset="0"/>
                            </a:rPr>
                            <m:t>B</m:t>
                          </m:r>
                          <m:r>
                            <a:rPr lang="en-IN" sz="2800" b="0" i="1" dirty="0" smtClean="0">
                              <a:solidFill>
                                <a:srgbClr val="002060"/>
                              </a:solidFill>
                              <a:latin typeface="Cambria Math" panose="02040503050406030204" pitchFamily="18" charset="0"/>
                            </a:rPr>
                            <m:t>′</m:t>
                          </m:r>
                        </m:e>
                      </m:d>
                    </m:oMath>
                  </m:oMathPara>
                </a14:m>
                <a:endParaRPr lang="en-IN" sz="2800" dirty="0">
                  <a:solidFill>
                    <a:srgbClr val="002060"/>
                  </a:solidFill>
                </a:endParaRPr>
              </a:p>
            </p:txBody>
          </p:sp>
        </mc:Choice>
        <mc:Fallback xmlns="">
          <p:sp>
            <p:nvSpPr>
              <p:cNvPr id="31" name="TextBox 30">
                <a:extLst>
                  <a:ext uri="{FF2B5EF4-FFF2-40B4-BE49-F238E27FC236}">
                    <a16:creationId xmlns:a16="http://schemas.microsoft.com/office/drawing/2014/main" id="{45B1878A-0FAF-42F4-BC6F-8702092119E1}"/>
                  </a:ext>
                </a:extLst>
              </p:cNvPr>
              <p:cNvSpPr txBox="1">
                <a:spLocks noRot="1" noChangeAspect="1" noMove="1" noResize="1" noEditPoints="1" noAdjustHandles="1" noChangeArrowheads="1" noChangeShapeType="1" noTextEdit="1"/>
              </p:cNvSpPr>
              <p:nvPr/>
            </p:nvSpPr>
            <p:spPr>
              <a:xfrm>
                <a:off x="1573516" y="4214712"/>
                <a:ext cx="1725015"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31C1776B-E048-4D87-A665-3E4BEF5BECD0}"/>
                  </a:ext>
                </a:extLst>
              </p:cNvPr>
              <p:cNvSpPr txBox="1"/>
              <p:nvPr/>
            </p:nvSpPr>
            <p:spPr>
              <a:xfrm>
                <a:off x="3049899" y="4214712"/>
                <a:ext cx="340805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r>
                        <a:rPr lang="en-IN" sz="2800" b="0" i="0"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A</m:t>
                      </m:r>
                      <m:r>
                        <a:rPr lang="en-IN" sz="2800" b="0" i="0" dirty="0" smtClean="0">
                          <a:solidFill>
                            <a:srgbClr val="002060"/>
                          </a:solidFill>
                          <a:latin typeface="Cambria Math" panose="02040503050406030204" pitchFamily="18" charset="0"/>
                        </a:rPr>
                        <m:t>)−</m:t>
                      </m:r>
                      <m:r>
                        <m:rPr>
                          <m:sty m:val="p"/>
                        </m:rPr>
                        <a:rPr lang="en-GB" sz="2800" i="0" dirty="0">
                          <a:solidFill>
                            <a:srgbClr val="002060"/>
                          </a:solidFill>
                          <a:latin typeface="Cambria Math" panose="02040503050406030204" pitchFamily="18" charset="0"/>
                        </a:rPr>
                        <m:t>P</m:t>
                      </m:r>
                      <m:d>
                        <m:dPr>
                          <m:ctrlPr>
                            <a:rPr lang="en-GB" sz="2800" i="1" dirty="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r>
                            <a:rPr lang="en-IN" sz="2800" b="0" i="0" dirty="0" smtClean="0">
                              <a:solidFill>
                                <a:srgbClr val="002060"/>
                              </a:solidFill>
                              <a:latin typeface="Cambria Math" panose="02040503050406030204" pitchFamily="18" charset="0"/>
                            </a:rPr>
                            <m:t>∩ </m:t>
                          </m:r>
                          <m:r>
                            <m:rPr>
                              <m:sty m:val="p"/>
                            </m:rPr>
                            <a:rPr lang="en-GB" sz="2800" i="0" dirty="0">
                              <a:solidFill>
                                <a:srgbClr val="002060"/>
                              </a:solidFill>
                              <a:latin typeface="Cambria Math" panose="02040503050406030204" pitchFamily="18" charset="0"/>
                            </a:rPr>
                            <m:t>B</m:t>
                          </m:r>
                        </m:e>
                      </m:d>
                    </m:oMath>
                  </m:oMathPara>
                </a14:m>
                <a:endParaRPr lang="en-IN" sz="2800" dirty="0">
                  <a:solidFill>
                    <a:srgbClr val="002060"/>
                  </a:solidFill>
                </a:endParaRPr>
              </a:p>
            </p:txBody>
          </p:sp>
        </mc:Choice>
        <mc:Fallback xmlns="">
          <p:sp>
            <p:nvSpPr>
              <p:cNvPr id="32" name="TextBox 31">
                <a:extLst>
                  <a:ext uri="{FF2B5EF4-FFF2-40B4-BE49-F238E27FC236}">
                    <a16:creationId xmlns:a16="http://schemas.microsoft.com/office/drawing/2014/main" id="{31C1776B-E048-4D87-A665-3E4BEF5BECD0}"/>
                  </a:ext>
                </a:extLst>
              </p:cNvPr>
              <p:cNvSpPr txBox="1">
                <a:spLocks noRot="1" noChangeAspect="1" noMove="1" noResize="1" noEditPoints="1" noAdjustHandles="1" noChangeArrowheads="1" noChangeShapeType="1" noTextEdit="1"/>
              </p:cNvSpPr>
              <p:nvPr/>
            </p:nvSpPr>
            <p:spPr>
              <a:xfrm>
                <a:off x="3049899" y="4214712"/>
                <a:ext cx="3408051"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03A9BBE4-E119-4852-BAA7-528183425CAD}"/>
                  </a:ext>
                </a:extLst>
              </p:cNvPr>
              <p:cNvSpPr txBox="1"/>
              <p:nvPr/>
            </p:nvSpPr>
            <p:spPr>
              <a:xfrm>
                <a:off x="5667268" y="734334"/>
                <a:ext cx="2820105" cy="89915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B</m:t>
                          </m:r>
                        </m:e>
                      </m:d>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12 </m:t>
                          </m:r>
                        </m:den>
                      </m:f>
                    </m:oMath>
                  </m:oMathPara>
                </a14:m>
                <a:endParaRPr lang="en-IN" sz="2800" dirty="0">
                  <a:solidFill>
                    <a:srgbClr val="002060"/>
                  </a:solidFill>
                  <a:latin typeface="Cambria Math" panose="02040503050406030204" pitchFamily="18" charset="0"/>
                </a:endParaRPr>
              </a:p>
            </p:txBody>
          </p:sp>
        </mc:Choice>
        <mc:Fallback xmlns="">
          <p:sp>
            <p:nvSpPr>
              <p:cNvPr id="40" name="TextBox 39">
                <a:extLst>
                  <a:ext uri="{FF2B5EF4-FFF2-40B4-BE49-F238E27FC236}">
                    <a16:creationId xmlns:a16="http://schemas.microsoft.com/office/drawing/2014/main" id="{03A9BBE4-E119-4852-BAA7-528183425CAD}"/>
                  </a:ext>
                </a:extLst>
              </p:cNvPr>
              <p:cNvSpPr txBox="1">
                <a:spLocks noRot="1" noChangeAspect="1" noMove="1" noResize="1" noEditPoints="1" noAdjustHandles="1" noChangeArrowheads="1" noChangeShapeType="1" noTextEdit="1"/>
              </p:cNvSpPr>
              <p:nvPr/>
            </p:nvSpPr>
            <p:spPr>
              <a:xfrm>
                <a:off x="5667268" y="734334"/>
                <a:ext cx="2820105" cy="899157"/>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F75F0E6D-DAB2-4E49-89E6-E3C3B1C0442D}"/>
                  </a:ext>
                </a:extLst>
              </p:cNvPr>
              <p:cNvSpPr txBox="1"/>
              <p:nvPr/>
            </p:nvSpPr>
            <p:spPr>
              <a:xfrm>
                <a:off x="3049899" y="4774198"/>
                <a:ext cx="2074551"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f>
                        <m:fPr>
                          <m:ctrlPr>
                            <a:rPr lang="en-GB" sz="2800" i="1" dirty="0">
                              <a:solidFill>
                                <a:srgbClr val="002060"/>
                              </a:solidFill>
                              <a:latin typeface="Cambria Math" panose="02040503050406030204" pitchFamily="18" charset="0"/>
                            </a:rPr>
                          </m:ctrlPr>
                        </m:fPr>
                        <m:num>
                          <m:r>
                            <a:rPr lang="en-GB" sz="2800" dirty="0">
                              <a:solidFill>
                                <a:srgbClr val="002060"/>
                              </a:solidFill>
                              <a:latin typeface="Cambria Math" panose="02040503050406030204" pitchFamily="18" charset="0"/>
                            </a:rPr>
                            <m:t> 1 </m:t>
                          </m:r>
                        </m:num>
                        <m:den>
                          <m:r>
                            <a:rPr lang="en-GB" sz="2800" dirty="0">
                              <a:solidFill>
                                <a:srgbClr val="002060"/>
                              </a:solidFill>
                              <a:latin typeface="Cambria Math" panose="02040503050406030204" pitchFamily="18" charset="0"/>
                            </a:rPr>
                            <m:t> 3 </m:t>
                          </m:r>
                        </m:den>
                      </m:f>
                      <m:r>
                        <a:rPr lang="en-IN" sz="2800" i="0" dirty="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1</m:t>
                          </m:r>
                        </m:num>
                        <m:den>
                          <m:r>
                            <a:rPr lang="en-IN" sz="2800" i="1">
                              <a:solidFill>
                                <a:srgbClr val="002060"/>
                              </a:solidFill>
                              <a:latin typeface="Cambria Math" panose="02040503050406030204" pitchFamily="18" charset="0"/>
                            </a:rPr>
                            <m:t> 12 </m:t>
                          </m:r>
                        </m:den>
                      </m:f>
                    </m:oMath>
                  </m:oMathPara>
                </a14:m>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F75F0E6D-DAB2-4E49-89E6-E3C3B1C0442D}"/>
                  </a:ext>
                </a:extLst>
              </p:cNvPr>
              <p:cNvSpPr txBox="1">
                <a:spLocks noRot="1" noChangeAspect="1" noMove="1" noResize="1" noEditPoints="1" noAdjustHandles="1" noChangeArrowheads="1" noChangeShapeType="1" noTextEdit="1"/>
              </p:cNvSpPr>
              <p:nvPr/>
            </p:nvSpPr>
            <p:spPr>
              <a:xfrm>
                <a:off x="3049899" y="4774198"/>
                <a:ext cx="2074551" cy="901785"/>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969BD0BB-7F85-4297-BD0E-9456DB080B37}"/>
                  </a:ext>
                </a:extLst>
              </p:cNvPr>
              <p:cNvSpPr txBox="1"/>
              <p:nvPr/>
            </p:nvSpPr>
            <p:spPr>
              <a:xfrm>
                <a:off x="3029310" y="5712250"/>
                <a:ext cx="975600"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f>
                        <m:fPr>
                          <m:ctrlPr>
                            <a:rPr lang="en-GB" sz="2800" i="1" dirty="0">
                              <a:solidFill>
                                <a:srgbClr val="002060"/>
                              </a:solidFill>
                              <a:latin typeface="Cambria Math" panose="02040503050406030204" pitchFamily="18" charset="0"/>
                            </a:rPr>
                          </m:ctrlPr>
                        </m:fPr>
                        <m:num>
                          <m:r>
                            <a:rPr lang="en-GB" sz="2800" dirty="0">
                              <a:solidFill>
                                <a:srgbClr val="002060"/>
                              </a:solidFill>
                              <a:latin typeface="Cambria Math" panose="02040503050406030204" pitchFamily="18" charset="0"/>
                            </a:rPr>
                            <m:t> 1 </m:t>
                          </m:r>
                        </m:num>
                        <m:den>
                          <m:r>
                            <a:rPr lang="en-GB" sz="2800"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4</m:t>
                          </m:r>
                          <m:r>
                            <a:rPr lang="en-GB" sz="2800" dirty="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43" name="TextBox 42">
                <a:extLst>
                  <a:ext uri="{FF2B5EF4-FFF2-40B4-BE49-F238E27FC236}">
                    <a16:creationId xmlns:a16="http://schemas.microsoft.com/office/drawing/2014/main" id="{969BD0BB-7F85-4297-BD0E-9456DB080B37}"/>
                  </a:ext>
                </a:extLst>
              </p:cNvPr>
              <p:cNvSpPr txBox="1">
                <a:spLocks noRot="1" noChangeAspect="1" noMove="1" noResize="1" noEditPoints="1" noAdjustHandles="1" noChangeArrowheads="1" noChangeShapeType="1" noTextEdit="1"/>
              </p:cNvSpPr>
              <p:nvPr/>
            </p:nvSpPr>
            <p:spPr>
              <a:xfrm>
                <a:off x="3029310" y="5712250"/>
                <a:ext cx="975600" cy="901785"/>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EE33794-CDD5-4DAA-A0D0-C23217D46AAB}"/>
                  </a:ext>
                </a:extLst>
              </p:cNvPr>
              <p:cNvSpPr txBox="1"/>
              <p:nvPr/>
            </p:nvSpPr>
            <p:spPr>
              <a:xfrm>
                <a:off x="7964547" y="4573213"/>
                <a:ext cx="913805" cy="90178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r>
                            <a:rPr lang="en-US" sz="2800" i="1">
                              <a:solidFill>
                                <a:srgbClr val="002060"/>
                              </a:solidFill>
                              <a:latin typeface="Cambria Math" panose="02040503050406030204" pitchFamily="18" charset="0"/>
                            </a:rPr>
                            <m:t> </m:t>
                          </m:r>
                        </m:num>
                        <m:den>
                          <m:r>
                            <a:rPr lang="en-IN" sz="2800" b="0" i="1" smtClean="0">
                              <a:solidFill>
                                <a:srgbClr val="002060"/>
                              </a:solidFill>
                              <a:latin typeface="Cambria Math" panose="02040503050406030204" pitchFamily="18" charset="0"/>
                            </a:rPr>
                            <m:t> 3 </m:t>
                          </m:r>
                          <m:r>
                            <a:rPr lang="en-US" sz="2800">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46" name="TextBox 45">
                <a:extLst>
                  <a:ext uri="{FF2B5EF4-FFF2-40B4-BE49-F238E27FC236}">
                    <a16:creationId xmlns:a16="http://schemas.microsoft.com/office/drawing/2014/main" id="{4EE33794-CDD5-4DAA-A0D0-C23217D46AAB}"/>
                  </a:ext>
                </a:extLst>
              </p:cNvPr>
              <p:cNvSpPr txBox="1">
                <a:spLocks noRot="1" noChangeAspect="1" noMove="1" noResize="1" noEditPoints="1" noAdjustHandles="1" noChangeArrowheads="1" noChangeShapeType="1" noTextEdit="1"/>
              </p:cNvSpPr>
              <p:nvPr/>
            </p:nvSpPr>
            <p:spPr>
              <a:xfrm>
                <a:off x="7964547" y="4573213"/>
                <a:ext cx="913805" cy="901785"/>
              </a:xfrm>
              <a:prstGeom prst="rect">
                <a:avLst/>
              </a:prstGeom>
              <a:blipFill>
                <a:blip r:embed="rId15"/>
                <a:stretch>
                  <a:fillRect/>
                </a:stretch>
              </a:blipFill>
            </p:spPr>
            <p:txBody>
              <a:bodyPr/>
              <a:lstStyle/>
              <a:p>
                <a:r>
                  <a:rPr lang="en-IN">
                    <a:noFill/>
                  </a:rPr>
                  <a:t> </a:t>
                </a:r>
              </a:p>
            </p:txBody>
          </p:sp>
        </mc:Fallback>
      </mc:AlternateContent>
      <p:cxnSp>
        <p:nvCxnSpPr>
          <p:cNvPr id="47" name="Straight Connector 46">
            <a:extLst>
              <a:ext uri="{FF2B5EF4-FFF2-40B4-BE49-F238E27FC236}">
                <a16:creationId xmlns:a16="http://schemas.microsoft.com/office/drawing/2014/main" id="{E200AFDF-2CD0-41F9-81E2-884F26A91CCE}"/>
              </a:ext>
            </a:extLst>
          </p:cNvPr>
          <p:cNvCxnSpPr>
            <a:cxnSpLocks/>
          </p:cNvCxnSpPr>
          <p:nvPr/>
        </p:nvCxnSpPr>
        <p:spPr>
          <a:xfrm>
            <a:off x="6425313" y="1633491"/>
            <a:ext cx="0" cy="4824459"/>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05462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24" grpId="0"/>
      <p:bldP spid="25" grpId="0"/>
      <p:bldP spid="26" grpId="0"/>
      <p:bldP spid="31" grpId="0"/>
      <p:bldP spid="32" grpId="0"/>
      <p:bldP spid="42" grpId="0"/>
      <p:bldP spid="43" grpId="0"/>
      <p:bldP spid="46"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1646761"/>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lnSpc>
                    <a:spcPct val="114000"/>
                  </a:lnSpc>
                  <a:spcBef>
                    <a:spcPts val="1000"/>
                  </a:spcBef>
                </a:pPr>
                <a14:m>
                  <m:oMathPara xmlns:m="http://schemas.openxmlformats.org/officeDocument/2006/math">
                    <m:oMathParaPr>
                      <m:jc m:val="left"/>
                    </m:oMathParaPr>
                    <m:oMath xmlns:m="http://schemas.openxmlformats.org/officeDocument/2006/math">
                      <m:r>
                        <m:rPr>
                          <m:nor/>
                        </m:rPr>
                        <a:rPr lang="en-GB" i="0" dirty="0" smtClean="0">
                          <a:latin typeface="+mj-lt"/>
                        </a:rPr>
                        <m:t>If</m:t>
                      </m:r>
                      <m:r>
                        <a:rPr lang="en-GB" i="0" dirty="0" smtClean="0">
                          <a:latin typeface="Cambria Math" panose="02040503050406030204" pitchFamily="18" charset="0"/>
                        </a:rPr>
                        <m:t> </m:t>
                      </m:r>
                      <m:r>
                        <m:rPr>
                          <m:sty m:val="p"/>
                        </m:rPr>
                        <a:rPr lang="en-GB" i="0" dirty="0" smtClean="0">
                          <a:latin typeface="Cambria Math" panose="02040503050406030204" pitchFamily="18" charset="0"/>
                        </a:rPr>
                        <m:t>A</m:t>
                      </m:r>
                      <m:r>
                        <a:rPr lang="en-GB" i="0" dirty="0" smtClean="0">
                          <a:latin typeface="Cambria Math" panose="02040503050406030204" pitchFamily="18" charset="0"/>
                        </a:rPr>
                        <m:t> </m:t>
                      </m:r>
                      <m:r>
                        <m:rPr>
                          <m:nor/>
                        </m:rPr>
                        <a:rPr lang="en-GB" i="0" dirty="0" smtClean="0">
                          <a:latin typeface="+mj-lt"/>
                        </a:rPr>
                        <m:t>and</m:t>
                      </m:r>
                      <m:r>
                        <a:rPr lang="en-GB" i="0" dirty="0" smtClean="0">
                          <a:latin typeface="Cambria Math" panose="02040503050406030204" pitchFamily="18" charset="0"/>
                        </a:rPr>
                        <m:t> </m:t>
                      </m:r>
                      <m:r>
                        <m:rPr>
                          <m:sty m:val="p"/>
                        </m:rPr>
                        <a:rPr lang="en-GB" i="0" dirty="0" smtClean="0">
                          <a:latin typeface="Cambria Math" panose="02040503050406030204" pitchFamily="18" charset="0"/>
                        </a:rPr>
                        <m:t>B</m:t>
                      </m:r>
                      <m:r>
                        <a:rPr lang="en-GB" i="0" dirty="0" smtClean="0">
                          <a:latin typeface="Cambria Math" panose="02040503050406030204" pitchFamily="18" charset="0"/>
                        </a:rPr>
                        <m:t> </m:t>
                      </m:r>
                      <m:r>
                        <m:rPr>
                          <m:nor/>
                        </m:rPr>
                        <a:rPr lang="en-GB" i="0" dirty="0" smtClean="0">
                          <a:latin typeface="+mj-lt"/>
                        </a:rPr>
                        <m:t>are</m:t>
                      </m:r>
                      <m:r>
                        <m:rPr>
                          <m:nor/>
                        </m:rPr>
                        <a:rPr lang="en-GB" i="0" dirty="0" smtClean="0">
                          <a:latin typeface="+mj-lt"/>
                        </a:rPr>
                        <m:t> </m:t>
                      </m:r>
                      <m:r>
                        <m:rPr>
                          <m:nor/>
                        </m:rPr>
                        <a:rPr lang="en-GB" i="0" dirty="0" smtClean="0">
                          <a:latin typeface="+mj-lt"/>
                        </a:rPr>
                        <m:t>independent</m:t>
                      </m:r>
                      <m:r>
                        <m:rPr>
                          <m:nor/>
                        </m:rPr>
                        <a:rPr lang="en-GB" i="0" dirty="0" smtClean="0">
                          <a:latin typeface="+mj-lt"/>
                        </a:rPr>
                        <m:t> </m:t>
                      </m:r>
                      <m:r>
                        <m:rPr>
                          <m:nor/>
                        </m:rPr>
                        <a:rPr lang="en-GB" i="0" dirty="0" smtClean="0">
                          <a:latin typeface="+mj-lt"/>
                        </a:rPr>
                        <m:t>events</m:t>
                      </m:r>
                      <m:r>
                        <m:rPr>
                          <m:nor/>
                        </m:rPr>
                        <a:rPr lang="en-GB" i="0" dirty="0" smtClean="0">
                          <a:latin typeface="+mj-lt"/>
                        </a:rPr>
                        <m:t>, </m:t>
                      </m:r>
                      <m:r>
                        <m:rPr>
                          <m:nor/>
                        </m:rPr>
                        <a:rPr lang="en-GB" i="0" dirty="0" smtClean="0">
                          <a:latin typeface="+mj-lt"/>
                        </a:rPr>
                        <m:t>with</m:t>
                      </m:r>
                      <m:r>
                        <a:rPr lang="en-GB" i="0" dirty="0" smtClean="0">
                          <a:latin typeface="Cambria Math" panose="02040503050406030204" pitchFamily="18" charset="0"/>
                        </a:rPr>
                        <m:t> </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e>
                      </m:d>
                      <m:r>
                        <a:rPr lang="en-US" i="0">
                          <a:latin typeface="Cambria Math" panose="02040503050406030204" pitchFamily="18" charset="0"/>
                        </a:rPr>
                        <m:t>=</m:t>
                      </m:r>
                      <m:f>
                        <m:fPr>
                          <m:ctrlPr>
                            <a:rPr lang="en-IN" i="1">
                              <a:latin typeface="Cambria Math" panose="02040503050406030204" pitchFamily="18" charset="0"/>
                            </a:rPr>
                          </m:ctrlPr>
                        </m:fPr>
                        <m:num>
                          <m:r>
                            <a:rPr lang="en-IN" i="0">
                              <a:latin typeface="Cambria Math" panose="02040503050406030204" pitchFamily="18" charset="0"/>
                            </a:rPr>
                            <m:t>3</m:t>
                          </m:r>
                        </m:num>
                        <m:den>
                          <m:r>
                            <a:rPr lang="en-IN" i="0">
                              <a:latin typeface="Cambria Math" panose="02040503050406030204" pitchFamily="18" charset="0"/>
                            </a:rPr>
                            <m:t> 8 </m:t>
                          </m:r>
                        </m:den>
                      </m:f>
                      <m:r>
                        <a:rPr lang="en-IN" i="0">
                          <a:latin typeface="Cambria Math" panose="02040503050406030204" pitchFamily="18" charset="0"/>
                        </a:rPr>
                        <m:t>, </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B</m:t>
                          </m:r>
                        </m:e>
                      </m:d>
                      <m:r>
                        <a:rPr lang="en-US" i="0">
                          <a:latin typeface="Cambria Math" panose="02040503050406030204" pitchFamily="18" charset="0"/>
                        </a:rPr>
                        <m:t>=</m:t>
                      </m:r>
                      <m:f>
                        <m:fPr>
                          <m:ctrlPr>
                            <a:rPr lang="en-IN" i="1">
                              <a:latin typeface="Cambria Math" panose="02040503050406030204" pitchFamily="18" charset="0"/>
                            </a:rPr>
                          </m:ctrlPr>
                        </m:fPr>
                        <m:num>
                          <m:r>
                            <a:rPr lang="en-IN" i="0">
                              <a:latin typeface="Cambria Math" panose="02040503050406030204" pitchFamily="18" charset="0"/>
                            </a:rPr>
                            <m:t>7</m:t>
                          </m:r>
                        </m:num>
                        <m:den>
                          <m:r>
                            <a:rPr lang="en-IN" i="0">
                              <a:latin typeface="Cambria Math" panose="02040503050406030204" pitchFamily="18" charset="0"/>
                            </a:rPr>
                            <m:t> 8 </m:t>
                          </m:r>
                        </m:den>
                      </m:f>
                      <m:r>
                        <a:rPr lang="en-IN" i="0">
                          <a:latin typeface="Cambria Math" panose="02040503050406030204" pitchFamily="18" charset="0"/>
                        </a:rPr>
                        <m:t>.</m:t>
                      </m:r>
                      <m:r>
                        <a:rPr lang="en-IN" i="0" dirty="0" smtClean="0">
                          <a:latin typeface="Cambria Math" panose="02040503050406030204" pitchFamily="18" charset="0"/>
                        </a:rPr>
                        <m:t> </m:t>
                      </m:r>
                    </m:oMath>
                  </m:oMathPara>
                </a14:m>
                <a:endParaRPr lang="en-IN" i="0" dirty="0">
                  <a:latin typeface="+mj-lt"/>
                </a:endParaRPr>
              </a:p>
              <a:p>
                <a:pPr algn="l">
                  <a:lnSpc>
                    <a:spcPct val="114000"/>
                  </a:lnSpc>
                  <a:spcBef>
                    <a:spcPts val="1000"/>
                  </a:spcBef>
                </a:pPr>
                <a14:m>
                  <m:oMathPara xmlns:m="http://schemas.openxmlformats.org/officeDocument/2006/math">
                    <m:oMathParaPr>
                      <m:jc m:val="left"/>
                    </m:oMathParaPr>
                    <m:oMath xmlns:m="http://schemas.openxmlformats.org/officeDocument/2006/math">
                      <m:r>
                        <m:rPr>
                          <m:nor/>
                        </m:rPr>
                        <a:rPr lang="en-US" i="0" dirty="0">
                          <a:latin typeface="+mj-lt"/>
                        </a:rPr>
                        <m:t>Find</m:t>
                      </m:r>
                      <m:r>
                        <a:rPr lang="en-US" i="0" dirty="0">
                          <a:latin typeface="Cambria Math" panose="02040503050406030204" pitchFamily="18" charset="0"/>
                        </a:rPr>
                        <m:t> </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r>
                        <a:rPr lang="en-IN" i="0">
                          <a:latin typeface="Cambria Math" panose="02040503050406030204" pitchFamily="18" charset="0"/>
                        </a:rPr>
                        <m:t>,  </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 | </m:t>
                          </m:r>
                          <m:r>
                            <m:rPr>
                              <m:sty m:val="p"/>
                            </m:rPr>
                            <a:rPr lang="en-US" i="0">
                              <a:latin typeface="Cambria Math" panose="02040503050406030204" pitchFamily="18" charset="0"/>
                            </a:rPr>
                            <m:t>B</m:t>
                          </m:r>
                        </m:e>
                      </m:d>
                      <m:r>
                        <a:rPr lang="en-US" i="0">
                          <a:latin typeface="Cambria Math" panose="02040503050406030204" pitchFamily="18" charset="0"/>
                        </a:rPr>
                        <m:t> </m:t>
                      </m:r>
                      <m:r>
                        <m:rPr>
                          <m:sty m:val="p"/>
                        </m:rPr>
                        <a:rPr lang="en-US" i="0">
                          <a:latin typeface="Cambria Math" panose="02040503050406030204" pitchFamily="18" charset="0"/>
                        </a:rPr>
                        <m:t>and</m:t>
                      </m:r>
                      <m:r>
                        <a:rPr lang="en-US" i="0">
                          <a:latin typeface="Cambria Math" panose="02040503050406030204" pitchFamily="18" charset="0"/>
                        </a:rPr>
                        <m:t> </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B</m:t>
                          </m:r>
                          <m:r>
                            <a:rPr lang="en-US" i="0">
                              <a:latin typeface="Cambria Math" panose="02040503050406030204" pitchFamily="18" charset="0"/>
                            </a:rPr>
                            <m:t> | </m:t>
                          </m:r>
                          <m:r>
                            <m:rPr>
                              <m:sty m:val="p"/>
                            </m:rPr>
                            <a:rPr lang="en-US" i="0">
                              <a:latin typeface="Cambria Math" panose="02040503050406030204" pitchFamily="18" charset="0"/>
                            </a:rPr>
                            <m:t>A</m:t>
                          </m:r>
                        </m:e>
                      </m:d>
                      <m:r>
                        <a:rPr lang="en-US" i="0">
                          <a:latin typeface="Cambria Math" panose="02040503050406030204" pitchFamily="18" charset="0"/>
                        </a:rPr>
                        <m:t>.</m:t>
                      </m:r>
                    </m:oMath>
                  </m:oMathPara>
                </a14:m>
                <a:endParaRPr lang="en-IN" dirty="0">
                  <a:latin typeface="+mj-lt"/>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1646761"/>
              </a:xfrm>
              <a:prstGeom prst="rect">
                <a:avLst/>
              </a:prstGeom>
              <a:blipFill>
                <a:blip r:embed="rId2"/>
                <a:stretch>
                  <a:fillRect/>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3 ⇝ Example 3</a:t>
            </a:r>
            <a:endParaRPr lang="en-US" dirty="0"/>
          </a:p>
        </p:txBody>
      </p:sp>
      <p:sp>
        <p:nvSpPr>
          <p:cNvPr id="4" name="Content Placeholder 2"/>
          <p:cNvSpPr txBox="1">
            <a:spLocks/>
          </p:cNvSpPr>
          <p:nvPr/>
        </p:nvSpPr>
        <p:spPr>
          <a:xfrm>
            <a:off x="131176" y="2671238"/>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BB86788-4E93-4C45-BD2E-B399F8B13909}"/>
                  </a:ext>
                </a:extLst>
              </p:cNvPr>
              <p:cNvSpPr txBox="1"/>
              <p:nvPr/>
            </p:nvSpPr>
            <p:spPr>
              <a:xfrm>
                <a:off x="1594216" y="2671237"/>
                <a:ext cx="5606685"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r>
                            <a:rPr lang="en-IN" sz="2800" b="0" i="1"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B</m:t>
                          </m:r>
                        </m:e>
                      </m:d>
                      <m:r>
                        <a:rPr lang="en-US" sz="2800" i="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e>
                      </m:d>
                      <m:r>
                        <a:rPr lang="en-IN" sz="2800" b="0" i="0"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e>
                      </m:d>
                      <m:r>
                        <a:rPr lang="en-IN" sz="2800" b="0" i="0"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B</m:t>
                          </m:r>
                        </m:e>
                      </m:d>
                    </m:oMath>
                  </m:oMathPara>
                </a14:m>
                <a:endParaRPr lang="en-IN" sz="2800" dirty="0">
                  <a:solidFill>
                    <a:srgbClr val="002060"/>
                  </a:solidFill>
                  <a:latin typeface="Cambria Math" panose="02040503050406030204" pitchFamily="18" charset="0"/>
                </a:endParaRPr>
              </a:p>
            </p:txBody>
          </p:sp>
        </mc:Choice>
        <mc:Fallback xmlns="">
          <p:sp>
            <p:nvSpPr>
              <p:cNvPr id="17" name="TextBox 16">
                <a:extLst>
                  <a:ext uri="{FF2B5EF4-FFF2-40B4-BE49-F238E27FC236}">
                    <a16:creationId xmlns:a16="http://schemas.microsoft.com/office/drawing/2014/main" id="{DBB86788-4E93-4C45-BD2E-B399F8B13909}"/>
                  </a:ext>
                </a:extLst>
              </p:cNvPr>
              <p:cNvSpPr txBox="1">
                <a:spLocks noRot="1" noChangeAspect="1" noMove="1" noResize="1" noEditPoints="1" noAdjustHandles="1" noChangeArrowheads="1" noChangeShapeType="1" noTextEdit="1"/>
              </p:cNvSpPr>
              <p:nvPr/>
            </p:nvSpPr>
            <p:spPr>
              <a:xfrm>
                <a:off x="1594216" y="2671237"/>
                <a:ext cx="5606685"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5800E8E7-E162-4553-A4DC-112701301B7C}"/>
                  </a:ext>
                </a:extLst>
              </p:cNvPr>
              <p:cNvSpPr txBox="1"/>
              <p:nvPr/>
            </p:nvSpPr>
            <p:spPr>
              <a:xfrm>
                <a:off x="3024723" y="4278318"/>
                <a:ext cx="3566578" cy="106048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3</m:t>
                          </m:r>
                        </m:num>
                        <m:den>
                          <m:r>
                            <a:rPr lang="en-IN" sz="2800">
                              <a:solidFill>
                                <a:srgbClr val="002060"/>
                              </a:solidFill>
                              <a:latin typeface="Cambria Math" panose="02040503050406030204" pitchFamily="18" charset="0"/>
                            </a:rPr>
                            <m:t> 8 </m:t>
                          </m:r>
                        </m:den>
                      </m:f>
                      <m:r>
                        <a:rPr lang="en-IN" sz="2800" b="0" i="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7</m:t>
                          </m:r>
                        </m:num>
                        <m:den>
                          <m:r>
                            <a:rPr lang="en-IN" sz="2800">
                              <a:solidFill>
                                <a:srgbClr val="002060"/>
                              </a:solidFill>
                              <a:latin typeface="Cambria Math" panose="02040503050406030204" pitchFamily="18" charset="0"/>
                            </a:rPr>
                            <m:t> 8</m:t>
                          </m:r>
                          <m:r>
                            <a:rPr lang="en-IN" sz="2800" i="1">
                              <a:solidFill>
                                <a:srgbClr val="002060"/>
                              </a:solidFill>
                              <a:latin typeface="Cambria Math" panose="02040503050406030204" pitchFamily="18" charset="0"/>
                            </a:rPr>
                            <m:t> </m:t>
                          </m:r>
                        </m:den>
                      </m:f>
                      <m:r>
                        <a:rPr lang="en-IN" sz="2800" i="1">
                          <a:solidFill>
                            <a:srgbClr val="002060"/>
                          </a:solidFill>
                          <a:latin typeface="Cambria Math" panose="02040503050406030204" pitchFamily="18" charset="0"/>
                        </a:rPr>
                        <m:t>−</m:t>
                      </m:r>
                      <m:d>
                        <m:dPr>
                          <m:ctrlPr>
                            <a:rPr lang="en-IN" sz="2800" b="0" i="1" smtClean="0">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3</m:t>
                              </m:r>
                            </m:num>
                            <m:den>
                              <m:r>
                                <a:rPr lang="en-IN" sz="2800" i="1">
                                  <a:solidFill>
                                    <a:srgbClr val="002060"/>
                                  </a:solidFill>
                                  <a:latin typeface="Cambria Math" panose="02040503050406030204" pitchFamily="18" charset="0"/>
                                </a:rPr>
                                <m:t> 8 </m:t>
                              </m:r>
                            </m:den>
                          </m:f>
                          <m:r>
                            <a:rPr lang="en-IN" sz="2800" i="1">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7</m:t>
                              </m:r>
                            </m:num>
                            <m:den>
                              <m:r>
                                <a:rPr lang="en-IN" sz="2800" i="1">
                                  <a:solidFill>
                                    <a:srgbClr val="002060"/>
                                  </a:solidFill>
                                  <a:latin typeface="Cambria Math" panose="02040503050406030204" pitchFamily="18" charset="0"/>
                                </a:rPr>
                                <m:t> 8 </m:t>
                              </m:r>
                            </m:den>
                          </m:f>
                        </m:e>
                      </m:d>
                    </m:oMath>
                  </m:oMathPara>
                </a14:m>
                <a:endParaRPr lang="en-IN" sz="2800" dirty="0">
                  <a:solidFill>
                    <a:srgbClr val="002060"/>
                  </a:solidFill>
                  <a:latin typeface="Cambria Math" panose="02040503050406030204" pitchFamily="18" charset="0"/>
                </a:endParaRPr>
              </a:p>
            </p:txBody>
          </p:sp>
        </mc:Choice>
        <mc:Fallback xmlns="">
          <p:sp>
            <p:nvSpPr>
              <p:cNvPr id="24" name="TextBox 23">
                <a:extLst>
                  <a:ext uri="{FF2B5EF4-FFF2-40B4-BE49-F238E27FC236}">
                    <a16:creationId xmlns:a16="http://schemas.microsoft.com/office/drawing/2014/main" id="{5800E8E7-E162-4553-A4DC-112701301B7C}"/>
                  </a:ext>
                </a:extLst>
              </p:cNvPr>
              <p:cNvSpPr txBox="1">
                <a:spLocks noRot="1" noChangeAspect="1" noMove="1" noResize="1" noEditPoints="1" noAdjustHandles="1" noChangeArrowheads="1" noChangeShapeType="1" noTextEdit="1"/>
              </p:cNvSpPr>
              <p:nvPr/>
            </p:nvSpPr>
            <p:spPr>
              <a:xfrm>
                <a:off x="3024723" y="4278318"/>
                <a:ext cx="3566578" cy="1060483"/>
              </a:xfrm>
              <a:prstGeom prst="rect">
                <a:avLst/>
              </a:prstGeom>
              <a:blipFill>
                <a:blip r:embed="rId4"/>
                <a:stretch>
                  <a:fillRect/>
                </a:stretch>
              </a:blipFill>
            </p:spPr>
            <p:txBody>
              <a:bodyPr/>
              <a:lstStyle/>
              <a:p>
                <a:r>
                  <a:rPr lang="en-IN">
                    <a:noFill/>
                  </a:rPr>
                  <a:t> </a:t>
                </a:r>
              </a:p>
            </p:txBody>
          </p:sp>
        </mc:Fallback>
      </mc:AlternateContent>
      <p:cxnSp>
        <p:nvCxnSpPr>
          <p:cNvPr id="44" name="Straight Connector 43">
            <a:extLst>
              <a:ext uri="{FF2B5EF4-FFF2-40B4-BE49-F238E27FC236}">
                <a16:creationId xmlns:a16="http://schemas.microsoft.com/office/drawing/2014/main" id="{E54987FF-390C-4CDB-85CE-1748AE7FF2C2}"/>
              </a:ext>
            </a:extLst>
          </p:cNvPr>
          <p:cNvCxnSpPr>
            <a:cxnSpLocks/>
          </p:cNvCxnSpPr>
          <p:nvPr/>
        </p:nvCxnSpPr>
        <p:spPr>
          <a:xfrm>
            <a:off x="481177" y="1668033"/>
            <a:ext cx="4424652" cy="0"/>
          </a:xfrm>
          <a:prstGeom prst="line">
            <a:avLst/>
          </a:prstGeom>
          <a:ln w="38100">
            <a:solidFill>
              <a:schemeClr val="accent2">
                <a:lumMod val="60000"/>
                <a:lumOff val="40000"/>
              </a:schemeClr>
            </a:solidFill>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43EB467-8AF9-4EB2-876D-6176AAEC3E4B}"/>
                  </a:ext>
                </a:extLst>
              </p:cNvPr>
              <p:cNvSpPr txBox="1"/>
              <p:nvPr/>
            </p:nvSpPr>
            <p:spPr>
              <a:xfrm>
                <a:off x="3024722" y="5534876"/>
                <a:ext cx="1175973" cy="91057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59</m:t>
                          </m:r>
                        </m:num>
                        <m:den>
                          <m:r>
                            <a:rPr lang="en-IN" sz="2800" b="0" i="1" smtClean="0">
                              <a:solidFill>
                                <a:srgbClr val="002060"/>
                              </a:solidFill>
                              <a:latin typeface="Cambria Math" panose="02040503050406030204" pitchFamily="18" charset="0"/>
                            </a:rPr>
                            <m:t> 64 </m:t>
                          </m:r>
                        </m:den>
                      </m:f>
                    </m:oMath>
                  </m:oMathPara>
                </a14:m>
                <a:endParaRPr lang="en-IN" sz="2800" dirty="0">
                  <a:solidFill>
                    <a:srgbClr val="002060"/>
                  </a:solidFill>
                  <a:latin typeface="Cambria Math" panose="02040503050406030204" pitchFamily="18" charset="0"/>
                </a:endParaRPr>
              </a:p>
            </p:txBody>
          </p:sp>
        </mc:Choice>
        <mc:Fallback xmlns="">
          <p:sp>
            <p:nvSpPr>
              <p:cNvPr id="18" name="TextBox 17">
                <a:extLst>
                  <a:ext uri="{FF2B5EF4-FFF2-40B4-BE49-F238E27FC236}">
                    <a16:creationId xmlns:a16="http://schemas.microsoft.com/office/drawing/2014/main" id="{843EB467-8AF9-4EB2-876D-6176AAEC3E4B}"/>
                  </a:ext>
                </a:extLst>
              </p:cNvPr>
              <p:cNvSpPr txBox="1">
                <a:spLocks noRot="1" noChangeAspect="1" noMove="1" noResize="1" noEditPoints="1" noAdjustHandles="1" noChangeArrowheads="1" noChangeShapeType="1" noTextEdit="1"/>
              </p:cNvSpPr>
              <p:nvPr/>
            </p:nvSpPr>
            <p:spPr>
              <a:xfrm>
                <a:off x="3024722" y="5534876"/>
                <a:ext cx="1175973" cy="91057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38F0D1E3-1D1A-4D58-B76C-3A65EA68090F}"/>
                  </a:ext>
                </a:extLst>
              </p:cNvPr>
              <p:cNvSpPr txBox="1"/>
              <p:nvPr/>
            </p:nvSpPr>
            <p:spPr>
              <a:xfrm>
                <a:off x="8293234" y="2817846"/>
                <a:ext cx="141345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A</m:t>
                          </m:r>
                          <m:r>
                            <a:rPr lang="en-IN" b="0" i="0" dirty="0" smtClean="0">
                              <a:solidFill>
                                <a:srgbClr val="002060"/>
                              </a:solidFill>
                              <a:latin typeface="Cambria Math" panose="02040503050406030204" pitchFamily="18" charset="0"/>
                            </a:rPr>
                            <m:t> | </m:t>
                          </m:r>
                          <m:r>
                            <m:rPr>
                              <m:sty m:val="p"/>
                            </m:rPr>
                            <a:rPr lang="en-IN" b="0" i="0" dirty="0" smtClean="0">
                              <a:solidFill>
                                <a:srgbClr val="002060"/>
                              </a:solidFill>
                              <a:latin typeface="Cambria Math" panose="02040503050406030204" pitchFamily="18" charset="0"/>
                            </a:rPr>
                            <m:t>B</m:t>
                          </m:r>
                        </m:e>
                      </m:d>
                    </m:oMath>
                  </m:oMathPara>
                </a14:m>
                <a:endParaRPr lang="en-IN" dirty="0">
                  <a:solidFill>
                    <a:srgbClr val="002060"/>
                  </a:solidFill>
                  <a:latin typeface="+mn-lt"/>
                </a:endParaRPr>
              </a:p>
            </p:txBody>
          </p:sp>
        </mc:Choice>
        <mc:Fallback xmlns="">
          <p:sp>
            <p:nvSpPr>
              <p:cNvPr id="34" name="TextBox 33">
                <a:extLst>
                  <a:ext uri="{FF2B5EF4-FFF2-40B4-BE49-F238E27FC236}">
                    <a16:creationId xmlns:a16="http://schemas.microsoft.com/office/drawing/2014/main" id="{38F0D1E3-1D1A-4D58-B76C-3A65EA68090F}"/>
                  </a:ext>
                </a:extLst>
              </p:cNvPr>
              <p:cNvSpPr txBox="1">
                <a:spLocks noRot="1" noChangeAspect="1" noMove="1" noResize="1" noEditPoints="1" noAdjustHandles="1" noChangeArrowheads="1" noChangeShapeType="1" noTextEdit="1"/>
              </p:cNvSpPr>
              <p:nvPr/>
            </p:nvSpPr>
            <p:spPr>
              <a:xfrm>
                <a:off x="8293234" y="2817846"/>
                <a:ext cx="141345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08CF7CB-D2F5-4356-83EF-3D1F1B020BF1}"/>
                  </a:ext>
                </a:extLst>
              </p:cNvPr>
              <p:cNvSpPr txBox="1"/>
              <p:nvPr/>
            </p:nvSpPr>
            <p:spPr>
              <a:xfrm>
                <a:off x="9656914" y="2817846"/>
                <a:ext cx="1281762"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e>
                      </m:d>
                    </m:oMath>
                  </m:oMathPara>
                </a14:m>
                <a:endParaRPr lang="en-IN" sz="2800" dirty="0">
                  <a:solidFill>
                    <a:srgbClr val="002060"/>
                  </a:solidFill>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08CF7CB-D2F5-4356-83EF-3D1F1B020BF1}"/>
                  </a:ext>
                </a:extLst>
              </p:cNvPr>
              <p:cNvSpPr txBox="1">
                <a:spLocks noRot="1" noChangeAspect="1" noMove="1" noResize="1" noEditPoints="1" noAdjustHandles="1" noChangeArrowheads="1" noChangeShapeType="1" noTextEdit="1"/>
              </p:cNvSpPr>
              <p:nvPr/>
            </p:nvSpPr>
            <p:spPr>
              <a:xfrm>
                <a:off x="9656914" y="2817846"/>
                <a:ext cx="1281762"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48F78FBE-9A9A-4E33-A2F6-6EDAC93F0CE7}"/>
                  </a:ext>
                </a:extLst>
              </p:cNvPr>
              <p:cNvSpPr txBox="1"/>
              <p:nvPr/>
            </p:nvSpPr>
            <p:spPr>
              <a:xfrm>
                <a:off x="9656914" y="3473131"/>
                <a:ext cx="961881" cy="901785"/>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3</m:t>
                          </m:r>
                        </m:num>
                        <m:den>
                          <m:r>
                            <a:rPr lang="en-IN" sz="2800" b="0" i="1" smtClean="0">
                              <a:solidFill>
                                <a:srgbClr val="002060"/>
                              </a:solidFill>
                              <a:latin typeface="Cambria Math" panose="02040503050406030204" pitchFamily="18" charset="0"/>
                            </a:rPr>
                            <m:t> 8 </m:t>
                          </m:r>
                        </m:den>
                      </m:f>
                    </m:oMath>
                  </m:oMathPara>
                </a14:m>
                <a:endParaRPr lang="en-IN" sz="2800" dirty="0">
                  <a:solidFill>
                    <a:srgbClr val="002060"/>
                  </a:solidFill>
                  <a:latin typeface="Cambria Math" panose="02040503050406030204" pitchFamily="18" charset="0"/>
                </a:endParaRPr>
              </a:p>
            </p:txBody>
          </p:sp>
        </mc:Choice>
        <mc:Fallback xmlns="">
          <p:sp>
            <p:nvSpPr>
              <p:cNvPr id="39" name="TextBox 38">
                <a:extLst>
                  <a:ext uri="{FF2B5EF4-FFF2-40B4-BE49-F238E27FC236}">
                    <a16:creationId xmlns:a16="http://schemas.microsoft.com/office/drawing/2014/main" id="{48F78FBE-9A9A-4E33-A2F6-6EDAC93F0CE7}"/>
                  </a:ext>
                </a:extLst>
              </p:cNvPr>
              <p:cNvSpPr txBox="1">
                <a:spLocks noRot="1" noChangeAspect="1" noMove="1" noResize="1" noEditPoints="1" noAdjustHandles="1" noChangeArrowheads="1" noChangeShapeType="1" noTextEdit="1"/>
              </p:cNvSpPr>
              <p:nvPr/>
            </p:nvSpPr>
            <p:spPr>
              <a:xfrm>
                <a:off x="9656914" y="3473131"/>
                <a:ext cx="961881" cy="901785"/>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6203C8BC-64FA-4A05-A1C6-181383D4507D}"/>
                  </a:ext>
                </a:extLst>
              </p:cNvPr>
              <p:cNvSpPr txBox="1"/>
              <p:nvPr/>
            </p:nvSpPr>
            <p:spPr>
              <a:xfrm>
                <a:off x="8293234" y="4815581"/>
                <a:ext cx="141345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B</m:t>
                          </m:r>
                          <m:r>
                            <a:rPr lang="en-IN" b="0" i="0" dirty="0" smtClean="0">
                              <a:solidFill>
                                <a:srgbClr val="002060"/>
                              </a:solidFill>
                              <a:latin typeface="Cambria Math" panose="02040503050406030204" pitchFamily="18" charset="0"/>
                            </a:rPr>
                            <m:t> | </m:t>
                          </m:r>
                          <m:r>
                            <m:rPr>
                              <m:sty m:val="p"/>
                            </m:rPr>
                            <a:rPr lang="en-IN" b="0" i="0" dirty="0" smtClean="0">
                              <a:solidFill>
                                <a:srgbClr val="002060"/>
                              </a:solidFill>
                              <a:latin typeface="Cambria Math" panose="02040503050406030204" pitchFamily="18" charset="0"/>
                            </a:rPr>
                            <m:t>A</m:t>
                          </m:r>
                        </m:e>
                      </m:d>
                    </m:oMath>
                  </m:oMathPara>
                </a14:m>
                <a:endParaRPr lang="en-IN" dirty="0">
                  <a:solidFill>
                    <a:srgbClr val="002060"/>
                  </a:solidFill>
                  <a:latin typeface="+mn-lt"/>
                </a:endParaRPr>
              </a:p>
            </p:txBody>
          </p:sp>
        </mc:Choice>
        <mc:Fallback xmlns="">
          <p:sp>
            <p:nvSpPr>
              <p:cNvPr id="40" name="TextBox 39">
                <a:extLst>
                  <a:ext uri="{FF2B5EF4-FFF2-40B4-BE49-F238E27FC236}">
                    <a16:creationId xmlns:a16="http://schemas.microsoft.com/office/drawing/2014/main" id="{6203C8BC-64FA-4A05-A1C6-181383D4507D}"/>
                  </a:ext>
                </a:extLst>
              </p:cNvPr>
              <p:cNvSpPr txBox="1">
                <a:spLocks noRot="1" noChangeAspect="1" noMove="1" noResize="1" noEditPoints="1" noAdjustHandles="1" noChangeArrowheads="1" noChangeShapeType="1" noTextEdit="1"/>
              </p:cNvSpPr>
              <p:nvPr/>
            </p:nvSpPr>
            <p:spPr>
              <a:xfrm>
                <a:off x="8293234" y="4815581"/>
                <a:ext cx="1413450"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8CE3D066-B26C-431C-8AF3-197A68CC96BE}"/>
                  </a:ext>
                </a:extLst>
              </p:cNvPr>
              <p:cNvSpPr txBox="1"/>
              <p:nvPr/>
            </p:nvSpPr>
            <p:spPr>
              <a:xfrm>
                <a:off x="9656914" y="4815581"/>
                <a:ext cx="1281762"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e>
                      </m:d>
                    </m:oMath>
                  </m:oMathPara>
                </a14:m>
                <a:endParaRPr lang="en-IN" sz="2800" dirty="0">
                  <a:solidFill>
                    <a:srgbClr val="002060"/>
                  </a:solidFill>
                  <a:latin typeface="Cambria Math" panose="02040503050406030204" pitchFamily="18" charset="0"/>
                </a:endParaRPr>
              </a:p>
            </p:txBody>
          </p:sp>
        </mc:Choice>
        <mc:Fallback xmlns="">
          <p:sp>
            <p:nvSpPr>
              <p:cNvPr id="41" name="TextBox 40">
                <a:extLst>
                  <a:ext uri="{FF2B5EF4-FFF2-40B4-BE49-F238E27FC236}">
                    <a16:creationId xmlns:a16="http://schemas.microsoft.com/office/drawing/2014/main" id="{8CE3D066-B26C-431C-8AF3-197A68CC96BE}"/>
                  </a:ext>
                </a:extLst>
              </p:cNvPr>
              <p:cNvSpPr txBox="1">
                <a:spLocks noRot="1" noChangeAspect="1" noMove="1" noResize="1" noEditPoints="1" noAdjustHandles="1" noChangeArrowheads="1" noChangeShapeType="1" noTextEdit="1"/>
              </p:cNvSpPr>
              <p:nvPr/>
            </p:nvSpPr>
            <p:spPr>
              <a:xfrm>
                <a:off x="9656914" y="4815581"/>
                <a:ext cx="1281762"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A48C7DB3-C64A-411F-86E9-C48370BAFCC0}"/>
                  </a:ext>
                </a:extLst>
              </p:cNvPr>
              <p:cNvSpPr txBox="1"/>
              <p:nvPr/>
            </p:nvSpPr>
            <p:spPr>
              <a:xfrm>
                <a:off x="9656913" y="5543661"/>
                <a:ext cx="961881" cy="901785"/>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7</m:t>
                          </m:r>
                        </m:num>
                        <m:den>
                          <m:r>
                            <a:rPr lang="en-IN" sz="2800" b="0" i="1" smtClean="0">
                              <a:solidFill>
                                <a:srgbClr val="002060"/>
                              </a:solidFill>
                              <a:latin typeface="Cambria Math" panose="02040503050406030204" pitchFamily="18" charset="0"/>
                            </a:rPr>
                            <m:t> 8 </m:t>
                          </m:r>
                        </m:den>
                      </m:f>
                    </m:oMath>
                  </m:oMathPara>
                </a14:m>
                <a:endParaRPr lang="en-IN" sz="2800" dirty="0">
                  <a:solidFill>
                    <a:srgbClr val="002060"/>
                  </a:solidFill>
                  <a:latin typeface="Cambria Math" panose="02040503050406030204" pitchFamily="18" charset="0"/>
                </a:endParaRPr>
              </a:p>
            </p:txBody>
          </p:sp>
        </mc:Choice>
        <mc:Fallback xmlns="">
          <p:sp>
            <p:nvSpPr>
              <p:cNvPr id="42" name="TextBox 41">
                <a:extLst>
                  <a:ext uri="{FF2B5EF4-FFF2-40B4-BE49-F238E27FC236}">
                    <a16:creationId xmlns:a16="http://schemas.microsoft.com/office/drawing/2014/main" id="{A48C7DB3-C64A-411F-86E9-C48370BAFCC0}"/>
                  </a:ext>
                </a:extLst>
              </p:cNvPr>
              <p:cNvSpPr txBox="1">
                <a:spLocks noRot="1" noChangeAspect="1" noMove="1" noResize="1" noEditPoints="1" noAdjustHandles="1" noChangeArrowheads="1" noChangeShapeType="1" noTextEdit="1"/>
              </p:cNvSpPr>
              <p:nvPr/>
            </p:nvSpPr>
            <p:spPr>
              <a:xfrm>
                <a:off x="9656913" y="5543661"/>
                <a:ext cx="961881" cy="901785"/>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5A915F0-8326-4310-8E6F-F99F9DB562DD}"/>
                  </a:ext>
                </a:extLst>
              </p:cNvPr>
              <p:cNvSpPr txBox="1"/>
              <p:nvPr/>
            </p:nvSpPr>
            <p:spPr>
              <a:xfrm>
                <a:off x="3024722" y="3473131"/>
                <a:ext cx="2901585"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e>
                      </m:d>
                      <m:r>
                        <a:rPr lang="en-IN" sz="2800" b="0" i="0"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e>
                      </m:d>
                      <m:r>
                        <a:rPr lang="en-IN" sz="2800" b="0" i="0" smtClean="0">
                          <a:solidFill>
                            <a:srgbClr val="002060"/>
                          </a:solidFill>
                          <a:latin typeface="Cambria Math" panose="02040503050406030204" pitchFamily="18" charset="0"/>
                        </a:rPr>
                        <m:t>−</m:t>
                      </m:r>
                    </m:oMath>
                  </m:oMathPara>
                </a14:m>
                <a:endParaRPr lang="en-IN" sz="2800" dirty="0">
                  <a:solidFill>
                    <a:srgbClr val="002060"/>
                  </a:solidFill>
                  <a:latin typeface="Cambria Math" panose="02040503050406030204" pitchFamily="18" charset="0"/>
                </a:endParaRPr>
              </a:p>
            </p:txBody>
          </p:sp>
        </mc:Choice>
        <mc:Fallback xmlns="">
          <p:sp>
            <p:nvSpPr>
              <p:cNvPr id="21" name="TextBox 20">
                <a:extLst>
                  <a:ext uri="{FF2B5EF4-FFF2-40B4-BE49-F238E27FC236}">
                    <a16:creationId xmlns:a16="http://schemas.microsoft.com/office/drawing/2014/main" id="{15A915F0-8326-4310-8E6F-F99F9DB562DD}"/>
                  </a:ext>
                </a:extLst>
              </p:cNvPr>
              <p:cNvSpPr txBox="1">
                <a:spLocks noRot="1" noChangeAspect="1" noMove="1" noResize="1" noEditPoints="1" noAdjustHandles="1" noChangeArrowheads="1" noChangeShapeType="1" noTextEdit="1"/>
              </p:cNvSpPr>
              <p:nvPr/>
            </p:nvSpPr>
            <p:spPr>
              <a:xfrm>
                <a:off x="3024722" y="3473131"/>
                <a:ext cx="2901585"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9F2E0A2C-9178-4F54-8FD4-15F3262F45B8}"/>
                  </a:ext>
                </a:extLst>
              </p:cNvPr>
              <p:cNvSpPr txBox="1"/>
              <p:nvPr/>
            </p:nvSpPr>
            <p:spPr>
              <a:xfrm>
                <a:off x="5683876" y="3476423"/>
                <a:ext cx="193040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e>
                      </m:d>
                      <m:r>
                        <a:rPr lang="en-IN" sz="2800" i="1">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e>
                      </m:d>
                    </m:oMath>
                  </m:oMathPara>
                </a14:m>
                <a:endParaRPr lang="en-IN" sz="2800" dirty="0"/>
              </a:p>
            </p:txBody>
          </p:sp>
        </mc:Choice>
        <mc:Fallback xmlns="">
          <p:sp>
            <p:nvSpPr>
              <p:cNvPr id="23" name="TextBox 22">
                <a:extLst>
                  <a:ext uri="{FF2B5EF4-FFF2-40B4-BE49-F238E27FC236}">
                    <a16:creationId xmlns:a16="http://schemas.microsoft.com/office/drawing/2014/main" id="{9F2E0A2C-9178-4F54-8FD4-15F3262F45B8}"/>
                  </a:ext>
                </a:extLst>
              </p:cNvPr>
              <p:cNvSpPr txBox="1">
                <a:spLocks noRot="1" noChangeAspect="1" noMove="1" noResize="1" noEditPoints="1" noAdjustHandles="1" noChangeArrowheads="1" noChangeShapeType="1" noTextEdit="1"/>
              </p:cNvSpPr>
              <p:nvPr/>
            </p:nvSpPr>
            <p:spPr>
              <a:xfrm>
                <a:off x="5683876" y="3476423"/>
                <a:ext cx="1930400" cy="523220"/>
              </a:xfrm>
              <a:prstGeom prst="rect">
                <a:avLst/>
              </a:prstGeom>
              <a:blipFill>
                <a:blip r:embed="rId13"/>
                <a:stretch>
                  <a:fillRect/>
                </a:stretch>
              </a:blipFill>
            </p:spPr>
            <p:txBody>
              <a:bodyPr/>
              <a:lstStyle/>
              <a:p>
                <a:r>
                  <a:rPr lang="en-IN">
                    <a:noFill/>
                  </a:rPr>
                  <a:t> </a:t>
                </a:r>
              </a:p>
            </p:txBody>
          </p:sp>
        </mc:Fallback>
      </mc:AlternateContent>
      <p:cxnSp>
        <p:nvCxnSpPr>
          <p:cNvPr id="27" name="Straight Connector 26">
            <a:extLst>
              <a:ext uri="{FF2B5EF4-FFF2-40B4-BE49-F238E27FC236}">
                <a16:creationId xmlns:a16="http://schemas.microsoft.com/office/drawing/2014/main" id="{7C1E2105-65F8-4953-8DE6-0660BEA0721E}"/>
              </a:ext>
            </a:extLst>
          </p:cNvPr>
          <p:cNvCxnSpPr>
            <a:cxnSpLocks/>
          </p:cNvCxnSpPr>
          <p:nvPr/>
        </p:nvCxnSpPr>
        <p:spPr>
          <a:xfrm>
            <a:off x="8018715" y="2683853"/>
            <a:ext cx="0" cy="383124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4847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wipe(left)">
                                      <p:cBhvr>
                                        <p:cTn id="15" dur="500"/>
                                        <p:tgtEl>
                                          <p:spTgt spid="44"/>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1"/>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44"/>
                                        </p:tgtEl>
                                        <p:attrNameLst>
                                          <p:attrName>style.visibility</p:attrName>
                                        </p:attrNameLst>
                                      </p:cBhvr>
                                      <p:to>
                                        <p:strVal val="hidden"/>
                                      </p:to>
                                    </p:set>
                                  </p:childTnLst>
                                </p:cTn>
                              </p:par>
                            </p:childTnLst>
                          </p:cTn>
                        </p:par>
                        <p:par>
                          <p:cTn id="27" fill="hold">
                            <p:stCondLst>
                              <p:cond delay="0"/>
                            </p:stCondLst>
                            <p:childTnLst>
                              <p:par>
                                <p:cTn id="28" presetID="1" presetClass="entr" presetSubtype="0" fill="hold" grpId="0" nodeType="afterEffect">
                                  <p:stCondLst>
                                    <p:cond delay="0"/>
                                  </p:stCondLst>
                                  <p:childTnLst>
                                    <p:set>
                                      <p:cBhvr>
                                        <p:cTn id="29" dur="1" fill="hold">
                                          <p:stCondLst>
                                            <p:cond delay="0"/>
                                          </p:stCondLst>
                                        </p:cTn>
                                        <p:tgtEl>
                                          <p:spTgt spid="24"/>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wipe(up)">
                                      <p:cBhvr>
                                        <p:cTn id="38" dur="500"/>
                                        <p:tgtEl>
                                          <p:spTgt spid="27"/>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4"/>
                                        </p:tgtEl>
                                        <p:attrNameLst>
                                          <p:attrName>style.visibility</p:attrName>
                                        </p:attrNameLst>
                                      </p:cBhvr>
                                      <p:to>
                                        <p:strVal val="visible"/>
                                      </p:to>
                                    </p:set>
                                    <p:animEffect transition="in" filter="wipe(left)">
                                      <p:cBhvr>
                                        <p:cTn id="47" dur="500"/>
                                        <p:tgtEl>
                                          <p:spTgt spid="44"/>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5"/>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39"/>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40"/>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41"/>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42"/>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xit" presetSubtype="0" fill="hold" nodeType="clickEffect">
                                  <p:stCondLst>
                                    <p:cond delay="0"/>
                                  </p:stCondLst>
                                  <p:childTnLst>
                                    <p:set>
                                      <p:cBhvr>
                                        <p:cTn id="71" dur="1" fill="hold">
                                          <p:stCondLst>
                                            <p:cond delay="0"/>
                                          </p:stCondLst>
                                        </p:cTn>
                                        <p:tgtEl>
                                          <p:spTgt spid="4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7" grpId="0"/>
      <p:bldP spid="24" grpId="0"/>
      <p:bldP spid="18" grpId="0"/>
      <p:bldP spid="34" grpId="0"/>
      <p:bldP spid="35" grpId="0"/>
      <p:bldP spid="39" grpId="0"/>
      <p:bldP spid="40" grpId="0"/>
      <p:bldP spid="41" grpId="0"/>
      <p:bldP spid="42" grpId="0"/>
      <p:bldP spid="21" grpId="0"/>
      <p:bldP spid="23"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1278422"/>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35000"/>
                  </a:lnSpc>
                </a:pPr>
                <a:r>
                  <a:rPr lang="en-US" dirty="0"/>
                  <a:t>A person is known to hit the target in </a:t>
                </a:r>
                <a14:m>
                  <m:oMath xmlns:m="http://schemas.openxmlformats.org/officeDocument/2006/math">
                    <m:r>
                      <a:rPr lang="en-US">
                        <a:latin typeface="Cambria Math" panose="02040503050406030204" pitchFamily="18" charset="0"/>
                      </a:rPr>
                      <m:t>3</m:t>
                    </m:r>
                  </m:oMath>
                </a14:m>
                <a:r>
                  <a:rPr lang="en-US" dirty="0"/>
                  <a:t> out of </a:t>
                </a:r>
                <a14:m>
                  <m:oMath xmlns:m="http://schemas.openxmlformats.org/officeDocument/2006/math">
                    <m:r>
                      <a:rPr lang="en-US">
                        <a:latin typeface="Cambria Math" panose="02040503050406030204" pitchFamily="18" charset="0"/>
                      </a:rPr>
                      <m:t>4</m:t>
                    </m:r>
                  </m:oMath>
                </a14:m>
                <a:r>
                  <a:rPr lang="en-US" dirty="0"/>
                  <a:t> shots, whereas another person is known to hit the target in </a:t>
                </a:r>
                <a14:m>
                  <m:oMath xmlns:m="http://schemas.openxmlformats.org/officeDocument/2006/math">
                    <m:r>
                      <a:rPr lang="en-US">
                        <a:latin typeface="Cambria Math" panose="02040503050406030204" pitchFamily="18" charset="0"/>
                      </a:rPr>
                      <m:t>2</m:t>
                    </m:r>
                  </m:oMath>
                </a14:m>
                <a:r>
                  <a:rPr lang="en-US" dirty="0"/>
                  <a:t> out of </a:t>
                </a:r>
                <a14:m>
                  <m:oMath xmlns:m="http://schemas.openxmlformats.org/officeDocument/2006/math">
                    <m:r>
                      <a:rPr lang="en-US">
                        <a:latin typeface="Cambria Math" panose="02040503050406030204" pitchFamily="18" charset="0"/>
                      </a:rPr>
                      <m:t>3</m:t>
                    </m:r>
                  </m:oMath>
                </a14:m>
                <a:r>
                  <a:rPr lang="en-US" dirty="0"/>
                  <a:t> shots. What is probability that target will be hit?</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1278422"/>
              </a:xfrm>
              <a:prstGeom prst="rect">
                <a:avLst/>
              </a:prstGeom>
              <a:blipFill>
                <a:blip r:embed="rId2"/>
                <a:stretch>
                  <a:fillRect l="-1074" r="-1074" b="-6190"/>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3 ⇝ Example 4</a:t>
            </a:r>
            <a:endParaRPr lang="en-US" dirty="0"/>
          </a:p>
        </p:txBody>
      </p:sp>
      <p:sp>
        <p:nvSpPr>
          <p:cNvPr id="4" name="Content Placeholder 2"/>
          <p:cNvSpPr txBox="1">
            <a:spLocks/>
          </p:cNvSpPr>
          <p:nvPr/>
        </p:nvSpPr>
        <p:spPr>
          <a:xfrm>
            <a:off x="131178" y="2302899"/>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46125161-A7C4-4F5D-93B1-42B909DCD2C4}"/>
                  </a:ext>
                </a:extLst>
              </p:cNvPr>
              <p:cNvSpPr txBox="1"/>
              <p:nvPr/>
            </p:nvSpPr>
            <p:spPr>
              <a:xfrm>
                <a:off x="1594215" y="2302899"/>
                <a:ext cx="5184955" cy="523220"/>
              </a:xfrm>
              <a:prstGeom prst="rect">
                <a:avLst/>
              </a:prstGeom>
              <a:noFill/>
            </p:spPr>
            <p:txBody>
              <a:bodyPr wrap="square" rtlCol="0">
                <a:spAutoFit/>
              </a:bodyPr>
              <a:lstStyle/>
              <a:p>
                <a14:m>
                  <m:oMath xmlns:m="http://schemas.openxmlformats.org/officeDocument/2006/math">
                    <m:r>
                      <m:rPr>
                        <m:sty m:val="p"/>
                      </m:rPr>
                      <a:rPr lang="en-IN" sz="2800" b="0" i="0" dirty="0" smtClean="0">
                        <a:solidFill>
                          <a:srgbClr val="002060"/>
                        </a:solidFill>
                        <a:latin typeface="Cambria Math" panose="02040503050406030204" pitchFamily="18" charset="0"/>
                      </a:rPr>
                      <m:t>A</m:t>
                    </m:r>
                  </m:oMath>
                </a14:m>
                <a:r>
                  <a:rPr lang="en-IN" sz="2800" dirty="0">
                    <a:solidFill>
                      <a:srgbClr val="002060"/>
                    </a:solidFill>
                  </a:rPr>
                  <a:t> : </a:t>
                </a:r>
                <a:r>
                  <a:rPr lang="en-GB" sz="2800" dirty="0">
                    <a:solidFill>
                      <a:srgbClr val="002060"/>
                    </a:solidFill>
                  </a:rPr>
                  <a:t>the first person hits the target</a:t>
                </a:r>
                <a:endParaRPr lang="en-IN" sz="2800" dirty="0">
                  <a:solidFill>
                    <a:srgbClr val="002060"/>
                  </a:solidFill>
                </a:endParaRPr>
              </a:p>
            </p:txBody>
          </p:sp>
        </mc:Choice>
        <mc:Fallback xmlns="">
          <p:sp>
            <p:nvSpPr>
              <p:cNvPr id="34" name="TextBox 33">
                <a:extLst>
                  <a:ext uri="{FF2B5EF4-FFF2-40B4-BE49-F238E27FC236}">
                    <a16:creationId xmlns:a16="http://schemas.microsoft.com/office/drawing/2014/main" id="{46125161-A7C4-4F5D-93B1-42B909DCD2C4}"/>
                  </a:ext>
                </a:extLst>
              </p:cNvPr>
              <p:cNvSpPr txBox="1">
                <a:spLocks noRot="1" noChangeAspect="1" noMove="1" noResize="1" noEditPoints="1" noAdjustHandles="1" noChangeArrowheads="1" noChangeShapeType="1" noTextEdit="1"/>
              </p:cNvSpPr>
              <p:nvPr/>
            </p:nvSpPr>
            <p:spPr>
              <a:xfrm>
                <a:off x="1594215" y="2302899"/>
                <a:ext cx="5184955" cy="523220"/>
              </a:xfrm>
              <a:prstGeom prst="rect">
                <a:avLst/>
              </a:prstGeom>
              <a:blipFill>
                <a:blip r:embed="rId3"/>
                <a:stretch>
                  <a:fillRect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0B74DA1-E627-4C1A-A2D7-A1ECC25A4F16}"/>
                  </a:ext>
                </a:extLst>
              </p:cNvPr>
              <p:cNvSpPr txBox="1"/>
              <p:nvPr/>
            </p:nvSpPr>
            <p:spPr>
              <a:xfrm>
                <a:off x="1594215" y="2861086"/>
                <a:ext cx="5390236" cy="523220"/>
              </a:xfrm>
              <a:prstGeom prst="rect">
                <a:avLst/>
              </a:prstGeom>
              <a:noFill/>
            </p:spPr>
            <p:txBody>
              <a:bodyPr wrap="square" rtlCol="0">
                <a:spAutoFit/>
              </a:bodyPr>
              <a:lstStyle/>
              <a:p>
                <a14:m>
                  <m:oMath xmlns:m="http://schemas.openxmlformats.org/officeDocument/2006/math">
                    <m:r>
                      <m:rPr>
                        <m:sty m:val="p"/>
                      </m:rPr>
                      <a:rPr lang="en-IN" sz="2800" b="0" i="0" dirty="0" smtClean="0">
                        <a:solidFill>
                          <a:srgbClr val="002060"/>
                        </a:solidFill>
                        <a:latin typeface="Cambria Math" panose="02040503050406030204" pitchFamily="18" charset="0"/>
                      </a:rPr>
                      <m:t>B</m:t>
                    </m:r>
                  </m:oMath>
                </a14:m>
                <a:r>
                  <a:rPr lang="en-IN" sz="2800" dirty="0">
                    <a:solidFill>
                      <a:srgbClr val="002060"/>
                    </a:solidFill>
                  </a:rPr>
                  <a:t> : </a:t>
                </a:r>
                <a:r>
                  <a:rPr lang="en-GB" sz="2800" dirty="0">
                    <a:solidFill>
                      <a:srgbClr val="002060"/>
                    </a:solidFill>
                  </a:rPr>
                  <a:t>the </a:t>
                </a:r>
                <a:r>
                  <a:rPr lang="en-IN" sz="2800" dirty="0">
                    <a:solidFill>
                      <a:srgbClr val="002060"/>
                    </a:solidFill>
                  </a:rPr>
                  <a:t>second</a:t>
                </a:r>
                <a:r>
                  <a:rPr lang="en-GB" sz="2800" dirty="0">
                    <a:solidFill>
                      <a:srgbClr val="002060"/>
                    </a:solidFill>
                  </a:rPr>
                  <a:t> person hits the target</a:t>
                </a:r>
                <a:r>
                  <a:rPr lang="en-IN" sz="2800" dirty="0">
                    <a:solidFill>
                      <a:srgbClr val="002060"/>
                    </a:solidFill>
                  </a:rPr>
                  <a:t> </a:t>
                </a:r>
              </a:p>
            </p:txBody>
          </p:sp>
        </mc:Choice>
        <mc:Fallback xmlns="">
          <p:sp>
            <p:nvSpPr>
              <p:cNvPr id="35" name="TextBox 34">
                <a:extLst>
                  <a:ext uri="{FF2B5EF4-FFF2-40B4-BE49-F238E27FC236}">
                    <a16:creationId xmlns:a16="http://schemas.microsoft.com/office/drawing/2014/main" id="{B0B74DA1-E627-4C1A-A2D7-A1ECC25A4F16}"/>
                  </a:ext>
                </a:extLst>
              </p:cNvPr>
              <p:cNvSpPr txBox="1">
                <a:spLocks noRot="1" noChangeAspect="1" noMove="1" noResize="1" noEditPoints="1" noAdjustHandles="1" noChangeArrowheads="1" noChangeShapeType="1" noTextEdit="1"/>
              </p:cNvSpPr>
              <p:nvPr/>
            </p:nvSpPr>
            <p:spPr>
              <a:xfrm>
                <a:off x="1594215" y="2861086"/>
                <a:ext cx="5390236" cy="523220"/>
              </a:xfrm>
              <a:prstGeom prst="rect">
                <a:avLst/>
              </a:prstGeom>
              <a:blipFill>
                <a:blip r:embed="rId4"/>
                <a:stretch>
                  <a:fillRect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BFFA85F4-C89D-472F-8BF1-321C5B60F572}"/>
                  </a:ext>
                </a:extLst>
              </p:cNvPr>
              <p:cNvSpPr txBox="1"/>
              <p:nvPr/>
            </p:nvSpPr>
            <p:spPr>
              <a:xfrm>
                <a:off x="1594215" y="3453225"/>
                <a:ext cx="1889212"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e>
                      </m:d>
                      <m:r>
                        <a:rPr lang="en-US" sz="280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3</m:t>
                          </m:r>
                        </m:num>
                        <m:den>
                          <m:r>
                            <a:rPr lang="en-IN" sz="2800" b="0" i="1" smtClean="0">
                              <a:solidFill>
                                <a:srgbClr val="002060"/>
                              </a:solidFill>
                              <a:latin typeface="Cambria Math" panose="02040503050406030204" pitchFamily="18" charset="0"/>
                            </a:rPr>
                            <m:t> 4 </m:t>
                          </m:r>
                        </m:den>
                      </m:f>
                    </m:oMath>
                  </m:oMathPara>
                </a14:m>
                <a:endParaRPr lang="en-IN" sz="2800" dirty="0">
                  <a:solidFill>
                    <a:srgbClr val="002060"/>
                  </a:solidFill>
                  <a:latin typeface="Cambria Math" panose="02040503050406030204" pitchFamily="18" charset="0"/>
                </a:endParaRPr>
              </a:p>
            </p:txBody>
          </p:sp>
        </mc:Choice>
        <mc:Fallback xmlns="">
          <p:sp>
            <p:nvSpPr>
              <p:cNvPr id="37" name="TextBox 36">
                <a:extLst>
                  <a:ext uri="{FF2B5EF4-FFF2-40B4-BE49-F238E27FC236}">
                    <a16:creationId xmlns:a16="http://schemas.microsoft.com/office/drawing/2014/main" id="{BFFA85F4-C89D-472F-8BF1-321C5B60F572}"/>
                  </a:ext>
                </a:extLst>
              </p:cNvPr>
              <p:cNvSpPr txBox="1">
                <a:spLocks noRot="1" noChangeAspect="1" noMove="1" noResize="1" noEditPoints="1" noAdjustHandles="1" noChangeArrowheads="1" noChangeShapeType="1" noTextEdit="1"/>
              </p:cNvSpPr>
              <p:nvPr/>
            </p:nvSpPr>
            <p:spPr>
              <a:xfrm>
                <a:off x="1594215" y="3453225"/>
                <a:ext cx="1889212" cy="898964"/>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8B44B652-F002-4F33-A735-5F610BEA29AE}"/>
                  </a:ext>
                </a:extLst>
              </p:cNvPr>
              <p:cNvSpPr txBox="1"/>
              <p:nvPr/>
            </p:nvSpPr>
            <p:spPr>
              <a:xfrm>
                <a:off x="3646098" y="3453225"/>
                <a:ext cx="1889208" cy="89915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e>
                      </m:d>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2</m:t>
                          </m:r>
                        </m:num>
                        <m:den>
                          <m:r>
                            <a:rPr lang="en-IN" sz="2800" i="1">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3</m:t>
                          </m:r>
                          <m:r>
                            <a:rPr lang="en-IN" sz="2800" i="1">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38" name="TextBox 37">
                <a:extLst>
                  <a:ext uri="{FF2B5EF4-FFF2-40B4-BE49-F238E27FC236}">
                    <a16:creationId xmlns:a16="http://schemas.microsoft.com/office/drawing/2014/main" id="{8B44B652-F002-4F33-A735-5F610BEA29AE}"/>
                  </a:ext>
                </a:extLst>
              </p:cNvPr>
              <p:cNvSpPr txBox="1">
                <a:spLocks noRot="1" noChangeAspect="1" noMove="1" noResize="1" noEditPoints="1" noAdjustHandles="1" noChangeArrowheads="1" noChangeShapeType="1" noTextEdit="1"/>
              </p:cNvSpPr>
              <p:nvPr/>
            </p:nvSpPr>
            <p:spPr>
              <a:xfrm>
                <a:off x="3646098" y="3453225"/>
                <a:ext cx="1889208" cy="899157"/>
              </a:xfrm>
              <a:prstGeom prst="rect">
                <a:avLst/>
              </a:prstGeom>
              <a:blipFill>
                <a:blip r:embed="rId6"/>
                <a:stretch>
                  <a:fillRect/>
                </a:stretch>
              </a:blipFill>
            </p:spPr>
            <p:txBody>
              <a:bodyPr/>
              <a:lstStyle/>
              <a:p>
                <a:r>
                  <a:rPr lang="en-IN">
                    <a:noFill/>
                  </a:rPr>
                  <a:t> </a:t>
                </a:r>
              </a:p>
            </p:txBody>
          </p:sp>
        </mc:Fallback>
      </mc:AlternateContent>
      <p:sp>
        <p:nvSpPr>
          <p:cNvPr id="28" name="TextBox 27">
            <a:extLst>
              <a:ext uri="{FF2B5EF4-FFF2-40B4-BE49-F238E27FC236}">
                <a16:creationId xmlns:a16="http://schemas.microsoft.com/office/drawing/2014/main" id="{26149301-A8C3-4B27-A42A-6F30E24530EB}"/>
              </a:ext>
            </a:extLst>
          </p:cNvPr>
          <p:cNvSpPr txBox="1"/>
          <p:nvPr/>
        </p:nvSpPr>
        <p:spPr>
          <a:xfrm>
            <a:off x="1655607" y="4447685"/>
            <a:ext cx="7625553" cy="523220"/>
          </a:xfrm>
          <a:prstGeom prst="rect">
            <a:avLst/>
          </a:prstGeom>
          <a:noFill/>
        </p:spPr>
        <p:txBody>
          <a:bodyPr wrap="square">
            <a:spAutoFit/>
          </a:bodyPr>
          <a:lstStyle/>
          <a:p>
            <a:pPr algn="just"/>
            <a:r>
              <a:rPr lang="en-GB" sz="2800" dirty="0">
                <a:solidFill>
                  <a:srgbClr val="002060"/>
                </a:solidFill>
              </a:rPr>
              <a:t>To find the probability that the target will be hit, </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E545C03-B501-4B8C-ADF8-5BF508A35868}"/>
                  </a:ext>
                </a:extLst>
              </p:cNvPr>
              <p:cNvSpPr txBox="1"/>
              <p:nvPr/>
            </p:nvSpPr>
            <p:spPr>
              <a:xfrm>
                <a:off x="1655607" y="5738207"/>
                <a:ext cx="1544790"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r>
                            <a:rPr lang="en-IN" sz="2800" b="0" i="1"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B</m:t>
                          </m:r>
                        </m:e>
                      </m:d>
                    </m:oMath>
                  </m:oMathPara>
                </a14:m>
                <a:endParaRPr lang="en-IN" sz="2800" dirty="0">
                  <a:solidFill>
                    <a:srgbClr val="002060"/>
                  </a:solidFill>
                </a:endParaRPr>
              </a:p>
            </p:txBody>
          </p:sp>
        </mc:Choice>
        <mc:Fallback xmlns="">
          <p:sp>
            <p:nvSpPr>
              <p:cNvPr id="29" name="TextBox 28">
                <a:extLst>
                  <a:ext uri="{FF2B5EF4-FFF2-40B4-BE49-F238E27FC236}">
                    <a16:creationId xmlns:a16="http://schemas.microsoft.com/office/drawing/2014/main" id="{4E545C03-B501-4B8C-ADF8-5BF508A35868}"/>
                  </a:ext>
                </a:extLst>
              </p:cNvPr>
              <p:cNvSpPr txBox="1">
                <a:spLocks noRot="1" noChangeAspect="1" noMove="1" noResize="1" noEditPoints="1" noAdjustHandles="1" noChangeArrowheads="1" noChangeShapeType="1" noTextEdit="1"/>
              </p:cNvSpPr>
              <p:nvPr/>
            </p:nvSpPr>
            <p:spPr>
              <a:xfrm>
                <a:off x="1655607" y="5738207"/>
                <a:ext cx="1544790" cy="523220"/>
              </a:xfrm>
              <a:prstGeom prst="rect">
                <a:avLst/>
              </a:prstGeom>
              <a:blipFill>
                <a:blip r:embed="rId7"/>
                <a:stretch>
                  <a:fillRect/>
                </a:stretch>
              </a:blipFill>
            </p:spPr>
            <p:txBody>
              <a:bodyPr/>
              <a:lstStyle/>
              <a:p>
                <a:r>
                  <a:rPr lang="en-IN">
                    <a:noFill/>
                  </a:rPr>
                  <a:t> </a:t>
                </a:r>
              </a:p>
            </p:txBody>
          </p:sp>
        </mc:Fallback>
      </mc:AlternateContent>
      <p:sp>
        <p:nvSpPr>
          <p:cNvPr id="31" name="TextBox 30">
            <a:extLst>
              <a:ext uri="{FF2B5EF4-FFF2-40B4-BE49-F238E27FC236}">
                <a16:creationId xmlns:a16="http://schemas.microsoft.com/office/drawing/2014/main" id="{BF4E57DB-8179-4DA4-B49D-ED3B67958BF3}"/>
              </a:ext>
            </a:extLst>
          </p:cNvPr>
          <p:cNvSpPr txBox="1"/>
          <p:nvPr/>
        </p:nvSpPr>
        <p:spPr>
          <a:xfrm>
            <a:off x="1655606" y="4962141"/>
            <a:ext cx="10536393" cy="523220"/>
          </a:xfrm>
          <a:prstGeom prst="rect">
            <a:avLst/>
          </a:prstGeom>
          <a:noFill/>
        </p:spPr>
        <p:txBody>
          <a:bodyPr wrap="square">
            <a:spAutoFit/>
          </a:bodyPr>
          <a:lstStyle/>
          <a:p>
            <a:pPr algn="just"/>
            <a:r>
              <a:rPr lang="en-GB" sz="2800" dirty="0">
                <a:solidFill>
                  <a:srgbClr val="002060"/>
                </a:solidFill>
              </a:rPr>
              <a:t>we need the probability that </a:t>
            </a:r>
            <a:r>
              <a:rPr lang="en-GB" sz="2800" b="1" dirty="0">
                <a:solidFill>
                  <a:srgbClr val="FF0000"/>
                </a:solidFill>
              </a:rPr>
              <a:t>at least one</a:t>
            </a:r>
            <a:r>
              <a:rPr lang="en-GB" sz="2800" dirty="0">
                <a:solidFill>
                  <a:srgbClr val="FF0000"/>
                </a:solidFill>
              </a:rPr>
              <a:t> </a:t>
            </a:r>
            <a:r>
              <a:rPr lang="en-GB" sz="2800" dirty="0">
                <a:solidFill>
                  <a:srgbClr val="002060"/>
                </a:solidFill>
              </a:rPr>
              <a:t>of the two persons hits the target.</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7E99C47-C712-48BE-8475-C6C32223738C}"/>
                  </a:ext>
                </a:extLst>
              </p:cNvPr>
              <p:cNvSpPr txBox="1"/>
              <p:nvPr/>
            </p:nvSpPr>
            <p:spPr>
              <a:xfrm>
                <a:off x="3121886" y="5738207"/>
                <a:ext cx="42318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0" dirty="0" smtClean="0">
                          <a:latin typeface="Cambria Math" panose="02040503050406030204" pitchFamily="18" charset="0"/>
                        </a:rPr>
                        <m:t>=</m:t>
                      </m:r>
                    </m:oMath>
                  </m:oMathPara>
                </a14:m>
                <a:endParaRPr lang="en-IN" dirty="0">
                  <a:latin typeface="+mn-lt"/>
                </a:endParaRPr>
              </a:p>
            </p:txBody>
          </p:sp>
        </mc:Choice>
        <mc:Fallback xmlns="">
          <p:sp>
            <p:nvSpPr>
              <p:cNvPr id="42" name="TextBox 41">
                <a:extLst>
                  <a:ext uri="{FF2B5EF4-FFF2-40B4-BE49-F238E27FC236}">
                    <a16:creationId xmlns:a16="http://schemas.microsoft.com/office/drawing/2014/main" id="{47E99C47-C712-48BE-8475-C6C32223738C}"/>
                  </a:ext>
                </a:extLst>
              </p:cNvPr>
              <p:cNvSpPr txBox="1">
                <a:spLocks noRot="1" noChangeAspect="1" noMove="1" noResize="1" noEditPoints="1" noAdjustHandles="1" noChangeArrowheads="1" noChangeShapeType="1" noTextEdit="1"/>
              </p:cNvSpPr>
              <p:nvPr/>
            </p:nvSpPr>
            <p:spPr>
              <a:xfrm>
                <a:off x="3121886" y="5738207"/>
                <a:ext cx="423181"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FC61DB6A-2E6D-447D-8ED1-2B3519E10216}"/>
                  </a:ext>
                </a:extLst>
              </p:cNvPr>
              <p:cNvSpPr txBox="1"/>
              <p:nvPr/>
            </p:nvSpPr>
            <p:spPr>
              <a:xfrm>
                <a:off x="3483427" y="5738207"/>
                <a:ext cx="384963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m:rPr>
                          <m:sty m:val="p"/>
                        </m:rPr>
                        <a:rPr lang="en-IN" i="0" dirty="0" smtClean="0">
                          <a:latin typeface="Cambria Math" panose="02040503050406030204" pitchFamily="18" charset="0"/>
                        </a:rPr>
                        <m:t>P</m:t>
                      </m:r>
                      <m:d>
                        <m:dPr>
                          <m:ctrlPr>
                            <a:rPr lang="en-GB" i="1" dirty="0">
                              <a:latin typeface="Cambria Math" panose="02040503050406030204" pitchFamily="18" charset="0"/>
                            </a:rPr>
                          </m:ctrlPr>
                        </m:dPr>
                        <m:e>
                          <m:r>
                            <m:rPr>
                              <m:sty m:val="p"/>
                            </m:rPr>
                            <a:rPr lang="en-IN" i="0" dirty="0">
                              <a:latin typeface="Cambria Math" panose="02040503050406030204" pitchFamily="18" charset="0"/>
                            </a:rPr>
                            <m:t>A</m:t>
                          </m:r>
                        </m:e>
                      </m:d>
                      <m:r>
                        <a:rPr lang="en-IN" b="0" i="0" dirty="0" smtClean="0">
                          <a:latin typeface="Cambria Math" panose="02040503050406030204" pitchFamily="18" charset="0"/>
                        </a:rPr>
                        <m:t>+</m:t>
                      </m:r>
                      <m:r>
                        <m:rPr>
                          <m:sty m:val="p"/>
                        </m:rPr>
                        <a:rPr lang="en-IN" i="0" dirty="0">
                          <a:latin typeface="Cambria Math" panose="02040503050406030204" pitchFamily="18" charset="0"/>
                        </a:rPr>
                        <m:t>P</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B</m:t>
                          </m:r>
                        </m:e>
                      </m:d>
                      <m:r>
                        <a:rPr lang="en-IN" b="0" i="0" dirty="0" smtClean="0">
                          <a:latin typeface="Cambria Math" panose="02040503050406030204" pitchFamily="18" charset="0"/>
                        </a:rPr>
                        <m:t>−</m:t>
                      </m:r>
                      <m:r>
                        <m:rPr>
                          <m:sty m:val="p"/>
                        </m:rPr>
                        <a:rPr lang="en-IN" i="0" dirty="0">
                          <a:latin typeface="Cambria Math" panose="02040503050406030204" pitchFamily="18" charset="0"/>
                        </a:rPr>
                        <m:t>P</m:t>
                      </m:r>
                      <m:d>
                        <m:dPr>
                          <m:ctrlPr>
                            <a:rPr lang="en-GB" i="1" dirty="0">
                              <a:latin typeface="Cambria Math" panose="02040503050406030204" pitchFamily="18" charset="0"/>
                            </a:rPr>
                          </m:ctrlPr>
                        </m:dPr>
                        <m:e>
                          <m:r>
                            <m:rPr>
                              <m:sty m:val="p"/>
                            </m:rPr>
                            <a:rPr lang="en-IN" i="0" dirty="0">
                              <a:latin typeface="Cambria Math" panose="02040503050406030204" pitchFamily="18" charset="0"/>
                            </a:rPr>
                            <m:t>A</m:t>
                          </m:r>
                          <m:r>
                            <a:rPr lang="en-IN" b="0" i="0" dirty="0" smtClean="0">
                              <a:latin typeface="Cambria Math" panose="02040503050406030204" pitchFamily="18" charset="0"/>
                            </a:rPr>
                            <m:t>∩</m:t>
                          </m:r>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49" name="TextBox 48">
                <a:extLst>
                  <a:ext uri="{FF2B5EF4-FFF2-40B4-BE49-F238E27FC236}">
                    <a16:creationId xmlns:a16="http://schemas.microsoft.com/office/drawing/2014/main" id="{FC61DB6A-2E6D-447D-8ED1-2B3519E10216}"/>
                  </a:ext>
                </a:extLst>
              </p:cNvPr>
              <p:cNvSpPr txBox="1">
                <a:spLocks noRot="1" noChangeAspect="1" noMove="1" noResize="1" noEditPoints="1" noAdjustHandles="1" noChangeArrowheads="1" noChangeShapeType="1" noTextEdit="1"/>
              </p:cNvSpPr>
              <p:nvPr/>
            </p:nvSpPr>
            <p:spPr>
              <a:xfrm>
                <a:off x="3483427" y="5738207"/>
                <a:ext cx="3849637" cy="523220"/>
              </a:xfrm>
              <a:prstGeom prst="rect">
                <a:avLst/>
              </a:prstGeom>
              <a:blipFill>
                <a:blip r:embed="rId9"/>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152490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4" grpId="0"/>
      <p:bldP spid="35" grpId="0"/>
      <p:bldP spid="37" grpId="0"/>
      <p:bldP spid="38" grpId="0"/>
      <p:bldP spid="28" grpId="0"/>
      <p:bldP spid="29" grpId="0"/>
      <p:bldP spid="31" grpId="0"/>
      <p:bldP spid="42" grpId="0" animBg="1"/>
      <p:bldP spid="49"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4 (</a:t>
            </a:r>
            <a:r>
              <a:rPr lang="en-IN" dirty="0"/>
              <a:t>Continue</a:t>
            </a:r>
            <a:r>
              <a:rPr lang="en-GB" dirty="0"/>
              <a:t>)</a:t>
            </a:r>
            <a:endParaRPr lang="en-US" dirty="0"/>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BFFA85F4-C89D-472F-8BF1-321C5B60F572}"/>
                  </a:ext>
                </a:extLst>
              </p:cNvPr>
              <p:cNvSpPr txBox="1"/>
              <p:nvPr/>
            </p:nvSpPr>
            <p:spPr>
              <a:xfrm>
                <a:off x="1058580" y="776078"/>
                <a:ext cx="1889212"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e>
                      </m:d>
                      <m:r>
                        <a:rPr lang="en-US" sz="280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3</m:t>
                          </m:r>
                        </m:num>
                        <m:den>
                          <m:r>
                            <a:rPr lang="en-IN" sz="2800" b="0" i="1" smtClean="0">
                              <a:solidFill>
                                <a:srgbClr val="002060"/>
                              </a:solidFill>
                              <a:latin typeface="Cambria Math" panose="02040503050406030204" pitchFamily="18" charset="0"/>
                            </a:rPr>
                            <m:t> 4 </m:t>
                          </m:r>
                        </m:den>
                      </m:f>
                    </m:oMath>
                  </m:oMathPara>
                </a14:m>
                <a:endParaRPr lang="en-IN" sz="2800" dirty="0">
                  <a:solidFill>
                    <a:srgbClr val="002060"/>
                  </a:solidFill>
                  <a:latin typeface="Cambria Math" panose="02040503050406030204" pitchFamily="18" charset="0"/>
                </a:endParaRPr>
              </a:p>
            </p:txBody>
          </p:sp>
        </mc:Choice>
        <mc:Fallback xmlns="">
          <p:sp>
            <p:nvSpPr>
              <p:cNvPr id="37" name="TextBox 36">
                <a:extLst>
                  <a:ext uri="{FF2B5EF4-FFF2-40B4-BE49-F238E27FC236}">
                    <a16:creationId xmlns:a16="http://schemas.microsoft.com/office/drawing/2014/main" id="{BFFA85F4-C89D-472F-8BF1-321C5B60F572}"/>
                  </a:ext>
                </a:extLst>
              </p:cNvPr>
              <p:cNvSpPr txBox="1">
                <a:spLocks noRot="1" noChangeAspect="1" noMove="1" noResize="1" noEditPoints="1" noAdjustHandles="1" noChangeArrowheads="1" noChangeShapeType="1" noTextEdit="1"/>
              </p:cNvSpPr>
              <p:nvPr/>
            </p:nvSpPr>
            <p:spPr>
              <a:xfrm>
                <a:off x="1058580" y="776078"/>
                <a:ext cx="1889212" cy="898964"/>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8B44B652-F002-4F33-A735-5F610BEA29AE}"/>
                  </a:ext>
                </a:extLst>
              </p:cNvPr>
              <p:cNvSpPr txBox="1"/>
              <p:nvPr/>
            </p:nvSpPr>
            <p:spPr>
              <a:xfrm>
                <a:off x="3483427" y="776078"/>
                <a:ext cx="1889208" cy="89915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e>
                      </m:d>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2</m:t>
                          </m:r>
                        </m:num>
                        <m:den>
                          <m:r>
                            <a:rPr lang="en-IN" sz="2800" i="1">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3</m:t>
                          </m:r>
                          <m:r>
                            <a:rPr lang="en-IN" sz="2800" i="1">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38" name="TextBox 37">
                <a:extLst>
                  <a:ext uri="{FF2B5EF4-FFF2-40B4-BE49-F238E27FC236}">
                    <a16:creationId xmlns:a16="http://schemas.microsoft.com/office/drawing/2014/main" id="{8B44B652-F002-4F33-A735-5F610BEA29AE}"/>
                  </a:ext>
                </a:extLst>
              </p:cNvPr>
              <p:cNvSpPr txBox="1">
                <a:spLocks noRot="1" noChangeAspect="1" noMove="1" noResize="1" noEditPoints="1" noAdjustHandles="1" noChangeArrowheads="1" noChangeShapeType="1" noTextEdit="1"/>
              </p:cNvSpPr>
              <p:nvPr/>
            </p:nvSpPr>
            <p:spPr>
              <a:xfrm>
                <a:off x="3483427" y="776078"/>
                <a:ext cx="1889208" cy="899157"/>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E545C03-B501-4B8C-ADF8-5BF508A35868}"/>
                  </a:ext>
                </a:extLst>
              </p:cNvPr>
              <p:cNvSpPr txBox="1"/>
              <p:nvPr/>
            </p:nvSpPr>
            <p:spPr>
              <a:xfrm>
                <a:off x="1058580" y="2905734"/>
                <a:ext cx="1544790"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r>
                            <a:rPr lang="en-IN" sz="2800" b="0" i="1"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B</m:t>
                          </m:r>
                        </m:e>
                      </m:d>
                    </m:oMath>
                  </m:oMathPara>
                </a14:m>
                <a:endParaRPr lang="en-IN" sz="2800" dirty="0">
                  <a:solidFill>
                    <a:srgbClr val="002060"/>
                  </a:solidFill>
                </a:endParaRPr>
              </a:p>
            </p:txBody>
          </p:sp>
        </mc:Choice>
        <mc:Fallback xmlns="">
          <p:sp>
            <p:nvSpPr>
              <p:cNvPr id="29" name="TextBox 28">
                <a:extLst>
                  <a:ext uri="{FF2B5EF4-FFF2-40B4-BE49-F238E27FC236}">
                    <a16:creationId xmlns:a16="http://schemas.microsoft.com/office/drawing/2014/main" id="{4E545C03-B501-4B8C-ADF8-5BF508A35868}"/>
                  </a:ext>
                </a:extLst>
              </p:cNvPr>
              <p:cNvSpPr txBox="1">
                <a:spLocks noRot="1" noChangeAspect="1" noMove="1" noResize="1" noEditPoints="1" noAdjustHandles="1" noChangeArrowheads="1" noChangeShapeType="1" noTextEdit="1"/>
              </p:cNvSpPr>
              <p:nvPr/>
            </p:nvSpPr>
            <p:spPr>
              <a:xfrm>
                <a:off x="1058580" y="2905734"/>
                <a:ext cx="1544790"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7E99C47-C712-48BE-8475-C6C32223738C}"/>
                  </a:ext>
                </a:extLst>
              </p:cNvPr>
              <p:cNvSpPr txBox="1"/>
              <p:nvPr/>
            </p:nvSpPr>
            <p:spPr>
              <a:xfrm>
                <a:off x="2524859" y="2905734"/>
                <a:ext cx="42318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0" dirty="0" smtClean="0">
                          <a:latin typeface="Cambria Math" panose="02040503050406030204" pitchFamily="18" charset="0"/>
                        </a:rPr>
                        <m:t>=</m:t>
                      </m:r>
                    </m:oMath>
                  </m:oMathPara>
                </a14:m>
                <a:endParaRPr lang="en-IN" dirty="0">
                  <a:latin typeface="+mn-lt"/>
                </a:endParaRPr>
              </a:p>
            </p:txBody>
          </p:sp>
        </mc:Choice>
        <mc:Fallback xmlns="">
          <p:sp>
            <p:nvSpPr>
              <p:cNvPr id="42" name="TextBox 41">
                <a:extLst>
                  <a:ext uri="{FF2B5EF4-FFF2-40B4-BE49-F238E27FC236}">
                    <a16:creationId xmlns:a16="http://schemas.microsoft.com/office/drawing/2014/main" id="{47E99C47-C712-48BE-8475-C6C32223738C}"/>
                  </a:ext>
                </a:extLst>
              </p:cNvPr>
              <p:cNvSpPr txBox="1">
                <a:spLocks noRot="1" noChangeAspect="1" noMove="1" noResize="1" noEditPoints="1" noAdjustHandles="1" noChangeArrowheads="1" noChangeShapeType="1" noTextEdit="1"/>
              </p:cNvSpPr>
              <p:nvPr/>
            </p:nvSpPr>
            <p:spPr>
              <a:xfrm>
                <a:off x="2524859" y="2905734"/>
                <a:ext cx="423181"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FC61DB6A-2E6D-447D-8ED1-2B3519E10216}"/>
                  </a:ext>
                </a:extLst>
              </p:cNvPr>
              <p:cNvSpPr txBox="1"/>
              <p:nvPr/>
            </p:nvSpPr>
            <p:spPr>
              <a:xfrm>
                <a:off x="2886400" y="2905734"/>
                <a:ext cx="384963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m:rPr>
                          <m:sty m:val="p"/>
                        </m:rPr>
                        <a:rPr lang="en-IN" i="0" dirty="0" smtClean="0">
                          <a:latin typeface="Cambria Math" panose="02040503050406030204" pitchFamily="18" charset="0"/>
                        </a:rPr>
                        <m:t>P</m:t>
                      </m:r>
                      <m:d>
                        <m:dPr>
                          <m:ctrlPr>
                            <a:rPr lang="en-GB" i="1" dirty="0">
                              <a:latin typeface="Cambria Math" panose="02040503050406030204" pitchFamily="18" charset="0"/>
                            </a:rPr>
                          </m:ctrlPr>
                        </m:dPr>
                        <m:e>
                          <m:r>
                            <m:rPr>
                              <m:sty m:val="p"/>
                            </m:rPr>
                            <a:rPr lang="en-IN" i="0" dirty="0">
                              <a:latin typeface="Cambria Math" panose="02040503050406030204" pitchFamily="18" charset="0"/>
                            </a:rPr>
                            <m:t>A</m:t>
                          </m:r>
                        </m:e>
                      </m:d>
                      <m:r>
                        <a:rPr lang="en-IN" b="0" i="0" dirty="0" smtClean="0">
                          <a:latin typeface="Cambria Math" panose="02040503050406030204" pitchFamily="18" charset="0"/>
                        </a:rPr>
                        <m:t>+</m:t>
                      </m:r>
                      <m:r>
                        <m:rPr>
                          <m:sty m:val="p"/>
                        </m:rPr>
                        <a:rPr lang="en-IN" i="0" dirty="0">
                          <a:latin typeface="Cambria Math" panose="02040503050406030204" pitchFamily="18" charset="0"/>
                        </a:rPr>
                        <m:t>P</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B</m:t>
                          </m:r>
                        </m:e>
                      </m:d>
                      <m:r>
                        <a:rPr lang="en-IN" b="0" i="0" dirty="0" smtClean="0">
                          <a:latin typeface="Cambria Math" panose="02040503050406030204" pitchFamily="18" charset="0"/>
                        </a:rPr>
                        <m:t>−</m:t>
                      </m:r>
                      <m:r>
                        <m:rPr>
                          <m:sty m:val="p"/>
                        </m:rPr>
                        <a:rPr lang="en-IN" i="0" dirty="0">
                          <a:latin typeface="Cambria Math" panose="02040503050406030204" pitchFamily="18" charset="0"/>
                        </a:rPr>
                        <m:t>P</m:t>
                      </m:r>
                      <m:d>
                        <m:dPr>
                          <m:ctrlPr>
                            <a:rPr lang="en-GB" i="1" dirty="0">
                              <a:latin typeface="Cambria Math" panose="02040503050406030204" pitchFamily="18" charset="0"/>
                            </a:rPr>
                          </m:ctrlPr>
                        </m:dPr>
                        <m:e>
                          <m:r>
                            <m:rPr>
                              <m:sty m:val="p"/>
                            </m:rPr>
                            <a:rPr lang="en-IN" i="0" dirty="0">
                              <a:latin typeface="Cambria Math" panose="02040503050406030204" pitchFamily="18" charset="0"/>
                            </a:rPr>
                            <m:t>A</m:t>
                          </m:r>
                          <m:r>
                            <a:rPr lang="en-IN" b="0" i="0" dirty="0" smtClean="0">
                              <a:latin typeface="Cambria Math" panose="02040503050406030204" pitchFamily="18" charset="0"/>
                            </a:rPr>
                            <m:t>∩</m:t>
                          </m:r>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49" name="TextBox 48">
                <a:extLst>
                  <a:ext uri="{FF2B5EF4-FFF2-40B4-BE49-F238E27FC236}">
                    <a16:creationId xmlns:a16="http://schemas.microsoft.com/office/drawing/2014/main" id="{FC61DB6A-2E6D-447D-8ED1-2B3519E10216}"/>
                  </a:ext>
                </a:extLst>
              </p:cNvPr>
              <p:cNvSpPr txBox="1">
                <a:spLocks noRot="1" noChangeAspect="1" noMove="1" noResize="1" noEditPoints="1" noAdjustHandles="1" noChangeArrowheads="1" noChangeShapeType="1" noTextEdit="1"/>
              </p:cNvSpPr>
              <p:nvPr/>
            </p:nvSpPr>
            <p:spPr>
              <a:xfrm>
                <a:off x="2886400" y="2905734"/>
                <a:ext cx="3849637" cy="523220"/>
              </a:xfrm>
              <a:prstGeom prst="rect">
                <a:avLst/>
              </a:prstGeom>
              <a:blipFill>
                <a:blip r:embed="rId6"/>
                <a:stretch>
                  <a:fillRect/>
                </a:stretch>
              </a:blipFill>
            </p:spPr>
            <p:txBody>
              <a:bodyPr/>
              <a:lstStyle/>
              <a:p>
                <a:r>
                  <a:rPr lang="en-IN">
                    <a:noFill/>
                  </a:rPr>
                  <a:t> </a:t>
                </a:r>
              </a:p>
            </p:txBody>
          </p:sp>
        </mc:Fallback>
      </mc:AlternateContent>
      <p:sp>
        <p:nvSpPr>
          <p:cNvPr id="15" name="TextBox 14">
            <a:extLst>
              <a:ext uri="{FF2B5EF4-FFF2-40B4-BE49-F238E27FC236}">
                <a16:creationId xmlns:a16="http://schemas.microsoft.com/office/drawing/2014/main" id="{4AC945DF-31DE-4695-82B8-3C533BF587F7}"/>
              </a:ext>
            </a:extLst>
          </p:cNvPr>
          <p:cNvSpPr txBox="1"/>
          <p:nvPr/>
        </p:nvSpPr>
        <p:spPr>
          <a:xfrm>
            <a:off x="1058580" y="1651867"/>
            <a:ext cx="11104391" cy="523220"/>
          </a:xfrm>
          <a:prstGeom prst="rect">
            <a:avLst/>
          </a:prstGeom>
          <a:noFill/>
        </p:spPr>
        <p:txBody>
          <a:bodyPr wrap="square">
            <a:spAutoFit/>
          </a:bodyPr>
          <a:lstStyle/>
          <a:p>
            <a:pPr algn="just"/>
            <a:r>
              <a:rPr lang="en-GB" sz="2800" dirty="0">
                <a:solidFill>
                  <a:srgbClr val="002060"/>
                </a:solidFill>
              </a:rPr>
              <a:t>Since, the probability of one person hitting the target does not affect the other</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50E92AF-B223-45F0-A8B1-0034D6136A9B}"/>
                  </a:ext>
                </a:extLst>
              </p:cNvPr>
              <p:cNvSpPr txBox="1"/>
              <p:nvPr/>
            </p:nvSpPr>
            <p:spPr>
              <a:xfrm>
                <a:off x="2524859" y="4286252"/>
                <a:ext cx="3566578" cy="106048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3</m:t>
                          </m:r>
                        </m:num>
                        <m:den>
                          <m:r>
                            <a:rPr lang="en-IN" sz="2800">
                              <a:solidFill>
                                <a:srgbClr val="002060"/>
                              </a:solidFill>
                              <a:latin typeface="Cambria Math" panose="02040503050406030204" pitchFamily="18" charset="0"/>
                            </a:rPr>
                            <m:t> </m:t>
                          </m:r>
                          <m:r>
                            <a:rPr lang="en-IN" sz="2800" b="0" i="0" smtClean="0">
                              <a:solidFill>
                                <a:srgbClr val="002060"/>
                              </a:solidFill>
                              <a:latin typeface="Cambria Math" panose="02040503050406030204" pitchFamily="18" charset="0"/>
                            </a:rPr>
                            <m:t>4</m:t>
                          </m:r>
                          <m:r>
                            <a:rPr lang="en-IN" sz="2800">
                              <a:solidFill>
                                <a:srgbClr val="002060"/>
                              </a:solidFill>
                              <a:latin typeface="Cambria Math" panose="02040503050406030204" pitchFamily="18" charset="0"/>
                            </a:rPr>
                            <m:t> </m:t>
                          </m:r>
                        </m:den>
                      </m:f>
                      <m:r>
                        <a:rPr lang="en-IN" sz="2800" b="0" i="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2</m:t>
                          </m:r>
                        </m:num>
                        <m:den>
                          <m:r>
                            <a:rPr lang="en-IN" sz="2800">
                              <a:solidFill>
                                <a:srgbClr val="002060"/>
                              </a:solidFill>
                              <a:latin typeface="Cambria Math" panose="02040503050406030204" pitchFamily="18" charset="0"/>
                            </a:rPr>
                            <m:t> </m:t>
                          </m:r>
                          <m:r>
                            <a:rPr lang="en-IN" sz="2800" b="0" i="0" smtClean="0">
                              <a:solidFill>
                                <a:srgbClr val="002060"/>
                              </a:solidFill>
                              <a:latin typeface="Cambria Math" panose="02040503050406030204" pitchFamily="18" charset="0"/>
                            </a:rPr>
                            <m:t>3</m:t>
                          </m:r>
                          <m:r>
                            <a:rPr lang="en-IN" sz="2800" i="1">
                              <a:solidFill>
                                <a:srgbClr val="002060"/>
                              </a:solidFill>
                              <a:latin typeface="Cambria Math" panose="02040503050406030204" pitchFamily="18" charset="0"/>
                            </a:rPr>
                            <m:t> </m:t>
                          </m:r>
                        </m:den>
                      </m:f>
                      <m:r>
                        <a:rPr lang="en-IN" sz="2800" i="1">
                          <a:solidFill>
                            <a:srgbClr val="002060"/>
                          </a:solidFill>
                          <a:latin typeface="Cambria Math" panose="02040503050406030204" pitchFamily="18" charset="0"/>
                        </a:rPr>
                        <m:t>−</m:t>
                      </m:r>
                      <m:d>
                        <m:dPr>
                          <m:ctrlPr>
                            <a:rPr lang="en-IN" sz="2800" b="0" i="1" smtClean="0">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3</m:t>
                              </m:r>
                            </m:num>
                            <m:den>
                              <m:r>
                                <a:rPr lang="en-IN" sz="2800">
                                  <a:solidFill>
                                    <a:srgbClr val="002060"/>
                                  </a:solidFill>
                                  <a:latin typeface="Cambria Math" panose="02040503050406030204" pitchFamily="18" charset="0"/>
                                </a:rPr>
                                <m:t> 4 </m:t>
                              </m:r>
                            </m:den>
                          </m:f>
                          <m:r>
                            <a:rPr lang="en-IN" sz="2800" i="1">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2</m:t>
                              </m:r>
                            </m:num>
                            <m:den>
                              <m:r>
                                <a:rPr lang="en-IN" sz="2800">
                                  <a:solidFill>
                                    <a:srgbClr val="002060"/>
                                  </a:solidFill>
                                  <a:latin typeface="Cambria Math" panose="02040503050406030204" pitchFamily="18" charset="0"/>
                                </a:rPr>
                                <m:t> 3</m:t>
                              </m:r>
                              <m:r>
                                <a:rPr lang="en-IN" sz="2800" i="1">
                                  <a:solidFill>
                                    <a:srgbClr val="002060"/>
                                  </a:solidFill>
                                  <a:latin typeface="Cambria Math" panose="02040503050406030204" pitchFamily="18" charset="0"/>
                                </a:rPr>
                                <m:t> </m:t>
                              </m:r>
                            </m:den>
                          </m:f>
                        </m:e>
                      </m:d>
                    </m:oMath>
                  </m:oMathPara>
                </a14:m>
                <a:endParaRPr lang="en-IN" sz="2800" dirty="0">
                  <a:solidFill>
                    <a:srgbClr val="002060"/>
                  </a:solidFill>
                  <a:latin typeface="Cambria Math" panose="02040503050406030204" pitchFamily="18" charset="0"/>
                </a:endParaRPr>
              </a:p>
            </p:txBody>
          </p:sp>
        </mc:Choice>
        <mc:Fallback xmlns="">
          <p:sp>
            <p:nvSpPr>
              <p:cNvPr id="16" name="TextBox 15">
                <a:extLst>
                  <a:ext uri="{FF2B5EF4-FFF2-40B4-BE49-F238E27FC236}">
                    <a16:creationId xmlns:a16="http://schemas.microsoft.com/office/drawing/2014/main" id="{150E92AF-B223-45F0-A8B1-0034D6136A9B}"/>
                  </a:ext>
                </a:extLst>
              </p:cNvPr>
              <p:cNvSpPr txBox="1">
                <a:spLocks noRot="1" noChangeAspect="1" noMove="1" noResize="1" noEditPoints="1" noAdjustHandles="1" noChangeArrowheads="1" noChangeShapeType="1" noTextEdit="1"/>
              </p:cNvSpPr>
              <p:nvPr/>
            </p:nvSpPr>
            <p:spPr>
              <a:xfrm>
                <a:off x="2524859" y="4286252"/>
                <a:ext cx="3566578" cy="1060483"/>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D3D9298-BE81-47F2-9ECF-F9FA563340AB}"/>
                  </a:ext>
                </a:extLst>
              </p:cNvPr>
              <p:cNvSpPr txBox="1"/>
              <p:nvPr/>
            </p:nvSpPr>
            <p:spPr>
              <a:xfrm>
                <a:off x="2524859" y="5513773"/>
                <a:ext cx="1175973" cy="91057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11</m:t>
                          </m:r>
                        </m:num>
                        <m:den>
                          <m:r>
                            <a:rPr lang="en-IN" sz="2800" b="0" i="1" smtClean="0">
                              <a:solidFill>
                                <a:srgbClr val="002060"/>
                              </a:solidFill>
                              <a:latin typeface="Cambria Math" panose="02040503050406030204" pitchFamily="18" charset="0"/>
                            </a:rPr>
                            <m:t> 12 </m:t>
                          </m:r>
                        </m:den>
                      </m:f>
                    </m:oMath>
                  </m:oMathPara>
                </a14:m>
                <a:endParaRPr lang="en-IN" sz="2800" dirty="0">
                  <a:solidFill>
                    <a:srgbClr val="002060"/>
                  </a:solidFill>
                  <a:latin typeface="Cambria Math" panose="02040503050406030204" pitchFamily="18" charset="0"/>
                </a:endParaRPr>
              </a:p>
            </p:txBody>
          </p:sp>
        </mc:Choice>
        <mc:Fallback xmlns="">
          <p:sp>
            <p:nvSpPr>
              <p:cNvPr id="17" name="TextBox 16">
                <a:extLst>
                  <a:ext uri="{FF2B5EF4-FFF2-40B4-BE49-F238E27FC236}">
                    <a16:creationId xmlns:a16="http://schemas.microsoft.com/office/drawing/2014/main" id="{5D3D9298-BE81-47F2-9ECF-F9FA563340AB}"/>
                  </a:ext>
                </a:extLst>
              </p:cNvPr>
              <p:cNvSpPr txBox="1">
                <a:spLocks noRot="1" noChangeAspect="1" noMove="1" noResize="1" noEditPoints="1" noAdjustHandles="1" noChangeArrowheads="1" noChangeShapeType="1" noTextEdit="1"/>
              </p:cNvSpPr>
              <p:nvPr/>
            </p:nvSpPr>
            <p:spPr>
              <a:xfrm>
                <a:off x="2524859" y="5513773"/>
                <a:ext cx="1175973" cy="91057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823AF8D-A078-457A-9CD1-A624F3BC5D5E}"/>
                  </a:ext>
                </a:extLst>
              </p:cNvPr>
              <p:cNvSpPr txBox="1"/>
              <p:nvPr/>
            </p:nvSpPr>
            <p:spPr>
              <a:xfrm>
                <a:off x="2524859" y="3595993"/>
                <a:ext cx="2901585"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e>
                      </m:d>
                      <m:r>
                        <a:rPr lang="en-IN" sz="2800" b="0" i="0"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e>
                      </m:d>
                      <m:r>
                        <a:rPr lang="en-IN" sz="2800" b="0" i="0" smtClean="0">
                          <a:solidFill>
                            <a:srgbClr val="002060"/>
                          </a:solidFill>
                          <a:latin typeface="Cambria Math" panose="02040503050406030204" pitchFamily="18" charset="0"/>
                        </a:rPr>
                        <m:t>−</m:t>
                      </m:r>
                    </m:oMath>
                  </m:oMathPara>
                </a14:m>
                <a:endParaRPr lang="en-IN" sz="2800" dirty="0">
                  <a:solidFill>
                    <a:srgbClr val="002060"/>
                  </a:solidFill>
                  <a:latin typeface="Cambria Math" panose="02040503050406030204" pitchFamily="18" charset="0"/>
                </a:endParaRPr>
              </a:p>
            </p:txBody>
          </p:sp>
        </mc:Choice>
        <mc:Fallback xmlns="">
          <p:sp>
            <p:nvSpPr>
              <p:cNvPr id="18" name="TextBox 17">
                <a:extLst>
                  <a:ext uri="{FF2B5EF4-FFF2-40B4-BE49-F238E27FC236}">
                    <a16:creationId xmlns:a16="http://schemas.microsoft.com/office/drawing/2014/main" id="{F823AF8D-A078-457A-9CD1-A624F3BC5D5E}"/>
                  </a:ext>
                </a:extLst>
              </p:cNvPr>
              <p:cNvSpPr txBox="1">
                <a:spLocks noRot="1" noChangeAspect="1" noMove="1" noResize="1" noEditPoints="1" noAdjustHandles="1" noChangeArrowheads="1" noChangeShapeType="1" noTextEdit="1"/>
              </p:cNvSpPr>
              <p:nvPr/>
            </p:nvSpPr>
            <p:spPr>
              <a:xfrm>
                <a:off x="2524859" y="3595993"/>
                <a:ext cx="2901585"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10DFC2C-74E2-4FC5-A993-8FD5DF6E48BC}"/>
                  </a:ext>
                </a:extLst>
              </p:cNvPr>
              <p:cNvSpPr txBox="1"/>
              <p:nvPr/>
            </p:nvSpPr>
            <p:spPr>
              <a:xfrm>
                <a:off x="5192674" y="3599036"/>
                <a:ext cx="193040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e>
                      </m:d>
                      <m:r>
                        <a:rPr lang="en-IN" sz="2800" i="1">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e>
                      </m:d>
                    </m:oMath>
                  </m:oMathPara>
                </a14:m>
                <a:endParaRPr lang="en-IN" sz="2800" dirty="0"/>
              </a:p>
            </p:txBody>
          </p:sp>
        </mc:Choice>
        <mc:Fallback xmlns="">
          <p:sp>
            <p:nvSpPr>
              <p:cNvPr id="20" name="TextBox 19">
                <a:extLst>
                  <a:ext uri="{FF2B5EF4-FFF2-40B4-BE49-F238E27FC236}">
                    <a16:creationId xmlns:a16="http://schemas.microsoft.com/office/drawing/2014/main" id="{210DFC2C-74E2-4FC5-A993-8FD5DF6E48BC}"/>
                  </a:ext>
                </a:extLst>
              </p:cNvPr>
              <p:cNvSpPr txBox="1">
                <a:spLocks noRot="1" noChangeAspect="1" noMove="1" noResize="1" noEditPoints="1" noAdjustHandles="1" noChangeArrowheads="1" noChangeShapeType="1" noTextEdit="1"/>
              </p:cNvSpPr>
              <p:nvPr/>
            </p:nvSpPr>
            <p:spPr>
              <a:xfrm>
                <a:off x="5192674" y="3599036"/>
                <a:ext cx="1930400"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6B2ED7C-4629-485B-8D21-D07566DFFEC2}"/>
                  </a:ext>
                </a:extLst>
              </p:cNvPr>
              <p:cNvSpPr txBox="1"/>
              <p:nvPr/>
            </p:nvSpPr>
            <p:spPr>
              <a:xfrm>
                <a:off x="1058581" y="2213375"/>
                <a:ext cx="4660104" cy="523220"/>
              </a:xfrm>
              <a:prstGeom prst="rect">
                <a:avLst/>
              </a:prstGeom>
              <a:noFill/>
            </p:spPr>
            <p:txBody>
              <a:bodyPr wrap="square">
                <a:spAutoFit/>
              </a:bodyPr>
              <a:lstStyle/>
              <a:p>
                <a:pPr algn="just"/>
                <a14:m>
                  <m:oMathPara xmlns:m="http://schemas.openxmlformats.org/officeDocument/2006/math">
                    <m:oMathParaPr>
                      <m:jc m:val="centerGroup"/>
                    </m:oMathParaPr>
                    <m:oMath xmlns:m="http://schemas.openxmlformats.org/officeDocument/2006/math">
                      <m:r>
                        <m:rPr>
                          <m:sty m:val="p"/>
                        </m:rPr>
                        <a:rPr lang="en-GB" sz="2800" i="0" dirty="0" smtClean="0">
                          <a:solidFill>
                            <a:srgbClr val="FF0000"/>
                          </a:solidFill>
                          <a:latin typeface="Cambria Math" panose="02040503050406030204" pitchFamily="18" charset="0"/>
                        </a:rPr>
                        <m:t>A</m:t>
                      </m:r>
                      <m:r>
                        <a:rPr lang="en-GB" sz="2800" i="0" dirty="0" smtClean="0">
                          <a:solidFill>
                            <a:srgbClr val="FF0000"/>
                          </a:solidFill>
                          <a:latin typeface="Cambria Math" panose="02040503050406030204" pitchFamily="18" charset="0"/>
                        </a:rPr>
                        <m:t> </m:t>
                      </m:r>
                      <m:r>
                        <m:rPr>
                          <m:nor/>
                        </m:rPr>
                        <a:rPr lang="en-GB" sz="2800" i="0" dirty="0" smtClean="0">
                          <a:solidFill>
                            <a:srgbClr val="FF0000"/>
                          </a:solidFill>
                          <a:latin typeface="+mj-lt"/>
                        </a:rPr>
                        <m:t>and</m:t>
                      </m:r>
                      <m:r>
                        <a:rPr lang="en-GB" sz="2800" i="0" dirty="0" smtClean="0">
                          <a:solidFill>
                            <a:srgbClr val="FF0000"/>
                          </a:solidFill>
                          <a:latin typeface="Cambria Math" panose="02040503050406030204" pitchFamily="18" charset="0"/>
                        </a:rPr>
                        <m:t> </m:t>
                      </m:r>
                      <m:r>
                        <m:rPr>
                          <m:sty m:val="p"/>
                        </m:rPr>
                        <a:rPr lang="en-GB" sz="2800" i="0" dirty="0" smtClean="0">
                          <a:solidFill>
                            <a:srgbClr val="FF0000"/>
                          </a:solidFill>
                          <a:latin typeface="Cambria Math" panose="02040503050406030204" pitchFamily="18" charset="0"/>
                        </a:rPr>
                        <m:t>B</m:t>
                      </m:r>
                      <m:r>
                        <a:rPr lang="en-GB" sz="2800" i="0" dirty="0" smtClean="0">
                          <a:solidFill>
                            <a:srgbClr val="FF0000"/>
                          </a:solidFill>
                          <a:latin typeface="Cambria Math" panose="02040503050406030204" pitchFamily="18" charset="0"/>
                        </a:rPr>
                        <m:t> </m:t>
                      </m:r>
                      <m:r>
                        <m:rPr>
                          <m:nor/>
                        </m:rPr>
                        <a:rPr lang="en-GB" sz="2800" i="0" dirty="0" smtClean="0">
                          <a:solidFill>
                            <a:srgbClr val="FF0000"/>
                          </a:solidFill>
                          <a:latin typeface="+mj-lt"/>
                        </a:rPr>
                        <m:t>are</m:t>
                      </m:r>
                      <m:r>
                        <m:rPr>
                          <m:nor/>
                        </m:rPr>
                        <a:rPr lang="en-GB" sz="2800" i="0" dirty="0" smtClean="0">
                          <a:solidFill>
                            <a:srgbClr val="FF0000"/>
                          </a:solidFill>
                          <a:latin typeface="+mj-lt"/>
                        </a:rPr>
                        <m:t> </m:t>
                      </m:r>
                      <m:r>
                        <m:rPr>
                          <m:nor/>
                        </m:rPr>
                        <a:rPr lang="en-GB" sz="2800" i="0" dirty="0" smtClean="0">
                          <a:solidFill>
                            <a:srgbClr val="FF0000"/>
                          </a:solidFill>
                          <a:latin typeface="+mj-lt"/>
                        </a:rPr>
                        <m:t>independent</m:t>
                      </m:r>
                      <m:r>
                        <m:rPr>
                          <m:nor/>
                        </m:rPr>
                        <a:rPr lang="en-GB" sz="2800" i="0" dirty="0" smtClean="0">
                          <a:solidFill>
                            <a:srgbClr val="FF0000"/>
                          </a:solidFill>
                          <a:latin typeface="+mj-lt"/>
                        </a:rPr>
                        <m:t> </m:t>
                      </m:r>
                      <m:r>
                        <m:rPr>
                          <m:nor/>
                        </m:rPr>
                        <a:rPr lang="en-GB" sz="2800" i="0" dirty="0" smtClean="0">
                          <a:solidFill>
                            <a:srgbClr val="FF0000"/>
                          </a:solidFill>
                          <a:latin typeface="+mj-lt"/>
                        </a:rPr>
                        <m:t>events</m:t>
                      </m:r>
                    </m:oMath>
                  </m:oMathPara>
                </a14:m>
                <a:endParaRPr lang="en-IN" sz="2800" dirty="0">
                  <a:solidFill>
                    <a:srgbClr val="FF0000"/>
                  </a:solidFill>
                </a:endParaRPr>
              </a:p>
            </p:txBody>
          </p:sp>
        </mc:Choice>
        <mc:Fallback xmlns="">
          <p:sp>
            <p:nvSpPr>
              <p:cNvPr id="21" name="TextBox 20">
                <a:extLst>
                  <a:ext uri="{FF2B5EF4-FFF2-40B4-BE49-F238E27FC236}">
                    <a16:creationId xmlns:a16="http://schemas.microsoft.com/office/drawing/2014/main" id="{26B2ED7C-4629-485B-8D21-D07566DFFEC2}"/>
                  </a:ext>
                </a:extLst>
              </p:cNvPr>
              <p:cNvSpPr txBox="1">
                <a:spLocks noRot="1" noChangeAspect="1" noMove="1" noResize="1" noEditPoints="1" noAdjustHandles="1" noChangeArrowheads="1" noChangeShapeType="1" noTextEdit="1"/>
              </p:cNvSpPr>
              <p:nvPr/>
            </p:nvSpPr>
            <p:spPr>
              <a:xfrm>
                <a:off x="1058581" y="2213375"/>
                <a:ext cx="4660104" cy="523220"/>
              </a:xfrm>
              <a:prstGeom prst="rect">
                <a:avLst/>
              </a:prstGeom>
              <a:blipFill>
                <a:blip r:embed="rId11"/>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2209763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20" grpId="0"/>
      <p:bldP spid="21"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8"/>
            <a:ext cx="11929645" cy="5106241"/>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US" dirty="0"/>
              <a:t>A market survey was conducted in four cities to find out the preference for brand X soap. The responses are shown below:</a:t>
            </a:r>
          </a:p>
        </p:txBody>
      </p:sp>
      <p:graphicFrame>
        <p:nvGraphicFramePr>
          <p:cNvPr id="6" name="Table 5">
            <a:extLst>
              <a:ext uri="{FF2B5EF4-FFF2-40B4-BE49-F238E27FC236}">
                <a16:creationId xmlns:a16="http://schemas.microsoft.com/office/drawing/2014/main" id="{8D342469-8C84-4EAD-B1BE-4F5A830D0D78}"/>
              </a:ext>
            </a:extLst>
          </p:cNvPr>
          <p:cNvGraphicFramePr>
            <a:graphicFrameLocks noGrp="1"/>
          </p:cNvGraphicFramePr>
          <p:nvPr>
            <p:extLst>
              <p:ext uri="{D42A27DB-BD31-4B8C-83A1-F6EECF244321}">
                <p14:modId xmlns:p14="http://schemas.microsoft.com/office/powerpoint/2010/main" val="997639229"/>
              </p:ext>
            </p:extLst>
          </p:nvPr>
        </p:nvGraphicFramePr>
        <p:xfrm>
          <a:off x="350251" y="1858729"/>
          <a:ext cx="7941518" cy="2304000"/>
        </p:xfrm>
        <a:graphic>
          <a:graphicData uri="http://schemas.openxmlformats.org/drawingml/2006/table">
            <a:tbl>
              <a:tblPr firstRow="1" firstCol="1" bandRow="1">
                <a:tableStyleId>{5C22544A-7EE6-4342-B048-85BDC9FD1C3A}</a:tableStyleId>
              </a:tblPr>
              <a:tblGrid>
                <a:gridCol w="1758428">
                  <a:extLst>
                    <a:ext uri="{9D8B030D-6E8A-4147-A177-3AD203B41FA5}">
                      <a16:colId xmlns:a16="http://schemas.microsoft.com/office/drawing/2014/main" val="2433329078"/>
                    </a:ext>
                  </a:extLst>
                </a:gridCol>
                <a:gridCol w="1236618">
                  <a:extLst>
                    <a:ext uri="{9D8B030D-6E8A-4147-A177-3AD203B41FA5}">
                      <a16:colId xmlns:a16="http://schemas.microsoft.com/office/drawing/2014/main" val="3464893450"/>
                    </a:ext>
                  </a:extLst>
                </a:gridCol>
                <a:gridCol w="1236618">
                  <a:extLst>
                    <a:ext uri="{9D8B030D-6E8A-4147-A177-3AD203B41FA5}">
                      <a16:colId xmlns:a16="http://schemas.microsoft.com/office/drawing/2014/main" val="3857945437"/>
                    </a:ext>
                  </a:extLst>
                </a:gridCol>
                <a:gridCol w="1236618">
                  <a:extLst>
                    <a:ext uri="{9D8B030D-6E8A-4147-A177-3AD203B41FA5}">
                      <a16:colId xmlns:a16="http://schemas.microsoft.com/office/drawing/2014/main" val="3606347837"/>
                    </a:ext>
                  </a:extLst>
                </a:gridCol>
                <a:gridCol w="1236618">
                  <a:extLst>
                    <a:ext uri="{9D8B030D-6E8A-4147-A177-3AD203B41FA5}">
                      <a16:colId xmlns:a16="http://schemas.microsoft.com/office/drawing/2014/main" val="1244922438"/>
                    </a:ext>
                  </a:extLst>
                </a:gridCol>
                <a:gridCol w="1236618">
                  <a:extLst>
                    <a:ext uri="{9D8B030D-6E8A-4147-A177-3AD203B41FA5}">
                      <a16:colId xmlns:a16="http://schemas.microsoft.com/office/drawing/2014/main" val="829673207"/>
                    </a:ext>
                  </a:extLst>
                </a:gridCol>
              </a:tblGrid>
              <a:tr h="432000">
                <a:tc>
                  <a:txBody>
                    <a:bodyPr/>
                    <a:lstStyle/>
                    <a:p>
                      <a:pPr marL="0" marR="0" algn="ctr">
                        <a:spcBef>
                          <a:spcPts val="0"/>
                        </a:spcBef>
                        <a:spcAft>
                          <a:spcPts val="0"/>
                        </a:spcAft>
                      </a:pPr>
                      <a:r>
                        <a:rPr lang="en-US" sz="2600" dirty="0">
                          <a:solidFill>
                            <a:schemeClr val="bg2"/>
                          </a:solidFill>
                          <a:effectLst/>
                          <a:uFill>
                            <a:solidFill>
                              <a:srgbClr val="0070C0"/>
                            </a:solidFill>
                          </a:uFill>
                        </a:rPr>
                        <a:t> </a:t>
                      </a:r>
                      <a:endParaRPr lang="en-IN" sz="2600" dirty="0">
                        <a:solidFill>
                          <a:schemeClr val="bg2"/>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28575"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rPr>
                        <a:t>Delhi </a:t>
                      </a:r>
                      <a:endParaRPr lang="en-IN" sz="2600" dirty="0">
                        <a:solidFill>
                          <a:schemeClr val="bg2"/>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rPr>
                        <a:t>Kolkata</a:t>
                      </a:r>
                      <a:endParaRPr lang="en-IN" sz="2600" dirty="0">
                        <a:solidFill>
                          <a:schemeClr val="bg2"/>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rPr>
                        <a:t>Chennai</a:t>
                      </a:r>
                      <a:endParaRPr lang="en-IN" sz="2600" dirty="0">
                        <a:solidFill>
                          <a:schemeClr val="bg2"/>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rPr>
                        <a:t>Mumbai</a:t>
                      </a:r>
                      <a:endParaRPr lang="en-IN" sz="2600" dirty="0">
                        <a:solidFill>
                          <a:schemeClr val="bg2"/>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chemeClr val="bg2"/>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2468173"/>
                  </a:ext>
                </a:extLst>
              </a:tr>
              <a:tr h="468000">
                <a:tc>
                  <a:txBody>
                    <a:bodyPr/>
                    <a:lstStyle/>
                    <a:p>
                      <a:pPr marL="0" marR="0" algn="ctr">
                        <a:spcBef>
                          <a:spcPts val="0"/>
                        </a:spcBef>
                        <a:spcAft>
                          <a:spcPts val="0"/>
                        </a:spcAft>
                      </a:pPr>
                      <a:r>
                        <a:rPr lang="en-US" sz="2600" dirty="0">
                          <a:solidFill>
                            <a:schemeClr val="bg2"/>
                          </a:solidFill>
                          <a:effectLst/>
                          <a:uFill>
                            <a:solidFill>
                              <a:srgbClr val="0070C0"/>
                            </a:solidFill>
                          </a:uFill>
                        </a:rPr>
                        <a:t>Yes</a:t>
                      </a:r>
                      <a:endParaRPr lang="en-IN" sz="2600" dirty="0">
                        <a:solidFill>
                          <a:schemeClr val="bg2"/>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28575"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45</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55</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a:solidFill>
                            <a:schemeClr val="bg2"/>
                          </a:solidFill>
                          <a:effectLst/>
                          <a:uFill>
                            <a:solidFill>
                              <a:srgbClr val="0070C0"/>
                            </a:solidFill>
                          </a:uFill>
                          <a:latin typeface="Cambria Math" panose="02040503050406030204" pitchFamily="18" charset="0"/>
                          <a:ea typeface="Cambria Math" panose="02040503050406030204" pitchFamily="18" charset="0"/>
                        </a:rPr>
                        <a:t>60</a:t>
                      </a:r>
                      <a:endParaRPr lang="en-IN" sz="260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50</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77174820"/>
                  </a:ext>
                </a:extLst>
              </a:tr>
              <a:tr h="468000">
                <a:tc>
                  <a:txBody>
                    <a:bodyPr/>
                    <a:lstStyle/>
                    <a:p>
                      <a:pPr marL="0" marR="0" algn="ctr">
                        <a:spcBef>
                          <a:spcPts val="0"/>
                        </a:spcBef>
                        <a:spcAft>
                          <a:spcPts val="0"/>
                        </a:spcAft>
                      </a:pPr>
                      <a:r>
                        <a:rPr lang="en-US" sz="2600">
                          <a:solidFill>
                            <a:schemeClr val="bg2"/>
                          </a:solidFill>
                          <a:effectLst/>
                          <a:uFill>
                            <a:solidFill>
                              <a:srgbClr val="0070C0"/>
                            </a:solidFill>
                          </a:uFill>
                        </a:rPr>
                        <a:t>No</a:t>
                      </a:r>
                      <a:endParaRPr lang="en-IN" sz="2600">
                        <a:solidFill>
                          <a:schemeClr val="bg2"/>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28575"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35</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45</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35</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45</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48472993"/>
                  </a:ext>
                </a:extLst>
              </a:tr>
              <a:tr h="468000">
                <a:tc>
                  <a:txBody>
                    <a:bodyPr/>
                    <a:lstStyle/>
                    <a:p>
                      <a:pPr marL="0" marR="0" algn="ctr">
                        <a:spcBef>
                          <a:spcPts val="0"/>
                        </a:spcBef>
                        <a:spcAft>
                          <a:spcPts val="0"/>
                        </a:spcAft>
                      </a:pPr>
                      <a:r>
                        <a:rPr lang="en-US" sz="2600" dirty="0">
                          <a:solidFill>
                            <a:schemeClr val="bg2"/>
                          </a:solidFill>
                          <a:effectLst/>
                          <a:uFill>
                            <a:solidFill>
                              <a:srgbClr val="0070C0"/>
                            </a:solidFill>
                          </a:uFill>
                        </a:rPr>
                        <a:t>No opinion</a:t>
                      </a:r>
                      <a:endParaRPr lang="en-IN" sz="2600" dirty="0">
                        <a:solidFill>
                          <a:schemeClr val="bg2"/>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28575"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5</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5</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5</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5</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38549054"/>
                  </a:ext>
                </a:extLst>
              </a:tr>
              <a:tr h="468000">
                <a:tc>
                  <a:txBody>
                    <a:bodyPr/>
                    <a:lstStyle/>
                    <a:p>
                      <a:pPr marL="0" marR="0" algn="ctr">
                        <a:spcBef>
                          <a:spcPts val="0"/>
                        </a:spcBef>
                        <a:spcAft>
                          <a:spcPts val="0"/>
                        </a:spcAft>
                      </a:pPr>
                      <a:endParaRPr lang="en-IN" sz="2600" dirty="0">
                        <a:solidFill>
                          <a:schemeClr val="bg2"/>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28575"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541782991"/>
                  </a:ext>
                </a:extLst>
              </a:tr>
            </a:tbl>
          </a:graphicData>
        </a:graphic>
      </p:graphicFrame>
      <p:sp>
        <p:nvSpPr>
          <p:cNvPr id="57" name="TextBox 56">
            <a:extLst>
              <a:ext uri="{FF2B5EF4-FFF2-40B4-BE49-F238E27FC236}">
                <a16:creationId xmlns:a16="http://schemas.microsoft.com/office/drawing/2014/main" id="{1F69D3D2-4BE7-495C-80D9-493C02ABD29E}"/>
              </a:ext>
            </a:extLst>
          </p:cNvPr>
          <p:cNvSpPr txBox="1"/>
          <p:nvPr/>
        </p:nvSpPr>
        <p:spPr>
          <a:xfrm>
            <a:off x="2193808" y="3719174"/>
            <a:ext cx="1115263" cy="492443"/>
          </a:xfrm>
          <a:prstGeom prst="rect">
            <a:avLst/>
          </a:prstGeom>
          <a:noFill/>
        </p:spPr>
        <p:txBody>
          <a:bodyPr wrap="square">
            <a:spAutoFit/>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85</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58" name="TextBox 57">
            <a:extLst>
              <a:ext uri="{FF2B5EF4-FFF2-40B4-BE49-F238E27FC236}">
                <a16:creationId xmlns:a16="http://schemas.microsoft.com/office/drawing/2014/main" id="{499D11EA-8535-4E85-A63F-C701F2493245}"/>
              </a:ext>
            </a:extLst>
          </p:cNvPr>
          <p:cNvSpPr txBox="1"/>
          <p:nvPr/>
        </p:nvSpPr>
        <p:spPr>
          <a:xfrm>
            <a:off x="3422980" y="3719174"/>
            <a:ext cx="1115263" cy="492443"/>
          </a:xfrm>
          <a:prstGeom prst="rect">
            <a:avLst/>
          </a:prstGeom>
          <a:noFill/>
        </p:spPr>
        <p:txBody>
          <a:bodyPr wrap="square">
            <a:spAutoFit/>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105</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59" name="TextBox 58">
            <a:extLst>
              <a:ext uri="{FF2B5EF4-FFF2-40B4-BE49-F238E27FC236}">
                <a16:creationId xmlns:a16="http://schemas.microsoft.com/office/drawing/2014/main" id="{F2CB2682-B675-4779-A744-D0CDB8E35551}"/>
              </a:ext>
            </a:extLst>
          </p:cNvPr>
          <p:cNvSpPr txBox="1"/>
          <p:nvPr/>
        </p:nvSpPr>
        <p:spPr>
          <a:xfrm>
            <a:off x="4661192" y="3719174"/>
            <a:ext cx="1115263" cy="492443"/>
          </a:xfrm>
          <a:prstGeom prst="rect">
            <a:avLst/>
          </a:prstGeom>
          <a:noFill/>
        </p:spPr>
        <p:txBody>
          <a:bodyPr wrap="square">
            <a:spAutoFit/>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100</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60" name="TextBox 59">
            <a:extLst>
              <a:ext uri="{FF2B5EF4-FFF2-40B4-BE49-F238E27FC236}">
                <a16:creationId xmlns:a16="http://schemas.microsoft.com/office/drawing/2014/main" id="{0E1D16DF-1CD6-4918-8994-622AD608C02B}"/>
              </a:ext>
            </a:extLst>
          </p:cNvPr>
          <p:cNvSpPr txBox="1"/>
          <p:nvPr/>
        </p:nvSpPr>
        <p:spPr>
          <a:xfrm>
            <a:off x="5871705" y="3719174"/>
            <a:ext cx="1115263" cy="492443"/>
          </a:xfrm>
          <a:prstGeom prst="rect">
            <a:avLst/>
          </a:prstGeom>
          <a:noFill/>
        </p:spPr>
        <p:txBody>
          <a:bodyPr wrap="square">
            <a:spAutoFit/>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100</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54" name="TextBox 53">
            <a:extLst>
              <a:ext uri="{FF2B5EF4-FFF2-40B4-BE49-F238E27FC236}">
                <a16:creationId xmlns:a16="http://schemas.microsoft.com/office/drawing/2014/main" id="{FFFF0BE5-51F9-484B-89AA-9EC0E3C7CE3D}"/>
              </a:ext>
            </a:extLst>
          </p:cNvPr>
          <p:cNvSpPr txBox="1"/>
          <p:nvPr/>
        </p:nvSpPr>
        <p:spPr>
          <a:xfrm>
            <a:off x="7109828" y="2297350"/>
            <a:ext cx="1115263" cy="492443"/>
          </a:xfrm>
          <a:prstGeom prst="rect">
            <a:avLst/>
          </a:prstGeom>
          <a:noFill/>
        </p:spPr>
        <p:txBody>
          <a:bodyPr wrap="square">
            <a:spAutoFit/>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210</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55" name="TextBox 54">
            <a:extLst>
              <a:ext uri="{FF2B5EF4-FFF2-40B4-BE49-F238E27FC236}">
                <a16:creationId xmlns:a16="http://schemas.microsoft.com/office/drawing/2014/main" id="{05F102F1-88CF-47C6-9923-573232C0D6E9}"/>
              </a:ext>
            </a:extLst>
          </p:cNvPr>
          <p:cNvSpPr txBox="1"/>
          <p:nvPr/>
        </p:nvSpPr>
        <p:spPr>
          <a:xfrm>
            <a:off x="7109828" y="2761954"/>
            <a:ext cx="1115263" cy="492443"/>
          </a:xfrm>
          <a:prstGeom prst="rect">
            <a:avLst/>
          </a:prstGeom>
          <a:noFill/>
        </p:spPr>
        <p:txBody>
          <a:bodyPr wrap="square">
            <a:spAutoFit/>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160</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56" name="TextBox 55">
            <a:extLst>
              <a:ext uri="{FF2B5EF4-FFF2-40B4-BE49-F238E27FC236}">
                <a16:creationId xmlns:a16="http://schemas.microsoft.com/office/drawing/2014/main" id="{5AF7133B-7AED-41B4-B850-FB033E885593}"/>
              </a:ext>
            </a:extLst>
          </p:cNvPr>
          <p:cNvSpPr txBox="1"/>
          <p:nvPr/>
        </p:nvSpPr>
        <p:spPr>
          <a:xfrm>
            <a:off x="7109828" y="3235689"/>
            <a:ext cx="1115263" cy="492443"/>
          </a:xfrm>
          <a:prstGeom prst="rect">
            <a:avLst/>
          </a:prstGeom>
          <a:noFill/>
        </p:spPr>
        <p:txBody>
          <a:bodyPr wrap="square">
            <a:spAutoFit/>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20</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61" name="TextBox 60">
            <a:extLst>
              <a:ext uri="{FF2B5EF4-FFF2-40B4-BE49-F238E27FC236}">
                <a16:creationId xmlns:a16="http://schemas.microsoft.com/office/drawing/2014/main" id="{5AAFE973-16C7-4D84-9569-F25C19769E25}"/>
              </a:ext>
            </a:extLst>
          </p:cNvPr>
          <p:cNvSpPr txBox="1"/>
          <p:nvPr/>
        </p:nvSpPr>
        <p:spPr>
          <a:xfrm>
            <a:off x="7109828" y="3719174"/>
            <a:ext cx="1115263" cy="492443"/>
          </a:xfrm>
          <a:prstGeom prst="rect">
            <a:avLst/>
          </a:prstGeom>
          <a:noFill/>
        </p:spPr>
        <p:txBody>
          <a:bodyPr wrap="square">
            <a:spAutoFit/>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390</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2" name="Title 1"/>
          <p:cNvSpPr>
            <a:spLocks noGrp="1"/>
          </p:cNvSpPr>
          <p:nvPr>
            <p:ph type="title"/>
          </p:nvPr>
        </p:nvSpPr>
        <p:spPr/>
        <p:txBody>
          <a:bodyPr/>
          <a:lstStyle/>
          <a:p>
            <a:r>
              <a:rPr lang="en-GB" dirty="0"/>
              <a:t>Method 3 ⇝ Example 5</a:t>
            </a:r>
            <a:endParaRPr lang="en-US" dirty="0"/>
          </a:p>
        </p:txBody>
      </p:sp>
      <p:sp>
        <p:nvSpPr>
          <p:cNvPr id="62" name="TextBox 61">
            <a:extLst>
              <a:ext uri="{FF2B5EF4-FFF2-40B4-BE49-F238E27FC236}">
                <a16:creationId xmlns:a16="http://schemas.microsoft.com/office/drawing/2014/main" id="{E0368568-3F56-4E52-A5A6-3600816F37AB}"/>
              </a:ext>
            </a:extLst>
          </p:cNvPr>
          <p:cNvSpPr txBox="1"/>
          <p:nvPr/>
        </p:nvSpPr>
        <p:spPr>
          <a:xfrm>
            <a:off x="131177" y="4149302"/>
            <a:ext cx="11786503" cy="954107"/>
          </a:xfrm>
          <a:prstGeom prst="rect">
            <a:avLst/>
          </a:prstGeom>
          <a:noFill/>
        </p:spPr>
        <p:txBody>
          <a:bodyPr wrap="square">
            <a:spAutoFit/>
          </a:bodyPr>
          <a:lstStyle/>
          <a:p>
            <a:pPr marL="514350" indent="-514350" algn="just">
              <a:buAutoNum type="arabicParenBoth"/>
            </a:pPr>
            <a:r>
              <a:rPr lang="en-US" sz="2800" dirty="0">
                <a:solidFill>
                  <a:schemeClr val="bg2"/>
                </a:solidFill>
                <a:effectLst/>
                <a:latin typeface="+mj-lt"/>
                <a:ea typeface="Calibri" panose="020F0502020204030204" pitchFamily="34" charset="0"/>
                <a:cs typeface="Shruti" panose="020B0502040204020203" pitchFamily="34" charset="0"/>
              </a:rPr>
              <a:t>What is the probability that a consumer preferred brand X, given that he was from Chennai?</a:t>
            </a:r>
            <a:endParaRPr lang="en-IN" sz="2800" dirty="0">
              <a:solidFill>
                <a:schemeClr val="bg2"/>
              </a:solidFill>
              <a:latin typeface="+mj-lt"/>
            </a:endParaRPr>
          </a:p>
        </p:txBody>
      </p:sp>
      <p:sp>
        <p:nvSpPr>
          <p:cNvPr id="63" name="TextBox 62">
            <a:extLst>
              <a:ext uri="{FF2B5EF4-FFF2-40B4-BE49-F238E27FC236}">
                <a16:creationId xmlns:a16="http://schemas.microsoft.com/office/drawing/2014/main" id="{E267FD73-C427-4CF4-8AA5-6CF428A5A142}"/>
              </a:ext>
            </a:extLst>
          </p:cNvPr>
          <p:cNvSpPr txBox="1"/>
          <p:nvPr/>
        </p:nvSpPr>
        <p:spPr>
          <a:xfrm>
            <a:off x="131177" y="5035045"/>
            <a:ext cx="11786503" cy="954107"/>
          </a:xfrm>
          <a:prstGeom prst="rect">
            <a:avLst/>
          </a:prstGeom>
          <a:noFill/>
        </p:spPr>
        <p:txBody>
          <a:bodyPr wrap="square">
            <a:spAutoFit/>
          </a:bodyPr>
          <a:lstStyle/>
          <a:p>
            <a:pPr marL="514350" indent="-514350" algn="just">
              <a:buAutoNum type="arabicParenBoth" startAt="2"/>
            </a:pPr>
            <a:r>
              <a:rPr lang="en-GB" sz="2800" dirty="0">
                <a:solidFill>
                  <a:schemeClr val="bg2"/>
                </a:solidFill>
                <a:effectLst/>
                <a:latin typeface="+mj-lt"/>
                <a:ea typeface="Calibri" panose="020F0502020204030204" pitchFamily="34" charset="0"/>
                <a:cs typeface="Shruti" panose="020B0502040204020203" pitchFamily="34" charset="0"/>
              </a:rPr>
              <a:t>Given that a consumer preferred brand X, what is the probability that he was from Mumbai</a:t>
            </a:r>
            <a:r>
              <a:rPr lang="en-US" sz="2800" dirty="0">
                <a:solidFill>
                  <a:schemeClr val="bg2"/>
                </a:solidFill>
                <a:effectLst/>
                <a:latin typeface="+mj-lt"/>
                <a:ea typeface="Calibri" panose="020F0502020204030204" pitchFamily="34" charset="0"/>
                <a:cs typeface="Shruti" panose="020B0502040204020203" pitchFamily="34" charset="0"/>
              </a:rPr>
              <a:t>?</a:t>
            </a:r>
            <a:endParaRPr lang="en-IN" sz="2800" dirty="0">
              <a:solidFill>
                <a:schemeClr val="bg2"/>
              </a:solidFill>
              <a:latin typeface="+mj-lt"/>
            </a:endParaRPr>
          </a:p>
        </p:txBody>
      </p:sp>
    </p:spTree>
    <p:extLst>
      <p:ext uri="{BB962C8B-B14F-4D97-AF65-F5344CB8AC3E}">
        <p14:creationId xmlns:p14="http://schemas.microsoft.com/office/powerpoint/2010/main" val="232944920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5 (</a:t>
            </a:r>
            <a:r>
              <a:rPr lang="en-IN" dirty="0"/>
              <a:t>Continue</a:t>
            </a:r>
            <a:r>
              <a:rPr lang="en-GB" dirty="0"/>
              <a:t>)</a:t>
            </a:r>
            <a:endParaRPr lang="en-US" dirty="0"/>
          </a:p>
        </p:txBody>
      </p:sp>
      <p:sp>
        <p:nvSpPr>
          <p:cNvPr id="62" name="TextBox 61">
            <a:extLst>
              <a:ext uri="{FF2B5EF4-FFF2-40B4-BE49-F238E27FC236}">
                <a16:creationId xmlns:a16="http://schemas.microsoft.com/office/drawing/2014/main" id="{E0368568-3F56-4E52-A5A6-3600816F37AB}"/>
              </a:ext>
            </a:extLst>
          </p:cNvPr>
          <p:cNvSpPr txBox="1"/>
          <p:nvPr/>
        </p:nvSpPr>
        <p:spPr>
          <a:xfrm>
            <a:off x="202748" y="3125618"/>
            <a:ext cx="11786503" cy="954107"/>
          </a:xfrm>
          <a:prstGeom prst="rect">
            <a:avLst/>
          </a:prstGeom>
          <a:noFill/>
        </p:spPr>
        <p:txBody>
          <a:bodyPr wrap="square">
            <a:spAutoFit/>
          </a:bodyPr>
          <a:lstStyle/>
          <a:p>
            <a:pPr marL="514350" indent="-514350" algn="just">
              <a:buAutoNum type="arabicParenBoth"/>
            </a:pPr>
            <a:r>
              <a:rPr lang="en-US" sz="2800" b="1" dirty="0">
                <a:solidFill>
                  <a:srgbClr val="002060"/>
                </a:solidFill>
                <a:effectLst/>
                <a:latin typeface="+mj-lt"/>
                <a:ea typeface="Calibri" panose="020F0502020204030204" pitchFamily="34" charset="0"/>
                <a:cs typeface="Shruti" panose="020B0502040204020203" pitchFamily="34" charset="0"/>
              </a:rPr>
              <a:t>What is the probability that a consumer preferred brand X, given that he was from Chennai?</a:t>
            </a:r>
            <a:endParaRPr lang="en-IN" sz="2800" b="1" dirty="0">
              <a:solidFill>
                <a:srgbClr val="002060"/>
              </a:solidFill>
              <a:latin typeface="+mj-lt"/>
            </a:endParaRPr>
          </a:p>
        </p:txBody>
      </p:sp>
      <p:sp>
        <p:nvSpPr>
          <p:cNvPr id="63" name="TextBox 62">
            <a:extLst>
              <a:ext uri="{FF2B5EF4-FFF2-40B4-BE49-F238E27FC236}">
                <a16:creationId xmlns:a16="http://schemas.microsoft.com/office/drawing/2014/main" id="{E267FD73-C427-4CF4-8AA5-6CF428A5A142}"/>
              </a:ext>
            </a:extLst>
          </p:cNvPr>
          <p:cNvSpPr txBox="1"/>
          <p:nvPr/>
        </p:nvSpPr>
        <p:spPr>
          <a:xfrm>
            <a:off x="202747" y="6884788"/>
            <a:ext cx="11786503" cy="954107"/>
          </a:xfrm>
          <a:prstGeom prst="rect">
            <a:avLst/>
          </a:prstGeom>
          <a:noFill/>
        </p:spPr>
        <p:txBody>
          <a:bodyPr wrap="square">
            <a:spAutoFit/>
          </a:bodyPr>
          <a:lstStyle/>
          <a:p>
            <a:pPr marL="514350" indent="-514350" algn="just">
              <a:buAutoNum type="arabicParenBoth" startAt="2"/>
            </a:pPr>
            <a:r>
              <a:rPr lang="en-GB" sz="2800" dirty="0">
                <a:solidFill>
                  <a:schemeClr val="bg1"/>
                </a:solidFill>
                <a:effectLst/>
                <a:latin typeface="+mj-lt"/>
                <a:ea typeface="Calibri" panose="020F0502020204030204" pitchFamily="34" charset="0"/>
                <a:cs typeface="Shruti" panose="020B0502040204020203" pitchFamily="34" charset="0"/>
              </a:rPr>
              <a:t>Given that a consumer preferred brand X, what is the probability that he was from Mumbai</a:t>
            </a:r>
            <a:r>
              <a:rPr lang="en-US" sz="2800" dirty="0">
                <a:solidFill>
                  <a:schemeClr val="bg1"/>
                </a:solidFill>
                <a:effectLst/>
                <a:latin typeface="+mj-lt"/>
                <a:ea typeface="Calibri" panose="020F0502020204030204" pitchFamily="34" charset="0"/>
                <a:cs typeface="Shruti" panose="020B0502040204020203" pitchFamily="34" charset="0"/>
              </a:rPr>
              <a:t>?</a:t>
            </a:r>
            <a:endParaRPr lang="en-IN" sz="2800" dirty="0">
              <a:solidFill>
                <a:schemeClr val="bg1"/>
              </a:solidFill>
              <a:latin typeface="+mj-lt"/>
            </a:endParaRPr>
          </a:p>
        </p:txBody>
      </p:sp>
      <p:graphicFrame>
        <p:nvGraphicFramePr>
          <p:cNvPr id="25" name="Table 24">
            <a:extLst>
              <a:ext uri="{FF2B5EF4-FFF2-40B4-BE49-F238E27FC236}">
                <a16:creationId xmlns:a16="http://schemas.microsoft.com/office/drawing/2014/main" id="{F78A630D-E57B-4B75-9D87-40FB4683EB37}"/>
              </a:ext>
            </a:extLst>
          </p:cNvPr>
          <p:cNvGraphicFramePr>
            <a:graphicFrameLocks noGrp="1"/>
          </p:cNvGraphicFramePr>
          <p:nvPr>
            <p:extLst>
              <p:ext uri="{D42A27DB-BD31-4B8C-83A1-F6EECF244321}">
                <p14:modId xmlns:p14="http://schemas.microsoft.com/office/powerpoint/2010/main" val="820900884"/>
              </p:ext>
            </p:extLst>
          </p:nvPr>
        </p:nvGraphicFramePr>
        <p:xfrm>
          <a:off x="2046782" y="821424"/>
          <a:ext cx="7630617" cy="2187332"/>
        </p:xfrm>
        <a:graphic>
          <a:graphicData uri="http://schemas.openxmlformats.org/drawingml/2006/table">
            <a:tbl>
              <a:tblPr firstRow="1" firstCol="1" bandRow="1">
                <a:tableStyleId>{5C22544A-7EE6-4342-B048-85BDC9FD1C3A}</a:tableStyleId>
              </a:tblPr>
              <a:tblGrid>
                <a:gridCol w="1689587">
                  <a:extLst>
                    <a:ext uri="{9D8B030D-6E8A-4147-A177-3AD203B41FA5}">
                      <a16:colId xmlns:a16="http://schemas.microsoft.com/office/drawing/2014/main" val="2433329078"/>
                    </a:ext>
                  </a:extLst>
                </a:gridCol>
                <a:gridCol w="1188206">
                  <a:extLst>
                    <a:ext uri="{9D8B030D-6E8A-4147-A177-3AD203B41FA5}">
                      <a16:colId xmlns:a16="http://schemas.microsoft.com/office/drawing/2014/main" val="3464893450"/>
                    </a:ext>
                  </a:extLst>
                </a:gridCol>
                <a:gridCol w="1188206">
                  <a:extLst>
                    <a:ext uri="{9D8B030D-6E8A-4147-A177-3AD203B41FA5}">
                      <a16:colId xmlns:a16="http://schemas.microsoft.com/office/drawing/2014/main" val="3857945437"/>
                    </a:ext>
                  </a:extLst>
                </a:gridCol>
                <a:gridCol w="1188206">
                  <a:extLst>
                    <a:ext uri="{9D8B030D-6E8A-4147-A177-3AD203B41FA5}">
                      <a16:colId xmlns:a16="http://schemas.microsoft.com/office/drawing/2014/main" val="3606347837"/>
                    </a:ext>
                  </a:extLst>
                </a:gridCol>
                <a:gridCol w="1188206">
                  <a:extLst>
                    <a:ext uri="{9D8B030D-6E8A-4147-A177-3AD203B41FA5}">
                      <a16:colId xmlns:a16="http://schemas.microsoft.com/office/drawing/2014/main" val="1244922438"/>
                    </a:ext>
                  </a:extLst>
                </a:gridCol>
                <a:gridCol w="1188206">
                  <a:extLst>
                    <a:ext uri="{9D8B030D-6E8A-4147-A177-3AD203B41FA5}">
                      <a16:colId xmlns:a16="http://schemas.microsoft.com/office/drawing/2014/main" val="829673207"/>
                    </a:ext>
                  </a:extLst>
                </a:gridCol>
              </a:tblGrid>
              <a:tr h="432000">
                <a:tc>
                  <a:txBody>
                    <a:bodyPr/>
                    <a:lstStyle/>
                    <a:p>
                      <a:pPr marL="0" marR="0" algn="ctr">
                        <a:spcBef>
                          <a:spcPts val="0"/>
                        </a:spcBef>
                        <a:spcAft>
                          <a:spcPts val="0"/>
                        </a:spcAft>
                      </a:pPr>
                      <a:r>
                        <a:rPr lang="en-US" sz="2600" dirty="0">
                          <a:solidFill>
                            <a:srgbClr val="002060"/>
                          </a:solidFill>
                          <a:effectLst/>
                          <a:uFill>
                            <a:solidFill>
                              <a:srgbClr val="0070C0"/>
                            </a:solidFill>
                          </a:uFill>
                        </a:rPr>
                        <a:t> </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rPr>
                        <a:t>Delhi </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rPr>
                        <a:t>Kolkata</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rPr>
                        <a:t>Chennai</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rPr>
                        <a:t>Mumbai</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2468173"/>
                  </a:ext>
                </a:extLst>
              </a:tr>
              <a:tr h="438833">
                <a:tc>
                  <a:txBody>
                    <a:bodyPr/>
                    <a:lstStyle/>
                    <a:p>
                      <a:pPr marL="0" marR="0" algn="ctr">
                        <a:spcBef>
                          <a:spcPts val="0"/>
                        </a:spcBef>
                        <a:spcAft>
                          <a:spcPts val="0"/>
                        </a:spcAft>
                      </a:pPr>
                      <a:r>
                        <a:rPr lang="en-US" sz="2600" dirty="0">
                          <a:solidFill>
                            <a:srgbClr val="002060"/>
                          </a:solidFill>
                          <a:effectLst/>
                          <a:uFill>
                            <a:solidFill>
                              <a:srgbClr val="0070C0"/>
                            </a:solidFill>
                          </a:uFill>
                        </a:rPr>
                        <a:t>Yes</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45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55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a:solidFill>
                            <a:srgbClr val="002060"/>
                          </a:solidFill>
                          <a:effectLst/>
                          <a:uFill>
                            <a:solidFill>
                              <a:srgbClr val="0070C0"/>
                            </a:solidFill>
                          </a:uFill>
                          <a:latin typeface="Cambria Math" panose="02040503050406030204" pitchFamily="18" charset="0"/>
                          <a:ea typeface="Cambria Math" panose="02040503050406030204" pitchFamily="18" charset="0"/>
                        </a:rPr>
                        <a:t>60</a:t>
                      </a:r>
                      <a:endParaRPr lang="en-IN" sz="260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50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1177174820"/>
                  </a:ext>
                </a:extLst>
              </a:tr>
              <a:tr h="438833">
                <a:tc>
                  <a:txBody>
                    <a:bodyPr/>
                    <a:lstStyle/>
                    <a:p>
                      <a:pPr marL="0" marR="0" algn="ctr">
                        <a:spcBef>
                          <a:spcPts val="0"/>
                        </a:spcBef>
                        <a:spcAft>
                          <a:spcPts val="0"/>
                        </a:spcAft>
                      </a:pPr>
                      <a:r>
                        <a:rPr lang="en-US" sz="2600">
                          <a:solidFill>
                            <a:srgbClr val="002060"/>
                          </a:solidFill>
                          <a:effectLst/>
                          <a:uFill>
                            <a:solidFill>
                              <a:srgbClr val="0070C0"/>
                            </a:solidFill>
                          </a:uFill>
                        </a:rPr>
                        <a:t>No</a:t>
                      </a:r>
                      <a:endParaRPr lang="en-IN" sz="26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35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45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35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45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1948472993"/>
                  </a:ext>
                </a:extLst>
              </a:tr>
              <a:tr h="438833">
                <a:tc>
                  <a:txBody>
                    <a:bodyPr/>
                    <a:lstStyle/>
                    <a:p>
                      <a:pPr marL="0" marR="0" algn="ctr">
                        <a:spcBef>
                          <a:spcPts val="0"/>
                        </a:spcBef>
                        <a:spcAft>
                          <a:spcPts val="0"/>
                        </a:spcAft>
                      </a:pPr>
                      <a:r>
                        <a:rPr lang="en-US" sz="2600" dirty="0">
                          <a:solidFill>
                            <a:srgbClr val="002060"/>
                          </a:solidFill>
                          <a:effectLst/>
                          <a:uFill>
                            <a:solidFill>
                              <a:srgbClr val="0070C0"/>
                            </a:solidFill>
                          </a:uFill>
                        </a:rPr>
                        <a:t>No opinion</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2438549054"/>
                  </a:ext>
                </a:extLst>
              </a:tr>
              <a:tr h="438833">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541782991"/>
                  </a:ext>
                </a:extLst>
              </a:tr>
            </a:tbl>
          </a:graphicData>
        </a:graphic>
      </p:graphicFrame>
      <p:sp>
        <p:nvSpPr>
          <p:cNvPr id="26" name="TextBox 25">
            <a:extLst>
              <a:ext uri="{FF2B5EF4-FFF2-40B4-BE49-F238E27FC236}">
                <a16:creationId xmlns:a16="http://schemas.microsoft.com/office/drawing/2014/main" id="{DD447B1F-E793-417E-99A6-FE5CF24FB768}"/>
              </a:ext>
            </a:extLst>
          </p:cNvPr>
          <p:cNvSpPr txBox="1"/>
          <p:nvPr/>
        </p:nvSpPr>
        <p:spPr>
          <a:xfrm>
            <a:off x="3809065" y="2555307"/>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85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27" name="TextBox 26">
            <a:extLst>
              <a:ext uri="{FF2B5EF4-FFF2-40B4-BE49-F238E27FC236}">
                <a16:creationId xmlns:a16="http://schemas.microsoft.com/office/drawing/2014/main" id="{1E382470-ACDD-42ED-AE10-D84F11F11E14}"/>
              </a:ext>
            </a:extLst>
          </p:cNvPr>
          <p:cNvSpPr txBox="1"/>
          <p:nvPr/>
        </p:nvSpPr>
        <p:spPr>
          <a:xfrm>
            <a:off x="4994327" y="2550524"/>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105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28" name="TextBox 27">
            <a:extLst>
              <a:ext uri="{FF2B5EF4-FFF2-40B4-BE49-F238E27FC236}">
                <a16:creationId xmlns:a16="http://schemas.microsoft.com/office/drawing/2014/main" id="{937F7F7E-EE35-4A09-8745-ABFDFFBCACBB}"/>
              </a:ext>
            </a:extLst>
          </p:cNvPr>
          <p:cNvSpPr txBox="1"/>
          <p:nvPr/>
        </p:nvSpPr>
        <p:spPr>
          <a:xfrm>
            <a:off x="6207715" y="2555307"/>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100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29" name="TextBox 28">
            <a:extLst>
              <a:ext uri="{FF2B5EF4-FFF2-40B4-BE49-F238E27FC236}">
                <a16:creationId xmlns:a16="http://schemas.microsoft.com/office/drawing/2014/main" id="{7215E840-890A-4A1C-8186-D4FA8F90AE86}"/>
              </a:ext>
            </a:extLst>
          </p:cNvPr>
          <p:cNvSpPr txBox="1"/>
          <p:nvPr/>
        </p:nvSpPr>
        <p:spPr>
          <a:xfrm>
            <a:off x="7362901" y="2555307"/>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100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30" name="TextBox 29">
            <a:extLst>
              <a:ext uri="{FF2B5EF4-FFF2-40B4-BE49-F238E27FC236}">
                <a16:creationId xmlns:a16="http://schemas.microsoft.com/office/drawing/2014/main" id="{0262F231-163B-4559-9BB1-22077C891EFD}"/>
              </a:ext>
            </a:extLst>
          </p:cNvPr>
          <p:cNvSpPr txBox="1"/>
          <p:nvPr/>
        </p:nvSpPr>
        <p:spPr>
          <a:xfrm>
            <a:off x="8518088" y="1238016"/>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210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31" name="TextBox 30">
            <a:extLst>
              <a:ext uri="{FF2B5EF4-FFF2-40B4-BE49-F238E27FC236}">
                <a16:creationId xmlns:a16="http://schemas.microsoft.com/office/drawing/2014/main" id="{F34C3A0B-9082-4909-9D90-81828C1C58CC}"/>
              </a:ext>
            </a:extLst>
          </p:cNvPr>
          <p:cNvSpPr txBox="1"/>
          <p:nvPr/>
        </p:nvSpPr>
        <p:spPr>
          <a:xfrm>
            <a:off x="8518088" y="1677113"/>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160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32" name="TextBox 31">
            <a:extLst>
              <a:ext uri="{FF2B5EF4-FFF2-40B4-BE49-F238E27FC236}">
                <a16:creationId xmlns:a16="http://schemas.microsoft.com/office/drawing/2014/main" id="{F9AFD8C1-CC69-48E8-8ED7-C5E07AD8142C}"/>
              </a:ext>
            </a:extLst>
          </p:cNvPr>
          <p:cNvSpPr txBox="1"/>
          <p:nvPr/>
        </p:nvSpPr>
        <p:spPr>
          <a:xfrm>
            <a:off x="8518088" y="2116210"/>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20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33" name="TextBox 32">
            <a:extLst>
              <a:ext uri="{FF2B5EF4-FFF2-40B4-BE49-F238E27FC236}">
                <a16:creationId xmlns:a16="http://schemas.microsoft.com/office/drawing/2014/main" id="{2BED8145-5085-448D-A924-F98226305DF8}"/>
              </a:ext>
            </a:extLst>
          </p:cNvPr>
          <p:cNvSpPr txBox="1"/>
          <p:nvPr/>
        </p:nvSpPr>
        <p:spPr>
          <a:xfrm>
            <a:off x="8518088" y="2555307"/>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390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38" name="Content Placeholder 2">
            <a:extLst>
              <a:ext uri="{FF2B5EF4-FFF2-40B4-BE49-F238E27FC236}">
                <a16:creationId xmlns:a16="http://schemas.microsoft.com/office/drawing/2014/main" id="{3150D260-974F-4B2E-ABA3-2EDCDF01554E}"/>
              </a:ext>
            </a:extLst>
          </p:cNvPr>
          <p:cNvSpPr txBox="1">
            <a:spLocks/>
          </p:cNvSpPr>
          <p:nvPr/>
        </p:nvSpPr>
        <p:spPr>
          <a:xfrm>
            <a:off x="131176" y="808947"/>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F03DEF67-291F-4DD6-A8C0-BBB8B9259418}"/>
                  </a:ext>
                </a:extLst>
              </p:cNvPr>
              <p:cNvSpPr txBox="1"/>
              <p:nvPr/>
            </p:nvSpPr>
            <p:spPr>
              <a:xfrm>
                <a:off x="9945928" y="808947"/>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GB" b="0" i="0" dirty="0" smtClean="0">
                              <a:latin typeface="Cambria Math" panose="02040503050406030204" pitchFamily="18" charset="0"/>
                            </a:rPr>
                            <m:t>S</m:t>
                          </m:r>
                        </m:e>
                      </m:d>
                    </m:oMath>
                  </m:oMathPara>
                </a14:m>
                <a:endParaRPr lang="en-IN" dirty="0">
                  <a:latin typeface="+mn-lt"/>
                </a:endParaRPr>
              </a:p>
            </p:txBody>
          </p:sp>
        </mc:Choice>
        <mc:Fallback xmlns="">
          <p:sp>
            <p:nvSpPr>
              <p:cNvPr id="39" name="TextBox 38">
                <a:extLst>
                  <a:ext uri="{FF2B5EF4-FFF2-40B4-BE49-F238E27FC236}">
                    <a16:creationId xmlns:a16="http://schemas.microsoft.com/office/drawing/2014/main" id="{F03DEF67-291F-4DD6-A8C0-BBB8B9259418}"/>
                  </a:ext>
                </a:extLst>
              </p:cNvPr>
              <p:cNvSpPr txBox="1">
                <a:spLocks noRot="1" noChangeAspect="1" noMove="1" noResize="1" noEditPoints="1" noAdjustHandles="1" noChangeArrowheads="1" noChangeShapeType="1" noTextEdit="1"/>
              </p:cNvSpPr>
              <p:nvPr/>
            </p:nvSpPr>
            <p:spPr>
              <a:xfrm>
                <a:off x="9945928" y="808947"/>
                <a:ext cx="863234"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7A84687-3719-42D3-8228-7AC2F7D6B0D9}"/>
                  </a:ext>
                </a:extLst>
              </p:cNvPr>
              <p:cNvSpPr txBox="1"/>
              <p:nvPr/>
            </p:nvSpPr>
            <p:spPr>
              <a:xfrm>
                <a:off x="10739312" y="808947"/>
                <a:ext cx="124993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390</m:t>
                      </m:r>
                    </m:oMath>
                  </m:oMathPara>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87A84687-3719-42D3-8228-7AC2F7D6B0D9}"/>
                  </a:ext>
                </a:extLst>
              </p:cNvPr>
              <p:cNvSpPr txBox="1">
                <a:spLocks noRot="1" noChangeAspect="1" noMove="1" noResize="1" noEditPoints="1" noAdjustHandles="1" noChangeArrowheads="1" noChangeShapeType="1" noTextEdit="1"/>
              </p:cNvSpPr>
              <p:nvPr/>
            </p:nvSpPr>
            <p:spPr>
              <a:xfrm>
                <a:off x="10739312" y="808947"/>
                <a:ext cx="1249939"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A7CC18B4-124A-4C5D-9487-7B6D191B66C1}"/>
                  </a:ext>
                </a:extLst>
              </p:cNvPr>
              <p:cNvSpPr txBox="1"/>
              <p:nvPr/>
            </p:nvSpPr>
            <p:spPr>
              <a:xfrm>
                <a:off x="1594215" y="4063693"/>
                <a:ext cx="5184955" cy="523220"/>
              </a:xfrm>
              <a:prstGeom prst="rect">
                <a:avLst/>
              </a:prstGeom>
              <a:noFill/>
            </p:spPr>
            <p:txBody>
              <a:bodyPr wrap="square" rtlCol="0">
                <a:spAutoFit/>
              </a:bodyPr>
              <a:lstStyle/>
              <a:p>
                <a14:m>
                  <m:oMath xmlns:m="http://schemas.openxmlformats.org/officeDocument/2006/math">
                    <m:r>
                      <m:rPr>
                        <m:sty m:val="p"/>
                      </m:rPr>
                      <a:rPr lang="en-IN" sz="2800" b="0" i="0" dirty="0" smtClean="0">
                        <a:solidFill>
                          <a:srgbClr val="002060"/>
                        </a:solidFill>
                        <a:latin typeface="Cambria Math" panose="02040503050406030204" pitchFamily="18" charset="0"/>
                      </a:rPr>
                      <m:t>A</m:t>
                    </m:r>
                  </m:oMath>
                </a14:m>
                <a:r>
                  <a:rPr lang="en-IN" sz="2800" dirty="0">
                    <a:solidFill>
                      <a:srgbClr val="002060"/>
                    </a:solidFill>
                  </a:rPr>
                  <a:t> : </a:t>
                </a:r>
                <a:r>
                  <a:rPr lang="en-GB" sz="2800" dirty="0">
                    <a:solidFill>
                      <a:srgbClr val="002060"/>
                    </a:solidFill>
                  </a:rPr>
                  <a:t>consumer is from Chennai</a:t>
                </a:r>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A7CC18B4-124A-4C5D-9487-7B6D191B66C1}"/>
                  </a:ext>
                </a:extLst>
              </p:cNvPr>
              <p:cNvSpPr txBox="1">
                <a:spLocks noRot="1" noChangeAspect="1" noMove="1" noResize="1" noEditPoints="1" noAdjustHandles="1" noChangeArrowheads="1" noChangeShapeType="1" noTextEdit="1"/>
              </p:cNvSpPr>
              <p:nvPr/>
            </p:nvSpPr>
            <p:spPr>
              <a:xfrm>
                <a:off x="1594215" y="4063693"/>
                <a:ext cx="5184955" cy="523220"/>
              </a:xfrm>
              <a:prstGeom prst="rect">
                <a:avLst/>
              </a:prstGeom>
              <a:blipFill>
                <a:blip r:embed="rId4"/>
                <a:stretch>
                  <a:fillRect t="-1176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8A6EE28F-94EA-4D81-A369-D6B0BDCB7C96}"/>
                  </a:ext>
                </a:extLst>
              </p:cNvPr>
              <p:cNvSpPr txBox="1"/>
              <p:nvPr/>
            </p:nvSpPr>
            <p:spPr>
              <a:xfrm>
                <a:off x="6208687" y="4063693"/>
                <a:ext cx="5390236" cy="523220"/>
              </a:xfrm>
              <a:prstGeom prst="rect">
                <a:avLst/>
              </a:prstGeom>
              <a:noFill/>
            </p:spPr>
            <p:txBody>
              <a:bodyPr wrap="square" rtlCol="0">
                <a:spAutoFit/>
              </a:bodyPr>
              <a:lstStyle/>
              <a:p>
                <a14:m>
                  <m:oMath xmlns:m="http://schemas.openxmlformats.org/officeDocument/2006/math">
                    <m:r>
                      <m:rPr>
                        <m:sty m:val="p"/>
                      </m:rPr>
                      <a:rPr lang="en-IN" sz="2800" b="0" i="0" dirty="0" smtClean="0">
                        <a:solidFill>
                          <a:srgbClr val="002060"/>
                        </a:solidFill>
                        <a:latin typeface="Cambria Math" panose="02040503050406030204" pitchFamily="18" charset="0"/>
                      </a:rPr>
                      <m:t>B</m:t>
                    </m:r>
                  </m:oMath>
                </a14:m>
                <a:r>
                  <a:rPr lang="en-IN" sz="2800" dirty="0">
                    <a:solidFill>
                      <a:srgbClr val="002060"/>
                    </a:solidFill>
                  </a:rPr>
                  <a:t> : </a:t>
                </a:r>
                <a:r>
                  <a:rPr lang="en-GB" sz="2800" dirty="0">
                    <a:solidFill>
                      <a:srgbClr val="002060"/>
                    </a:solidFill>
                  </a:rPr>
                  <a:t>consumer preferred Brand X</a:t>
                </a:r>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8A6EE28F-94EA-4D81-A369-D6B0BDCB7C96}"/>
                  </a:ext>
                </a:extLst>
              </p:cNvPr>
              <p:cNvSpPr txBox="1">
                <a:spLocks noRot="1" noChangeAspect="1" noMove="1" noResize="1" noEditPoints="1" noAdjustHandles="1" noChangeArrowheads="1" noChangeShapeType="1" noTextEdit="1"/>
              </p:cNvSpPr>
              <p:nvPr/>
            </p:nvSpPr>
            <p:spPr>
              <a:xfrm>
                <a:off x="6208687" y="4063693"/>
                <a:ext cx="5390236" cy="523220"/>
              </a:xfrm>
              <a:prstGeom prst="rect">
                <a:avLst/>
              </a:prstGeom>
              <a:blipFill>
                <a:blip r:embed="rId5"/>
                <a:stretch>
                  <a:fillRect t="-1176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5E2487A5-C1B8-4C22-88CD-45D36BD6E65F}"/>
                  </a:ext>
                </a:extLst>
              </p:cNvPr>
              <p:cNvSpPr txBox="1"/>
              <p:nvPr/>
            </p:nvSpPr>
            <p:spPr>
              <a:xfrm>
                <a:off x="1594215" y="5263378"/>
                <a:ext cx="141345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B</m:t>
                          </m:r>
                          <m:r>
                            <a:rPr lang="en-IN" b="0" i="0" dirty="0" smtClean="0">
                              <a:solidFill>
                                <a:srgbClr val="002060"/>
                              </a:solidFill>
                              <a:latin typeface="Cambria Math" panose="02040503050406030204" pitchFamily="18" charset="0"/>
                            </a:rPr>
                            <m:t> | </m:t>
                          </m:r>
                          <m:r>
                            <m:rPr>
                              <m:sty m:val="p"/>
                            </m:rPr>
                            <a:rPr lang="en-IN" b="0" i="0" dirty="0" smtClean="0">
                              <a:solidFill>
                                <a:srgbClr val="002060"/>
                              </a:solidFill>
                              <a:latin typeface="Cambria Math" panose="02040503050406030204" pitchFamily="18" charset="0"/>
                            </a:rPr>
                            <m:t>A</m:t>
                          </m:r>
                        </m:e>
                      </m:d>
                    </m:oMath>
                  </m:oMathPara>
                </a14:m>
                <a:endParaRPr lang="en-IN" dirty="0">
                  <a:solidFill>
                    <a:srgbClr val="002060"/>
                  </a:solidFill>
                  <a:latin typeface="+mn-lt"/>
                </a:endParaRPr>
              </a:p>
            </p:txBody>
          </p:sp>
        </mc:Choice>
        <mc:Fallback xmlns="">
          <p:sp>
            <p:nvSpPr>
              <p:cNvPr id="43" name="TextBox 42">
                <a:extLst>
                  <a:ext uri="{FF2B5EF4-FFF2-40B4-BE49-F238E27FC236}">
                    <a16:creationId xmlns:a16="http://schemas.microsoft.com/office/drawing/2014/main" id="{5E2487A5-C1B8-4C22-88CD-45D36BD6E65F}"/>
                  </a:ext>
                </a:extLst>
              </p:cNvPr>
              <p:cNvSpPr txBox="1">
                <a:spLocks noRot="1" noChangeAspect="1" noMove="1" noResize="1" noEditPoints="1" noAdjustHandles="1" noChangeArrowheads="1" noChangeShapeType="1" noTextEdit="1"/>
              </p:cNvSpPr>
              <p:nvPr/>
            </p:nvSpPr>
            <p:spPr>
              <a:xfrm>
                <a:off x="1594215" y="5263378"/>
                <a:ext cx="141345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674EBF2-B522-458E-BBD2-5782E056B698}"/>
                  </a:ext>
                </a:extLst>
              </p:cNvPr>
              <p:cNvSpPr txBox="1"/>
              <p:nvPr/>
            </p:nvSpPr>
            <p:spPr>
              <a:xfrm>
                <a:off x="2887945" y="5030269"/>
                <a:ext cx="2106382" cy="98943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A</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B</m:t>
                              </m:r>
                            </m:e>
                          </m:d>
                          <m:r>
                            <a:rPr lang="en-US" sz="2800" i="1">
                              <a:solidFill>
                                <a:srgbClr val="002060"/>
                              </a:solidFill>
                              <a:latin typeface="Cambria Math" panose="02040503050406030204" pitchFamily="18" charset="0"/>
                            </a:rPr>
                            <m:t> </m:t>
                          </m:r>
                        </m:num>
                        <m:den>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e>
                          </m:d>
                          <m:r>
                            <a:rPr lang="en-US" sz="2800">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44" name="TextBox 43">
                <a:extLst>
                  <a:ext uri="{FF2B5EF4-FFF2-40B4-BE49-F238E27FC236}">
                    <a16:creationId xmlns:a16="http://schemas.microsoft.com/office/drawing/2014/main" id="{1674EBF2-B522-458E-BBD2-5782E056B698}"/>
                  </a:ext>
                </a:extLst>
              </p:cNvPr>
              <p:cNvSpPr txBox="1">
                <a:spLocks noRot="1" noChangeAspect="1" noMove="1" noResize="1" noEditPoints="1" noAdjustHandles="1" noChangeArrowheads="1" noChangeShapeType="1" noTextEdit="1"/>
              </p:cNvSpPr>
              <p:nvPr/>
            </p:nvSpPr>
            <p:spPr>
              <a:xfrm>
                <a:off x="2887945" y="5030269"/>
                <a:ext cx="2106382" cy="989438"/>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268FC1F1-443D-4BA8-9D96-F30360CCDA81}"/>
                  </a:ext>
                </a:extLst>
              </p:cNvPr>
              <p:cNvSpPr txBox="1"/>
              <p:nvPr/>
            </p:nvSpPr>
            <p:spPr>
              <a:xfrm>
                <a:off x="4921354" y="5263378"/>
                <a:ext cx="419903"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oMath>
                  </m:oMathPara>
                </a14:m>
                <a:endParaRPr lang="en-IN" sz="2800" dirty="0">
                  <a:solidFill>
                    <a:srgbClr val="002060"/>
                  </a:solidFill>
                  <a:latin typeface="Cambria Math" panose="02040503050406030204" pitchFamily="18" charset="0"/>
                </a:endParaRPr>
              </a:p>
            </p:txBody>
          </p:sp>
        </mc:Choice>
        <mc:Fallback xmlns="">
          <p:sp>
            <p:nvSpPr>
              <p:cNvPr id="45" name="TextBox 44">
                <a:extLst>
                  <a:ext uri="{FF2B5EF4-FFF2-40B4-BE49-F238E27FC236}">
                    <a16:creationId xmlns:a16="http://schemas.microsoft.com/office/drawing/2014/main" id="{268FC1F1-443D-4BA8-9D96-F30360CCDA81}"/>
                  </a:ext>
                </a:extLst>
              </p:cNvPr>
              <p:cNvSpPr txBox="1">
                <a:spLocks noRot="1" noChangeAspect="1" noMove="1" noResize="1" noEditPoints="1" noAdjustHandles="1" noChangeArrowheads="1" noChangeShapeType="1" noTextEdit="1"/>
              </p:cNvSpPr>
              <p:nvPr/>
            </p:nvSpPr>
            <p:spPr>
              <a:xfrm>
                <a:off x="4921354" y="5263378"/>
                <a:ext cx="419903" cy="523220"/>
              </a:xfrm>
              <a:prstGeom prst="rect">
                <a:avLst/>
              </a:prstGeom>
              <a:blipFill>
                <a:blip r:embed="rId8"/>
                <a:stretch>
                  <a:fillRect/>
                </a:stretch>
              </a:blipFill>
            </p:spPr>
            <p:txBody>
              <a:bodyPr/>
              <a:lstStyle/>
              <a:p>
                <a:r>
                  <a:rPr lang="en-IN">
                    <a:noFill/>
                  </a:rPr>
                  <a:t> </a:t>
                </a:r>
              </a:p>
            </p:txBody>
          </p:sp>
        </mc:Fallback>
      </mc:AlternateContent>
      <p:sp>
        <p:nvSpPr>
          <p:cNvPr id="3" name="Rectangle: Rounded Corners 2">
            <a:extLst>
              <a:ext uri="{FF2B5EF4-FFF2-40B4-BE49-F238E27FC236}">
                <a16:creationId xmlns:a16="http://schemas.microsoft.com/office/drawing/2014/main" id="{ECBD8152-00D6-44E2-B3A5-1A7830C86E4F}"/>
              </a:ext>
            </a:extLst>
          </p:cNvPr>
          <p:cNvSpPr/>
          <p:nvPr/>
        </p:nvSpPr>
        <p:spPr>
          <a:xfrm>
            <a:off x="6427833" y="1273175"/>
            <a:ext cx="562109" cy="39758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B906E703-B7FA-4ED3-8BC6-B14EBB91C6EE}"/>
                  </a:ext>
                </a:extLst>
              </p:cNvPr>
              <p:cNvSpPr txBox="1"/>
              <p:nvPr/>
            </p:nvSpPr>
            <p:spPr>
              <a:xfrm>
                <a:off x="5357546" y="4902253"/>
                <a:ext cx="1593150" cy="128304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IN" sz="2800" i="1" smtClean="0">
                              <a:solidFill>
                                <a:srgbClr val="002060"/>
                              </a:solidFill>
                              <a:latin typeface="Cambria Math" panose="02040503050406030204" pitchFamily="18" charset="0"/>
                            </a:rPr>
                          </m:ctrlPr>
                        </m:fPr>
                        <m:num>
                          <m:f>
                            <m:fPr>
                              <m:type m:val="skw"/>
                              <m:ctrlPr>
                                <a:rPr lang="en-IN" sz="2800" i="1">
                                  <a:solidFill>
                                    <a:schemeClr val="bg2"/>
                                  </a:solidFill>
                                  <a:latin typeface="Cambria Math" panose="02040503050406030204" pitchFamily="18" charset="0"/>
                                </a:rPr>
                              </m:ctrlPr>
                            </m:fPr>
                            <m:num>
                              <m:r>
                                <a:rPr lang="en-IN" sz="2800" i="1">
                                  <a:solidFill>
                                    <a:schemeClr val="bg2"/>
                                  </a:solidFill>
                                  <a:latin typeface="Cambria Math" panose="02040503050406030204" pitchFamily="18" charset="0"/>
                                </a:rPr>
                                <m:t>60</m:t>
                              </m:r>
                            </m:num>
                            <m:den>
                              <m:r>
                                <a:rPr lang="en-IN" sz="2800" i="1">
                                  <a:solidFill>
                                    <a:schemeClr val="bg2"/>
                                  </a:solidFill>
                                  <a:latin typeface="Cambria Math" panose="02040503050406030204" pitchFamily="18" charset="0"/>
                                </a:rPr>
                                <m:t>390</m:t>
                              </m:r>
                            </m:den>
                          </m:f>
                          <m:r>
                            <a:rPr lang="en-US" sz="2800" i="1">
                              <a:solidFill>
                                <a:srgbClr val="002060"/>
                              </a:solidFill>
                              <a:latin typeface="Cambria Math" panose="02040503050406030204" pitchFamily="18" charset="0"/>
                            </a:rPr>
                            <m:t> </m:t>
                          </m:r>
                        </m:num>
                        <m:den>
                          <m:r>
                            <a:rPr lang="en-IN" sz="2800" b="0" i="1" smtClean="0">
                              <a:solidFill>
                                <a:schemeClr val="bg2"/>
                              </a:solidFill>
                              <a:latin typeface="Cambria Math" panose="02040503050406030204" pitchFamily="18" charset="0"/>
                            </a:rPr>
                            <m:t> </m:t>
                          </m:r>
                          <m:r>
                            <a:rPr lang="en-IN" sz="2800" i="1">
                              <a:solidFill>
                                <a:schemeClr val="bg2"/>
                              </a:solidFill>
                              <a:latin typeface="Cambria Math" panose="02040503050406030204" pitchFamily="18" charset="0"/>
                            </a:rPr>
                            <m:t> </m:t>
                          </m:r>
                          <m:f>
                            <m:fPr>
                              <m:type m:val="skw"/>
                              <m:ctrlPr>
                                <a:rPr lang="en-IN" sz="2800" i="1">
                                  <a:solidFill>
                                    <a:schemeClr val="bg2"/>
                                  </a:solidFill>
                                  <a:latin typeface="Cambria Math" panose="02040503050406030204" pitchFamily="18" charset="0"/>
                                </a:rPr>
                              </m:ctrlPr>
                            </m:fPr>
                            <m:num>
                              <m:r>
                                <a:rPr lang="en-IN" sz="2800" b="0" i="1" smtClean="0">
                                  <a:solidFill>
                                    <a:schemeClr val="bg2"/>
                                  </a:solidFill>
                                  <a:latin typeface="Cambria Math" panose="02040503050406030204" pitchFamily="18" charset="0"/>
                                </a:rPr>
                                <m:t>100</m:t>
                              </m:r>
                            </m:num>
                            <m:den>
                              <m:r>
                                <a:rPr lang="en-IN" sz="2800" i="1">
                                  <a:solidFill>
                                    <a:schemeClr val="bg2"/>
                                  </a:solidFill>
                                  <a:latin typeface="Cambria Math" panose="02040503050406030204" pitchFamily="18" charset="0"/>
                                </a:rPr>
                                <m:t>3</m:t>
                              </m:r>
                              <m:r>
                                <a:rPr lang="en-IN" sz="2800" b="0" i="1" smtClean="0">
                                  <a:solidFill>
                                    <a:schemeClr val="bg2"/>
                                  </a:solidFill>
                                  <a:latin typeface="Cambria Math" panose="02040503050406030204" pitchFamily="18" charset="0"/>
                                </a:rPr>
                                <m:t>90</m:t>
                              </m:r>
                            </m:den>
                          </m:f>
                          <m:r>
                            <a:rPr lang="en-IN" sz="2800" i="1">
                              <a:solidFill>
                                <a:schemeClr val="bg2"/>
                              </a:solidFill>
                              <a:latin typeface="Cambria Math" panose="02040503050406030204" pitchFamily="18" charset="0"/>
                            </a:rPr>
                            <m:t> </m:t>
                          </m:r>
                          <m:r>
                            <a:rPr lang="en-US" sz="2800">
                              <a:solidFill>
                                <a:schemeClr val="bg2"/>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47" name="TextBox 46">
                <a:extLst>
                  <a:ext uri="{FF2B5EF4-FFF2-40B4-BE49-F238E27FC236}">
                    <a16:creationId xmlns:a16="http://schemas.microsoft.com/office/drawing/2014/main" id="{B906E703-B7FA-4ED3-8BC6-B14EBB91C6EE}"/>
                  </a:ext>
                </a:extLst>
              </p:cNvPr>
              <p:cNvSpPr txBox="1">
                <a:spLocks noRot="1" noChangeAspect="1" noMove="1" noResize="1" noEditPoints="1" noAdjustHandles="1" noChangeArrowheads="1" noChangeShapeType="1" noTextEdit="1"/>
              </p:cNvSpPr>
              <p:nvPr/>
            </p:nvSpPr>
            <p:spPr>
              <a:xfrm>
                <a:off x="5357546" y="4902253"/>
                <a:ext cx="1593150" cy="1283044"/>
              </a:xfrm>
              <a:prstGeom prst="rect">
                <a:avLst/>
              </a:prstGeom>
              <a:blipFill>
                <a:blip r:embed="rId9"/>
                <a:stretch>
                  <a:fillRect r="-842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AF681BE5-4C8F-49EA-994D-3126442D747C}"/>
                  </a:ext>
                </a:extLst>
              </p:cNvPr>
              <p:cNvSpPr txBox="1"/>
              <p:nvPr/>
            </p:nvSpPr>
            <p:spPr>
              <a:xfrm>
                <a:off x="5524149" y="4885646"/>
                <a:ext cx="1476172" cy="658129"/>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f>
                        <m:fPr>
                          <m:type m:val="skw"/>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60</m:t>
                          </m:r>
                        </m:num>
                        <m:den>
                          <m:r>
                            <a:rPr lang="en-IN" sz="2800" i="1">
                              <a:solidFill>
                                <a:srgbClr val="002060"/>
                              </a:solidFill>
                              <a:latin typeface="Cambria Math" panose="02040503050406030204" pitchFamily="18" charset="0"/>
                            </a:rPr>
                            <m:t>390</m:t>
                          </m:r>
                        </m:den>
                      </m:f>
                    </m:oMath>
                  </m:oMathPara>
                </a14:m>
                <a:endParaRPr lang="en-IN" sz="2800" dirty="0">
                  <a:solidFill>
                    <a:srgbClr val="002060"/>
                  </a:solidFill>
                  <a:latin typeface="Cambria Math" panose="02040503050406030204" pitchFamily="18" charset="0"/>
                </a:endParaRPr>
              </a:p>
            </p:txBody>
          </p:sp>
        </mc:Choice>
        <mc:Fallback xmlns="">
          <p:sp>
            <p:nvSpPr>
              <p:cNvPr id="46" name="TextBox 45">
                <a:extLst>
                  <a:ext uri="{FF2B5EF4-FFF2-40B4-BE49-F238E27FC236}">
                    <a16:creationId xmlns:a16="http://schemas.microsoft.com/office/drawing/2014/main" id="{AF681BE5-4C8F-49EA-994D-3126442D747C}"/>
                  </a:ext>
                </a:extLst>
              </p:cNvPr>
              <p:cNvSpPr txBox="1">
                <a:spLocks noRot="1" noChangeAspect="1" noMove="1" noResize="1" noEditPoints="1" noAdjustHandles="1" noChangeArrowheads="1" noChangeShapeType="1" noTextEdit="1"/>
              </p:cNvSpPr>
              <p:nvPr/>
            </p:nvSpPr>
            <p:spPr>
              <a:xfrm>
                <a:off x="5524149" y="4885646"/>
                <a:ext cx="1476172" cy="658129"/>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78019613-83BB-45A5-BFF3-4387B4E7994D}"/>
                  </a:ext>
                </a:extLst>
              </p:cNvPr>
              <p:cNvSpPr txBox="1"/>
              <p:nvPr/>
            </p:nvSpPr>
            <p:spPr>
              <a:xfrm>
                <a:off x="5524149" y="5560382"/>
                <a:ext cx="1476172" cy="658129"/>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f>
                        <m:fPr>
                          <m:type m:val="skw"/>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100</m:t>
                          </m:r>
                        </m:num>
                        <m:den>
                          <m:r>
                            <a:rPr lang="en-IN" sz="2800" i="1">
                              <a:solidFill>
                                <a:srgbClr val="002060"/>
                              </a:solidFill>
                              <a:latin typeface="Cambria Math" panose="02040503050406030204" pitchFamily="18" charset="0"/>
                            </a:rPr>
                            <m:t>390</m:t>
                          </m:r>
                        </m:den>
                      </m:f>
                    </m:oMath>
                  </m:oMathPara>
                </a14:m>
                <a:endParaRPr lang="en-IN" sz="2800" dirty="0">
                  <a:solidFill>
                    <a:srgbClr val="002060"/>
                  </a:solidFill>
                  <a:latin typeface="Cambria Math" panose="02040503050406030204" pitchFamily="18" charset="0"/>
                </a:endParaRPr>
              </a:p>
            </p:txBody>
          </p:sp>
        </mc:Choice>
        <mc:Fallback xmlns="">
          <p:sp>
            <p:nvSpPr>
              <p:cNvPr id="48" name="TextBox 47">
                <a:extLst>
                  <a:ext uri="{FF2B5EF4-FFF2-40B4-BE49-F238E27FC236}">
                    <a16:creationId xmlns:a16="http://schemas.microsoft.com/office/drawing/2014/main" id="{78019613-83BB-45A5-BFF3-4387B4E7994D}"/>
                  </a:ext>
                </a:extLst>
              </p:cNvPr>
              <p:cNvSpPr txBox="1">
                <a:spLocks noRot="1" noChangeAspect="1" noMove="1" noResize="1" noEditPoints="1" noAdjustHandles="1" noChangeArrowheads="1" noChangeShapeType="1" noTextEdit="1"/>
              </p:cNvSpPr>
              <p:nvPr/>
            </p:nvSpPr>
            <p:spPr>
              <a:xfrm>
                <a:off x="5524149" y="5560382"/>
                <a:ext cx="1476172" cy="658129"/>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22D8DE4A-6C89-4A2E-897A-12AD0E7822E0}"/>
                  </a:ext>
                </a:extLst>
              </p:cNvPr>
              <p:cNvSpPr txBox="1"/>
              <p:nvPr/>
            </p:nvSpPr>
            <p:spPr>
              <a:xfrm>
                <a:off x="7166924" y="5263378"/>
                <a:ext cx="1241732"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=0.6</m:t>
                      </m:r>
                    </m:oMath>
                  </m:oMathPara>
                </a14:m>
                <a:endParaRPr lang="en-IN" sz="2800" dirty="0">
                  <a:solidFill>
                    <a:srgbClr val="002060"/>
                  </a:solidFill>
                  <a:latin typeface="Cambria Math" panose="02040503050406030204" pitchFamily="18" charset="0"/>
                </a:endParaRPr>
              </a:p>
            </p:txBody>
          </p:sp>
        </mc:Choice>
        <mc:Fallback xmlns="">
          <p:sp>
            <p:nvSpPr>
              <p:cNvPr id="50" name="TextBox 49">
                <a:extLst>
                  <a:ext uri="{FF2B5EF4-FFF2-40B4-BE49-F238E27FC236}">
                    <a16:creationId xmlns:a16="http://schemas.microsoft.com/office/drawing/2014/main" id="{22D8DE4A-6C89-4A2E-897A-12AD0E7822E0}"/>
                  </a:ext>
                </a:extLst>
              </p:cNvPr>
              <p:cNvSpPr txBox="1">
                <a:spLocks noRot="1" noChangeAspect="1" noMove="1" noResize="1" noEditPoints="1" noAdjustHandles="1" noChangeArrowheads="1" noChangeShapeType="1" noTextEdit="1"/>
              </p:cNvSpPr>
              <p:nvPr/>
            </p:nvSpPr>
            <p:spPr>
              <a:xfrm>
                <a:off x="7166924" y="5263378"/>
                <a:ext cx="1241732" cy="523220"/>
              </a:xfrm>
              <a:prstGeom prst="rect">
                <a:avLst/>
              </a:prstGeom>
              <a:blipFill>
                <a:blip r:embed="rId12"/>
                <a:stretch>
                  <a:fillRect/>
                </a:stretch>
              </a:blipFill>
            </p:spPr>
            <p:txBody>
              <a:bodyPr/>
              <a:lstStyle/>
              <a:p>
                <a:r>
                  <a:rPr lang="en-IN">
                    <a:noFill/>
                  </a:rPr>
                  <a:t> </a:t>
                </a:r>
              </a:p>
            </p:txBody>
          </p:sp>
        </mc:Fallback>
      </mc:AlternateContent>
      <p:sp>
        <p:nvSpPr>
          <p:cNvPr id="64" name="Rectangle: Rounded Corners 63">
            <a:extLst>
              <a:ext uri="{FF2B5EF4-FFF2-40B4-BE49-F238E27FC236}">
                <a16:creationId xmlns:a16="http://schemas.microsoft.com/office/drawing/2014/main" id="{43EF5739-1940-476B-9C4F-4A10977F5600}"/>
              </a:ext>
            </a:extLst>
          </p:cNvPr>
          <p:cNvSpPr/>
          <p:nvPr/>
        </p:nvSpPr>
        <p:spPr>
          <a:xfrm>
            <a:off x="6387926" y="2597951"/>
            <a:ext cx="666539" cy="39758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762066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wipe(left)">
                                      <p:cBhvr>
                                        <p:cTn id="35" dur="5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7"/>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64"/>
                                        </p:tgtEl>
                                        <p:attrNameLst>
                                          <p:attrName>style.visibility</p:attrName>
                                        </p:attrNameLst>
                                      </p:cBhvr>
                                      <p:to>
                                        <p:strVal val="visible"/>
                                      </p:to>
                                    </p:set>
                                    <p:animEffect transition="in" filter="wipe(left)">
                                      <p:cBhvr>
                                        <p:cTn id="48" dur="500"/>
                                        <p:tgtEl>
                                          <p:spTgt spid="64"/>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grpId="1" nodeType="clickEffect">
                                  <p:stCondLst>
                                    <p:cond delay="0"/>
                                  </p:stCondLst>
                                  <p:childTnLst>
                                    <p:set>
                                      <p:cBhvr>
                                        <p:cTn id="60" dur="1" fill="hold">
                                          <p:stCondLst>
                                            <p:cond delay="0"/>
                                          </p:stCondLst>
                                        </p:cTn>
                                        <p:tgtEl>
                                          <p:spTgt spid="3"/>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1" grpId="0"/>
      <p:bldP spid="42" grpId="0"/>
      <p:bldP spid="43" grpId="0"/>
      <p:bldP spid="44" grpId="0"/>
      <p:bldP spid="45" grpId="0"/>
      <p:bldP spid="3" grpId="0" animBg="1"/>
      <p:bldP spid="3" grpId="1" animBg="1"/>
      <p:bldP spid="47" grpId="0"/>
      <p:bldP spid="46" grpId="0"/>
      <p:bldP spid="48" grpId="0"/>
      <p:bldP spid="50" grpId="0"/>
      <p:bldP spid="64" grpId="0" animBg="1"/>
      <p:bldP spid="64" grpId="1"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a:extLst>
              <a:ext uri="{FF2B5EF4-FFF2-40B4-BE49-F238E27FC236}">
                <a16:creationId xmlns:a16="http://schemas.microsoft.com/office/drawing/2014/main" id="{E267FD73-C427-4CF4-8AA5-6CF428A5A142}"/>
              </a:ext>
            </a:extLst>
          </p:cNvPr>
          <p:cNvSpPr txBox="1"/>
          <p:nvPr/>
        </p:nvSpPr>
        <p:spPr>
          <a:xfrm>
            <a:off x="202748" y="3117602"/>
            <a:ext cx="11786503" cy="954107"/>
          </a:xfrm>
          <a:prstGeom prst="rect">
            <a:avLst/>
          </a:prstGeom>
          <a:noFill/>
        </p:spPr>
        <p:txBody>
          <a:bodyPr wrap="square">
            <a:spAutoFit/>
          </a:bodyPr>
          <a:lstStyle/>
          <a:p>
            <a:pPr marL="514350" indent="-514350" algn="just">
              <a:buAutoNum type="arabicParenBoth" startAt="2"/>
            </a:pPr>
            <a:r>
              <a:rPr lang="en-GB" sz="2800" b="1" dirty="0">
                <a:solidFill>
                  <a:srgbClr val="002060"/>
                </a:solidFill>
                <a:effectLst/>
                <a:latin typeface="+mj-lt"/>
                <a:ea typeface="Calibri" panose="020F0502020204030204" pitchFamily="34" charset="0"/>
                <a:cs typeface="Shruti" panose="020B0502040204020203" pitchFamily="34" charset="0"/>
              </a:rPr>
              <a:t>Given that a consumer preferred brand X, what is the probability that he was from Mumbai</a:t>
            </a:r>
            <a:r>
              <a:rPr lang="en-US" sz="2800" b="1" dirty="0">
                <a:solidFill>
                  <a:srgbClr val="002060"/>
                </a:solidFill>
                <a:effectLst/>
                <a:latin typeface="+mj-lt"/>
                <a:ea typeface="Calibri" panose="020F0502020204030204" pitchFamily="34" charset="0"/>
                <a:cs typeface="Shruti" panose="020B0502040204020203" pitchFamily="34" charset="0"/>
              </a:rPr>
              <a:t>?</a:t>
            </a:r>
            <a:endParaRPr lang="en-IN" sz="2800" b="1" dirty="0">
              <a:solidFill>
                <a:srgbClr val="002060"/>
              </a:solidFill>
              <a:latin typeface="+mj-lt"/>
            </a:endParaRPr>
          </a:p>
        </p:txBody>
      </p:sp>
      <p:sp>
        <p:nvSpPr>
          <p:cNvPr id="2" name="Title 1"/>
          <p:cNvSpPr>
            <a:spLocks noGrp="1"/>
          </p:cNvSpPr>
          <p:nvPr>
            <p:ph type="title"/>
          </p:nvPr>
        </p:nvSpPr>
        <p:spPr/>
        <p:txBody>
          <a:bodyPr/>
          <a:lstStyle/>
          <a:p>
            <a:r>
              <a:rPr lang="en-GB" dirty="0"/>
              <a:t>Method 3 ⇝ Example 5 (</a:t>
            </a:r>
            <a:r>
              <a:rPr lang="en-IN" dirty="0"/>
              <a:t>Continue</a:t>
            </a:r>
            <a:r>
              <a:rPr lang="en-GB" dirty="0"/>
              <a:t>)</a:t>
            </a:r>
            <a:endParaRPr lang="en-US" dirty="0"/>
          </a:p>
        </p:txBody>
      </p:sp>
      <p:graphicFrame>
        <p:nvGraphicFramePr>
          <p:cNvPr id="25" name="Table 24">
            <a:extLst>
              <a:ext uri="{FF2B5EF4-FFF2-40B4-BE49-F238E27FC236}">
                <a16:creationId xmlns:a16="http://schemas.microsoft.com/office/drawing/2014/main" id="{F78A630D-E57B-4B75-9D87-40FB4683EB37}"/>
              </a:ext>
            </a:extLst>
          </p:cNvPr>
          <p:cNvGraphicFramePr>
            <a:graphicFrameLocks noGrp="1"/>
          </p:cNvGraphicFramePr>
          <p:nvPr/>
        </p:nvGraphicFramePr>
        <p:xfrm>
          <a:off x="2046782" y="821424"/>
          <a:ext cx="7630617" cy="2187332"/>
        </p:xfrm>
        <a:graphic>
          <a:graphicData uri="http://schemas.openxmlformats.org/drawingml/2006/table">
            <a:tbl>
              <a:tblPr firstRow="1" firstCol="1" bandRow="1">
                <a:tableStyleId>{5C22544A-7EE6-4342-B048-85BDC9FD1C3A}</a:tableStyleId>
              </a:tblPr>
              <a:tblGrid>
                <a:gridCol w="1689587">
                  <a:extLst>
                    <a:ext uri="{9D8B030D-6E8A-4147-A177-3AD203B41FA5}">
                      <a16:colId xmlns:a16="http://schemas.microsoft.com/office/drawing/2014/main" val="2433329078"/>
                    </a:ext>
                  </a:extLst>
                </a:gridCol>
                <a:gridCol w="1188206">
                  <a:extLst>
                    <a:ext uri="{9D8B030D-6E8A-4147-A177-3AD203B41FA5}">
                      <a16:colId xmlns:a16="http://schemas.microsoft.com/office/drawing/2014/main" val="3464893450"/>
                    </a:ext>
                  </a:extLst>
                </a:gridCol>
                <a:gridCol w="1188206">
                  <a:extLst>
                    <a:ext uri="{9D8B030D-6E8A-4147-A177-3AD203B41FA5}">
                      <a16:colId xmlns:a16="http://schemas.microsoft.com/office/drawing/2014/main" val="3857945437"/>
                    </a:ext>
                  </a:extLst>
                </a:gridCol>
                <a:gridCol w="1188206">
                  <a:extLst>
                    <a:ext uri="{9D8B030D-6E8A-4147-A177-3AD203B41FA5}">
                      <a16:colId xmlns:a16="http://schemas.microsoft.com/office/drawing/2014/main" val="3606347837"/>
                    </a:ext>
                  </a:extLst>
                </a:gridCol>
                <a:gridCol w="1188206">
                  <a:extLst>
                    <a:ext uri="{9D8B030D-6E8A-4147-A177-3AD203B41FA5}">
                      <a16:colId xmlns:a16="http://schemas.microsoft.com/office/drawing/2014/main" val="1244922438"/>
                    </a:ext>
                  </a:extLst>
                </a:gridCol>
                <a:gridCol w="1188206">
                  <a:extLst>
                    <a:ext uri="{9D8B030D-6E8A-4147-A177-3AD203B41FA5}">
                      <a16:colId xmlns:a16="http://schemas.microsoft.com/office/drawing/2014/main" val="829673207"/>
                    </a:ext>
                  </a:extLst>
                </a:gridCol>
              </a:tblGrid>
              <a:tr h="432000">
                <a:tc>
                  <a:txBody>
                    <a:bodyPr/>
                    <a:lstStyle/>
                    <a:p>
                      <a:pPr marL="0" marR="0" algn="ctr">
                        <a:spcBef>
                          <a:spcPts val="0"/>
                        </a:spcBef>
                        <a:spcAft>
                          <a:spcPts val="0"/>
                        </a:spcAft>
                      </a:pPr>
                      <a:r>
                        <a:rPr lang="en-US" sz="2600" dirty="0">
                          <a:solidFill>
                            <a:srgbClr val="002060"/>
                          </a:solidFill>
                          <a:effectLst/>
                          <a:uFill>
                            <a:solidFill>
                              <a:srgbClr val="0070C0"/>
                            </a:solidFill>
                          </a:uFill>
                        </a:rPr>
                        <a:t> </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rPr>
                        <a:t>Delhi </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rPr>
                        <a:t>Kolkata</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rPr>
                        <a:t>Chennai</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rPr>
                        <a:t>Mumbai</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2468173"/>
                  </a:ext>
                </a:extLst>
              </a:tr>
              <a:tr h="438833">
                <a:tc>
                  <a:txBody>
                    <a:bodyPr/>
                    <a:lstStyle/>
                    <a:p>
                      <a:pPr marL="0" marR="0" algn="ctr">
                        <a:spcBef>
                          <a:spcPts val="0"/>
                        </a:spcBef>
                        <a:spcAft>
                          <a:spcPts val="0"/>
                        </a:spcAft>
                      </a:pPr>
                      <a:r>
                        <a:rPr lang="en-US" sz="2600" dirty="0">
                          <a:solidFill>
                            <a:srgbClr val="002060"/>
                          </a:solidFill>
                          <a:effectLst/>
                          <a:uFill>
                            <a:solidFill>
                              <a:srgbClr val="0070C0"/>
                            </a:solidFill>
                          </a:uFill>
                        </a:rPr>
                        <a:t>Yes</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45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55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a:solidFill>
                            <a:srgbClr val="002060"/>
                          </a:solidFill>
                          <a:effectLst/>
                          <a:uFill>
                            <a:solidFill>
                              <a:srgbClr val="0070C0"/>
                            </a:solidFill>
                          </a:uFill>
                          <a:latin typeface="Cambria Math" panose="02040503050406030204" pitchFamily="18" charset="0"/>
                          <a:ea typeface="Cambria Math" panose="02040503050406030204" pitchFamily="18" charset="0"/>
                        </a:rPr>
                        <a:t>60</a:t>
                      </a:r>
                      <a:endParaRPr lang="en-IN" sz="260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50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1177174820"/>
                  </a:ext>
                </a:extLst>
              </a:tr>
              <a:tr h="438833">
                <a:tc>
                  <a:txBody>
                    <a:bodyPr/>
                    <a:lstStyle/>
                    <a:p>
                      <a:pPr marL="0" marR="0" algn="ctr">
                        <a:spcBef>
                          <a:spcPts val="0"/>
                        </a:spcBef>
                        <a:spcAft>
                          <a:spcPts val="0"/>
                        </a:spcAft>
                      </a:pPr>
                      <a:r>
                        <a:rPr lang="en-US" sz="2600">
                          <a:solidFill>
                            <a:srgbClr val="002060"/>
                          </a:solidFill>
                          <a:effectLst/>
                          <a:uFill>
                            <a:solidFill>
                              <a:srgbClr val="0070C0"/>
                            </a:solidFill>
                          </a:uFill>
                        </a:rPr>
                        <a:t>No</a:t>
                      </a:r>
                      <a:endParaRPr lang="en-IN" sz="26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35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45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35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45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1948472993"/>
                  </a:ext>
                </a:extLst>
              </a:tr>
              <a:tr h="438833">
                <a:tc>
                  <a:txBody>
                    <a:bodyPr/>
                    <a:lstStyle/>
                    <a:p>
                      <a:pPr marL="0" marR="0" algn="ctr">
                        <a:spcBef>
                          <a:spcPts val="0"/>
                        </a:spcBef>
                        <a:spcAft>
                          <a:spcPts val="0"/>
                        </a:spcAft>
                      </a:pPr>
                      <a:r>
                        <a:rPr lang="en-US" sz="2600" dirty="0">
                          <a:solidFill>
                            <a:srgbClr val="002060"/>
                          </a:solidFill>
                          <a:effectLst/>
                          <a:uFill>
                            <a:solidFill>
                              <a:srgbClr val="0070C0"/>
                            </a:solidFill>
                          </a:uFill>
                        </a:rPr>
                        <a:t>No opinion</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2438549054"/>
                  </a:ext>
                </a:extLst>
              </a:tr>
              <a:tr h="438833">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541782991"/>
                  </a:ext>
                </a:extLst>
              </a:tr>
            </a:tbl>
          </a:graphicData>
        </a:graphic>
      </p:graphicFrame>
      <p:sp>
        <p:nvSpPr>
          <p:cNvPr id="26" name="TextBox 25">
            <a:extLst>
              <a:ext uri="{FF2B5EF4-FFF2-40B4-BE49-F238E27FC236}">
                <a16:creationId xmlns:a16="http://schemas.microsoft.com/office/drawing/2014/main" id="{DD447B1F-E793-417E-99A6-FE5CF24FB768}"/>
              </a:ext>
            </a:extLst>
          </p:cNvPr>
          <p:cNvSpPr txBox="1"/>
          <p:nvPr/>
        </p:nvSpPr>
        <p:spPr>
          <a:xfrm>
            <a:off x="3809065" y="2555307"/>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85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27" name="TextBox 26">
            <a:extLst>
              <a:ext uri="{FF2B5EF4-FFF2-40B4-BE49-F238E27FC236}">
                <a16:creationId xmlns:a16="http://schemas.microsoft.com/office/drawing/2014/main" id="{1E382470-ACDD-42ED-AE10-D84F11F11E14}"/>
              </a:ext>
            </a:extLst>
          </p:cNvPr>
          <p:cNvSpPr txBox="1"/>
          <p:nvPr/>
        </p:nvSpPr>
        <p:spPr>
          <a:xfrm>
            <a:off x="4994327" y="2550524"/>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105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28" name="TextBox 27">
            <a:extLst>
              <a:ext uri="{FF2B5EF4-FFF2-40B4-BE49-F238E27FC236}">
                <a16:creationId xmlns:a16="http://schemas.microsoft.com/office/drawing/2014/main" id="{937F7F7E-EE35-4A09-8745-ABFDFFBCACBB}"/>
              </a:ext>
            </a:extLst>
          </p:cNvPr>
          <p:cNvSpPr txBox="1"/>
          <p:nvPr/>
        </p:nvSpPr>
        <p:spPr>
          <a:xfrm>
            <a:off x="6207715" y="2555307"/>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100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29" name="TextBox 28">
            <a:extLst>
              <a:ext uri="{FF2B5EF4-FFF2-40B4-BE49-F238E27FC236}">
                <a16:creationId xmlns:a16="http://schemas.microsoft.com/office/drawing/2014/main" id="{7215E840-890A-4A1C-8186-D4FA8F90AE86}"/>
              </a:ext>
            </a:extLst>
          </p:cNvPr>
          <p:cNvSpPr txBox="1"/>
          <p:nvPr/>
        </p:nvSpPr>
        <p:spPr>
          <a:xfrm>
            <a:off x="7362901" y="2555307"/>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100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30" name="TextBox 29">
            <a:extLst>
              <a:ext uri="{FF2B5EF4-FFF2-40B4-BE49-F238E27FC236}">
                <a16:creationId xmlns:a16="http://schemas.microsoft.com/office/drawing/2014/main" id="{0262F231-163B-4559-9BB1-22077C891EFD}"/>
              </a:ext>
            </a:extLst>
          </p:cNvPr>
          <p:cNvSpPr txBox="1"/>
          <p:nvPr/>
        </p:nvSpPr>
        <p:spPr>
          <a:xfrm>
            <a:off x="8518088" y="1238016"/>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210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31" name="TextBox 30">
            <a:extLst>
              <a:ext uri="{FF2B5EF4-FFF2-40B4-BE49-F238E27FC236}">
                <a16:creationId xmlns:a16="http://schemas.microsoft.com/office/drawing/2014/main" id="{F34C3A0B-9082-4909-9D90-81828C1C58CC}"/>
              </a:ext>
            </a:extLst>
          </p:cNvPr>
          <p:cNvSpPr txBox="1"/>
          <p:nvPr/>
        </p:nvSpPr>
        <p:spPr>
          <a:xfrm>
            <a:off x="8518088" y="1677113"/>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160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32" name="TextBox 31">
            <a:extLst>
              <a:ext uri="{FF2B5EF4-FFF2-40B4-BE49-F238E27FC236}">
                <a16:creationId xmlns:a16="http://schemas.microsoft.com/office/drawing/2014/main" id="{F9AFD8C1-CC69-48E8-8ED7-C5E07AD8142C}"/>
              </a:ext>
            </a:extLst>
          </p:cNvPr>
          <p:cNvSpPr txBox="1"/>
          <p:nvPr/>
        </p:nvSpPr>
        <p:spPr>
          <a:xfrm>
            <a:off x="8518088" y="2116210"/>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20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33" name="TextBox 32">
            <a:extLst>
              <a:ext uri="{FF2B5EF4-FFF2-40B4-BE49-F238E27FC236}">
                <a16:creationId xmlns:a16="http://schemas.microsoft.com/office/drawing/2014/main" id="{2BED8145-5085-448D-A924-F98226305DF8}"/>
              </a:ext>
            </a:extLst>
          </p:cNvPr>
          <p:cNvSpPr txBox="1"/>
          <p:nvPr/>
        </p:nvSpPr>
        <p:spPr>
          <a:xfrm>
            <a:off x="8518088" y="2555307"/>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390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38" name="Content Placeholder 2">
            <a:extLst>
              <a:ext uri="{FF2B5EF4-FFF2-40B4-BE49-F238E27FC236}">
                <a16:creationId xmlns:a16="http://schemas.microsoft.com/office/drawing/2014/main" id="{3150D260-974F-4B2E-ABA3-2EDCDF01554E}"/>
              </a:ext>
            </a:extLst>
          </p:cNvPr>
          <p:cNvSpPr txBox="1">
            <a:spLocks/>
          </p:cNvSpPr>
          <p:nvPr/>
        </p:nvSpPr>
        <p:spPr>
          <a:xfrm>
            <a:off x="131176" y="808947"/>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F03DEF67-291F-4DD6-A8C0-BBB8B9259418}"/>
                  </a:ext>
                </a:extLst>
              </p:cNvPr>
              <p:cNvSpPr txBox="1"/>
              <p:nvPr/>
            </p:nvSpPr>
            <p:spPr>
              <a:xfrm>
                <a:off x="9945928" y="808947"/>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GB" b="0" i="0" dirty="0" smtClean="0">
                              <a:latin typeface="Cambria Math" panose="02040503050406030204" pitchFamily="18" charset="0"/>
                            </a:rPr>
                            <m:t>S</m:t>
                          </m:r>
                        </m:e>
                      </m:d>
                    </m:oMath>
                  </m:oMathPara>
                </a14:m>
                <a:endParaRPr lang="en-IN" dirty="0">
                  <a:latin typeface="+mn-lt"/>
                </a:endParaRPr>
              </a:p>
            </p:txBody>
          </p:sp>
        </mc:Choice>
        <mc:Fallback xmlns="">
          <p:sp>
            <p:nvSpPr>
              <p:cNvPr id="39" name="TextBox 38">
                <a:extLst>
                  <a:ext uri="{FF2B5EF4-FFF2-40B4-BE49-F238E27FC236}">
                    <a16:creationId xmlns:a16="http://schemas.microsoft.com/office/drawing/2014/main" id="{F03DEF67-291F-4DD6-A8C0-BBB8B9259418}"/>
                  </a:ext>
                </a:extLst>
              </p:cNvPr>
              <p:cNvSpPr txBox="1">
                <a:spLocks noRot="1" noChangeAspect="1" noMove="1" noResize="1" noEditPoints="1" noAdjustHandles="1" noChangeArrowheads="1" noChangeShapeType="1" noTextEdit="1"/>
              </p:cNvSpPr>
              <p:nvPr/>
            </p:nvSpPr>
            <p:spPr>
              <a:xfrm>
                <a:off x="9945928" y="808947"/>
                <a:ext cx="863234"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7A84687-3719-42D3-8228-7AC2F7D6B0D9}"/>
                  </a:ext>
                </a:extLst>
              </p:cNvPr>
              <p:cNvSpPr txBox="1"/>
              <p:nvPr/>
            </p:nvSpPr>
            <p:spPr>
              <a:xfrm>
                <a:off x="10739312" y="808947"/>
                <a:ext cx="124993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390</m:t>
                      </m:r>
                    </m:oMath>
                  </m:oMathPara>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87A84687-3719-42D3-8228-7AC2F7D6B0D9}"/>
                  </a:ext>
                </a:extLst>
              </p:cNvPr>
              <p:cNvSpPr txBox="1">
                <a:spLocks noRot="1" noChangeAspect="1" noMove="1" noResize="1" noEditPoints="1" noAdjustHandles="1" noChangeArrowheads="1" noChangeShapeType="1" noTextEdit="1"/>
              </p:cNvSpPr>
              <p:nvPr/>
            </p:nvSpPr>
            <p:spPr>
              <a:xfrm>
                <a:off x="10739312" y="808947"/>
                <a:ext cx="1249939"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A7CC18B4-124A-4C5D-9487-7B6D191B66C1}"/>
                  </a:ext>
                </a:extLst>
              </p:cNvPr>
              <p:cNvSpPr txBox="1"/>
              <p:nvPr/>
            </p:nvSpPr>
            <p:spPr>
              <a:xfrm>
                <a:off x="6506005" y="4063693"/>
                <a:ext cx="5184955" cy="523220"/>
              </a:xfrm>
              <a:prstGeom prst="rect">
                <a:avLst/>
              </a:prstGeom>
              <a:noFill/>
            </p:spPr>
            <p:txBody>
              <a:bodyPr wrap="square" rtlCol="0">
                <a:spAutoFit/>
              </a:bodyPr>
              <a:lstStyle/>
              <a:p>
                <a14:m>
                  <m:oMath xmlns:m="http://schemas.openxmlformats.org/officeDocument/2006/math">
                    <m:r>
                      <m:rPr>
                        <m:sty m:val="p"/>
                      </m:rPr>
                      <a:rPr lang="en-IN" sz="2800" b="0" i="0" dirty="0" smtClean="0">
                        <a:solidFill>
                          <a:srgbClr val="002060"/>
                        </a:solidFill>
                        <a:latin typeface="Cambria Math" panose="02040503050406030204" pitchFamily="18" charset="0"/>
                      </a:rPr>
                      <m:t>C</m:t>
                    </m:r>
                  </m:oMath>
                </a14:m>
                <a:r>
                  <a:rPr lang="en-IN" sz="2800" dirty="0">
                    <a:solidFill>
                      <a:srgbClr val="002060"/>
                    </a:solidFill>
                  </a:rPr>
                  <a:t> : </a:t>
                </a:r>
                <a:r>
                  <a:rPr lang="en-GB" sz="2800" dirty="0">
                    <a:solidFill>
                      <a:srgbClr val="002060"/>
                    </a:solidFill>
                  </a:rPr>
                  <a:t>consumer is from Mumbai</a:t>
                </a:r>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A7CC18B4-124A-4C5D-9487-7B6D191B66C1}"/>
                  </a:ext>
                </a:extLst>
              </p:cNvPr>
              <p:cNvSpPr txBox="1">
                <a:spLocks noRot="1" noChangeAspect="1" noMove="1" noResize="1" noEditPoints="1" noAdjustHandles="1" noChangeArrowheads="1" noChangeShapeType="1" noTextEdit="1"/>
              </p:cNvSpPr>
              <p:nvPr/>
            </p:nvSpPr>
            <p:spPr>
              <a:xfrm>
                <a:off x="6506005" y="4063693"/>
                <a:ext cx="5184955" cy="523220"/>
              </a:xfrm>
              <a:prstGeom prst="rect">
                <a:avLst/>
              </a:prstGeom>
              <a:blipFill>
                <a:blip r:embed="rId4"/>
                <a:stretch>
                  <a:fillRect t="-1176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8A6EE28F-94EA-4D81-A369-D6B0BDCB7C96}"/>
                  </a:ext>
                </a:extLst>
              </p:cNvPr>
              <p:cNvSpPr txBox="1"/>
              <p:nvPr/>
            </p:nvSpPr>
            <p:spPr>
              <a:xfrm>
                <a:off x="1594215" y="4063693"/>
                <a:ext cx="4613500" cy="523220"/>
              </a:xfrm>
              <a:prstGeom prst="rect">
                <a:avLst/>
              </a:prstGeom>
              <a:noFill/>
            </p:spPr>
            <p:txBody>
              <a:bodyPr wrap="square" rtlCol="0">
                <a:spAutoFit/>
              </a:bodyPr>
              <a:lstStyle/>
              <a:p>
                <a14:m>
                  <m:oMath xmlns:m="http://schemas.openxmlformats.org/officeDocument/2006/math">
                    <m:r>
                      <m:rPr>
                        <m:sty m:val="p"/>
                      </m:rPr>
                      <a:rPr lang="en-IN" sz="2800" b="0" i="0" dirty="0" smtClean="0">
                        <a:solidFill>
                          <a:srgbClr val="002060"/>
                        </a:solidFill>
                        <a:latin typeface="Cambria Math" panose="02040503050406030204" pitchFamily="18" charset="0"/>
                      </a:rPr>
                      <m:t>B</m:t>
                    </m:r>
                  </m:oMath>
                </a14:m>
                <a:r>
                  <a:rPr lang="en-IN" sz="2800" dirty="0">
                    <a:solidFill>
                      <a:srgbClr val="002060"/>
                    </a:solidFill>
                  </a:rPr>
                  <a:t> : </a:t>
                </a:r>
                <a:r>
                  <a:rPr lang="en-GB" sz="2800" dirty="0">
                    <a:solidFill>
                      <a:srgbClr val="002060"/>
                    </a:solidFill>
                  </a:rPr>
                  <a:t>consumer preferred Brand X</a:t>
                </a:r>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8A6EE28F-94EA-4D81-A369-D6B0BDCB7C96}"/>
                  </a:ext>
                </a:extLst>
              </p:cNvPr>
              <p:cNvSpPr txBox="1">
                <a:spLocks noRot="1" noChangeAspect="1" noMove="1" noResize="1" noEditPoints="1" noAdjustHandles="1" noChangeArrowheads="1" noChangeShapeType="1" noTextEdit="1"/>
              </p:cNvSpPr>
              <p:nvPr/>
            </p:nvSpPr>
            <p:spPr>
              <a:xfrm>
                <a:off x="1594215" y="4063693"/>
                <a:ext cx="4613500" cy="523220"/>
              </a:xfrm>
              <a:prstGeom prst="rect">
                <a:avLst/>
              </a:prstGeom>
              <a:blipFill>
                <a:blip r:embed="rId5"/>
                <a:stretch>
                  <a:fillRect t="-11765" r="-661"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5E2487A5-C1B8-4C22-88CD-45D36BD6E65F}"/>
                  </a:ext>
                </a:extLst>
              </p:cNvPr>
              <p:cNvSpPr txBox="1"/>
              <p:nvPr/>
            </p:nvSpPr>
            <p:spPr>
              <a:xfrm>
                <a:off x="1594215" y="5263378"/>
                <a:ext cx="141345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C</m:t>
                          </m:r>
                          <m:r>
                            <a:rPr lang="en-IN" b="0" i="0" dirty="0" smtClean="0">
                              <a:solidFill>
                                <a:srgbClr val="002060"/>
                              </a:solidFill>
                              <a:latin typeface="Cambria Math" panose="02040503050406030204" pitchFamily="18" charset="0"/>
                            </a:rPr>
                            <m:t> | </m:t>
                          </m:r>
                          <m:r>
                            <m:rPr>
                              <m:sty m:val="p"/>
                            </m:rPr>
                            <a:rPr lang="en-IN" b="0" i="0" dirty="0" smtClean="0">
                              <a:solidFill>
                                <a:srgbClr val="002060"/>
                              </a:solidFill>
                              <a:latin typeface="Cambria Math" panose="02040503050406030204" pitchFamily="18" charset="0"/>
                            </a:rPr>
                            <m:t>B</m:t>
                          </m:r>
                        </m:e>
                      </m:d>
                    </m:oMath>
                  </m:oMathPara>
                </a14:m>
                <a:endParaRPr lang="en-IN" dirty="0">
                  <a:solidFill>
                    <a:srgbClr val="002060"/>
                  </a:solidFill>
                  <a:latin typeface="+mn-lt"/>
                </a:endParaRPr>
              </a:p>
            </p:txBody>
          </p:sp>
        </mc:Choice>
        <mc:Fallback xmlns="">
          <p:sp>
            <p:nvSpPr>
              <p:cNvPr id="43" name="TextBox 42">
                <a:extLst>
                  <a:ext uri="{FF2B5EF4-FFF2-40B4-BE49-F238E27FC236}">
                    <a16:creationId xmlns:a16="http://schemas.microsoft.com/office/drawing/2014/main" id="{5E2487A5-C1B8-4C22-88CD-45D36BD6E65F}"/>
                  </a:ext>
                </a:extLst>
              </p:cNvPr>
              <p:cNvSpPr txBox="1">
                <a:spLocks noRot="1" noChangeAspect="1" noMove="1" noResize="1" noEditPoints="1" noAdjustHandles="1" noChangeArrowheads="1" noChangeShapeType="1" noTextEdit="1"/>
              </p:cNvSpPr>
              <p:nvPr/>
            </p:nvSpPr>
            <p:spPr>
              <a:xfrm>
                <a:off x="1594215" y="5263378"/>
                <a:ext cx="141345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674EBF2-B522-458E-BBD2-5782E056B698}"/>
                  </a:ext>
                </a:extLst>
              </p:cNvPr>
              <p:cNvSpPr txBox="1"/>
              <p:nvPr/>
            </p:nvSpPr>
            <p:spPr>
              <a:xfrm>
                <a:off x="2887945" y="5030269"/>
                <a:ext cx="2106382" cy="98943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US" sz="280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C</m:t>
                              </m:r>
                            </m:e>
                          </m:d>
                          <m:r>
                            <a:rPr lang="en-US" sz="2800" i="1">
                              <a:solidFill>
                                <a:srgbClr val="002060"/>
                              </a:solidFill>
                              <a:latin typeface="Cambria Math" panose="02040503050406030204" pitchFamily="18" charset="0"/>
                            </a:rPr>
                            <m:t> </m:t>
                          </m:r>
                        </m:num>
                        <m:den>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e>
                          </m:d>
                          <m:r>
                            <a:rPr lang="en-US" sz="2800">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44" name="TextBox 43">
                <a:extLst>
                  <a:ext uri="{FF2B5EF4-FFF2-40B4-BE49-F238E27FC236}">
                    <a16:creationId xmlns:a16="http://schemas.microsoft.com/office/drawing/2014/main" id="{1674EBF2-B522-458E-BBD2-5782E056B698}"/>
                  </a:ext>
                </a:extLst>
              </p:cNvPr>
              <p:cNvSpPr txBox="1">
                <a:spLocks noRot="1" noChangeAspect="1" noMove="1" noResize="1" noEditPoints="1" noAdjustHandles="1" noChangeArrowheads="1" noChangeShapeType="1" noTextEdit="1"/>
              </p:cNvSpPr>
              <p:nvPr/>
            </p:nvSpPr>
            <p:spPr>
              <a:xfrm>
                <a:off x="2887945" y="5030269"/>
                <a:ext cx="2106382" cy="989438"/>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268FC1F1-443D-4BA8-9D96-F30360CCDA81}"/>
                  </a:ext>
                </a:extLst>
              </p:cNvPr>
              <p:cNvSpPr txBox="1"/>
              <p:nvPr/>
            </p:nvSpPr>
            <p:spPr>
              <a:xfrm>
                <a:off x="4921354" y="5263378"/>
                <a:ext cx="419903"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oMath>
                  </m:oMathPara>
                </a14:m>
                <a:endParaRPr lang="en-IN" sz="2800" dirty="0">
                  <a:solidFill>
                    <a:srgbClr val="002060"/>
                  </a:solidFill>
                  <a:latin typeface="Cambria Math" panose="02040503050406030204" pitchFamily="18" charset="0"/>
                </a:endParaRPr>
              </a:p>
            </p:txBody>
          </p:sp>
        </mc:Choice>
        <mc:Fallback xmlns="">
          <p:sp>
            <p:nvSpPr>
              <p:cNvPr id="45" name="TextBox 44">
                <a:extLst>
                  <a:ext uri="{FF2B5EF4-FFF2-40B4-BE49-F238E27FC236}">
                    <a16:creationId xmlns:a16="http://schemas.microsoft.com/office/drawing/2014/main" id="{268FC1F1-443D-4BA8-9D96-F30360CCDA81}"/>
                  </a:ext>
                </a:extLst>
              </p:cNvPr>
              <p:cNvSpPr txBox="1">
                <a:spLocks noRot="1" noChangeAspect="1" noMove="1" noResize="1" noEditPoints="1" noAdjustHandles="1" noChangeArrowheads="1" noChangeShapeType="1" noTextEdit="1"/>
              </p:cNvSpPr>
              <p:nvPr/>
            </p:nvSpPr>
            <p:spPr>
              <a:xfrm>
                <a:off x="4921354" y="5263378"/>
                <a:ext cx="419903" cy="523220"/>
              </a:xfrm>
              <a:prstGeom prst="rect">
                <a:avLst/>
              </a:prstGeom>
              <a:blipFill>
                <a:blip r:embed="rId8"/>
                <a:stretch>
                  <a:fillRect/>
                </a:stretch>
              </a:blipFill>
            </p:spPr>
            <p:txBody>
              <a:bodyPr/>
              <a:lstStyle/>
              <a:p>
                <a:r>
                  <a:rPr lang="en-IN">
                    <a:noFill/>
                  </a:rPr>
                  <a:t> </a:t>
                </a:r>
              </a:p>
            </p:txBody>
          </p:sp>
        </mc:Fallback>
      </mc:AlternateContent>
      <p:sp>
        <p:nvSpPr>
          <p:cNvPr id="3" name="Rectangle: Rounded Corners 2">
            <a:extLst>
              <a:ext uri="{FF2B5EF4-FFF2-40B4-BE49-F238E27FC236}">
                <a16:creationId xmlns:a16="http://schemas.microsoft.com/office/drawing/2014/main" id="{ECBD8152-00D6-44E2-B3A5-1A7830C86E4F}"/>
              </a:ext>
            </a:extLst>
          </p:cNvPr>
          <p:cNvSpPr/>
          <p:nvPr/>
        </p:nvSpPr>
        <p:spPr>
          <a:xfrm>
            <a:off x="7604723" y="1273175"/>
            <a:ext cx="562109" cy="39758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B906E703-B7FA-4ED3-8BC6-B14EBB91C6EE}"/>
                  </a:ext>
                </a:extLst>
              </p:cNvPr>
              <p:cNvSpPr txBox="1"/>
              <p:nvPr/>
            </p:nvSpPr>
            <p:spPr>
              <a:xfrm>
                <a:off x="5357546" y="4902253"/>
                <a:ext cx="1593150" cy="128304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IN" sz="2800" i="1" smtClean="0">
                              <a:solidFill>
                                <a:srgbClr val="002060"/>
                              </a:solidFill>
                              <a:latin typeface="Cambria Math" panose="02040503050406030204" pitchFamily="18" charset="0"/>
                            </a:rPr>
                          </m:ctrlPr>
                        </m:fPr>
                        <m:num>
                          <m:f>
                            <m:fPr>
                              <m:type m:val="skw"/>
                              <m:ctrlPr>
                                <a:rPr lang="en-IN" sz="2800" i="1">
                                  <a:solidFill>
                                    <a:schemeClr val="bg2"/>
                                  </a:solidFill>
                                  <a:latin typeface="Cambria Math" panose="02040503050406030204" pitchFamily="18" charset="0"/>
                                </a:rPr>
                              </m:ctrlPr>
                            </m:fPr>
                            <m:num>
                              <m:r>
                                <a:rPr lang="en-IN" sz="2800" i="1">
                                  <a:solidFill>
                                    <a:schemeClr val="bg2"/>
                                  </a:solidFill>
                                  <a:latin typeface="Cambria Math" panose="02040503050406030204" pitchFamily="18" charset="0"/>
                                </a:rPr>
                                <m:t>60</m:t>
                              </m:r>
                            </m:num>
                            <m:den>
                              <m:r>
                                <a:rPr lang="en-IN" sz="2800" i="1">
                                  <a:solidFill>
                                    <a:schemeClr val="bg2"/>
                                  </a:solidFill>
                                  <a:latin typeface="Cambria Math" panose="02040503050406030204" pitchFamily="18" charset="0"/>
                                </a:rPr>
                                <m:t>390</m:t>
                              </m:r>
                            </m:den>
                          </m:f>
                          <m:r>
                            <a:rPr lang="en-US" sz="2800" i="1">
                              <a:solidFill>
                                <a:srgbClr val="002060"/>
                              </a:solidFill>
                              <a:latin typeface="Cambria Math" panose="02040503050406030204" pitchFamily="18" charset="0"/>
                            </a:rPr>
                            <m:t> </m:t>
                          </m:r>
                        </m:num>
                        <m:den>
                          <m:r>
                            <a:rPr lang="en-IN" sz="2800" b="0" i="1" smtClean="0">
                              <a:solidFill>
                                <a:schemeClr val="bg2"/>
                              </a:solidFill>
                              <a:latin typeface="Cambria Math" panose="02040503050406030204" pitchFamily="18" charset="0"/>
                            </a:rPr>
                            <m:t> </m:t>
                          </m:r>
                          <m:r>
                            <a:rPr lang="en-IN" sz="2800" i="1">
                              <a:solidFill>
                                <a:schemeClr val="bg2"/>
                              </a:solidFill>
                              <a:latin typeface="Cambria Math" panose="02040503050406030204" pitchFamily="18" charset="0"/>
                            </a:rPr>
                            <m:t> </m:t>
                          </m:r>
                          <m:f>
                            <m:fPr>
                              <m:type m:val="skw"/>
                              <m:ctrlPr>
                                <a:rPr lang="en-IN" sz="2800" i="1">
                                  <a:solidFill>
                                    <a:schemeClr val="bg2"/>
                                  </a:solidFill>
                                  <a:latin typeface="Cambria Math" panose="02040503050406030204" pitchFamily="18" charset="0"/>
                                </a:rPr>
                              </m:ctrlPr>
                            </m:fPr>
                            <m:num>
                              <m:r>
                                <a:rPr lang="en-IN" sz="2800" b="0" i="1" smtClean="0">
                                  <a:solidFill>
                                    <a:schemeClr val="bg2"/>
                                  </a:solidFill>
                                  <a:latin typeface="Cambria Math" panose="02040503050406030204" pitchFamily="18" charset="0"/>
                                </a:rPr>
                                <m:t>100</m:t>
                              </m:r>
                            </m:num>
                            <m:den>
                              <m:r>
                                <a:rPr lang="en-IN" sz="2800" i="1">
                                  <a:solidFill>
                                    <a:schemeClr val="bg2"/>
                                  </a:solidFill>
                                  <a:latin typeface="Cambria Math" panose="02040503050406030204" pitchFamily="18" charset="0"/>
                                </a:rPr>
                                <m:t>3</m:t>
                              </m:r>
                              <m:r>
                                <a:rPr lang="en-IN" sz="2800" b="0" i="1" smtClean="0">
                                  <a:solidFill>
                                    <a:schemeClr val="bg2"/>
                                  </a:solidFill>
                                  <a:latin typeface="Cambria Math" panose="02040503050406030204" pitchFamily="18" charset="0"/>
                                </a:rPr>
                                <m:t>90</m:t>
                              </m:r>
                            </m:den>
                          </m:f>
                          <m:r>
                            <a:rPr lang="en-IN" sz="2800" i="1">
                              <a:solidFill>
                                <a:schemeClr val="bg2"/>
                              </a:solidFill>
                              <a:latin typeface="Cambria Math" panose="02040503050406030204" pitchFamily="18" charset="0"/>
                            </a:rPr>
                            <m:t> </m:t>
                          </m:r>
                          <m:r>
                            <a:rPr lang="en-US" sz="2800">
                              <a:solidFill>
                                <a:schemeClr val="bg2"/>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47" name="TextBox 46">
                <a:extLst>
                  <a:ext uri="{FF2B5EF4-FFF2-40B4-BE49-F238E27FC236}">
                    <a16:creationId xmlns:a16="http://schemas.microsoft.com/office/drawing/2014/main" id="{B906E703-B7FA-4ED3-8BC6-B14EBB91C6EE}"/>
                  </a:ext>
                </a:extLst>
              </p:cNvPr>
              <p:cNvSpPr txBox="1">
                <a:spLocks noRot="1" noChangeAspect="1" noMove="1" noResize="1" noEditPoints="1" noAdjustHandles="1" noChangeArrowheads="1" noChangeShapeType="1" noTextEdit="1"/>
              </p:cNvSpPr>
              <p:nvPr/>
            </p:nvSpPr>
            <p:spPr>
              <a:xfrm>
                <a:off x="5357546" y="4902253"/>
                <a:ext cx="1593150" cy="1283044"/>
              </a:xfrm>
              <a:prstGeom prst="rect">
                <a:avLst/>
              </a:prstGeom>
              <a:blipFill>
                <a:blip r:embed="rId9"/>
                <a:stretch>
                  <a:fillRect r="-842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AF681BE5-4C8F-49EA-994D-3126442D747C}"/>
                  </a:ext>
                </a:extLst>
              </p:cNvPr>
              <p:cNvSpPr txBox="1"/>
              <p:nvPr/>
            </p:nvSpPr>
            <p:spPr>
              <a:xfrm>
                <a:off x="5524149" y="4885646"/>
                <a:ext cx="1476172" cy="666914"/>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f>
                        <m:fPr>
                          <m:type m:val="skw"/>
                          <m:ctrlPr>
                            <a:rPr lang="en-IN" sz="280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5</m:t>
                          </m:r>
                          <m:r>
                            <a:rPr lang="en-IN" sz="2800" i="1">
                              <a:solidFill>
                                <a:srgbClr val="002060"/>
                              </a:solidFill>
                              <a:latin typeface="Cambria Math" panose="02040503050406030204" pitchFamily="18" charset="0"/>
                            </a:rPr>
                            <m:t>0</m:t>
                          </m:r>
                        </m:num>
                        <m:den>
                          <m:r>
                            <a:rPr lang="en-IN" sz="2800" i="1">
                              <a:solidFill>
                                <a:srgbClr val="002060"/>
                              </a:solidFill>
                              <a:latin typeface="Cambria Math" panose="02040503050406030204" pitchFamily="18" charset="0"/>
                            </a:rPr>
                            <m:t>390</m:t>
                          </m:r>
                        </m:den>
                      </m:f>
                    </m:oMath>
                  </m:oMathPara>
                </a14:m>
                <a:endParaRPr lang="en-IN" sz="2800" dirty="0">
                  <a:solidFill>
                    <a:srgbClr val="002060"/>
                  </a:solidFill>
                  <a:latin typeface="Cambria Math" panose="02040503050406030204" pitchFamily="18" charset="0"/>
                </a:endParaRPr>
              </a:p>
            </p:txBody>
          </p:sp>
        </mc:Choice>
        <mc:Fallback xmlns="">
          <p:sp>
            <p:nvSpPr>
              <p:cNvPr id="46" name="TextBox 45">
                <a:extLst>
                  <a:ext uri="{FF2B5EF4-FFF2-40B4-BE49-F238E27FC236}">
                    <a16:creationId xmlns:a16="http://schemas.microsoft.com/office/drawing/2014/main" id="{AF681BE5-4C8F-49EA-994D-3126442D747C}"/>
                  </a:ext>
                </a:extLst>
              </p:cNvPr>
              <p:cNvSpPr txBox="1">
                <a:spLocks noRot="1" noChangeAspect="1" noMove="1" noResize="1" noEditPoints="1" noAdjustHandles="1" noChangeArrowheads="1" noChangeShapeType="1" noTextEdit="1"/>
              </p:cNvSpPr>
              <p:nvPr/>
            </p:nvSpPr>
            <p:spPr>
              <a:xfrm>
                <a:off x="5524149" y="4885646"/>
                <a:ext cx="1476172" cy="666914"/>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78019613-83BB-45A5-BFF3-4387B4E7994D}"/>
                  </a:ext>
                </a:extLst>
              </p:cNvPr>
              <p:cNvSpPr txBox="1"/>
              <p:nvPr/>
            </p:nvSpPr>
            <p:spPr>
              <a:xfrm>
                <a:off x="5524149" y="5560382"/>
                <a:ext cx="1476172" cy="658129"/>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f>
                        <m:fPr>
                          <m:type m:val="skw"/>
                          <m:ctrlPr>
                            <a:rPr lang="en-IN" sz="280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2</m:t>
                          </m:r>
                          <m:r>
                            <a:rPr lang="en-IN" sz="2800" i="1">
                              <a:solidFill>
                                <a:srgbClr val="002060"/>
                              </a:solidFill>
                              <a:latin typeface="Cambria Math" panose="02040503050406030204" pitchFamily="18" charset="0"/>
                            </a:rPr>
                            <m:t>10</m:t>
                          </m:r>
                        </m:num>
                        <m:den>
                          <m:r>
                            <a:rPr lang="en-IN" sz="2800" i="1">
                              <a:solidFill>
                                <a:srgbClr val="002060"/>
                              </a:solidFill>
                              <a:latin typeface="Cambria Math" panose="02040503050406030204" pitchFamily="18" charset="0"/>
                            </a:rPr>
                            <m:t>390</m:t>
                          </m:r>
                        </m:den>
                      </m:f>
                    </m:oMath>
                  </m:oMathPara>
                </a14:m>
                <a:endParaRPr lang="en-IN" sz="2800" dirty="0">
                  <a:solidFill>
                    <a:srgbClr val="002060"/>
                  </a:solidFill>
                  <a:latin typeface="Cambria Math" panose="02040503050406030204" pitchFamily="18" charset="0"/>
                </a:endParaRPr>
              </a:p>
            </p:txBody>
          </p:sp>
        </mc:Choice>
        <mc:Fallback xmlns="">
          <p:sp>
            <p:nvSpPr>
              <p:cNvPr id="48" name="TextBox 47">
                <a:extLst>
                  <a:ext uri="{FF2B5EF4-FFF2-40B4-BE49-F238E27FC236}">
                    <a16:creationId xmlns:a16="http://schemas.microsoft.com/office/drawing/2014/main" id="{78019613-83BB-45A5-BFF3-4387B4E7994D}"/>
                  </a:ext>
                </a:extLst>
              </p:cNvPr>
              <p:cNvSpPr txBox="1">
                <a:spLocks noRot="1" noChangeAspect="1" noMove="1" noResize="1" noEditPoints="1" noAdjustHandles="1" noChangeArrowheads="1" noChangeShapeType="1" noTextEdit="1"/>
              </p:cNvSpPr>
              <p:nvPr/>
            </p:nvSpPr>
            <p:spPr>
              <a:xfrm>
                <a:off x="5524149" y="5560382"/>
                <a:ext cx="1476172" cy="658129"/>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22D8DE4A-6C89-4A2E-897A-12AD0E7822E0}"/>
                  </a:ext>
                </a:extLst>
              </p:cNvPr>
              <p:cNvSpPr txBox="1"/>
              <p:nvPr/>
            </p:nvSpPr>
            <p:spPr>
              <a:xfrm>
                <a:off x="7166923" y="5263378"/>
                <a:ext cx="1531375"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=0.2380</m:t>
                      </m:r>
                    </m:oMath>
                  </m:oMathPara>
                </a14:m>
                <a:endParaRPr lang="en-IN" sz="2800" dirty="0">
                  <a:solidFill>
                    <a:srgbClr val="002060"/>
                  </a:solidFill>
                  <a:latin typeface="Cambria Math" panose="02040503050406030204" pitchFamily="18" charset="0"/>
                </a:endParaRPr>
              </a:p>
            </p:txBody>
          </p:sp>
        </mc:Choice>
        <mc:Fallback xmlns="">
          <p:sp>
            <p:nvSpPr>
              <p:cNvPr id="50" name="TextBox 49">
                <a:extLst>
                  <a:ext uri="{FF2B5EF4-FFF2-40B4-BE49-F238E27FC236}">
                    <a16:creationId xmlns:a16="http://schemas.microsoft.com/office/drawing/2014/main" id="{22D8DE4A-6C89-4A2E-897A-12AD0E7822E0}"/>
                  </a:ext>
                </a:extLst>
              </p:cNvPr>
              <p:cNvSpPr txBox="1">
                <a:spLocks noRot="1" noChangeAspect="1" noMove="1" noResize="1" noEditPoints="1" noAdjustHandles="1" noChangeArrowheads="1" noChangeShapeType="1" noTextEdit="1"/>
              </p:cNvSpPr>
              <p:nvPr/>
            </p:nvSpPr>
            <p:spPr>
              <a:xfrm>
                <a:off x="7166923" y="5263378"/>
                <a:ext cx="1531375" cy="523220"/>
              </a:xfrm>
              <a:prstGeom prst="rect">
                <a:avLst/>
              </a:prstGeom>
              <a:blipFill>
                <a:blip r:embed="rId12"/>
                <a:stretch>
                  <a:fillRect/>
                </a:stretch>
              </a:blipFill>
            </p:spPr>
            <p:txBody>
              <a:bodyPr/>
              <a:lstStyle/>
              <a:p>
                <a:r>
                  <a:rPr lang="en-IN">
                    <a:noFill/>
                  </a:rPr>
                  <a:t> </a:t>
                </a:r>
              </a:p>
            </p:txBody>
          </p:sp>
        </mc:Fallback>
      </mc:AlternateContent>
      <p:sp>
        <p:nvSpPr>
          <p:cNvPr id="64" name="Rectangle: Rounded Corners 63">
            <a:extLst>
              <a:ext uri="{FF2B5EF4-FFF2-40B4-BE49-F238E27FC236}">
                <a16:creationId xmlns:a16="http://schemas.microsoft.com/office/drawing/2014/main" id="{43EF5739-1940-476B-9C4F-4A10977F5600}"/>
              </a:ext>
            </a:extLst>
          </p:cNvPr>
          <p:cNvSpPr/>
          <p:nvPr/>
        </p:nvSpPr>
        <p:spPr>
          <a:xfrm>
            <a:off x="8698299" y="1273175"/>
            <a:ext cx="666539" cy="39758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643653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7"/>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64"/>
                                        </p:tgtEl>
                                        <p:attrNameLst>
                                          <p:attrName>style.visibility</p:attrName>
                                        </p:attrNameLst>
                                      </p:cBhvr>
                                      <p:to>
                                        <p:strVal val="visible"/>
                                      </p:to>
                                    </p:set>
                                    <p:animEffect transition="in" filter="wipe(left)">
                                      <p:cBhvr>
                                        <p:cTn id="40" dur="500"/>
                                        <p:tgtEl>
                                          <p:spTgt spid="64"/>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3"/>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P spid="43" grpId="0"/>
      <p:bldP spid="44" grpId="0"/>
      <p:bldP spid="45" grpId="0"/>
      <p:bldP spid="3" grpId="0" animBg="1"/>
      <p:bldP spid="3" grpId="1" animBg="1"/>
      <p:bldP spid="47" grpId="0"/>
      <p:bldP spid="46" grpId="0"/>
      <p:bldP spid="48" grpId="0"/>
      <p:bldP spid="50" grpId="0"/>
      <p:bldP spid="64" grpId="0" animBg="1"/>
      <p:bldP spid="64" grpId="1"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30600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spcAft>
                    <a:spcPts val="600"/>
                  </a:spcAft>
                </a:pPr>
                <a:r>
                  <a:rPr lang="en-GB" dirty="0">
                    <a:latin typeface="+mj-lt"/>
                  </a:rPr>
                  <a:t>A problem in statistics is given to three students </a:t>
                </a:r>
                <a14:m>
                  <m:oMath xmlns:m="http://schemas.openxmlformats.org/officeDocument/2006/math">
                    <m:r>
                      <m:rPr>
                        <m:sty m:val="p"/>
                      </m:rPr>
                      <a:rPr lang="en-GB" i="0" dirty="0" smtClean="0">
                        <a:latin typeface="Cambria Math" panose="02040503050406030204" pitchFamily="18" charset="0"/>
                      </a:rPr>
                      <m:t>A</m:t>
                    </m:r>
                  </m:oMath>
                </a14:m>
                <a:r>
                  <a:rPr lang="en-GB" dirty="0">
                    <a:latin typeface="+mj-lt"/>
                  </a:rPr>
                  <a:t>, </a:t>
                </a:r>
                <a14:m>
                  <m:oMath xmlns:m="http://schemas.openxmlformats.org/officeDocument/2006/math">
                    <m:r>
                      <m:rPr>
                        <m:sty m:val="p"/>
                      </m:rPr>
                      <a:rPr lang="en-GB" i="0" dirty="0" smtClean="0">
                        <a:latin typeface="Cambria Math" panose="02040503050406030204" pitchFamily="18" charset="0"/>
                      </a:rPr>
                      <m:t>B</m:t>
                    </m:r>
                  </m:oMath>
                </a14:m>
                <a:r>
                  <a:rPr lang="en-GB" dirty="0">
                    <a:latin typeface="+mj-lt"/>
                  </a:rPr>
                  <a:t> and </a:t>
                </a:r>
                <a14:m>
                  <m:oMath xmlns:m="http://schemas.openxmlformats.org/officeDocument/2006/math">
                    <m:r>
                      <m:rPr>
                        <m:sty m:val="p"/>
                      </m:rPr>
                      <a:rPr lang="en-GB" i="0" dirty="0" smtClean="0">
                        <a:latin typeface="Cambria Math" panose="02040503050406030204" pitchFamily="18" charset="0"/>
                      </a:rPr>
                      <m:t>C</m:t>
                    </m:r>
                  </m:oMath>
                </a14:m>
                <a:r>
                  <a:rPr lang="en-GB" dirty="0">
                    <a:latin typeface="+mj-lt"/>
                  </a:rPr>
                  <a:t>, whose chances of</a:t>
                </a:r>
                <a:br>
                  <a:rPr lang="en-GB" dirty="0">
                    <a:latin typeface="+mj-lt"/>
                  </a:rPr>
                </a:br>
                <a14:m>
                  <m:oMathPara xmlns:m="http://schemas.openxmlformats.org/officeDocument/2006/math">
                    <m:oMathParaPr>
                      <m:jc m:val="left"/>
                    </m:oMathParaPr>
                    <m:oMath xmlns:m="http://schemas.openxmlformats.org/officeDocument/2006/math">
                      <m:r>
                        <m:rPr>
                          <m:nor/>
                        </m:rPr>
                        <a:rPr lang="en-GB" i="0" dirty="0" smtClean="0">
                          <a:latin typeface="+mj-lt"/>
                        </a:rPr>
                        <m:t>solving</m:t>
                      </m:r>
                      <m:r>
                        <m:rPr>
                          <m:nor/>
                        </m:rPr>
                        <a:rPr lang="en-GB" i="0" dirty="0" smtClean="0">
                          <a:latin typeface="+mj-lt"/>
                        </a:rPr>
                        <m:t> </m:t>
                      </m:r>
                      <m:r>
                        <m:rPr>
                          <m:nor/>
                        </m:rPr>
                        <a:rPr lang="en-GB" i="0" dirty="0" smtClean="0">
                          <a:latin typeface="+mj-lt"/>
                        </a:rPr>
                        <m:t>it</m:t>
                      </m:r>
                      <m:r>
                        <m:rPr>
                          <m:nor/>
                        </m:rPr>
                        <a:rPr lang="en-GB" i="0" dirty="0" smtClean="0">
                          <a:latin typeface="+mj-lt"/>
                        </a:rPr>
                        <m:t> </m:t>
                      </m:r>
                      <m:r>
                        <m:rPr>
                          <m:nor/>
                        </m:rPr>
                        <a:rPr lang="en-GB" i="0" dirty="0" smtClean="0">
                          <a:latin typeface="+mj-lt"/>
                        </a:rPr>
                        <m:t>independently</m:t>
                      </m:r>
                      <m:r>
                        <m:rPr>
                          <m:nor/>
                        </m:rPr>
                        <a:rPr lang="en-GB" i="0" dirty="0" smtClean="0">
                          <a:latin typeface="+mj-lt"/>
                        </a:rPr>
                        <m:t> </m:t>
                      </m:r>
                      <m:r>
                        <m:rPr>
                          <m:nor/>
                        </m:rPr>
                        <a:rPr lang="en-GB" i="0" dirty="0" smtClean="0">
                          <a:latin typeface="+mj-lt"/>
                        </a:rPr>
                        <m:t>are</m:t>
                      </m:r>
                      <m:r>
                        <a:rPr lang="en-IN" b="0" i="0" dirty="0" smtClean="0">
                          <a:latin typeface="Cambria Math" panose="02040503050406030204" pitchFamily="18" charset="0"/>
                        </a:rPr>
                        <m:t> </m:t>
                      </m:r>
                      <m:f>
                        <m:fPr>
                          <m:ctrlPr>
                            <a:rPr lang="en-GB" i="1" dirty="0" smtClean="0">
                              <a:latin typeface="Cambria Math" panose="02040503050406030204" pitchFamily="18" charset="0"/>
                            </a:rPr>
                          </m:ctrlPr>
                        </m:fPr>
                        <m:num>
                          <m:r>
                            <a:rPr lang="en-GB" i="0" dirty="0" smtClean="0">
                              <a:latin typeface="Cambria Math" panose="02040503050406030204" pitchFamily="18" charset="0"/>
                            </a:rPr>
                            <m:t>1</m:t>
                          </m:r>
                        </m:num>
                        <m:den>
                          <m:r>
                            <a:rPr lang="en-GB" i="0" dirty="0" smtClean="0">
                              <a:latin typeface="Cambria Math" panose="02040503050406030204" pitchFamily="18" charset="0"/>
                            </a:rPr>
                            <m:t> 2 </m:t>
                          </m:r>
                        </m:den>
                      </m:f>
                      <m:r>
                        <a:rPr lang="en-IN" b="0" i="0" dirty="0" smtClean="0">
                          <a:latin typeface="Cambria Math" panose="02040503050406030204" pitchFamily="18" charset="0"/>
                        </a:rPr>
                        <m:t>,</m:t>
                      </m:r>
                      <m:r>
                        <a:rPr lang="en-IN" b="0" i="1" dirty="0" smtClean="0">
                          <a:latin typeface="Cambria Math" panose="02040503050406030204" pitchFamily="18" charset="0"/>
                        </a:rPr>
                        <m:t> </m:t>
                      </m:r>
                      <m:f>
                        <m:fPr>
                          <m:ctrlPr>
                            <a:rPr lang="en-GB" i="1" dirty="0" smtClean="0">
                              <a:latin typeface="Cambria Math" panose="02040503050406030204" pitchFamily="18" charset="0"/>
                            </a:rPr>
                          </m:ctrlPr>
                        </m:fPr>
                        <m:num>
                          <m:r>
                            <a:rPr lang="en-GB" i="0" dirty="0" smtClean="0">
                              <a:latin typeface="Cambria Math" panose="02040503050406030204" pitchFamily="18" charset="0"/>
                            </a:rPr>
                            <m:t>1</m:t>
                          </m:r>
                        </m:num>
                        <m:den>
                          <m:r>
                            <a:rPr lang="en-GB" i="0" dirty="0" smtClean="0">
                              <a:latin typeface="Cambria Math" panose="02040503050406030204" pitchFamily="18" charset="0"/>
                            </a:rPr>
                            <m:t> 3 </m:t>
                          </m:r>
                        </m:den>
                      </m:f>
                      <m:r>
                        <a:rPr lang="en-IN" b="0" i="0" dirty="0" smtClean="0">
                          <a:latin typeface="Cambria Math" panose="02040503050406030204" pitchFamily="18" charset="0"/>
                        </a:rPr>
                        <m:t> </m:t>
                      </m:r>
                      <m:r>
                        <m:rPr>
                          <m:nor/>
                        </m:rPr>
                        <a:rPr lang="en-GB" i="0" dirty="0" smtClean="0">
                          <a:latin typeface="+mj-lt"/>
                        </a:rPr>
                        <m:t>and</m:t>
                      </m:r>
                      <m:r>
                        <a:rPr lang="en-IN" b="0" i="0" dirty="0" smtClean="0">
                          <a:latin typeface="Cambria Math" panose="02040503050406030204" pitchFamily="18" charset="0"/>
                        </a:rPr>
                        <m:t> </m:t>
                      </m:r>
                      <m:f>
                        <m:fPr>
                          <m:ctrlPr>
                            <a:rPr lang="en-GB" i="1" dirty="0" smtClean="0">
                              <a:latin typeface="Cambria Math" panose="02040503050406030204" pitchFamily="18" charset="0"/>
                            </a:rPr>
                          </m:ctrlPr>
                        </m:fPr>
                        <m:num>
                          <m:r>
                            <a:rPr lang="en-GB" i="0" dirty="0" smtClean="0">
                              <a:latin typeface="Cambria Math" panose="02040503050406030204" pitchFamily="18" charset="0"/>
                            </a:rPr>
                            <m:t>1</m:t>
                          </m:r>
                        </m:num>
                        <m:den>
                          <m:r>
                            <a:rPr lang="en-GB" i="0" dirty="0" smtClean="0">
                              <a:latin typeface="Cambria Math" panose="02040503050406030204" pitchFamily="18" charset="0"/>
                            </a:rPr>
                            <m:t> 4 </m:t>
                          </m:r>
                        </m:den>
                      </m:f>
                      <m:r>
                        <a:rPr lang="en-IN" b="0" i="0" dirty="0" smtClean="0">
                          <a:latin typeface="Cambria Math" panose="02040503050406030204" pitchFamily="18" charset="0"/>
                        </a:rPr>
                        <m:t> </m:t>
                      </m:r>
                      <m:r>
                        <m:rPr>
                          <m:nor/>
                        </m:rPr>
                        <a:rPr lang="en-GB" i="0" dirty="0" smtClean="0">
                          <a:latin typeface="+mj-lt"/>
                        </a:rPr>
                        <m:t>respective</m:t>
                      </m:r>
                      <m:r>
                        <m:rPr>
                          <m:nor/>
                        </m:rPr>
                        <a:rPr lang="en-IN" b="0" i="0" dirty="0" smtClean="0">
                          <a:latin typeface="+mj-lt"/>
                        </a:rPr>
                        <m:t>y</m:t>
                      </m:r>
                      <m:r>
                        <m:rPr>
                          <m:nor/>
                        </m:rPr>
                        <a:rPr lang="en-IN" b="0" i="0" dirty="0" smtClean="0">
                          <a:latin typeface="+mj-lt"/>
                        </a:rPr>
                        <m:t>. </m:t>
                      </m:r>
                      <m:r>
                        <m:rPr>
                          <m:nor/>
                        </m:rPr>
                        <a:rPr lang="en-GB" i="0" dirty="0" smtClean="0">
                          <a:latin typeface="+mj-lt"/>
                        </a:rPr>
                        <m:t>Find</m:t>
                      </m:r>
                      <m:r>
                        <m:rPr>
                          <m:nor/>
                        </m:rPr>
                        <a:rPr lang="en-GB" i="0" dirty="0" smtClean="0">
                          <a:latin typeface="+mj-lt"/>
                        </a:rPr>
                        <m:t> </m:t>
                      </m:r>
                      <m:r>
                        <m:rPr>
                          <m:nor/>
                        </m:rPr>
                        <a:rPr lang="en-GB" i="0" dirty="0" smtClean="0">
                          <a:latin typeface="+mj-lt"/>
                        </a:rPr>
                        <m:t>the</m:t>
                      </m:r>
                      <m:r>
                        <m:rPr>
                          <m:nor/>
                        </m:rPr>
                        <a:rPr lang="en-GB" i="0" dirty="0" smtClean="0">
                          <a:latin typeface="+mj-lt"/>
                        </a:rPr>
                        <m:t> </m:t>
                      </m:r>
                      <m:r>
                        <m:rPr>
                          <m:nor/>
                        </m:rPr>
                        <a:rPr lang="en-GB" i="0" dirty="0" smtClean="0">
                          <a:latin typeface="+mj-lt"/>
                        </a:rPr>
                        <m:t>probability</m:t>
                      </m:r>
                      <m:r>
                        <m:rPr>
                          <m:nor/>
                        </m:rPr>
                        <a:rPr lang="en-GB" i="0" dirty="0" smtClean="0">
                          <a:latin typeface="+mj-lt"/>
                        </a:rPr>
                        <m:t> </m:t>
                      </m:r>
                      <m:r>
                        <m:rPr>
                          <m:nor/>
                        </m:rPr>
                        <a:rPr lang="en-GB" i="0" dirty="0" smtClean="0">
                          <a:latin typeface="+mj-lt"/>
                        </a:rPr>
                        <m:t>that</m:t>
                      </m:r>
                    </m:oMath>
                  </m:oMathPara>
                </a14:m>
                <a:endParaRPr lang="en-GB" i="0" dirty="0">
                  <a:latin typeface="+mj-lt"/>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3060000"/>
              </a:xfrm>
              <a:prstGeom prst="rect">
                <a:avLst/>
              </a:prstGeom>
              <a:blipFill>
                <a:blip r:embed="rId2"/>
                <a:stretch>
                  <a:fillRect l="-1074" t="-1793" r="-1074"/>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3 ⇝ Example 6 </a:t>
            </a:r>
            <a:endParaRPr lang="en-US" dirty="0"/>
          </a:p>
        </p:txBody>
      </p:sp>
      <p:sp>
        <p:nvSpPr>
          <p:cNvPr id="4" name="Content Placeholder 2"/>
          <p:cNvSpPr txBox="1">
            <a:spLocks/>
          </p:cNvSpPr>
          <p:nvPr/>
        </p:nvSpPr>
        <p:spPr>
          <a:xfrm>
            <a:off x="131176" y="4032815"/>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D9FF0AE0-783F-44E9-A0DF-414688DC2F7A}"/>
                  </a:ext>
                </a:extLst>
              </p:cNvPr>
              <p:cNvSpPr txBox="1"/>
              <p:nvPr/>
            </p:nvSpPr>
            <p:spPr>
              <a:xfrm>
                <a:off x="1594216" y="4107540"/>
                <a:ext cx="6578374" cy="523220"/>
              </a:xfrm>
              <a:prstGeom prst="rect">
                <a:avLst/>
              </a:prstGeom>
              <a:noFill/>
            </p:spPr>
            <p:txBody>
              <a:bodyPr wrap="square">
                <a:spAutoFit/>
              </a:bodyPr>
              <a:lstStyle/>
              <a:p>
                <a:r>
                  <a:rPr lang="en-GB" sz="2800" dirty="0">
                    <a:solidFill>
                      <a:srgbClr val="002060"/>
                    </a:solidFill>
                  </a:rPr>
                  <a:t>Probability that student </a:t>
                </a:r>
                <a14:m>
                  <m:oMath xmlns:m="http://schemas.openxmlformats.org/officeDocument/2006/math">
                    <m:r>
                      <m:rPr>
                        <m:sty m:val="p"/>
                      </m:rPr>
                      <a:rPr lang="en-GB" sz="2800" i="0" dirty="0" smtClean="0">
                        <a:solidFill>
                          <a:srgbClr val="002060"/>
                        </a:solidFill>
                        <a:latin typeface="Cambria Math" panose="02040503050406030204" pitchFamily="18" charset="0"/>
                      </a:rPr>
                      <m:t>A</m:t>
                    </m:r>
                  </m:oMath>
                </a14:m>
                <a:r>
                  <a:rPr lang="en-GB" sz="2800" dirty="0">
                    <a:solidFill>
                      <a:srgbClr val="002060"/>
                    </a:solidFill>
                  </a:rPr>
                  <a:t> solves the problem:</a:t>
                </a:r>
                <a:endParaRPr lang="en-IN" sz="2800" dirty="0">
                  <a:solidFill>
                    <a:srgbClr val="002060"/>
                  </a:solidFill>
                </a:endParaRPr>
              </a:p>
            </p:txBody>
          </p:sp>
        </mc:Choice>
        <mc:Fallback xmlns="">
          <p:sp>
            <p:nvSpPr>
              <p:cNvPr id="28" name="TextBox 27">
                <a:extLst>
                  <a:ext uri="{FF2B5EF4-FFF2-40B4-BE49-F238E27FC236}">
                    <a16:creationId xmlns:a16="http://schemas.microsoft.com/office/drawing/2014/main" id="{D9FF0AE0-783F-44E9-A0DF-414688DC2F7A}"/>
                  </a:ext>
                </a:extLst>
              </p:cNvPr>
              <p:cNvSpPr txBox="1">
                <a:spLocks noRot="1" noChangeAspect="1" noMove="1" noResize="1" noEditPoints="1" noAdjustHandles="1" noChangeArrowheads="1" noChangeShapeType="1" noTextEdit="1"/>
              </p:cNvSpPr>
              <p:nvPr/>
            </p:nvSpPr>
            <p:spPr>
              <a:xfrm>
                <a:off x="1594216" y="4107540"/>
                <a:ext cx="6578374" cy="523220"/>
              </a:xfrm>
              <a:prstGeom prst="rect">
                <a:avLst/>
              </a:prstGeom>
              <a:blipFill>
                <a:blip r:embed="rId3"/>
                <a:stretch>
                  <a:fillRect l="-1946" t="-11628" r="-741"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FCBE415-EB02-4684-B497-50822478B11C}"/>
                  </a:ext>
                </a:extLst>
              </p:cNvPr>
              <p:cNvSpPr txBox="1"/>
              <p:nvPr/>
            </p:nvSpPr>
            <p:spPr>
              <a:xfrm>
                <a:off x="1594216" y="5001191"/>
                <a:ext cx="6578374" cy="523220"/>
              </a:xfrm>
              <a:prstGeom prst="rect">
                <a:avLst/>
              </a:prstGeom>
              <a:noFill/>
            </p:spPr>
            <p:txBody>
              <a:bodyPr wrap="square">
                <a:spAutoFit/>
              </a:bodyPr>
              <a:lstStyle/>
              <a:p>
                <a:r>
                  <a:rPr lang="en-GB" sz="2800" dirty="0">
                    <a:solidFill>
                      <a:srgbClr val="002060"/>
                    </a:solidFill>
                  </a:rPr>
                  <a:t>Probability that student </a:t>
                </a:r>
                <a14:m>
                  <m:oMath xmlns:m="http://schemas.openxmlformats.org/officeDocument/2006/math">
                    <m:r>
                      <m:rPr>
                        <m:sty m:val="p"/>
                      </m:rPr>
                      <a:rPr lang="en-IN" sz="2800" b="0" i="0" dirty="0" smtClean="0">
                        <a:solidFill>
                          <a:srgbClr val="002060"/>
                        </a:solidFill>
                        <a:latin typeface="Cambria Math" panose="02040503050406030204" pitchFamily="18" charset="0"/>
                      </a:rPr>
                      <m:t>B</m:t>
                    </m:r>
                  </m:oMath>
                </a14:m>
                <a:r>
                  <a:rPr lang="en-GB" sz="2800" dirty="0">
                    <a:solidFill>
                      <a:srgbClr val="002060"/>
                    </a:solidFill>
                  </a:rPr>
                  <a:t> solves the problem:</a:t>
                </a:r>
                <a:endParaRPr lang="en-IN" sz="2800" dirty="0">
                  <a:solidFill>
                    <a:srgbClr val="002060"/>
                  </a:solidFill>
                </a:endParaRPr>
              </a:p>
            </p:txBody>
          </p:sp>
        </mc:Choice>
        <mc:Fallback xmlns="">
          <p:sp>
            <p:nvSpPr>
              <p:cNvPr id="33" name="TextBox 32">
                <a:extLst>
                  <a:ext uri="{FF2B5EF4-FFF2-40B4-BE49-F238E27FC236}">
                    <a16:creationId xmlns:a16="http://schemas.microsoft.com/office/drawing/2014/main" id="{AFCBE415-EB02-4684-B497-50822478B11C}"/>
                  </a:ext>
                </a:extLst>
              </p:cNvPr>
              <p:cNvSpPr txBox="1">
                <a:spLocks noRot="1" noChangeAspect="1" noMove="1" noResize="1" noEditPoints="1" noAdjustHandles="1" noChangeArrowheads="1" noChangeShapeType="1" noTextEdit="1"/>
              </p:cNvSpPr>
              <p:nvPr/>
            </p:nvSpPr>
            <p:spPr>
              <a:xfrm>
                <a:off x="1594216" y="5001191"/>
                <a:ext cx="6578374" cy="523220"/>
              </a:xfrm>
              <a:prstGeom prst="rect">
                <a:avLst/>
              </a:prstGeom>
              <a:blipFill>
                <a:blip r:embed="rId4"/>
                <a:stretch>
                  <a:fillRect l="-1946" t="-10465" r="-741"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9FE525F6-D976-4C63-8A63-3D9CC9F687CE}"/>
                  </a:ext>
                </a:extLst>
              </p:cNvPr>
              <p:cNvSpPr txBox="1"/>
              <p:nvPr/>
            </p:nvSpPr>
            <p:spPr>
              <a:xfrm>
                <a:off x="1594216" y="5925099"/>
                <a:ext cx="6578374" cy="523220"/>
              </a:xfrm>
              <a:prstGeom prst="rect">
                <a:avLst/>
              </a:prstGeom>
              <a:noFill/>
            </p:spPr>
            <p:txBody>
              <a:bodyPr wrap="square">
                <a:spAutoFit/>
              </a:bodyPr>
              <a:lstStyle/>
              <a:p>
                <a:r>
                  <a:rPr lang="en-GB" sz="2800" dirty="0">
                    <a:solidFill>
                      <a:srgbClr val="002060"/>
                    </a:solidFill>
                  </a:rPr>
                  <a:t>Probability that student </a:t>
                </a:r>
                <a14:m>
                  <m:oMath xmlns:m="http://schemas.openxmlformats.org/officeDocument/2006/math">
                    <m:r>
                      <m:rPr>
                        <m:sty m:val="p"/>
                      </m:rPr>
                      <a:rPr lang="en-IN" sz="2800" b="0" i="0" dirty="0" smtClean="0">
                        <a:solidFill>
                          <a:srgbClr val="002060"/>
                        </a:solidFill>
                        <a:latin typeface="Cambria Math" panose="02040503050406030204" pitchFamily="18" charset="0"/>
                      </a:rPr>
                      <m:t>C</m:t>
                    </m:r>
                  </m:oMath>
                </a14:m>
                <a:r>
                  <a:rPr lang="en-GB" sz="2800" dirty="0">
                    <a:solidFill>
                      <a:srgbClr val="002060"/>
                    </a:solidFill>
                  </a:rPr>
                  <a:t> solves the problem:</a:t>
                </a:r>
                <a:endParaRPr lang="en-IN" sz="2800" dirty="0">
                  <a:solidFill>
                    <a:srgbClr val="002060"/>
                  </a:solidFill>
                </a:endParaRPr>
              </a:p>
            </p:txBody>
          </p:sp>
        </mc:Choice>
        <mc:Fallback xmlns="">
          <p:sp>
            <p:nvSpPr>
              <p:cNvPr id="34" name="TextBox 33">
                <a:extLst>
                  <a:ext uri="{FF2B5EF4-FFF2-40B4-BE49-F238E27FC236}">
                    <a16:creationId xmlns:a16="http://schemas.microsoft.com/office/drawing/2014/main" id="{9FE525F6-D976-4C63-8A63-3D9CC9F687CE}"/>
                  </a:ext>
                </a:extLst>
              </p:cNvPr>
              <p:cNvSpPr txBox="1">
                <a:spLocks noRot="1" noChangeAspect="1" noMove="1" noResize="1" noEditPoints="1" noAdjustHandles="1" noChangeArrowheads="1" noChangeShapeType="1" noTextEdit="1"/>
              </p:cNvSpPr>
              <p:nvPr/>
            </p:nvSpPr>
            <p:spPr>
              <a:xfrm>
                <a:off x="1594216" y="5925099"/>
                <a:ext cx="6578374" cy="523220"/>
              </a:xfrm>
              <a:prstGeom prst="rect">
                <a:avLst/>
              </a:prstGeom>
              <a:blipFill>
                <a:blip r:embed="rId5"/>
                <a:stretch>
                  <a:fillRect l="-1946" t="-11628" r="-463"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71D0BB95-2D23-4A61-ADD6-60EB3A1CF16A}"/>
                  </a:ext>
                </a:extLst>
              </p:cNvPr>
              <p:cNvSpPr txBox="1"/>
              <p:nvPr/>
            </p:nvSpPr>
            <p:spPr>
              <a:xfrm>
                <a:off x="8106438" y="4107540"/>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oMath>
                  </m:oMathPara>
                </a14:m>
                <a:endParaRPr lang="en-IN" dirty="0">
                  <a:latin typeface="+mn-lt"/>
                </a:endParaRPr>
              </a:p>
            </p:txBody>
          </p:sp>
        </mc:Choice>
        <mc:Fallback xmlns="">
          <p:sp>
            <p:nvSpPr>
              <p:cNvPr id="40" name="TextBox 39">
                <a:extLst>
                  <a:ext uri="{FF2B5EF4-FFF2-40B4-BE49-F238E27FC236}">
                    <a16:creationId xmlns:a16="http://schemas.microsoft.com/office/drawing/2014/main" id="{71D0BB95-2D23-4A61-ADD6-60EB3A1CF16A}"/>
                  </a:ext>
                </a:extLst>
              </p:cNvPr>
              <p:cNvSpPr txBox="1">
                <a:spLocks noRot="1" noChangeAspect="1" noMove="1" noResize="1" noEditPoints="1" noAdjustHandles="1" noChangeArrowheads="1" noChangeShapeType="1" noTextEdit="1"/>
              </p:cNvSpPr>
              <p:nvPr/>
            </p:nvSpPr>
            <p:spPr>
              <a:xfrm>
                <a:off x="8106438" y="4107540"/>
                <a:ext cx="863234"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B7AA2568-4E58-48E6-9FEE-D95AC81534E2}"/>
                  </a:ext>
                </a:extLst>
              </p:cNvPr>
              <p:cNvSpPr txBox="1"/>
              <p:nvPr/>
            </p:nvSpPr>
            <p:spPr>
              <a:xfrm>
                <a:off x="8899823" y="3919668"/>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2 </m:t>
                          </m:r>
                        </m:den>
                      </m:f>
                    </m:oMath>
                  </m:oMathPara>
                </a14:m>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B7AA2568-4E58-48E6-9FEE-D95AC81534E2}"/>
                  </a:ext>
                </a:extLst>
              </p:cNvPr>
              <p:cNvSpPr txBox="1">
                <a:spLocks noRot="1" noChangeAspect="1" noMove="1" noResize="1" noEditPoints="1" noAdjustHandles="1" noChangeArrowheads="1" noChangeShapeType="1" noTextEdit="1"/>
              </p:cNvSpPr>
              <p:nvPr/>
            </p:nvSpPr>
            <p:spPr>
              <a:xfrm>
                <a:off x="8899823" y="3919668"/>
                <a:ext cx="985452" cy="898964"/>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F5DE991D-980F-464A-BC32-58713F134A9A}"/>
                  </a:ext>
                </a:extLst>
              </p:cNvPr>
              <p:cNvSpPr txBox="1"/>
              <p:nvPr/>
            </p:nvSpPr>
            <p:spPr>
              <a:xfrm>
                <a:off x="8106438" y="5001191"/>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42" name="TextBox 41">
                <a:extLst>
                  <a:ext uri="{FF2B5EF4-FFF2-40B4-BE49-F238E27FC236}">
                    <a16:creationId xmlns:a16="http://schemas.microsoft.com/office/drawing/2014/main" id="{F5DE991D-980F-464A-BC32-58713F134A9A}"/>
                  </a:ext>
                </a:extLst>
              </p:cNvPr>
              <p:cNvSpPr txBox="1">
                <a:spLocks noRot="1" noChangeAspect="1" noMove="1" noResize="1" noEditPoints="1" noAdjustHandles="1" noChangeArrowheads="1" noChangeShapeType="1" noTextEdit="1"/>
              </p:cNvSpPr>
              <p:nvPr/>
            </p:nvSpPr>
            <p:spPr>
              <a:xfrm>
                <a:off x="8106438" y="5001191"/>
                <a:ext cx="863234"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411C8EAF-390C-4CEA-BE47-3AA65A7626A2}"/>
                  </a:ext>
                </a:extLst>
              </p:cNvPr>
              <p:cNvSpPr txBox="1"/>
              <p:nvPr/>
            </p:nvSpPr>
            <p:spPr>
              <a:xfrm>
                <a:off x="8899823" y="4813319"/>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3 </m:t>
                          </m:r>
                        </m:den>
                      </m:f>
                    </m:oMath>
                  </m:oMathPara>
                </a14:m>
                <a:endParaRPr lang="en-IN" sz="2800" dirty="0">
                  <a:solidFill>
                    <a:srgbClr val="002060"/>
                  </a:solidFill>
                </a:endParaRPr>
              </a:p>
            </p:txBody>
          </p:sp>
        </mc:Choice>
        <mc:Fallback xmlns="">
          <p:sp>
            <p:nvSpPr>
              <p:cNvPr id="43" name="TextBox 42">
                <a:extLst>
                  <a:ext uri="{FF2B5EF4-FFF2-40B4-BE49-F238E27FC236}">
                    <a16:creationId xmlns:a16="http://schemas.microsoft.com/office/drawing/2014/main" id="{411C8EAF-390C-4CEA-BE47-3AA65A7626A2}"/>
                  </a:ext>
                </a:extLst>
              </p:cNvPr>
              <p:cNvSpPr txBox="1">
                <a:spLocks noRot="1" noChangeAspect="1" noMove="1" noResize="1" noEditPoints="1" noAdjustHandles="1" noChangeArrowheads="1" noChangeShapeType="1" noTextEdit="1"/>
              </p:cNvSpPr>
              <p:nvPr/>
            </p:nvSpPr>
            <p:spPr>
              <a:xfrm>
                <a:off x="8899823" y="4813319"/>
                <a:ext cx="985452" cy="898964"/>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FDFA9804-8BE0-4D45-95DA-C6DA03D533EA}"/>
                  </a:ext>
                </a:extLst>
              </p:cNvPr>
              <p:cNvSpPr txBox="1"/>
              <p:nvPr/>
            </p:nvSpPr>
            <p:spPr>
              <a:xfrm>
                <a:off x="8106438" y="5925099"/>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C</m:t>
                          </m:r>
                        </m:e>
                      </m:d>
                    </m:oMath>
                  </m:oMathPara>
                </a14:m>
                <a:endParaRPr lang="en-IN" dirty="0">
                  <a:latin typeface="+mn-lt"/>
                </a:endParaRPr>
              </a:p>
            </p:txBody>
          </p:sp>
        </mc:Choice>
        <mc:Fallback xmlns="">
          <p:sp>
            <p:nvSpPr>
              <p:cNvPr id="49" name="TextBox 48">
                <a:extLst>
                  <a:ext uri="{FF2B5EF4-FFF2-40B4-BE49-F238E27FC236}">
                    <a16:creationId xmlns:a16="http://schemas.microsoft.com/office/drawing/2014/main" id="{FDFA9804-8BE0-4D45-95DA-C6DA03D533EA}"/>
                  </a:ext>
                </a:extLst>
              </p:cNvPr>
              <p:cNvSpPr txBox="1">
                <a:spLocks noRot="1" noChangeAspect="1" noMove="1" noResize="1" noEditPoints="1" noAdjustHandles="1" noChangeArrowheads="1" noChangeShapeType="1" noTextEdit="1"/>
              </p:cNvSpPr>
              <p:nvPr/>
            </p:nvSpPr>
            <p:spPr>
              <a:xfrm>
                <a:off x="8106438" y="5925099"/>
                <a:ext cx="863234"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567CEFA0-3C38-4E51-9EF7-E1E0E1795BD6}"/>
                  </a:ext>
                </a:extLst>
              </p:cNvPr>
              <p:cNvSpPr txBox="1"/>
              <p:nvPr/>
            </p:nvSpPr>
            <p:spPr>
              <a:xfrm>
                <a:off x="8899823" y="5737227"/>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4 </m:t>
                          </m:r>
                        </m:den>
                      </m:f>
                    </m:oMath>
                  </m:oMathPara>
                </a14:m>
                <a:endParaRPr lang="en-IN" sz="2800" dirty="0">
                  <a:solidFill>
                    <a:srgbClr val="002060"/>
                  </a:solidFill>
                </a:endParaRPr>
              </a:p>
            </p:txBody>
          </p:sp>
        </mc:Choice>
        <mc:Fallback xmlns="">
          <p:sp>
            <p:nvSpPr>
              <p:cNvPr id="50" name="TextBox 49">
                <a:extLst>
                  <a:ext uri="{FF2B5EF4-FFF2-40B4-BE49-F238E27FC236}">
                    <a16:creationId xmlns:a16="http://schemas.microsoft.com/office/drawing/2014/main" id="{567CEFA0-3C38-4E51-9EF7-E1E0E1795BD6}"/>
                  </a:ext>
                </a:extLst>
              </p:cNvPr>
              <p:cNvSpPr txBox="1">
                <a:spLocks noRot="1" noChangeAspect="1" noMove="1" noResize="1" noEditPoints="1" noAdjustHandles="1" noChangeArrowheads="1" noChangeShapeType="1" noTextEdit="1"/>
              </p:cNvSpPr>
              <p:nvPr/>
            </p:nvSpPr>
            <p:spPr>
              <a:xfrm>
                <a:off x="8899823" y="5737227"/>
                <a:ext cx="985452" cy="898964"/>
              </a:xfrm>
              <a:prstGeom prst="rect">
                <a:avLst/>
              </a:prstGeom>
              <a:blipFill>
                <a:blip r:embed="rId11"/>
                <a:stretch>
                  <a:fillRect/>
                </a:stretch>
              </a:blipFill>
            </p:spPr>
            <p:txBody>
              <a:bodyPr/>
              <a:lstStyle/>
              <a:p>
                <a:r>
                  <a:rPr lang="en-IN">
                    <a:noFill/>
                  </a:rPr>
                  <a:t> </a:t>
                </a:r>
              </a:p>
            </p:txBody>
          </p:sp>
        </mc:Fallback>
      </mc:AlternateContent>
      <p:sp>
        <p:nvSpPr>
          <p:cNvPr id="62" name="TextBox 61">
            <a:extLst>
              <a:ext uri="{FF2B5EF4-FFF2-40B4-BE49-F238E27FC236}">
                <a16:creationId xmlns:a16="http://schemas.microsoft.com/office/drawing/2014/main" id="{87B00156-85EA-4755-A6AD-E26A8E752C2A}"/>
              </a:ext>
            </a:extLst>
          </p:cNvPr>
          <p:cNvSpPr txBox="1"/>
          <p:nvPr/>
        </p:nvSpPr>
        <p:spPr>
          <a:xfrm>
            <a:off x="127707" y="3336189"/>
            <a:ext cx="7628628" cy="536365"/>
          </a:xfrm>
          <a:prstGeom prst="rect">
            <a:avLst/>
          </a:prstGeom>
          <a:noFill/>
        </p:spPr>
        <p:txBody>
          <a:bodyPr wrap="square">
            <a:spAutoFit/>
          </a:bodyPr>
          <a:lstStyle/>
          <a:p>
            <a:pPr>
              <a:lnSpc>
                <a:spcPct val="110000"/>
              </a:lnSpc>
              <a:spcBef>
                <a:spcPts val="600"/>
              </a:spcBef>
            </a:pPr>
            <a:r>
              <a:rPr lang="en-GB" sz="2800" dirty="0">
                <a:solidFill>
                  <a:schemeClr val="bg1"/>
                </a:solidFill>
                <a:latin typeface="+mj-lt"/>
              </a:rPr>
              <a:t>(4)  exactly one of them is able to solve the problem</a:t>
            </a:r>
          </a:p>
        </p:txBody>
      </p:sp>
      <p:sp>
        <p:nvSpPr>
          <p:cNvPr id="61" name="TextBox 60">
            <a:extLst>
              <a:ext uri="{FF2B5EF4-FFF2-40B4-BE49-F238E27FC236}">
                <a16:creationId xmlns:a16="http://schemas.microsoft.com/office/drawing/2014/main" id="{51CA8E74-A257-4C3E-A3A6-6AAEA2181791}"/>
              </a:ext>
            </a:extLst>
          </p:cNvPr>
          <p:cNvSpPr txBox="1"/>
          <p:nvPr/>
        </p:nvSpPr>
        <p:spPr>
          <a:xfrm>
            <a:off x="127707" y="2799824"/>
            <a:ext cx="7628629" cy="536365"/>
          </a:xfrm>
          <a:prstGeom prst="rect">
            <a:avLst/>
          </a:prstGeom>
          <a:noFill/>
        </p:spPr>
        <p:txBody>
          <a:bodyPr wrap="square">
            <a:spAutoFit/>
          </a:bodyPr>
          <a:lstStyle/>
          <a:p>
            <a:pPr>
              <a:lnSpc>
                <a:spcPct val="110000"/>
              </a:lnSpc>
              <a:spcBef>
                <a:spcPts val="600"/>
              </a:spcBef>
            </a:pPr>
            <a:r>
              <a:rPr lang="en-GB" sz="2800" dirty="0">
                <a:solidFill>
                  <a:schemeClr val="bg1"/>
                </a:solidFill>
                <a:latin typeface="+mj-lt"/>
              </a:rPr>
              <a:t>(3)  exactly two of them are able to solve the problem</a:t>
            </a:r>
          </a:p>
        </p:txBody>
      </p:sp>
      <p:sp>
        <p:nvSpPr>
          <p:cNvPr id="60" name="TextBox 59">
            <a:extLst>
              <a:ext uri="{FF2B5EF4-FFF2-40B4-BE49-F238E27FC236}">
                <a16:creationId xmlns:a16="http://schemas.microsoft.com/office/drawing/2014/main" id="{51D94DAD-3B53-4987-93E9-DAB25FEAD82C}"/>
              </a:ext>
            </a:extLst>
          </p:cNvPr>
          <p:cNvSpPr txBox="1"/>
          <p:nvPr/>
        </p:nvSpPr>
        <p:spPr>
          <a:xfrm>
            <a:off x="4076642" y="2269809"/>
            <a:ext cx="7628630" cy="536365"/>
          </a:xfrm>
          <a:prstGeom prst="rect">
            <a:avLst/>
          </a:prstGeom>
          <a:noFill/>
        </p:spPr>
        <p:txBody>
          <a:bodyPr wrap="square">
            <a:spAutoFit/>
          </a:bodyPr>
          <a:lstStyle/>
          <a:p>
            <a:pPr>
              <a:lnSpc>
                <a:spcPct val="110000"/>
              </a:lnSpc>
              <a:spcBef>
                <a:spcPts val="600"/>
              </a:spcBef>
            </a:pPr>
            <a:r>
              <a:rPr lang="en-GB" sz="2800" dirty="0">
                <a:solidFill>
                  <a:schemeClr val="bg1"/>
                </a:solidFill>
                <a:latin typeface="+mj-lt"/>
              </a:rPr>
              <a:t>(2)  at least two of them are able to solve the problem</a:t>
            </a:r>
          </a:p>
        </p:txBody>
      </p:sp>
      <p:sp>
        <p:nvSpPr>
          <p:cNvPr id="51" name="TextBox 50">
            <a:extLst>
              <a:ext uri="{FF2B5EF4-FFF2-40B4-BE49-F238E27FC236}">
                <a16:creationId xmlns:a16="http://schemas.microsoft.com/office/drawing/2014/main" id="{90340344-A80C-4770-AF5F-CF7AA10F7C2B}"/>
              </a:ext>
            </a:extLst>
          </p:cNvPr>
          <p:cNvSpPr txBox="1"/>
          <p:nvPr/>
        </p:nvSpPr>
        <p:spPr>
          <a:xfrm>
            <a:off x="127706" y="2269809"/>
            <a:ext cx="3823546" cy="536365"/>
          </a:xfrm>
          <a:prstGeom prst="rect">
            <a:avLst/>
          </a:prstGeom>
          <a:noFill/>
        </p:spPr>
        <p:txBody>
          <a:bodyPr wrap="square">
            <a:spAutoFit/>
          </a:bodyPr>
          <a:lstStyle/>
          <a:p>
            <a:pPr>
              <a:lnSpc>
                <a:spcPct val="110000"/>
              </a:lnSpc>
              <a:spcBef>
                <a:spcPts val="600"/>
              </a:spcBef>
            </a:pPr>
            <a:r>
              <a:rPr lang="en-GB" sz="2800" dirty="0">
                <a:solidFill>
                  <a:schemeClr val="bg1"/>
                </a:solidFill>
                <a:latin typeface="+mj-lt"/>
              </a:rPr>
              <a:t>(1)  the problem is solved</a:t>
            </a:r>
          </a:p>
        </p:txBody>
      </p:sp>
    </p:spTree>
    <p:extLst>
      <p:ext uri="{BB962C8B-B14F-4D97-AF65-F5344CB8AC3E}">
        <p14:creationId xmlns:p14="http://schemas.microsoft.com/office/powerpoint/2010/main" val="1178136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8" grpId="0"/>
      <p:bldP spid="33" grpId="0"/>
      <p:bldP spid="34" grpId="0"/>
      <p:bldP spid="40" grpId="0"/>
      <p:bldP spid="41" grpId="0"/>
      <p:bldP spid="42" grpId="0"/>
      <p:bldP spid="43" grpId="0"/>
      <p:bldP spid="49" grpId="0"/>
      <p:bldP spid="50"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BEAFFC6-C0CC-4FD7-A3E8-3688BFF2EADF}"/>
                  </a:ext>
                </a:extLst>
              </p:cNvPr>
              <p:cNvSpPr txBox="1"/>
              <p:nvPr/>
            </p:nvSpPr>
            <p:spPr>
              <a:xfrm>
                <a:off x="84907" y="2363609"/>
                <a:ext cx="3248883"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nor/>
                            </m:rPr>
                            <a:rPr lang="en-IN" sz="2800" b="0" i="0" dirty="0" smtClean="0">
                              <a:solidFill>
                                <a:srgbClr val="002060"/>
                              </a:solidFill>
                              <a:latin typeface="+mj-lt"/>
                            </a:rPr>
                            <m:t>a</m:t>
                          </m:r>
                          <m:r>
                            <m:rPr>
                              <m:nor/>
                            </m:rPr>
                            <a:rPr lang="en-IN" sz="2800" i="0" dirty="0">
                              <a:solidFill>
                                <a:srgbClr val="002060"/>
                              </a:solidFill>
                              <a:latin typeface="+mj-lt"/>
                            </a:rPr>
                            <m:t>t</m:t>
                          </m:r>
                          <m:r>
                            <m:rPr>
                              <m:nor/>
                            </m:rPr>
                            <a:rPr lang="en-IN" sz="2800" i="0" dirty="0">
                              <a:solidFill>
                                <a:srgbClr val="002060"/>
                              </a:solidFill>
                              <a:latin typeface="+mj-lt"/>
                            </a:rPr>
                            <m:t> </m:t>
                          </m:r>
                          <m:r>
                            <m:rPr>
                              <m:nor/>
                            </m:rPr>
                            <a:rPr lang="en-IN" sz="2800" i="0" dirty="0">
                              <a:solidFill>
                                <a:srgbClr val="002060"/>
                              </a:solidFill>
                              <a:latin typeface="+mj-lt"/>
                            </a:rPr>
                            <m:t>least</m:t>
                          </m:r>
                          <m:r>
                            <m:rPr>
                              <m:nor/>
                            </m:rPr>
                            <a:rPr lang="en-IN" sz="2800" i="0" dirty="0">
                              <a:solidFill>
                                <a:srgbClr val="002060"/>
                              </a:solidFill>
                              <a:latin typeface="+mj-lt"/>
                            </a:rPr>
                            <m:t> </m:t>
                          </m:r>
                          <m:r>
                            <m:rPr>
                              <m:nor/>
                            </m:rPr>
                            <a:rPr lang="en-IN" sz="2800" b="0" i="0" dirty="0" smtClean="0">
                              <a:solidFill>
                                <a:srgbClr val="002060"/>
                              </a:solidFill>
                              <a:latin typeface="+mj-lt"/>
                            </a:rPr>
                            <m:t>one</m:t>
                          </m:r>
                          <m:r>
                            <m:rPr>
                              <m:nor/>
                            </m:rPr>
                            <a:rPr lang="en-IN" sz="2800" i="0" dirty="0">
                              <a:solidFill>
                                <a:srgbClr val="002060"/>
                              </a:solidFill>
                              <a:latin typeface="+mj-lt"/>
                            </a:rPr>
                            <m:t> </m:t>
                          </m:r>
                          <m:r>
                            <m:rPr>
                              <m:nor/>
                            </m:rPr>
                            <a:rPr lang="en-IN" sz="2800" i="0" dirty="0">
                              <a:solidFill>
                                <a:srgbClr val="002060"/>
                              </a:solidFill>
                              <a:latin typeface="+mj-lt"/>
                            </a:rPr>
                            <m:t>solve</m:t>
                          </m:r>
                        </m:e>
                      </m:d>
                    </m:oMath>
                  </m:oMathPara>
                </a14:m>
                <a:endParaRPr lang="en-GB" sz="2800" dirty="0">
                  <a:solidFill>
                    <a:srgbClr val="002060"/>
                  </a:solidFill>
                  <a:latin typeface="+mj-lt"/>
                </a:endParaRPr>
              </a:p>
            </p:txBody>
          </p:sp>
        </mc:Choice>
        <mc:Fallback xmlns="">
          <p:sp>
            <p:nvSpPr>
              <p:cNvPr id="115" name="TextBox 114">
                <a:extLst>
                  <a:ext uri="{FF2B5EF4-FFF2-40B4-BE49-F238E27FC236}">
                    <a16:creationId xmlns:a16="http://schemas.microsoft.com/office/drawing/2014/main" id="{3BEAFFC6-C0CC-4FD7-A3E8-3688BFF2EADF}"/>
                  </a:ext>
                </a:extLst>
              </p:cNvPr>
              <p:cNvSpPr txBox="1">
                <a:spLocks noRot="1" noChangeAspect="1" noMove="1" noResize="1" noEditPoints="1" noAdjustHandles="1" noChangeArrowheads="1" noChangeShapeType="1" noTextEdit="1"/>
              </p:cNvSpPr>
              <p:nvPr/>
            </p:nvSpPr>
            <p:spPr>
              <a:xfrm>
                <a:off x="84907" y="2363609"/>
                <a:ext cx="3248883" cy="523220"/>
              </a:xfrm>
              <a:prstGeom prst="rect">
                <a:avLst/>
              </a:prstGeom>
              <a:blipFill>
                <a:blip r:embed="rId2"/>
                <a:stretch>
                  <a:fillRect/>
                </a:stretch>
              </a:blipFill>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3 ⇝ Example 6 (</a:t>
            </a:r>
            <a:r>
              <a:rPr lang="en-IN" dirty="0"/>
              <a:t>Continue</a:t>
            </a:r>
            <a:r>
              <a:rPr lang="en-GB" dirty="0"/>
              <a:t>)</a:t>
            </a:r>
            <a:endParaRPr lang="en-US" dirty="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F9FC66A8-6C45-406B-BB5A-DC47652F08ED}"/>
                  </a:ext>
                </a:extLst>
              </p:cNvPr>
              <p:cNvSpPr txBox="1"/>
              <p:nvPr/>
            </p:nvSpPr>
            <p:spPr>
              <a:xfrm>
                <a:off x="84907" y="908428"/>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A</m:t>
                          </m:r>
                        </m:e>
                      </m:d>
                    </m:oMath>
                  </m:oMathPara>
                </a14:m>
                <a:endParaRPr lang="en-IN" dirty="0">
                  <a:solidFill>
                    <a:srgbClr val="002060"/>
                  </a:solidFill>
                  <a:latin typeface="+mn-lt"/>
                </a:endParaRPr>
              </a:p>
            </p:txBody>
          </p:sp>
        </mc:Choice>
        <mc:Fallback xmlns="">
          <p:sp>
            <p:nvSpPr>
              <p:cNvPr id="29" name="TextBox 28">
                <a:extLst>
                  <a:ext uri="{FF2B5EF4-FFF2-40B4-BE49-F238E27FC236}">
                    <a16:creationId xmlns:a16="http://schemas.microsoft.com/office/drawing/2014/main" id="{F9FC66A8-6C45-406B-BB5A-DC47652F08ED}"/>
                  </a:ext>
                </a:extLst>
              </p:cNvPr>
              <p:cNvSpPr txBox="1">
                <a:spLocks noRot="1" noChangeAspect="1" noMove="1" noResize="1" noEditPoints="1" noAdjustHandles="1" noChangeArrowheads="1" noChangeShapeType="1" noTextEdit="1"/>
              </p:cNvSpPr>
              <p:nvPr/>
            </p:nvSpPr>
            <p:spPr>
              <a:xfrm>
                <a:off x="84907" y="908428"/>
                <a:ext cx="863234"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25B1688-EFA6-46AC-84FF-498954F0510E}"/>
                  </a:ext>
                </a:extLst>
              </p:cNvPr>
              <p:cNvSpPr txBox="1"/>
              <p:nvPr/>
            </p:nvSpPr>
            <p:spPr>
              <a:xfrm>
                <a:off x="878292" y="720556"/>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2 </m:t>
                          </m:r>
                        </m:den>
                      </m:f>
                    </m:oMath>
                  </m:oMathPara>
                </a14:m>
                <a:endParaRPr lang="en-IN" sz="2800" dirty="0">
                  <a:solidFill>
                    <a:srgbClr val="002060"/>
                  </a:solidFill>
                </a:endParaRPr>
              </a:p>
            </p:txBody>
          </p:sp>
        </mc:Choice>
        <mc:Fallback xmlns="">
          <p:sp>
            <p:nvSpPr>
              <p:cNvPr id="31" name="TextBox 30">
                <a:extLst>
                  <a:ext uri="{FF2B5EF4-FFF2-40B4-BE49-F238E27FC236}">
                    <a16:creationId xmlns:a16="http://schemas.microsoft.com/office/drawing/2014/main" id="{425B1688-EFA6-46AC-84FF-498954F0510E}"/>
                  </a:ext>
                </a:extLst>
              </p:cNvPr>
              <p:cNvSpPr txBox="1">
                <a:spLocks noRot="1" noChangeAspect="1" noMove="1" noResize="1" noEditPoints="1" noAdjustHandles="1" noChangeArrowheads="1" noChangeShapeType="1" noTextEdit="1"/>
              </p:cNvSpPr>
              <p:nvPr/>
            </p:nvSpPr>
            <p:spPr>
              <a:xfrm>
                <a:off x="878292" y="720556"/>
                <a:ext cx="985452" cy="898964"/>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0DFAA2C0-9E80-4618-A0BB-E80A4938E585}"/>
                  </a:ext>
                </a:extLst>
              </p:cNvPr>
              <p:cNvSpPr txBox="1"/>
              <p:nvPr/>
            </p:nvSpPr>
            <p:spPr>
              <a:xfrm>
                <a:off x="2061209" y="908428"/>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B</m:t>
                          </m:r>
                        </m:e>
                      </m:d>
                    </m:oMath>
                  </m:oMathPara>
                </a14:m>
                <a:endParaRPr lang="en-IN" dirty="0">
                  <a:solidFill>
                    <a:srgbClr val="002060"/>
                  </a:solidFill>
                  <a:latin typeface="+mn-lt"/>
                </a:endParaRPr>
              </a:p>
            </p:txBody>
          </p:sp>
        </mc:Choice>
        <mc:Fallback xmlns="">
          <p:sp>
            <p:nvSpPr>
              <p:cNvPr id="37" name="TextBox 36">
                <a:extLst>
                  <a:ext uri="{FF2B5EF4-FFF2-40B4-BE49-F238E27FC236}">
                    <a16:creationId xmlns:a16="http://schemas.microsoft.com/office/drawing/2014/main" id="{0DFAA2C0-9E80-4618-A0BB-E80A4938E585}"/>
                  </a:ext>
                </a:extLst>
              </p:cNvPr>
              <p:cNvSpPr txBox="1">
                <a:spLocks noRot="1" noChangeAspect="1" noMove="1" noResize="1" noEditPoints="1" noAdjustHandles="1" noChangeArrowheads="1" noChangeShapeType="1" noTextEdit="1"/>
              </p:cNvSpPr>
              <p:nvPr/>
            </p:nvSpPr>
            <p:spPr>
              <a:xfrm>
                <a:off x="2061209" y="908428"/>
                <a:ext cx="863234"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BEFB57D9-3FCA-4604-8BAA-DD36C45D29F8}"/>
                  </a:ext>
                </a:extLst>
              </p:cNvPr>
              <p:cNvSpPr txBox="1"/>
              <p:nvPr/>
            </p:nvSpPr>
            <p:spPr>
              <a:xfrm>
                <a:off x="2854594" y="720556"/>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3 </m:t>
                          </m:r>
                        </m:den>
                      </m:f>
                    </m:oMath>
                  </m:oMathPara>
                </a14:m>
                <a:endParaRPr lang="en-IN" sz="2800" dirty="0">
                  <a:solidFill>
                    <a:srgbClr val="002060"/>
                  </a:solidFill>
                </a:endParaRPr>
              </a:p>
            </p:txBody>
          </p:sp>
        </mc:Choice>
        <mc:Fallback xmlns="">
          <p:sp>
            <p:nvSpPr>
              <p:cNvPr id="38" name="TextBox 37">
                <a:extLst>
                  <a:ext uri="{FF2B5EF4-FFF2-40B4-BE49-F238E27FC236}">
                    <a16:creationId xmlns:a16="http://schemas.microsoft.com/office/drawing/2014/main" id="{BEFB57D9-3FCA-4604-8BAA-DD36C45D29F8}"/>
                  </a:ext>
                </a:extLst>
              </p:cNvPr>
              <p:cNvSpPr txBox="1">
                <a:spLocks noRot="1" noChangeAspect="1" noMove="1" noResize="1" noEditPoints="1" noAdjustHandles="1" noChangeArrowheads="1" noChangeShapeType="1" noTextEdit="1"/>
              </p:cNvSpPr>
              <p:nvPr/>
            </p:nvSpPr>
            <p:spPr>
              <a:xfrm>
                <a:off x="2854594" y="720556"/>
                <a:ext cx="985452" cy="898964"/>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FB46665D-F862-43FF-A78E-30F5901B76E0}"/>
                  </a:ext>
                </a:extLst>
              </p:cNvPr>
              <p:cNvSpPr txBox="1"/>
              <p:nvPr/>
            </p:nvSpPr>
            <p:spPr>
              <a:xfrm>
                <a:off x="3840046" y="908428"/>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C</m:t>
                          </m:r>
                        </m:e>
                      </m:d>
                    </m:oMath>
                  </m:oMathPara>
                </a14:m>
                <a:endParaRPr lang="en-IN" dirty="0">
                  <a:solidFill>
                    <a:srgbClr val="002060"/>
                  </a:solidFill>
                  <a:latin typeface="+mn-lt"/>
                </a:endParaRPr>
              </a:p>
            </p:txBody>
          </p:sp>
        </mc:Choice>
        <mc:Fallback xmlns="">
          <p:sp>
            <p:nvSpPr>
              <p:cNvPr id="39" name="TextBox 38">
                <a:extLst>
                  <a:ext uri="{FF2B5EF4-FFF2-40B4-BE49-F238E27FC236}">
                    <a16:creationId xmlns:a16="http://schemas.microsoft.com/office/drawing/2014/main" id="{FB46665D-F862-43FF-A78E-30F5901B76E0}"/>
                  </a:ext>
                </a:extLst>
              </p:cNvPr>
              <p:cNvSpPr txBox="1">
                <a:spLocks noRot="1" noChangeAspect="1" noMove="1" noResize="1" noEditPoints="1" noAdjustHandles="1" noChangeArrowheads="1" noChangeShapeType="1" noTextEdit="1"/>
              </p:cNvSpPr>
              <p:nvPr/>
            </p:nvSpPr>
            <p:spPr>
              <a:xfrm>
                <a:off x="3840046" y="908428"/>
                <a:ext cx="863234"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8984280-0AE5-4A8D-8278-12062D8508B0}"/>
                  </a:ext>
                </a:extLst>
              </p:cNvPr>
              <p:cNvSpPr txBox="1"/>
              <p:nvPr/>
            </p:nvSpPr>
            <p:spPr>
              <a:xfrm>
                <a:off x="4633431" y="720556"/>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4 </m:t>
                          </m:r>
                        </m:den>
                      </m:f>
                    </m:oMath>
                  </m:oMathPara>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B8984280-0AE5-4A8D-8278-12062D8508B0}"/>
                  </a:ext>
                </a:extLst>
              </p:cNvPr>
              <p:cNvSpPr txBox="1">
                <a:spLocks noRot="1" noChangeAspect="1" noMove="1" noResize="1" noEditPoints="1" noAdjustHandles="1" noChangeArrowheads="1" noChangeShapeType="1" noTextEdit="1"/>
              </p:cNvSpPr>
              <p:nvPr/>
            </p:nvSpPr>
            <p:spPr>
              <a:xfrm>
                <a:off x="4633431" y="720556"/>
                <a:ext cx="985452" cy="898964"/>
              </a:xfrm>
              <a:prstGeom prst="rect">
                <a:avLst/>
              </a:prstGeom>
              <a:blipFill>
                <a:blip r:embed="rId8"/>
                <a:stretch>
                  <a:fillRect/>
                </a:stretch>
              </a:blipFill>
            </p:spPr>
            <p:txBody>
              <a:bodyPr/>
              <a:lstStyle/>
              <a:p>
                <a:r>
                  <a:rPr lang="en-IN">
                    <a:noFill/>
                  </a:rPr>
                  <a:t> </a:t>
                </a:r>
              </a:p>
            </p:txBody>
          </p:sp>
        </mc:Fallback>
      </mc:AlternateContent>
      <p:sp>
        <p:nvSpPr>
          <p:cNvPr id="41" name="TextBox 40">
            <a:extLst>
              <a:ext uri="{FF2B5EF4-FFF2-40B4-BE49-F238E27FC236}">
                <a16:creationId xmlns:a16="http://schemas.microsoft.com/office/drawing/2014/main" id="{C7C0092C-50E2-492A-B91D-F957BC051B86}"/>
              </a:ext>
            </a:extLst>
          </p:cNvPr>
          <p:cNvSpPr txBox="1"/>
          <p:nvPr/>
        </p:nvSpPr>
        <p:spPr>
          <a:xfrm>
            <a:off x="84907" y="7873580"/>
            <a:ext cx="7628628" cy="536365"/>
          </a:xfrm>
          <a:prstGeom prst="rect">
            <a:avLst/>
          </a:prstGeom>
          <a:noFill/>
        </p:spPr>
        <p:txBody>
          <a:bodyPr wrap="square">
            <a:spAutoFit/>
          </a:bodyPr>
          <a:lstStyle/>
          <a:p>
            <a:pPr>
              <a:spcBef>
                <a:spcPts val="600"/>
              </a:spcBef>
            </a:pPr>
            <a:r>
              <a:rPr lang="en-GB" sz="2800" dirty="0">
                <a:solidFill>
                  <a:schemeClr val="bg1"/>
                </a:solidFill>
                <a:latin typeface="+mj-lt"/>
              </a:rPr>
              <a:t>(4)  exactly one of them is able to solve the problem</a:t>
            </a:r>
          </a:p>
        </p:txBody>
      </p:sp>
      <p:sp>
        <p:nvSpPr>
          <p:cNvPr id="42" name="TextBox 41">
            <a:extLst>
              <a:ext uri="{FF2B5EF4-FFF2-40B4-BE49-F238E27FC236}">
                <a16:creationId xmlns:a16="http://schemas.microsoft.com/office/drawing/2014/main" id="{0183BA5D-A6F1-45B3-9F37-6056261C1490}"/>
              </a:ext>
            </a:extLst>
          </p:cNvPr>
          <p:cNvSpPr txBox="1"/>
          <p:nvPr/>
        </p:nvSpPr>
        <p:spPr>
          <a:xfrm>
            <a:off x="84907" y="7337215"/>
            <a:ext cx="7628629" cy="536365"/>
          </a:xfrm>
          <a:prstGeom prst="rect">
            <a:avLst/>
          </a:prstGeom>
          <a:noFill/>
        </p:spPr>
        <p:txBody>
          <a:bodyPr wrap="square">
            <a:spAutoFit/>
          </a:bodyPr>
          <a:lstStyle/>
          <a:p>
            <a:pPr>
              <a:spcBef>
                <a:spcPts val="600"/>
              </a:spcBef>
            </a:pPr>
            <a:r>
              <a:rPr lang="en-GB" sz="2800" dirty="0">
                <a:solidFill>
                  <a:schemeClr val="bg1"/>
                </a:solidFill>
                <a:latin typeface="+mj-lt"/>
              </a:rPr>
              <a:t>(3)  exactly two of them are able to solve the problem</a:t>
            </a:r>
          </a:p>
        </p:txBody>
      </p:sp>
      <p:sp>
        <p:nvSpPr>
          <p:cNvPr id="43" name="TextBox 42">
            <a:extLst>
              <a:ext uri="{FF2B5EF4-FFF2-40B4-BE49-F238E27FC236}">
                <a16:creationId xmlns:a16="http://schemas.microsoft.com/office/drawing/2014/main" id="{E4AB866A-063B-48A3-B81C-12F63E487723}"/>
              </a:ext>
            </a:extLst>
          </p:cNvPr>
          <p:cNvSpPr txBox="1"/>
          <p:nvPr/>
        </p:nvSpPr>
        <p:spPr>
          <a:xfrm>
            <a:off x="84907" y="6857999"/>
            <a:ext cx="7628630" cy="536365"/>
          </a:xfrm>
          <a:prstGeom prst="rect">
            <a:avLst/>
          </a:prstGeom>
          <a:noFill/>
        </p:spPr>
        <p:txBody>
          <a:bodyPr wrap="square">
            <a:spAutoFit/>
          </a:bodyPr>
          <a:lstStyle/>
          <a:p>
            <a:pPr>
              <a:spcBef>
                <a:spcPts val="600"/>
              </a:spcBef>
            </a:pPr>
            <a:r>
              <a:rPr lang="en-GB" sz="2800" dirty="0">
                <a:solidFill>
                  <a:schemeClr val="bg1"/>
                </a:solidFill>
                <a:latin typeface="+mj-lt"/>
              </a:rPr>
              <a:t>(2)  at least two of them are able to solve the problem</a:t>
            </a:r>
          </a:p>
        </p:txBody>
      </p:sp>
      <p:sp>
        <p:nvSpPr>
          <p:cNvPr id="44" name="TextBox 43">
            <a:extLst>
              <a:ext uri="{FF2B5EF4-FFF2-40B4-BE49-F238E27FC236}">
                <a16:creationId xmlns:a16="http://schemas.microsoft.com/office/drawing/2014/main" id="{FB2DCC87-AE50-45DF-850C-956B43701CB4}"/>
              </a:ext>
            </a:extLst>
          </p:cNvPr>
          <p:cNvSpPr txBox="1"/>
          <p:nvPr/>
        </p:nvSpPr>
        <p:spPr>
          <a:xfrm>
            <a:off x="84907" y="1820884"/>
            <a:ext cx="3823546" cy="523220"/>
          </a:xfrm>
          <a:prstGeom prst="rect">
            <a:avLst/>
          </a:prstGeom>
          <a:noFill/>
        </p:spPr>
        <p:txBody>
          <a:bodyPr wrap="square">
            <a:spAutoFit/>
          </a:bodyPr>
          <a:lstStyle>
            <a:defPPr>
              <a:defRPr lang="en-US"/>
            </a:defPPr>
            <a:lvl1pPr>
              <a:defRPr sz="2800">
                <a:solidFill>
                  <a:srgbClr val="002060"/>
                </a:solidFill>
                <a:latin typeface="+mj-lt"/>
              </a:defRPr>
            </a:lvl1pPr>
          </a:lstStyle>
          <a:p>
            <a:r>
              <a:rPr lang="en-GB" b="1" dirty="0"/>
              <a:t>(1)  the problem is solved</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4109E69-7401-4685-9A33-DEEC9A137649}"/>
                  </a:ext>
                </a:extLst>
              </p:cNvPr>
              <p:cNvSpPr txBox="1"/>
              <p:nvPr/>
            </p:nvSpPr>
            <p:spPr>
              <a:xfrm>
                <a:off x="7651101" y="762769"/>
                <a:ext cx="4500589" cy="830091"/>
              </a:xfrm>
              <a:prstGeom prst="rect">
                <a:avLst/>
              </a:prstGeom>
              <a:noFill/>
              <a:ln w="28575">
                <a:solidFill>
                  <a:srgbClr val="C25956"/>
                </a:solid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90000"/>
                  </a:lnSpc>
                </a:pPr>
                <a:r>
                  <a:rPr lang="en-GB" sz="2600" dirty="0">
                    <a:solidFill>
                      <a:srgbClr val="002060"/>
                    </a:solidFill>
                  </a:rPr>
                  <a:t>Note that here events </a:t>
                </a:r>
                <a14:m>
                  <m:oMath xmlns:m="http://schemas.openxmlformats.org/officeDocument/2006/math">
                    <m:r>
                      <m:rPr>
                        <m:sty m:val="p"/>
                      </m:rPr>
                      <a:rPr lang="en-GB" sz="2600" i="0" dirty="0" smtClean="0">
                        <a:solidFill>
                          <a:srgbClr val="002060"/>
                        </a:solidFill>
                        <a:latin typeface="Cambria Math" panose="02040503050406030204" pitchFamily="18" charset="0"/>
                      </a:rPr>
                      <m:t>A</m:t>
                    </m:r>
                  </m:oMath>
                </a14:m>
                <a:r>
                  <a:rPr lang="en-GB" sz="2600" dirty="0">
                    <a:solidFill>
                      <a:srgbClr val="002060"/>
                    </a:solidFill>
                  </a:rPr>
                  <a:t>, </a:t>
                </a:r>
                <a14:m>
                  <m:oMath xmlns:m="http://schemas.openxmlformats.org/officeDocument/2006/math">
                    <m:r>
                      <m:rPr>
                        <m:sty m:val="p"/>
                      </m:rPr>
                      <a:rPr lang="en-GB" sz="2600" i="0" dirty="0" smtClean="0">
                        <a:solidFill>
                          <a:srgbClr val="002060"/>
                        </a:solidFill>
                        <a:latin typeface="Cambria Math" panose="02040503050406030204" pitchFamily="18" charset="0"/>
                      </a:rPr>
                      <m:t>B</m:t>
                    </m:r>
                  </m:oMath>
                </a14:m>
                <a:r>
                  <a:rPr lang="en-GB" sz="2600" dirty="0">
                    <a:solidFill>
                      <a:srgbClr val="002060"/>
                    </a:solidFill>
                  </a:rPr>
                  <a:t> and </a:t>
                </a:r>
                <a14:m>
                  <m:oMath xmlns:m="http://schemas.openxmlformats.org/officeDocument/2006/math">
                    <m:r>
                      <m:rPr>
                        <m:sty m:val="p"/>
                      </m:rPr>
                      <a:rPr lang="en-GB" sz="2600" i="0" dirty="0" smtClean="0">
                        <a:solidFill>
                          <a:srgbClr val="002060"/>
                        </a:solidFill>
                        <a:latin typeface="Cambria Math" panose="02040503050406030204" pitchFamily="18" charset="0"/>
                      </a:rPr>
                      <m:t>C</m:t>
                    </m:r>
                  </m:oMath>
                </a14:m>
                <a:r>
                  <a:rPr lang="en-GB" sz="2600" dirty="0">
                    <a:solidFill>
                      <a:srgbClr val="002060"/>
                    </a:solidFill>
                  </a:rPr>
                  <a:t> are </a:t>
                </a:r>
                <a:r>
                  <a:rPr lang="en-GB" sz="2600" b="1" dirty="0">
                    <a:solidFill>
                      <a:srgbClr val="FF0000"/>
                    </a:solidFill>
                  </a:rPr>
                  <a:t>mutually </a:t>
                </a:r>
                <a:r>
                  <a:rPr lang="en-IN" sz="2600" b="1" dirty="0">
                    <a:solidFill>
                      <a:srgbClr val="FF0000"/>
                    </a:solidFill>
                  </a:rPr>
                  <a:t>independent</a:t>
                </a:r>
                <a:r>
                  <a:rPr lang="en-IN" sz="2600" dirty="0">
                    <a:solidFill>
                      <a:srgbClr val="002060"/>
                    </a:solidFill>
                  </a:rPr>
                  <a:t> events.</a:t>
                </a:r>
              </a:p>
            </p:txBody>
          </p:sp>
        </mc:Choice>
        <mc:Fallback xmlns="">
          <p:sp>
            <p:nvSpPr>
              <p:cNvPr id="45" name="TextBox 44">
                <a:extLst>
                  <a:ext uri="{FF2B5EF4-FFF2-40B4-BE49-F238E27FC236}">
                    <a16:creationId xmlns:a16="http://schemas.microsoft.com/office/drawing/2014/main" id="{74109E69-7401-4685-9A33-DEEC9A137649}"/>
                  </a:ext>
                </a:extLst>
              </p:cNvPr>
              <p:cNvSpPr txBox="1">
                <a:spLocks noRot="1" noChangeAspect="1" noMove="1" noResize="1" noEditPoints="1" noAdjustHandles="1" noChangeArrowheads="1" noChangeShapeType="1" noTextEdit="1"/>
              </p:cNvSpPr>
              <p:nvPr/>
            </p:nvSpPr>
            <p:spPr>
              <a:xfrm>
                <a:off x="7651101" y="762769"/>
                <a:ext cx="4500589" cy="830091"/>
              </a:xfrm>
              <a:prstGeom prst="rect">
                <a:avLst/>
              </a:prstGeom>
              <a:blipFill>
                <a:blip r:embed="rId9"/>
                <a:stretch>
                  <a:fillRect l="-2153" t="-7801" r="-1211" b="-15603"/>
                </a:stretch>
              </a:blipFill>
              <a:ln w="28575">
                <a:solidFill>
                  <a:srgbClr val="C25956"/>
                </a:solidFill>
              </a:ln>
            </p:spPr>
            <p:txBody>
              <a:bodyPr/>
              <a:lstStyle/>
              <a:p>
                <a:r>
                  <a:rPr lang="en-IN">
                    <a:noFill/>
                  </a:rPr>
                  <a:t> </a:t>
                </a:r>
              </a:p>
            </p:txBody>
          </p:sp>
        </mc:Fallback>
      </mc:AlternateContent>
      <p:sp>
        <p:nvSpPr>
          <p:cNvPr id="67" name="TextBox 66">
            <a:extLst>
              <a:ext uri="{FF2B5EF4-FFF2-40B4-BE49-F238E27FC236}">
                <a16:creationId xmlns:a16="http://schemas.microsoft.com/office/drawing/2014/main" id="{612CE7D0-AA0D-476B-A4C7-917B8EF41A4F}"/>
              </a:ext>
            </a:extLst>
          </p:cNvPr>
          <p:cNvSpPr txBox="1"/>
          <p:nvPr/>
        </p:nvSpPr>
        <p:spPr>
          <a:xfrm>
            <a:off x="4135416" y="1820884"/>
            <a:ext cx="6010245" cy="523220"/>
          </a:xfrm>
          <a:prstGeom prst="rect">
            <a:avLst/>
          </a:prstGeom>
          <a:noFill/>
        </p:spPr>
        <p:txBody>
          <a:bodyPr wrap="square">
            <a:spAutoFit/>
          </a:bodyPr>
          <a:lstStyle>
            <a:defPPr>
              <a:defRPr lang="en-US"/>
            </a:defPPr>
            <a:lvl1pPr>
              <a:defRPr sz="2800">
                <a:solidFill>
                  <a:srgbClr val="002060"/>
                </a:solidFill>
                <a:latin typeface="+mj-lt"/>
              </a:defRPr>
            </a:lvl1pPr>
          </a:lstStyle>
          <a:p>
            <a:r>
              <a:rPr lang="en-GB" dirty="0"/>
              <a:t>i.</a:t>
            </a:r>
            <a:r>
              <a:rPr lang="en-GB"/>
              <a:t>e.,</a:t>
            </a:r>
            <a:r>
              <a:rPr lang="en-GB" dirty="0"/>
              <a:t> at </a:t>
            </a:r>
            <a:r>
              <a:rPr lang="en-GB"/>
              <a:t>least one</a:t>
            </a:r>
            <a:r>
              <a:rPr lang="en-GB" dirty="0"/>
              <a:t> of the students </a:t>
            </a:r>
            <a:r>
              <a:rPr lang="en-GB"/>
              <a:t>solves it</a:t>
            </a:r>
            <a:endParaRPr lang="en-GB" dirty="0"/>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584E93E0-912D-4989-849F-EBF97380DDDE}"/>
                  </a:ext>
                </a:extLst>
              </p:cNvPr>
              <p:cNvSpPr txBox="1"/>
              <p:nvPr/>
            </p:nvSpPr>
            <p:spPr>
              <a:xfrm>
                <a:off x="90605" y="2828662"/>
                <a:ext cx="515004"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GB" sz="2800" dirty="0">
                  <a:solidFill>
                    <a:srgbClr val="002060"/>
                  </a:solidFill>
                  <a:latin typeface="+mj-lt"/>
                </a:endParaRPr>
              </a:p>
            </p:txBody>
          </p:sp>
        </mc:Choice>
        <mc:Fallback xmlns="">
          <p:sp>
            <p:nvSpPr>
              <p:cNvPr id="68" name="TextBox 67">
                <a:extLst>
                  <a:ext uri="{FF2B5EF4-FFF2-40B4-BE49-F238E27FC236}">
                    <a16:creationId xmlns:a16="http://schemas.microsoft.com/office/drawing/2014/main" id="{584E93E0-912D-4989-849F-EBF97380DDDE}"/>
                  </a:ext>
                </a:extLst>
              </p:cNvPr>
              <p:cNvSpPr txBox="1">
                <a:spLocks noRot="1" noChangeAspect="1" noMove="1" noResize="1" noEditPoints="1" noAdjustHandles="1" noChangeArrowheads="1" noChangeShapeType="1" noTextEdit="1"/>
              </p:cNvSpPr>
              <p:nvPr/>
            </p:nvSpPr>
            <p:spPr>
              <a:xfrm>
                <a:off x="90605" y="2828662"/>
                <a:ext cx="515004"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21208D8C-EF94-42C4-B46D-11F77643A294}"/>
                  </a:ext>
                </a:extLst>
              </p:cNvPr>
              <p:cNvSpPr txBox="1"/>
              <p:nvPr/>
            </p:nvSpPr>
            <p:spPr>
              <a:xfrm>
                <a:off x="524858" y="2829882"/>
                <a:ext cx="11695463" cy="523220"/>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C</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B</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i="1">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C</m:t>
                          </m:r>
                        </m:e>
                      </m:d>
                      <m:r>
                        <a:rPr lang="en-IN" sz="2800" i="1">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i="1">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C</m:t>
                          </m:r>
                        </m:e>
                      </m:d>
                      <m:r>
                        <a:rPr lang="en-IN" sz="2800" b="0" i="1"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i="1">
                              <a:solidFill>
                                <a:srgbClr val="002060"/>
                              </a:solidFill>
                              <a:latin typeface="Cambria Math" panose="02040503050406030204" pitchFamily="18" charset="0"/>
                            </a:rPr>
                            <m:t>∩</m:t>
                          </m:r>
                          <m:r>
                            <m:rPr>
                              <m:sty m:val="p"/>
                            </m:rPr>
                            <a:rPr lang="en-IN" sz="2800" smtClean="0">
                              <a:solidFill>
                                <a:srgbClr val="002060"/>
                              </a:solidFill>
                              <a:latin typeface="Cambria Math" panose="02040503050406030204" pitchFamily="18" charset="0"/>
                            </a:rPr>
                            <m:t>B</m:t>
                          </m:r>
                          <m:r>
                            <a:rPr lang="en-IN" sz="2800" i="1">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69" name="TextBox 68">
                <a:extLst>
                  <a:ext uri="{FF2B5EF4-FFF2-40B4-BE49-F238E27FC236}">
                    <a16:creationId xmlns:a16="http://schemas.microsoft.com/office/drawing/2014/main" id="{21208D8C-EF94-42C4-B46D-11F77643A294}"/>
                  </a:ext>
                </a:extLst>
              </p:cNvPr>
              <p:cNvSpPr txBox="1">
                <a:spLocks noRot="1" noChangeAspect="1" noMove="1" noResize="1" noEditPoints="1" noAdjustHandles="1" noChangeArrowheads="1" noChangeShapeType="1" noTextEdit="1"/>
              </p:cNvSpPr>
              <p:nvPr/>
            </p:nvSpPr>
            <p:spPr>
              <a:xfrm>
                <a:off x="524858" y="2829882"/>
                <a:ext cx="11695463"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4CF52B82-3F94-449D-9DD2-964C930794B4}"/>
                  </a:ext>
                </a:extLst>
              </p:cNvPr>
              <p:cNvSpPr txBox="1"/>
              <p:nvPr/>
            </p:nvSpPr>
            <p:spPr>
              <a:xfrm>
                <a:off x="84907" y="3439013"/>
                <a:ext cx="52070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GB" sz="2800" dirty="0">
                  <a:solidFill>
                    <a:srgbClr val="002060"/>
                  </a:solidFill>
                  <a:latin typeface="+mj-lt"/>
                </a:endParaRPr>
              </a:p>
            </p:txBody>
          </p:sp>
        </mc:Choice>
        <mc:Fallback xmlns="">
          <p:sp>
            <p:nvSpPr>
              <p:cNvPr id="78" name="TextBox 77">
                <a:extLst>
                  <a:ext uri="{FF2B5EF4-FFF2-40B4-BE49-F238E27FC236}">
                    <a16:creationId xmlns:a16="http://schemas.microsoft.com/office/drawing/2014/main" id="{4CF52B82-3F94-449D-9DD2-964C930794B4}"/>
                  </a:ext>
                </a:extLst>
              </p:cNvPr>
              <p:cNvSpPr txBox="1">
                <a:spLocks noRot="1" noChangeAspect="1" noMove="1" noResize="1" noEditPoints="1" noAdjustHandles="1" noChangeArrowheads="1" noChangeShapeType="1" noTextEdit="1"/>
              </p:cNvSpPr>
              <p:nvPr/>
            </p:nvSpPr>
            <p:spPr>
              <a:xfrm>
                <a:off x="84907" y="3439013"/>
                <a:ext cx="520701"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12E5CDCF-29F3-4A7C-ADAE-611DCE869920}"/>
                  </a:ext>
                </a:extLst>
              </p:cNvPr>
              <p:cNvSpPr txBox="1"/>
              <p:nvPr/>
            </p:nvSpPr>
            <p:spPr>
              <a:xfrm>
                <a:off x="516524" y="3439013"/>
                <a:ext cx="3177788" cy="523220"/>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87" name="TextBox 86">
                <a:extLst>
                  <a:ext uri="{FF2B5EF4-FFF2-40B4-BE49-F238E27FC236}">
                    <a16:creationId xmlns:a16="http://schemas.microsoft.com/office/drawing/2014/main" id="{12E5CDCF-29F3-4A7C-ADAE-611DCE869920}"/>
                  </a:ext>
                </a:extLst>
              </p:cNvPr>
              <p:cNvSpPr txBox="1">
                <a:spLocks noRot="1" noChangeAspect="1" noMove="1" noResize="1" noEditPoints="1" noAdjustHandles="1" noChangeArrowheads="1" noChangeShapeType="1" noTextEdit="1"/>
              </p:cNvSpPr>
              <p:nvPr/>
            </p:nvSpPr>
            <p:spPr>
              <a:xfrm>
                <a:off x="516524" y="3439013"/>
                <a:ext cx="3177788"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E064232-0571-4375-A99A-5FA02AD34FFC}"/>
                  </a:ext>
                </a:extLst>
              </p:cNvPr>
              <p:cNvSpPr txBox="1"/>
              <p:nvPr/>
            </p:nvSpPr>
            <p:spPr>
              <a:xfrm>
                <a:off x="3562115" y="3439013"/>
                <a:ext cx="111446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GB" sz="2800" dirty="0">
                  <a:solidFill>
                    <a:srgbClr val="002060"/>
                  </a:solidFill>
                  <a:latin typeface="+mj-lt"/>
                </a:endParaRPr>
              </a:p>
            </p:txBody>
          </p:sp>
        </mc:Choice>
        <mc:Fallback xmlns="">
          <p:sp>
            <p:nvSpPr>
              <p:cNvPr id="92" name="TextBox 91">
                <a:extLst>
                  <a:ext uri="{FF2B5EF4-FFF2-40B4-BE49-F238E27FC236}">
                    <a16:creationId xmlns:a16="http://schemas.microsoft.com/office/drawing/2014/main" id="{8E064232-0571-4375-A99A-5FA02AD34FFC}"/>
                  </a:ext>
                </a:extLst>
              </p:cNvPr>
              <p:cNvSpPr txBox="1">
                <a:spLocks noRot="1" noChangeAspect="1" noMove="1" noResize="1" noEditPoints="1" noAdjustHandles="1" noChangeArrowheads="1" noChangeShapeType="1" noTextEdit="1"/>
              </p:cNvSpPr>
              <p:nvPr/>
            </p:nvSpPr>
            <p:spPr>
              <a:xfrm>
                <a:off x="3562115" y="3439013"/>
                <a:ext cx="1114461"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B087F567-1961-42A1-8DCA-0DF86DE40E3E}"/>
                  </a:ext>
                </a:extLst>
              </p:cNvPr>
              <p:cNvSpPr txBox="1"/>
              <p:nvPr/>
            </p:nvSpPr>
            <p:spPr>
              <a:xfrm>
                <a:off x="4606653" y="3439013"/>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GB" sz="2800" dirty="0">
                  <a:solidFill>
                    <a:srgbClr val="002060"/>
                  </a:solidFill>
                  <a:latin typeface="+mj-lt"/>
                </a:endParaRPr>
              </a:p>
            </p:txBody>
          </p:sp>
        </mc:Choice>
        <mc:Fallback xmlns="">
          <p:sp>
            <p:nvSpPr>
              <p:cNvPr id="93" name="TextBox 92">
                <a:extLst>
                  <a:ext uri="{FF2B5EF4-FFF2-40B4-BE49-F238E27FC236}">
                    <a16:creationId xmlns:a16="http://schemas.microsoft.com/office/drawing/2014/main" id="{B087F567-1961-42A1-8DCA-0DF86DE40E3E}"/>
                  </a:ext>
                </a:extLst>
              </p:cNvPr>
              <p:cNvSpPr txBox="1">
                <a:spLocks noRot="1" noChangeAspect="1" noMove="1" noResize="1" noEditPoints="1" noAdjustHandles="1" noChangeArrowheads="1" noChangeShapeType="1" noTextEdit="1"/>
              </p:cNvSpPr>
              <p:nvPr/>
            </p:nvSpPr>
            <p:spPr>
              <a:xfrm>
                <a:off x="4606653" y="3439013"/>
                <a:ext cx="1114462"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5280CA81-B736-483D-B24C-F85424842A7E}"/>
                  </a:ext>
                </a:extLst>
              </p:cNvPr>
              <p:cNvSpPr txBox="1"/>
              <p:nvPr/>
            </p:nvSpPr>
            <p:spPr>
              <a:xfrm>
                <a:off x="5554535" y="3439013"/>
                <a:ext cx="111446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GB" sz="2800" dirty="0">
                  <a:solidFill>
                    <a:srgbClr val="002060"/>
                  </a:solidFill>
                  <a:latin typeface="+mj-lt"/>
                </a:endParaRPr>
              </a:p>
            </p:txBody>
          </p:sp>
        </mc:Choice>
        <mc:Fallback xmlns="">
          <p:sp>
            <p:nvSpPr>
              <p:cNvPr id="94" name="TextBox 93">
                <a:extLst>
                  <a:ext uri="{FF2B5EF4-FFF2-40B4-BE49-F238E27FC236}">
                    <a16:creationId xmlns:a16="http://schemas.microsoft.com/office/drawing/2014/main" id="{5280CA81-B736-483D-B24C-F85424842A7E}"/>
                  </a:ext>
                </a:extLst>
              </p:cNvPr>
              <p:cNvSpPr txBox="1">
                <a:spLocks noRot="1" noChangeAspect="1" noMove="1" noResize="1" noEditPoints="1" noAdjustHandles="1" noChangeArrowheads="1" noChangeShapeType="1" noTextEdit="1"/>
              </p:cNvSpPr>
              <p:nvPr/>
            </p:nvSpPr>
            <p:spPr>
              <a:xfrm>
                <a:off x="5554535" y="3439013"/>
                <a:ext cx="1114461"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4242450C-C6C3-4C19-AAEF-1286BEC11D23}"/>
                  </a:ext>
                </a:extLst>
              </p:cNvPr>
              <p:cNvSpPr txBox="1"/>
              <p:nvPr/>
            </p:nvSpPr>
            <p:spPr>
              <a:xfrm>
                <a:off x="6599073" y="3439013"/>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95" name="TextBox 94">
                <a:extLst>
                  <a:ext uri="{FF2B5EF4-FFF2-40B4-BE49-F238E27FC236}">
                    <a16:creationId xmlns:a16="http://schemas.microsoft.com/office/drawing/2014/main" id="{4242450C-C6C3-4C19-AAEF-1286BEC11D23}"/>
                  </a:ext>
                </a:extLst>
              </p:cNvPr>
              <p:cNvSpPr txBox="1">
                <a:spLocks noRot="1" noChangeAspect="1" noMove="1" noResize="1" noEditPoints="1" noAdjustHandles="1" noChangeArrowheads="1" noChangeShapeType="1" noTextEdit="1"/>
              </p:cNvSpPr>
              <p:nvPr/>
            </p:nvSpPr>
            <p:spPr>
              <a:xfrm>
                <a:off x="6599073" y="3439013"/>
                <a:ext cx="1114462"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D4165E77-2AE6-41BB-AE39-9E6A70EB6221}"/>
                  </a:ext>
                </a:extLst>
              </p:cNvPr>
              <p:cNvSpPr txBox="1"/>
              <p:nvPr/>
            </p:nvSpPr>
            <p:spPr>
              <a:xfrm>
                <a:off x="7523695" y="3439013"/>
                <a:ext cx="111446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GB" sz="2800" dirty="0">
                  <a:solidFill>
                    <a:srgbClr val="002060"/>
                  </a:solidFill>
                  <a:latin typeface="+mj-lt"/>
                </a:endParaRPr>
              </a:p>
            </p:txBody>
          </p:sp>
        </mc:Choice>
        <mc:Fallback xmlns="">
          <p:sp>
            <p:nvSpPr>
              <p:cNvPr id="96" name="TextBox 95">
                <a:extLst>
                  <a:ext uri="{FF2B5EF4-FFF2-40B4-BE49-F238E27FC236}">
                    <a16:creationId xmlns:a16="http://schemas.microsoft.com/office/drawing/2014/main" id="{D4165E77-2AE6-41BB-AE39-9E6A70EB6221}"/>
                  </a:ext>
                </a:extLst>
              </p:cNvPr>
              <p:cNvSpPr txBox="1">
                <a:spLocks noRot="1" noChangeAspect="1" noMove="1" noResize="1" noEditPoints="1" noAdjustHandles="1" noChangeArrowheads="1" noChangeShapeType="1" noTextEdit="1"/>
              </p:cNvSpPr>
              <p:nvPr/>
            </p:nvSpPr>
            <p:spPr>
              <a:xfrm>
                <a:off x="7523695" y="3439013"/>
                <a:ext cx="1114461"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ED281BDE-671F-49B4-86F3-846DCD0CDA8B}"/>
                  </a:ext>
                </a:extLst>
              </p:cNvPr>
              <p:cNvSpPr txBox="1"/>
              <p:nvPr/>
            </p:nvSpPr>
            <p:spPr>
              <a:xfrm>
                <a:off x="8568233" y="3439013"/>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97" name="TextBox 96">
                <a:extLst>
                  <a:ext uri="{FF2B5EF4-FFF2-40B4-BE49-F238E27FC236}">
                    <a16:creationId xmlns:a16="http://schemas.microsoft.com/office/drawing/2014/main" id="{ED281BDE-671F-49B4-86F3-846DCD0CDA8B}"/>
                  </a:ext>
                </a:extLst>
              </p:cNvPr>
              <p:cNvSpPr txBox="1">
                <a:spLocks noRot="1" noChangeAspect="1" noMove="1" noResize="1" noEditPoints="1" noAdjustHandles="1" noChangeArrowheads="1" noChangeShapeType="1" noTextEdit="1"/>
              </p:cNvSpPr>
              <p:nvPr/>
            </p:nvSpPr>
            <p:spPr>
              <a:xfrm>
                <a:off x="8568233" y="3439013"/>
                <a:ext cx="1114462"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D4F528A8-D429-43F2-A543-27BCCE3E537E}"/>
                  </a:ext>
                </a:extLst>
              </p:cNvPr>
              <p:cNvSpPr txBox="1"/>
              <p:nvPr/>
            </p:nvSpPr>
            <p:spPr>
              <a:xfrm>
                <a:off x="9081705" y="3939565"/>
                <a:ext cx="111446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GB" sz="2800" dirty="0">
                  <a:solidFill>
                    <a:srgbClr val="002060"/>
                  </a:solidFill>
                  <a:latin typeface="+mj-lt"/>
                </a:endParaRPr>
              </a:p>
            </p:txBody>
          </p:sp>
        </mc:Choice>
        <mc:Fallback xmlns="">
          <p:sp>
            <p:nvSpPr>
              <p:cNvPr id="98" name="TextBox 97">
                <a:extLst>
                  <a:ext uri="{FF2B5EF4-FFF2-40B4-BE49-F238E27FC236}">
                    <a16:creationId xmlns:a16="http://schemas.microsoft.com/office/drawing/2014/main" id="{D4F528A8-D429-43F2-A543-27BCCE3E537E}"/>
                  </a:ext>
                </a:extLst>
              </p:cNvPr>
              <p:cNvSpPr txBox="1">
                <a:spLocks noRot="1" noChangeAspect="1" noMove="1" noResize="1" noEditPoints="1" noAdjustHandles="1" noChangeArrowheads="1" noChangeShapeType="1" noTextEdit="1"/>
              </p:cNvSpPr>
              <p:nvPr/>
            </p:nvSpPr>
            <p:spPr>
              <a:xfrm>
                <a:off x="9081705" y="3939565"/>
                <a:ext cx="1114461"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4EC11AF8-7211-4948-BE88-81D2F0972326}"/>
                  </a:ext>
                </a:extLst>
              </p:cNvPr>
              <p:cNvSpPr txBox="1"/>
              <p:nvPr/>
            </p:nvSpPr>
            <p:spPr>
              <a:xfrm>
                <a:off x="10126243" y="3939565"/>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GB" sz="2800" dirty="0">
                  <a:solidFill>
                    <a:srgbClr val="002060"/>
                  </a:solidFill>
                  <a:latin typeface="+mj-lt"/>
                </a:endParaRPr>
              </a:p>
            </p:txBody>
          </p:sp>
        </mc:Choice>
        <mc:Fallback xmlns="">
          <p:sp>
            <p:nvSpPr>
              <p:cNvPr id="99" name="TextBox 98">
                <a:extLst>
                  <a:ext uri="{FF2B5EF4-FFF2-40B4-BE49-F238E27FC236}">
                    <a16:creationId xmlns:a16="http://schemas.microsoft.com/office/drawing/2014/main" id="{4EC11AF8-7211-4948-BE88-81D2F0972326}"/>
                  </a:ext>
                </a:extLst>
              </p:cNvPr>
              <p:cNvSpPr txBox="1">
                <a:spLocks noRot="1" noChangeAspect="1" noMove="1" noResize="1" noEditPoints="1" noAdjustHandles="1" noChangeArrowheads="1" noChangeShapeType="1" noTextEdit="1"/>
              </p:cNvSpPr>
              <p:nvPr/>
            </p:nvSpPr>
            <p:spPr>
              <a:xfrm>
                <a:off x="10126243" y="3939565"/>
                <a:ext cx="1114462"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9FC4741F-3D0C-4781-99F6-6BE5EF650653}"/>
                  </a:ext>
                </a:extLst>
              </p:cNvPr>
              <p:cNvSpPr txBox="1"/>
              <p:nvPr/>
            </p:nvSpPr>
            <p:spPr>
              <a:xfrm>
                <a:off x="11037228" y="3939565"/>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100" name="TextBox 99">
                <a:extLst>
                  <a:ext uri="{FF2B5EF4-FFF2-40B4-BE49-F238E27FC236}">
                    <a16:creationId xmlns:a16="http://schemas.microsoft.com/office/drawing/2014/main" id="{9FC4741F-3D0C-4781-99F6-6BE5EF650653}"/>
                  </a:ext>
                </a:extLst>
              </p:cNvPr>
              <p:cNvSpPr txBox="1">
                <a:spLocks noRot="1" noChangeAspect="1" noMove="1" noResize="1" noEditPoints="1" noAdjustHandles="1" noChangeArrowheads="1" noChangeShapeType="1" noTextEdit="1"/>
              </p:cNvSpPr>
              <p:nvPr/>
            </p:nvSpPr>
            <p:spPr>
              <a:xfrm>
                <a:off x="11037228" y="3939565"/>
                <a:ext cx="1114462" cy="523220"/>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0887551B-A38D-4FDA-AB17-1EA6E36FAF9D}"/>
                  </a:ext>
                </a:extLst>
              </p:cNvPr>
              <p:cNvSpPr txBox="1"/>
              <p:nvPr/>
            </p:nvSpPr>
            <p:spPr>
              <a:xfrm>
                <a:off x="84907" y="4795983"/>
                <a:ext cx="52070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GB" sz="2800" dirty="0">
                  <a:solidFill>
                    <a:srgbClr val="002060"/>
                  </a:solidFill>
                  <a:latin typeface="+mj-lt"/>
                </a:endParaRPr>
              </a:p>
            </p:txBody>
          </p:sp>
        </mc:Choice>
        <mc:Fallback xmlns="">
          <p:sp>
            <p:nvSpPr>
              <p:cNvPr id="103" name="TextBox 102">
                <a:extLst>
                  <a:ext uri="{FF2B5EF4-FFF2-40B4-BE49-F238E27FC236}">
                    <a16:creationId xmlns:a16="http://schemas.microsoft.com/office/drawing/2014/main" id="{0887551B-A38D-4FDA-AB17-1EA6E36FAF9D}"/>
                  </a:ext>
                </a:extLst>
              </p:cNvPr>
              <p:cNvSpPr txBox="1">
                <a:spLocks noRot="1" noChangeAspect="1" noMove="1" noResize="1" noEditPoints="1" noAdjustHandles="1" noChangeArrowheads="1" noChangeShapeType="1" noTextEdit="1"/>
              </p:cNvSpPr>
              <p:nvPr/>
            </p:nvSpPr>
            <p:spPr>
              <a:xfrm>
                <a:off x="84907" y="4795983"/>
                <a:ext cx="520701" cy="523220"/>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47EFCEDA-B950-43D2-8714-84799D72A04E}"/>
                  </a:ext>
                </a:extLst>
              </p:cNvPr>
              <p:cNvSpPr txBox="1"/>
              <p:nvPr/>
            </p:nvSpPr>
            <p:spPr>
              <a:xfrm>
                <a:off x="504126" y="4582887"/>
                <a:ext cx="3177788" cy="899157"/>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b="0" i="1"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r>
                        <a:rPr lang="en-IN" sz="2800" b="0" i="1"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oMath>
                  </m:oMathPara>
                </a14:m>
                <a:endParaRPr lang="en-GB" sz="2800" dirty="0">
                  <a:solidFill>
                    <a:srgbClr val="002060"/>
                  </a:solidFill>
                  <a:latin typeface="+mj-lt"/>
                </a:endParaRPr>
              </a:p>
            </p:txBody>
          </p:sp>
        </mc:Choice>
        <mc:Fallback xmlns="">
          <p:sp>
            <p:nvSpPr>
              <p:cNvPr id="104" name="TextBox 103">
                <a:extLst>
                  <a:ext uri="{FF2B5EF4-FFF2-40B4-BE49-F238E27FC236}">
                    <a16:creationId xmlns:a16="http://schemas.microsoft.com/office/drawing/2014/main" id="{47EFCEDA-B950-43D2-8714-84799D72A04E}"/>
                  </a:ext>
                </a:extLst>
              </p:cNvPr>
              <p:cNvSpPr txBox="1">
                <a:spLocks noRot="1" noChangeAspect="1" noMove="1" noResize="1" noEditPoints="1" noAdjustHandles="1" noChangeArrowheads="1" noChangeShapeType="1" noTextEdit="1"/>
              </p:cNvSpPr>
              <p:nvPr/>
            </p:nvSpPr>
            <p:spPr>
              <a:xfrm>
                <a:off x="504126" y="4582887"/>
                <a:ext cx="3177788" cy="899157"/>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93F281FB-7610-4717-9605-4206C5BA378A}"/>
                  </a:ext>
                </a:extLst>
              </p:cNvPr>
              <p:cNvSpPr txBox="1"/>
              <p:nvPr/>
            </p:nvSpPr>
            <p:spPr>
              <a:xfrm>
                <a:off x="2420417" y="4527351"/>
                <a:ext cx="2102141"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e>
                      </m:d>
                    </m:oMath>
                  </m:oMathPara>
                </a14:m>
                <a:endParaRPr lang="en-GB" sz="2800" dirty="0">
                  <a:solidFill>
                    <a:srgbClr val="002060"/>
                  </a:solidFill>
                  <a:latin typeface="+mj-lt"/>
                </a:endParaRPr>
              </a:p>
            </p:txBody>
          </p:sp>
        </mc:Choice>
        <mc:Fallback xmlns="">
          <p:sp>
            <p:nvSpPr>
              <p:cNvPr id="105" name="TextBox 104">
                <a:extLst>
                  <a:ext uri="{FF2B5EF4-FFF2-40B4-BE49-F238E27FC236}">
                    <a16:creationId xmlns:a16="http://schemas.microsoft.com/office/drawing/2014/main" id="{93F281FB-7610-4717-9605-4206C5BA378A}"/>
                  </a:ext>
                </a:extLst>
              </p:cNvPr>
              <p:cNvSpPr txBox="1">
                <a:spLocks noRot="1" noChangeAspect="1" noMove="1" noResize="1" noEditPoints="1" noAdjustHandles="1" noChangeArrowheads="1" noChangeShapeType="1" noTextEdit="1"/>
              </p:cNvSpPr>
              <p:nvPr/>
            </p:nvSpPr>
            <p:spPr>
              <a:xfrm>
                <a:off x="2420417" y="4527351"/>
                <a:ext cx="2102141" cy="1060483"/>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660B37E9-E39C-4637-9C6E-55726BD5CF19}"/>
                  </a:ext>
                </a:extLst>
              </p:cNvPr>
              <p:cNvSpPr txBox="1"/>
              <p:nvPr/>
            </p:nvSpPr>
            <p:spPr>
              <a:xfrm>
                <a:off x="4159987" y="4527350"/>
                <a:ext cx="2102141"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e>
                      </m:d>
                    </m:oMath>
                  </m:oMathPara>
                </a14:m>
                <a:endParaRPr lang="en-GB" sz="2800" dirty="0">
                  <a:solidFill>
                    <a:srgbClr val="002060"/>
                  </a:solidFill>
                  <a:latin typeface="+mj-lt"/>
                </a:endParaRPr>
              </a:p>
            </p:txBody>
          </p:sp>
        </mc:Choice>
        <mc:Fallback xmlns="">
          <p:sp>
            <p:nvSpPr>
              <p:cNvPr id="107" name="TextBox 106">
                <a:extLst>
                  <a:ext uri="{FF2B5EF4-FFF2-40B4-BE49-F238E27FC236}">
                    <a16:creationId xmlns:a16="http://schemas.microsoft.com/office/drawing/2014/main" id="{660B37E9-E39C-4637-9C6E-55726BD5CF19}"/>
                  </a:ext>
                </a:extLst>
              </p:cNvPr>
              <p:cNvSpPr txBox="1">
                <a:spLocks noRot="1" noChangeAspect="1" noMove="1" noResize="1" noEditPoints="1" noAdjustHandles="1" noChangeArrowheads="1" noChangeShapeType="1" noTextEdit="1"/>
              </p:cNvSpPr>
              <p:nvPr/>
            </p:nvSpPr>
            <p:spPr>
              <a:xfrm>
                <a:off x="4159987" y="4527350"/>
                <a:ext cx="2102141" cy="1060483"/>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36EC1243-EB21-4ABF-BED9-5077EEC47FE4}"/>
                  </a:ext>
                </a:extLst>
              </p:cNvPr>
              <p:cNvSpPr txBox="1"/>
              <p:nvPr/>
            </p:nvSpPr>
            <p:spPr>
              <a:xfrm>
                <a:off x="5938347" y="4527349"/>
                <a:ext cx="2102141"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e>
                      </m:d>
                    </m:oMath>
                  </m:oMathPara>
                </a14:m>
                <a:endParaRPr lang="en-GB" sz="2800" dirty="0">
                  <a:solidFill>
                    <a:srgbClr val="002060"/>
                  </a:solidFill>
                  <a:latin typeface="+mj-lt"/>
                </a:endParaRPr>
              </a:p>
            </p:txBody>
          </p:sp>
        </mc:Choice>
        <mc:Fallback xmlns="">
          <p:sp>
            <p:nvSpPr>
              <p:cNvPr id="109" name="TextBox 108">
                <a:extLst>
                  <a:ext uri="{FF2B5EF4-FFF2-40B4-BE49-F238E27FC236}">
                    <a16:creationId xmlns:a16="http://schemas.microsoft.com/office/drawing/2014/main" id="{36EC1243-EB21-4ABF-BED9-5077EEC47FE4}"/>
                  </a:ext>
                </a:extLst>
              </p:cNvPr>
              <p:cNvSpPr txBox="1">
                <a:spLocks noRot="1" noChangeAspect="1" noMove="1" noResize="1" noEditPoints="1" noAdjustHandles="1" noChangeArrowheads="1" noChangeShapeType="1" noTextEdit="1"/>
              </p:cNvSpPr>
              <p:nvPr/>
            </p:nvSpPr>
            <p:spPr>
              <a:xfrm>
                <a:off x="5938347" y="4527349"/>
                <a:ext cx="2102141" cy="1060483"/>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45508FB0-9699-491F-A1DE-8C2CC30F08F3}"/>
                  </a:ext>
                </a:extLst>
              </p:cNvPr>
              <p:cNvSpPr txBox="1"/>
              <p:nvPr/>
            </p:nvSpPr>
            <p:spPr>
              <a:xfrm>
                <a:off x="7796438" y="4527349"/>
                <a:ext cx="2501951"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e>
                      </m:d>
                    </m:oMath>
                  </m:oMathPara>
                </a14:m>
                <a:endParaRPr lang="en-GB" sz="2800" dirty="0">
                  <a:solidFill>
                    <a:srgbClr val="002060"/>
                  </a:solidFill>
                  <a:latin typeface="+mj-lt"/>
                </a:endParaRPr>
              </a:p>
            </p:txBody>
          </p:sp>
        </mc:Choice>
        <mc:Fallback xmlns="">
          <p:sp>
            <p:nvSpPr>
              <p:cNvPr id="111" name="TextBox 110">
                <a:extLst>
                  <a:ext uri="{FF2B5EF4-FFF2-40B4-BE49-F238E27FC236}">
                    <a16:creationId xmlns:a16="http://schemas.microsoft.com/office/drawing/2014/main" id="{45508FB0-9699-491F-A1DE-8C2CC30F08F3}"/>
                  </a:ext>
                </a:extLst>
              </p:cNvPr>
              <p:cNvSpPr txBox="1">
                <a:spLocks noRot="1" noChangeAspect="1" noMove="1" noResize="1" noEditPoints="1" noAdjustHandles="1" noChangeArrowheads="1" noChangeShapeType="1" noTextEdit="1"/>
              </p:cNvSpPr>
              <p:nvPr/>
            </p:nvSpPr>
            <p:spPr>
              <a:xfrm>
                <a:off x="7796438" y="4527349"/>
                <a:ext cx="2501951" cy="1060483"/>
              </a:xfrm>
              <a:prstGeom prst="rect">
                <a:avLst/>
              </a:prstGeom>
              <a:blipFill>
                <a:blip r:embed="rId2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772B18E3-3681-436D-A62C-05EF5B2263D6}"/>
                  </a:ext>
                </a:extLst>
              </p:cNvPr>
              <p:cNvSpPr txBox="1"/>
              <p:nvPr/>
            </p:nvSpPr>
            <p:spPr>
              <a:xfrm>
                <a:off x="84907" y="5695140"/>
                <a:ext cx="917603" cy="899157"/>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3</m:t>
                          </m:r>
                        </m:num>
                        <m:den>
                          <m:r>
                            <a:rPr lang="en-IN" sz="2800" i="1" dirty="0">
                              <a:solidFill>
                                <a:srgbClr val="002060"/>
                              </a:solidFill>
                              <a:latin typeface="Cambria Math" panose="02040503050406030204" pitchFamily="18" charset="0"/>
                            </a:rPr>
                            <m:t> </m:t>
                          </m:r>
                          <m:r>
                            <a:rPr lang="en-IN" sz="2800" b="0" i="1" dirty="0" smtClean="0">
                              <a:solidFill>
                                <a:srgbClr val="002060"/>
                              </a:solidFill>
                              <a:latin typeface="Cambria Math" panose="02040503050406030204" pitchFamily="18" charset="0"/>
                            </a:rPr>
                            <m:t>4</m:t>
                          </m:r>
                          <m:r>
                            <a:rPr lang="en-IN" sz="2800" i="1" dirty="0">
                              <a:solidFill>
                                <a:srgbClr val="002060"/>
                              </a:solidFill>
                              <a:latin typeface="Cambria Math" panose="02040503050406030204" pitchFamily="18" charset="0"/>
                            </a:rPr>
                            <m:t> </m:t>
                          </m:r>
                        </m:den>
                      </m:f>
                    </m:oMath>
                  </m:oMathPara>
                </a14:m>
                <a:endParaRPr lang="en-GB" sz="2800" dirty="0">
                  <a:solidFill>
                    <a:srgbClr val="002060"/>
                  </a:solidFill>
                  <a:latin typeface="+mj-lt"/>
                </a:endParaRPr>
              </a:p>
            </p:txBody>
          </p:sp>
        </mc:Choice>
        <mc:Fallback xmlns="">
          <p:sp>
            <p:nvSpPr>
              <p:cNvPr id="114" name="TextBox 113">
                <a:extLst>
                  <a:ext uri="{FF2B5EF4-FFF2-40B4-BE49-F238E27FC236}">
                    <a16:creationId xmlns:a16="http://schemas.microsoft.com/office/drawing/2014/main" id="{772B18E3-3681-436D-A62C-05EF5B2263D6}"/>
                  </a:ext>
                </a:extLst>
              </p:cNvPr>
              <p:cNvSpPr txBox="1">
                <a:spLocks noRot="1" noChangeAspect="1" noMove="1" noResize="1" noEditPoints="1" noAdjustHandles="1" noChangeArrowheads="1" noChangeShapeType="1" noTextEdit="1"/>
              </p:cNvSpPr>
              <p:nvPr/>
            </p:nvSpPr>
            <p:spPr>
              <a:xfrm>
                <a:off x="84907" y="5695140"/>
                <a:ext cx="917603" cy="899157"/>
              </a:xfrm>
              <a:prstGeom prst="rect">
                <a:avLst/>
              </a:prstGeom>
              <a:blipFill>
                <a:blip r:embed="rId29"/>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7375790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2"/>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250"/>
                                  </p:stCondLst>
                                  <p:childTnLst>
                                    <p:set>
                                      <p:cBhvr>
                                        <p:cTn id="37" dur="1" fill="hold">
                                          <p:stCondLst>
                                            <p:cond delay="0"/>
                                          </p:stCondLst>
                                        </p:cTn>
                                        <p:tgtEl>
                                          <p:spTgt spid="93"/>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94"/>
                                        </p:tgtEl>
                                        <p:attrNameLst>
                                          <p:attrName>style.visibility</p:attrName>
                                        </p:attrNameLst>
                                      </p:cBhvr>
                                      <p:to>
                                        <p:strVal val="visible"/>
                                      </p:to>
                                    </p:set>
                                  </p:childTnLst>
                                </p:cTn>
                              </p:par>
                            </p:childTnLst>
                          </p:cTn>
                        </p:par>
                        <p:par>
                          <p:cTn id="42" fill="hold">
                            <p:stCondLst>
                              <p:cond delay="0"/>
                            </p:stCondLst>
                            <p:childTnLst>
                              <p:par>
                                <p:cTn id="43" presetID="1" presetClass="entr" presetSubtype="0" fill="hold" grpId="0" nodeType="afterEffect">
                                  <p:stCondLst>
                                    <p:cond delay="250"/>
                                  </p:stCondLst>
                                  <p:childTnLst>
                                    <p:set>
                                      <p:cBhvr>
                                        <p:cTn id="44" dur="1" fill="hold">
                                          <p:stCondLst>
                                            <p:cond delay="0"/>
                                          </p:stCondLst>
                                        </p:cTn>
                                        <p:tgtEl>
                                          <p:spTgt spid="9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6"/>
                                        </p:tgtEl>
                                        <p:attrNameLst>
                                          <p:attrName>style.visibility</p:attrName>
                                        </p:attrNameLst>
                                      </p:cBhvr>
                                      <p:to>
                                        <p:strVal val="visible"/>
                                      </p:to>
                                    </p:set>
                                  </p:childTnLst>
                                </p:cTn>
                              </p:par>
                            </p:childTnLst>
                          </p:cTn>
                        </p:par>
                        <p:par>
                          <p:cTn id="49" fill="hold">
                            <p:stCondLst>
                              <p:cond delay="0"/>
                            </p:stCondLst>
                            <p:childTnLst>
                              <p:par>
                                <p:cTn id="50" presetID="1" presetClass="entr" presetSubtype="0" fill="hold" grpId="0" nodeType="afterEffect">
                                  <p:stCondLst>
                                    <p:cond delay="250"/>
                                  </p:stCondLst>
                                  <p:childTnLst>
                                    <p:set>
                                      <p:cBhvr>
                                        <p:cTn id="51" dur="1" fill="hold">
                                          <p:stCondLst>
                                            <p:cond delay="0"/>
                                          </p:stCondLst>
                                        </p:cTn>
                                        <p:tgtEl>
                                          <p:spTgt spid="97"/>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98"/>
                                        </p:tgtEl>
                                        <p:attrNameLst>
                                          <p:attrName>style.visibility</p:attrName>
                                        </p:attrNameLst>
                                      </p:cBhvr>
                                      <p:to>
                                        <p:strVal val="visible"/>
                                      </p:to>
                                    </p:set>
                                  </p:childTnLst>
                                </p:cTn>
                              </p:par>
                            </p:childTnLst>
                          </p:cTn>
                        </p:par>
                        <p:par>
                          <p:cTn id="56" fill="hold">
                            <p:stCondLst>
                              <p:cond delay="0"/>
                            </p:stCondLst>
                            <p:childTnLst>
                              <p:par>
                                <p:cTn id="57" presetID="1" presetClass="entr" presetSubtype="0" fill="hold" grpId="0" nodeType="afterEffect">
                                  <p:stCondLst>
                                    <p:cond delay="250"/>
                                  </p:stCondLst>
                                  <p:childTnLst>
                                    <p:set>
                                      <p:cBhvr>
                                        <p:cTn id="58" dur="1" fill="hold">
                                          <p:stCondLst>
                                            <p:cond delay="0"/>
                                          </p:stCondLst>
                                        </p:cTn>
                                        <p:tgtEl>
                                          <p:spTgt spid="99"/>
                                        </p:tgtEl>
                                        <p:attrNameLst>
                                          <p:attrName>style.visibility</p:attrName>
                                        </p:attrNameLst>
                                      </p:cBhvr>
                                      <p:to>
                                        <p:strVal val="visible"/>
                                      </p:to>
                                    </p:set>
                                  </p:childTnLst>
                                </p:cTn>
                              </p:par>
                            </p:childTnLst>
                          </p:cTn>
                        </p:par>
                        <p:par>
                          <p:cTn id="59" fill="hold">
                            <p:stCondLst>
                              <p:cond delay="250"/>
                            </p:stCondLst>
                            <p:childTnLst>
                              <p:par>
                                <p:cTn id="60" presetID="1" presetClass="entr" presetSubtype="0" fill="hold" grpId="0" nodeType="afterEffect">
                                  <p:stCondLst>
                                    <p:cond delay="250"/>
                                  </p:stCondLst>
                                  <p:childTnLst>
                                    <p:set>
                                      <p:cBhvr>
                                        <p:cTn id="61" dur="1" fill="hold">
                                          <p:stCondLst>
                                            <p:cond delay="0"/>
                                          </p:stCondLst>
                                        </p:cTn>
                                        <p:tgtEl>
                                          <p:spTgt spid="100"/>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103"/>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104"/>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105"/>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107"/>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109"/>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111"/>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p:bldP spid="45" grpId="0" animBg="1"/>
      <p:bldP spid="67" grpId="0"/>
      <p:bldP spid="68" grpId="0"/>
      <p:bldP spid="69" grpId="0"/>
      <p:bldP spid="78" grpId="0"/>
      <p:bldP spid="87" grpId="0"/>
      <p:bldP spid="92" grpId="0"/>
      <p:bldP spid="93" grpId="0"/>
      <p:bldP spid="94" grpId="0"/>
      <p:bldP spid="95" grpId="0"/>
      <p:bldP spid="96" grpId="0"/>
      <p:bldP spid="97" grpId="0"/>
      <p:bldP spid="98" grpId="0"/>
      <p:bldP spid="99" grpId="0"/>
      <p:bldP spid="100" grpId="0"/>
      <p:bldP spid="103" grpId="0"/>
      <p:bldP spid="104" grpId="0"/>
      <p:bldP spid="105" grpId="0"/>
      <p:bldP spid="107" grpId="0"/>
      <p:bldP spid="109" grpId="0"/>
      <p:bldP spid="111" grpId="0"/>
      <p:bldP spid="114"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6 (</a:t>
            </a:r>
            <a:r>
              <a:rPr lang="en-IN" dirty="0"/>
              <a:t>Continue</a:t>
            </a:r>
            <a:r>
              <a:rPr lang="en-GB" dirty="0"/>
              <a:t>)</a:t>
            </a:r>
            <a:endParaRPr lang="en-US" dirty="0"/>
          </a:p>
        </p:txBody>
      </p:sp>
      <p:sp>
        <p:nvSpPr>
          <p:cNvPr id="41" name="TextBox 40">
            <a:extLst>
              <a:ext uri="{FF2B5EF4-FFF2-40B4-BE49-F238E27FC236}">
                <a16:creationId xmlns:a16="http://schemas.microsoft.com/office/drawing/2014/main" id="{C7C0092C-50E2-492A-B91D-F957BC051B86}"/>
              </a:ext>
            </a:extLst>
          </p:cNvPr>
          <p:cNvSpPr txBox="1"/>
          <p:nvPr/>
        </p:nvSpPr>
        <p:spPr>
          <a:xfrm>
            <a:off x="84907" y="7394365"/>
            <a:ext cx="7628628" cy="536365"/>
          </a:xfrm>
          <a:prstGeom prst="rect">
            <a:avLst/>
          </a:prstGeom>
          <a:noFill/>
        </p:spPr>
        <p:txBody>
          <a:bodyPr wrap="square">
            <a:spAutoFit/>
          </a:bodyPr>
          <a:lstStyle/>
          <a:p>
            <a:pPr>
              <a:spcBef>
                <a:spcPts val="600"/>
              </a:spcBef>
            </a:pPr>
            <a:r>
              <a:rPr lang="en-GB" sz="2800" dirty="0">
                <a:solidFill>
                  <a:schemeClr val="bg1"/>
                </a:solidFill>
                <a:latin typeface="+mj-lt"/>
              </a:rPr>
              <a:t>(4)  exactly one of them is able to solve the problem</a:t>
            </a:r>
          </a:p>
        </p:txBody>
      </p:sp>
      <p:sp>
        <p:nvSpPr>
          <p:cNvPr id="42" name="TextBox 41">
            <a:extLst>
              <a:ext uri="{FF2B5EF4-FFF2-40B4-BE49-F238E27FC236}">
                <a16:creationId xmlns:a16="http://schemas.microsoft.com/office/drawing/2014/main" id="{0183BA5D-A6F1-45B3-9F37-6056261C1490}"/>
              </a:ext>
            </a:extLst>
          </p:cNvPr>
          <p:cNvSpPr txBox="1"/>
          <p:nvPr/>
        </p:nvSpPr>
        <p:spPr>
          <a:xfrm>
            <a:off x="84907" y="6858000"/>
            <a:ext cx="7628629" cy="536365"/>
          </a:xfrm>
          <a:prstGeom prst="rect">
            <a:avLst/>
          </a:prstGeom>
          <a:noFill/>
        </p:spPr>
        <p:txBody>
          <a:bodyPr wrap="square">
            <a:spAutoFit/>
          </a:bodyPr>
          <a:lstStyle/>
          <a:p>
            <a:pPr>
              <a:spcBef>
                <a:spcPts val="600"/>
              </a:spcBef>
            </a:pPr>
            <a:r>
              <a:rPr lang="en-GB" sz="2800" dirty="0">
                <a:solidFill>
                  <a:schemeClr val="bg1"/>
                </a:solidFill>
                <a:latin typeface="+mj-lt"/>
              </a:rPr>
              <a:t>(3)  exactly two of them are able to solve the problem</a:t>
            </a:r>
          </a:p>
        </p:txBody>
      </p:sp>
      <p:sp>
        <p:nvSpPr>
          <p:cNvPr id="43" name="TextBox 42">
            <a:extLst>
              <a:ext uri="{FF2B5EF4-FFF2-40B4-BE49-F238E27FC236}">
                <a16:creationId xmlns:a16="http://schemas.microsoft.com/office/drawing/2014/main" id="{E4AB866A-063B-48A3-B81C-12F63E487723}"/>
              </a:ext>
            </a:extLst>
          </p:cNvPr>
          <p:cNvSpPr txBox="1"/>
          <p:nvPr/>
        </p:nvSpPr>
        <p:spPr>
          <a:xfrm>
            <a:off x="84907" y="1820884"/>
            <a:ext cx="7628630" cy="536365"/>
          </a:xfrm>
          <a:prstGeom prst="rect">
            <a:avLst/>
          </a:prstGeom>
          <a:noFill/>
        </p:spPr>
        <p:txBody>
          <a:bodyPr wrap="square">
            <a:spAutoFit/>
          </a:bodyPr>
          <a:lstStyle/>
          <a:p>
            <a:pPr>
              <a:spcBef>
                <a:spcPts val="600"/>
              </a:spcBef>
            </a:pPr>
            <a:r>
              <a:rPr lang="en-GB" sz="2800" b="1" dirty="0">
                <a:solidFill>
                  <a:srgbClr val="002060"/>
                </a:solidFill>
                <a:latin typeface="+mj-lt"/>
              </a:rPr>
              <a:t>(2)  at least two of them are able to solve the problem</a:t>
            </a:r>
          </a:p>
        </p:txBody>
      </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9D944459-C6D3-41AE-B4FE-BA01D75E24B7}"/>
                  </a:ext>
                </a:extLst>
              </p:cNvPr>
              <p:cNvSpPr txBox="1"/>
              <p:nvPr/>
            </p:nvSpPr>
            <p:spPr>
              <a:xfrm>
                <a:off x="286024" y="2391553"/>
                <a:ext cx="3248883"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nor/>
                            </m:rPr>
                            <a:rPr lang="en-IN" sz="2800" b="0" i="0" dirty="0" smtClean="0">
                              <a:solidFill>
                                <a:srgbClr val="002060"/>
                              </a:solidFill>
                              <a:latin typeface="+mj-lt"/>
                            </a:rPr>
                            <m:t>a</m:t>
                          </m:r>
                          <m:r>
                            <m:rPr>
                              <m:nor/>
                            </m:rPr>
                            <a:rPr lang="en-IN" sz="2800" i="0" dirty="0">
                              <a:solidFill>
                                <a:srgbClr val="002060"/>
                              </a:solidFill>
                              <a:latin typeface="+mj-lt"/>
                            </a:rPr>
                            <m:t>t</m:t>
                          </m:r>
                          <m:r>
                            <m:rPr>
                              <m:nor/>
                            </m:rPr>
                            <a:rPr lang="en-IN" sz="2800" i="0" dirty="0">
                              <a:solidFill>
                                <a:srgbClr val="002060"/>
                              </a:solidFill>
                              <a:latin typeface="+mj-lt"/>
                            </a:rPr>
                            <m:t> </m:t>
                          </m:r>
                          <m:r>
                            <m:rPr>
                              <m:nor/>
                            </m:rPr>
                            <a:rPr lang="en-IN" sz="2800" i="0" dirty="0">
                              <a:solidFill>
                                <a:srgbClr val="002060"/>
                              </a:solidFill>
                              <a:latin typeface="+mj-lt"/>
                            </a:rPr>
                            <m:t>least</m:t>
                          </m:r>
                          <m:r>
                            <m:rPr>
                              <m:nor/>
                            </m:rPr>
                            <a:rPr lang="en-IN" sz="2800" i="0" dirty="0">
                              <a:solidFill>
                                <a:srgbClr val="002060"/>
                              </a:solidFill>
                              <a:latin typeface="+mj-lt"/>
                            </a:rPr>
                            <m:t> </m:t>
                          </m:r>
                          <m:r>
                            <m:rPr>
                              <m:nor/>
                            </m:rPr>
                            <a:rPr lang="en-IN" sz="2800" i="0" dirty="0">
                              <a:solidFill>
                                <a:srgbClr val="002060"/>
                              </a:solidFill>
                              <a:latin typeface="+mj-lt"/>
                            </a:rPr>
                            <m:t>two</m:t>
                          </m:r>
                          <m:r>
                            <m:rPr>
                              <m:nor/>
                            </m:rPr>
                            <a:rPr lang="en-IN" sz="2800" i="0" dirty="0">
                              <a:solidFill>
                                <a:srgbClr val="002060"/>
                              </a:solidFill>
                              <a:latin typeface="+mj-lt"/>
                            </a:rPr>
                            <m:t> </m:t>
                          </m:r>
                          <m:r>
                            <m:rPr>
                              <m:nor/>
                            </m:rPr>
                            <a:rPr lang="en-IN" sz="2800" i="0" dirty="0">
                              <a:solidFill>
                                <a:srgbClr val="002060"/>
                              </a:solidFill>
                              <a:latin typeface="+mj-lt"/>
                            </a:rPr>
                            <m:t>solve</m:t>
                          </m:r>
                        </m:e>
                      </m:d>
                    </m:oMath>
                  </m:oMathPara>
                </a14:m>
                <a:endParaRPr lang="en-GB" sz="2800" dirty="0">
                  <a:solidFill>
                    <a:srgbClr val="002060"/>
                  </a:solidFill>
                  <a:latin typeface="+mj-lt"/>
                </a:endParaRPr>
              </a:p>
            </p:txBody>
          </p:sp>
        </mc:Choice>
        <mc:Fallback xmlns="">
          <p:sp>
            <p:nvSpPr>
              <p:cNvPr id="50" name="TextBox 49">
                <a:extLst>
                  <a:ext uri="{FF2B5EF4-FFF2-40B4-BE49-F238E27FC236}">
                    <a16:creationId xmlns:a16="http://schemas.microsoft.com/office/drawing/2014/main" id="{9D944459-C6D3-41AE-B4FE-BA01D75E24B7}"/>
                  </a:ext>
                </a:extLst>
              </p:cNvPr>
              <p:cNvSpPr txBox="1">
                <a:spLocks noRot="1" noChangeAspect="1" noMove="1" noResize="1" noEditPoints="1" noAdjustHandles="1" noChangeArrowheads="1" noChangeShapeType="1" noTextEdit="1"/>
              </p:cNvSpPr>
              <p:nvPr/>
            </p:nvSpPr>
            <p:spPr>
              <a:xfrm>
                <a:off x="286024" y="2391553"/>
                <a:ext cx="3248883"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DC7736BF-BEDE-4D94-9C12-3580535BD4D1}"/>
                  </a:ext>
                </a:extLst>
              </p:cNvPr>
              <p:cNvSpPr txBox="1"/>
              <p:nvPr/>
            </p:nvSpPr>
            <p:spPr>
              <a:xfrm>
                <a:off x="3347320" y="2391553"/>
                <a:ext cx="455524" cy="523220"/>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a:rPr lang="en-IN" sz="2800" i="1" dirty="0" smtClean="0">
                          <a:solidFill>
                            <a:srgbClr val="002060"/>
                          </a:solidFill>
                          <a:latin typeface="Cambria Math" panose="02040503050406030204" pitchFamily="18" charset="0"/>
                        </a:rPr>
                        <m:t>=</m:t>
                      </m:r>
                    </m:oMath>
                  </m:oMathPara>
                </a14:m>
                <a:endParaRPr lang="en-GB" sz="2800" dirty="0">
                  <a:solidFill>
                    <a:srgbClr val="002060"/>
                  </a:solidFill>
                  <a:latin typeface="+mj-lt"/>
                </a:endParaRPr>
              </a:p>
            </p:txBody>
          </p:sp>
        </mc:Choice>
        <mc:Fallback xmlns="">
          <p:sp>
            <p:nvSpPr>
              <p:cNvPr id="64" name="TextBox 63">
                <a:extLst>
                  <a:ext uri="{FF2B5EF4-FFF2-40B4-BE49-F238E27FC236}">
                    <a16:creationId xmlns:a16="http://schemas.microsoft.com/office/drawing/2014/main" id="{DC7736BF-BEDE-4D94-9C12-3580535BD4D1}"/>
                  </a:ext>
                </a:extLst>
              </p:cNvPr>
              <p:cNvSpPr txBox="1">
                <a:spLocks noRot="1" noChangeAspect="1" noMove="1" noResize="1" noEditPoints="1" noAdjustHandles="1" noChangeArrowheads="1" noChangeShapeType="1" noTextEdit="1"/>
              </p:cNvSpPr>
              <p:nvPr/>
            </p:nvSpPr>
            <p:spPr>
              <a:xfrm>
                <a:off x="3347320" y="2391553"/>
                <a:ext cx="455524"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6FF2031B-9E36-48A0-8001-50F561895AD4}"/>
                  </a:ext>
                </a:extLst>
              </p:cNvPr>
              <p:cNvSpPr txBox="1"/>
              <p:nvPr/>
            </p:nvSpPr>
            <p:spPr>
              <a:xfrm>
                <a:off x="3736024" y="2391553"/>
                <a:ext cx="7695363" cy="523220"/>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B</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i="1">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C</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i="1">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C</m:t>
                          </m:r>
                        </m:e>
                      </m:d>
                      <m:r>
                        <a:rPr lang="en-IN" sz="2800" b="0" i="1" smtClean="0">
                          <a:solidFill>
                            <a:srgbClr val="002060"/>
                          </a:solidFill>
                          <a:latin typeface="Cambria Math" panose="02040503050406030204" pitchFamily="18" charset="0"/>
                        </a:rPr>
                        <m:t>− 2</m:t>
                      </m:r>
                      <m:r>
                        <m:rPr>
                          <m:sty m:val="p"/>
                        </m:rPr>
                        <a:rPr lang="en-IN" sz="2800" b="0" i="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i="1">
                              <a:solidFill>
                                <a:srgbClr val="002060"/>
                              </a:solidFill>
                              <a:latin typeface="Cambria Math" panose="02040503050406030204" pitchFamily="18" charset="0"/>
                            </a:rPr>
                            <m:t>∩</m:t>
                          </m:r>
                          <m:r>
                            <m:rPr>
                              <m:sty m:val="p"/>
                            </m:rPr>
                            <a:rPr lang="en-IN" sz="2800" smtClean="0">
                              <a:solidFill>
                                <a:srgbClr val="002060"/>
                              </a:solidFill>
                              <a:latin typeface="Cambria Math" panose="02040503050406030204" pitchFamily="18" charset="0"/>
                            </a:rPr>
                            <m:t>B</m:t>
                          </m:r>
                          <m:r>
                            <a:rPr lang="en-IN" sz="2800" i="1">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68" name="TextBox 67">
                <a:extLst>
                  <a:ext uri="{FF2B5EF4-FFF2-40B4-BE49-F238E27FC236}">
                    <a16:creationId xmlns:a16="http://schemas.microsoft.com/office/drawing/2014/main" id="{6FF2031B-9E36-48A0-8001-50F561895AD4}"/>
                  </a:ext>
                </a:extLst>
              </p:cNvPr>
              <p:cNvSpPr txBox="1">
                <a:spLocks noRot="1" noChangeAspect="1" noMove="1" noResize="1" noEditPoints="1" noAdjustHandles="1" noChangeArrowheads="1" noChangeShapeType="1" noTextEdit="1"/>
              </p:cNvSpPr>
              <p:nvPr/>
            </p:nvSpPr>
            <p:spPr>
              <a:xfrm>
                <a:off x="3736024" y="2391553"/>
                <a:ext cx="7695363"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314CCA8D-C721-4D9C-8528-D7CB1B3A30EA}"/>
                  </a:ext>
                </a:extLst>
              </p:cNvPr>
              <p:cNvSpPr txBox="1"/>
              <p:nvPr/>
            </p:nvSpPr>
            <p:spPr>
              <a:xfrm>
                <a:off x="84907" y="908428"/>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A</m:t>
                          </m:r>
                        </m:e>
                      </m:d>
                    </m:oMath>
                  </m:oMathPara>
                </a14:m>
                <a:endParaRPr lang="en-IN" dirty="0">
                  <a:solidFill>
                    <a:srgbClr val="002060"/>
                  </a:solidFill>
                  <a:latin typeface="+mn-lt"/>
                </a:endParaRPr>
              </a:p>
            </p:txBody>
          </p:sp>
        </mc:Choice>
        <mc:Fallback xmlns="">
          <p:sp>
            <p:nvSpPr>
              <p:cNvPr id="95" name="TextBox 94">
                <a:extLst>
                  <a:ext uri="{FF2B5EF4-FFF2-40B4-BE49-F238E27FC236}">
                    <a16:creationId xmlns:a16="http://schemas.microsoft.com/office/drawing/2014/main" id="{314CCA8D-C721-4D9C-8528-D7CB1B3A30EA}"/>
                  </a:ext>
                </a:extLst>
              </p:cNvPr>
              <p:cNvSpPr txBox="1">
                <a:spLocks noRot="1" noChangeAspect="1" noMove="1" noResize="1" noEditPoints="1" noAdjustHandles="1" noChangeArrowheads="1" noChangeShapeType="1" noTextEdit="1"/>
              </p:cNvSpPr>
              <p:nvPr/>
            </p:nvSpPr>
            <p:spPr>
              <a:xfrm>
                <a:off x="84907" y="908428"/>
                <a:ext cx="863234"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2B5B08A0-7BB8-498F-B53B-F3AB2614BBC6}"/>
                  </a:ext>
                </a:extLst>
              </p:cNvPr>
              <p:cNvSpPr txBox="1"/>
              <p:nvPr/>
            </p:nvSpPr>
            <p:spPr>
              <a:xfrm>
                <a:off x="878292" y="720556"/>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2 </m:t>
                          </m:r>
                        </m:den>
                      </m:f>
                    </m:oMath>
                  </m:oMathPara>
                </a14:m>
                <a:endParaRPr lang="en-IN" sz="2800" dirty="0">
                  <a:solidFill>
                    <a:srgbClr val="002060"/>
                  </a:solidFill>
                </a:endParaRPr>
              </a:p>
            </p:txBody>
          </p:sp>
        </mc:Choice>
        <mc:Fallback xmlns="">
          <p:sp>
            <p:nvSpPr>
              <p:cNvPr id="96" name="TextBox 95">
                <a:extLst>
                  <a:ext uri="{FF2B5EF4-FFF2-40B4-BE49-F238E27FC236}">
                    <a16:creationId xmlns:a16="http://schemas.microsoft.com/office/drawing/2014/main" id="{2B5B08A0-7BB8-498F-B53B-F3AB2614BBC6}"/>
                  </a:ext>
                </a:extLst>
              </p:cNvPr>
              <p:cNvSpPr txBox="1">
                <a:spLocks noRot="1" noChangeAspect="1" noMove="1" noResize="1" noEditPoints="1" noAdjustHandles="1" noChangeArrowheads="1" noChangeShapeType="1" noTextEdit="1"/>
              </p:cNvSpPr>
              <p:nvPr/>
            </p:nvSpPr>
            <p:spPr>
              <a:xfrm>
                <a:off x="878292" y="720556"/>
                <a:ext cx="985452" cy="898964"/>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E426C4EF-6E3D-47A7-B1F3-116F097FF4BF}"/>
                  </a:ext>
                </a:extLst>
              </p:cNvPr>
              <p:cNvSpPr txBox="1"/>
              <p:nvPr/>
            </p:nvSpPr>
            <p:spPr>
              <a:xfrm>
                <a:off x="2061209" y="908428"/>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B</m:t>
                          </m:r>
                        </m:e>
                      </m:d>
                    </m:oMath>
                  </m:oMathPara>
                </a14:m>
                <a:endParaRPr lang="en-IN" dirty="0">
                  <a:solidFill>
                    <a:srgbClr val="002060"/>
                  </a:solidFill>
                  <a:latin typeface="+mn-lt"/>
                </a:endParaRPr>
              </a:p>
            </p:txBody>
          </p:sp>
        </mc:Choice>
        <mc:Fallback xmlns="">
          <p:sp>
            <p:nvSpPr>
              <p:cNvPr id="97" name="TextBox 96">
                <a:extLst>
                  <a:ext uri="{FF2B5EF4-FFF2-40B4-BE49-F238E27FC236}">
                    <a16:creationId xmlns:a16="http://schemas.microsoft.com/office/drawing/2014/main" id="{E426C4EF-6E3D-47A7-B1F3-116F097FF4BF}"/>
                  </a:ext>
                </a:extLst>
              </p:cNvPr>
              <p:cNvSpPr txBox="1">
                <a:spLocks noRot="1" noChangeAspect="1" noMove="1" noResize="1" noEditPoints="1" noAdjustHandles="1" noChangeArrowheads="1" noChangeShapeType="1" noTextEdit="1"/>
              </p:cNvSpPr>
              <p:nvPr/>
            </p:nvSpPr>
            <p:spPr>
              <a:xfrm>
                <a:off x="2061209" y="908428"/>
                <a:ext cx="863234"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940C0082-022E-4667-A2DF-6FD2588FD27D}"/>
                  </a:ext>
                </a:extLst>
              </p:cNvPr>
              <p:cNvSpPr txBox="1"/>
              <p:nvPr/>
            </p:nvSpPr>
            <p:spPr>
              <a:xfrm>
                <a:off x="2854594" y="720556"/>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3 </m:t>
                          </m:r>
                        </m:den>
                      </m:f>
                    </m:oMath>
                  </m:oMathPara>
                </a14:m>
                <a:endParaRPr lang="en-IN" sz="2800" dirty="0">
                  <a:solidFill>
                    <a:srgbClr val="002060"/>
                  </a:solidFill>
                </a:endParaRPr>
              </a:p>
            </p:txBody>
          </p:sp>
        </mc:Choice>
        <mc:Fallback xmlns="">
          <p:sp>
            <p:nvSpPr>
              <p:cNvPr id="98" name="TextBox 97">
                <a:extLst>
                  <a:ext uri="{FF2B5EF4-FFF2-40B4-BE49-F238E27FC236}">
                    <a16:creationId xmlns:a16="http://schemas.microsoft.com/office/drawing/2014/main" id="{940C0082-022E-4667-A2DF-6FD2588FD27D}"/>
                  </a:ext>
                </a:extLst>
              </p:cNvPr>
              <p:cNvSpPr txBox="1">
                <a:spLocks noRot="1" noChangeAspect="1" noMove="1" noResize="1" noEditPoints="1" noAdjustHandles="1" noChangeArrowheads="1" noChangeShapeType="1" noTextEdit="1"/>
              </p:cNvSpPr>
              <p:nvPr/>
            </p:nvSpPr>
            <p:spPr>
              <a:xfrm>
                <a:off x="2854594" y="720556"/>
                <a:ext cx="985452" cy="898964"/>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A75E93CF-1D74-4582-8616-2206037AA5B9}"/>
                  </a:ext>
                </a:extLst>
              </p:cNvPr>
              <p:cNvSpPr txBox="1"/>
              <p:nvPr/>
            </p:nvSpPr>
            <p:spPr>
              <a:xfrm>
                <a:off x="3840046" y="908428"/>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C</m:t>
                          </m:r>
                        </m:e>
                      </m:d>
                    </m:oMath>
                  </m:oMathPara>
                </a14:m>
                <a:endParaRPr lang="en-IN" dirty="0">
                  <a:solidFill>
                    <a:srgbClr val="002060"/>
                  </a:solidFill>
                  <a:latin typeface="+mn-lt"/>
                </a:endParaRPr>
              </a:p>
            </p:txBody>
          </p:sp>
        </mc:Choice>
        <mc:Fallback xmlns="">
          <p:sp>
            <p:nvSpPr>
              <p:cNvPr id="99" name="TextBox 98">
                <a:extLst>
                  <a:ext uri="{FF2B5EF4-FFF2-40B4-BE49-F238E27FC236}">
                    <a16:creationId xmlns:a16="http://schemas.microsoft.com/office/drawing/2014/main" id="{A75E93CF-1D74-4582-8616-2206037AA5B9}"/>
                  </a:ext>
                </a:extLst>
              </p:cNvPr>
              <p:cNvSpPr txBox="1">
                <a:spLocks noRot="1" noChangeAspect="1" noMove="1" noResize="1" noEditPoints="1" noAdjustHandles="1" noChangeArrowheads="1" noChangeShapeType="1" noTextEdit="1"/>
              </p:cNvSpPr>
              <p:nvPr/>
            </p:nvSpPr>
            <p:spPr>
              <a:xfrm>
                <a:off x="3840046" y="908428"/>
                <a:ext cx="863234"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7F1E460F-5A14-4480-B983-5A2E63182CA9}"/>
                  </a:ext>
                </a:extLst>
              </p:cNvPr>
              <p:cNvSpPr txBox="1"/>
              <p:nvPr/>
            </p:nvSpPr>
            <p:spPr>
              <a:xfrm>
                <a:off x="4633431" y="720556"/>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4 </m:t>
                          </m:r>
                        </m:den>
                      </m:f>
                    </m:oMath>
                  </m:oMathPara>
                </a14:m>
                <a:endParaRPr lang="en-IN" sz="2800" dirty="0">
                  <a:solidFill>
                    <a:srgbClr val="002060"/>
                  </a:solidFill>
                </a:endParaRPr>
              </a:p>
            </p:txBody>
          </p:sp>
        </mc:Choice>
        <mc:Fallback xmlns="">
          <p:sp>
            <p:nvSpPr>
              <p:cNvPr id="100" name="TextBox 99">
                <a:extLst>
                  <a:ext uri="{FF2B5EF4-FFF2-40B4-BE49-F238E27FC236}">
                    <a16:creationId xmlns:a16="http://schemas.microsoft.com/office/drawing/2014/main" id="{7F1E460F-5A14-4480-B983-5A2E63182CA9}"/>
                  </a:ext>
                </a:extLst>
              </p:cNvPr>
              <p:cNvSpPr txBox="1">
                <a:spLocks noRot="1" noChangeAspect="1" noMove="1" noResize="1" noEditPoints="1" noAdjustHandles="1" noChangeArrowheads="1" noChangeShapeType="1" noTextEdit="1"/>
              </p:cNvSpPr>
              <p:nvPr/>
            </p:nvSpPr>
            <p:spPr>
              <a:xfrm>
                <a:off x="4633431" y="720556"/>
                <a:ext cx="985452" cy="898964"/>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E3DAB4FF-3002-47B1-A192-7CC8ACEC1375}"/>
                  </a:ext>
                </a:extLst>
              </p:cNvPr>
              <p:cNvSpPr txBox="1"/>
              <p:nvPr/>
            </p:nvSpPr>
            <p:spPr>
              <a:xfrm>
                <a:off x="3347320" y="2993197"/>
                <a:ext cx="455524" cy="523220"/>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a:rPr lang="en-IN" sz="2800" i="1" dirty="0" smtClean="0">
                          <a:solidFill>
                            <a:srgbClr val="002060"/>
                          </a:solidFill>
                          <a:latin typeface="Cambria Math" panose="02040503050406030204" pitchFamily="18" charset="0"/>
                        </a:rPr>
                        <m:t>=</m:t>
                      </m:r>
                    </m:oMath>
                  </m:oMathPara>
                </a14:m>
                <a:endParaRPr lang="en-GB" sz="2800" dirty="0">
                  <a:solidFill>
                    <a:srgbClr val="002060"/>
                  </a:solidFill>
                  <a:latin typeface="+mj-lt"/>
                </a:endParaRPr>
              </a:p>
            </p:txBody>
          </p:sp>
        </mc:Choice>
        <mc:Fallback xmlns="">
          <p:sp>
            <p:nvSpPr>
              <p:cNvPr id="112" name="TextBox 111">
                <a:extLst>
                  <a:ext uri="{FF2B5EF4-FFF2-40B4-BE49-F238E27FC236}">
                    <a16:creationId xmlns:a16="http://schemas.microsoft.com/office/drawing/2014/main" id="{E3DAB4FF-3002-47B1-A192-7CC8ACEC1375}"/>
                  </a:ext>
                </a:extLst>
              </p:cNvPr>
              <p:cNvSpPr txBox="1">
                <a:spLocks noRot="1" noChangeAspect="1" noMove="1" noResize="1" noEditPoints="1" noAdjustHandles="1" noChangeArrowheads="1" noChangeShapeType="1" noTextEdit="1"/>
              </p:cNvSpPr>
              <p:nvPr/>
            </p:nvSpPr>
            <p:spPr>
              <a:xfrm>
                <a:off x="3347320" y="2993197"/>
                <a:ext cx="455524"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AE02B1C6-C892-4693-9E1B-0CF25C9976FE}"/>
                  </a:ext>
                </a:extLst>
              </p:cNvPr>
              <p:cNvSpPr txBox="1"/>
              <p:nvPr/>
            </p:nvSpPr>
            <p:spPr>
              <a:xfrm>
                <a:off x="3656227" y="2990982"/>
                <a:ext cx="111446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GB" sz="2800" dirty="0">
                  <a:solidFill>
                    <a:srgbClr val="002060"/>
                  </a:solidFill>
                  <a:latin typeface="+mj-lt"/>
                </a:endParaRPr>
              </a:p>
            </p:txBody>
          </p:sp>
        </mc:Choice>
        <mc:Fallback xmlns="">
          <p:sp>
            <p:nvSpPr>
              <p:cNvPr id="113" name="TextBox 112">
                <a:extLst>
                  <a:ext uri="{FF2B5EF4-FFF2-40B4-BE49-F238E27FC236}">
                    <a16:creationId xmlns:a16="http://schemas.microsoft.com/office/drawing/2014/main" id="{AE02B1C6-C892-4693-9E1B-0CF25C9976FE}"/>
                  </a:ext>
                </a:extLst>
              </p:cNvPr>
              <p:cNvSpPr txBox="1">
                <a:spLocks noRot="1" noChangeAspect="1" noMove="1" noResize="1" noEditPoints="1" noAdjustHandles="1" noChangeArrowheads="1" noChangeShapeType="1" noTextEdit="1"/>
              </p:cNvSpPr>
              <p:nvPr/>
            </p:nvSpPr>
            <p:spPr>
              <a:xfrm>
                <a:off x="3656227" y="2990982"/>
                <a:ext cx="1114461"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5325782B-53F1-4050-8D75-9964F55023BC}"/>
                  </a:ext>
                </a:extLst>
              </p:cNvPr>
              <p:cNvSpPr txBox="1"/>
              <p:nvPr/>
            </p:nvSpPr>
            <p:spPr>
              <a:xfrm>
                <a:off x="4501001" y="2990982"/>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GB" sz="2800" dirty="0">
                  <a:solidFill>
                    <a:srgbClr val="002060"/>
                  </a:solidFill>
                  <a:latin typeface="+mj-lt"/>
                </a:endParaRPr>
              </a:p>
            </p:txBody>
          </p:sp>
        </mc:Choice>
        <mc:Fallback xmlns="">
          <p:sp>
            <p:nvSpPr>
              <p:cNvPr id="114" name="TextBox 113">
                <a:extLst>
                  <a:ext uri="{FF2B5EF4-FFF2-40B4-BE49-F238E27FC236}">
                    <a16:creationId xmlns:a16="http://schemas.microsoft.com/office/drawing/2014/main" id="{5325782B-53F1-4050-8D75-9964F55023BC}"/>
                  </a:ext>
                </a:extLst>
              </p:cNvPr>
              <p:cNvSpPr txBox="1">
                <a:spLocks noRot="1" noChangeAspect="1" noMove="1" noResize="1" noEditPoints="1" noAdjustHandles="1" noChangeArrowheads="1" noChangeShapeType="1" noTextEdit="1"/>
              </p:cNvSpPr>
              <p:nvPr/>
            </p:nvSpPr>
            <p:spPr>
              <a:xfrm>
                <a:off x="4501001" y="2990982"/>
                <a:ext cx="1114462"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DBE2A26-3EE8-485E-8465-BD7DE04696D7}"/>
                  </a:ext>
                </a:extLst>
              </p:cNvPr>
              <p:cNvSpPr txBox="1"/>
              <p:nvPr/>
            </p:nvSpPr>
            <p:spPr>
              <a:xfrm>
                <a:off x="5538769" y="2990982"/>
                <a:ext cx="111446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GB" sz="2800" dirty="0">
                  <a:solidFill>
                    <a:srgbClr val="002060"/>
                  </a:solidFill>
                  <a:latin typeface="+mj-lt"/>
                </a:endParaRPr>
              </a:p>
            </p:txBody>
          </p:sp>
        </mc:Choice>
        <mc:Fallback xmlns="">
          <p:sp>
            <p:nvSpPr>
              <p:cNvPr id="115" name="TextBox 114">
                <a:extLst>
                  <a:ext uri="{FF2B5EF4-FFF2-40B4-BE49-F238E27FC236}">
                    <a16:creationId xmlns:a16="http://schemas.microsoft.com/office/drawing/2014/main" id="{3DBE2A26-3EE8-485E-8465-BD7DE04696D7}"/>
                  </a:ext>
                </a:extLst>
              </p:cNvPr>
              <p:cNvSpPr txBox="1">
                <a:spLocks noRot="1" noChangeAspect="1" noMove="1" noResize="1" noEditPoints="1" noAdjustHandles="1" noChangeArrowheads="1" noChangeShapeType="1" noTextEdit="1"/>
              </p:cNvSpPr>
              <p:nvPr/>
            </p:nvSpPr>
            <p:spPr>
              <a:xfrm>
                <a:off x="5538769" y="2990982"/>
                <a:ext cx="1114461"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43007933-C581-460F-B995-4DB879280596}"/>
                  </a:ext>
                </a:extLst>
              </p:cNvPr>
              <p:cNvSpPr txBox="1"/>
              <p:nvPr/>
            </p:nvSpPr>
            <p:spPr>
              <a:xfrm>
                <a:off x="6583307" y="2990982"/>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116" name="TextBox 115">
                <a:extLst>
                  <a:ext uri="{FF2B5EF4-FFF2-40B4-BE49-F238E27FC236}">
                    <a16:creationId xmlns:a16="http://schemas.microsoft.com/office/drawing/2014/main" id="{43007933-C581-460F-B995-4DB879280596}"/>
                  </a:ext>
                </a:extLst>
              </p:cNvPr>
              <p:cNvSpPr txBox="1">
                <a:spLocks noRot="1" noChangeAspect="1" noMove="1" noResize="1" noEditPoints="1" noAdjustHandles="1" noChangeArrowheads="1" noChangeShapeType="1" noTextEdit="1"/>
              </p:cNvSpPr>
              <p:nvPr/>
            </p:nvSpPr>
            <p:spPr>
              <a:xfrm>
                <a:off x="6583307" y="2990982"/>
                <a:ext cx="1114462"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E2628C8B-5CAA-48BB-A011-BC5EF32DDBD8}"/>
                  </a:ext>
                </a:extLst>
              </p:cNvPr>
              <p:cNvSpPr txBox="1"/>
              <p:nvPr/>
            </p:nvSpPr>
            <p:spPr>
              <a:xfrm>
                <a:off x="7621075" y="2990982"/>
                <a:ext cx="111446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GB" sz="2800" dirty="0">
                  <a:solidFill>
                    <a:srgbClr val="002060"/>
                  </a:solidFill>
                  <a:latin typeface="+mj-lt"/>
                </a:endParaRPr>
              </a:p>
            </p:txBody>
          </p:sp>
        </mc:Choice>
        <mc:Fallback xmlns="">
          <p:sp>
            <p:nvSpPr>
              <p:cNvPr id="117" name="TextBox 116">
                <a:extLst>
                  <a:ext uri="{FF2B5EF4-FFF2-40B4-BE49-F238E27FC236}">
                    <a16:creationId xmlns:a16="http://schemas.microsoft.com/office/drawing/2014/main" id="{E2628C8B-5CAA-48BB-A011-BC5EF32DDBD8}"/>
                  </a:ext>
                </a:extLst>
              </p:cNvPr>
              <p:cNvSpPr txBox="1">
                <a:spLocks noRot="1" noChangeAspect="1" noMove="1" noResize="1" noEditPoints="1" noAdjustHandles="1" noChangeArrowheads="1" noChangeShapeType="1" noTextEdit="1"/>
              </p:cNvSpPr>
              <p:nvPr/>
            </p:nvSpPr>
            <p:spPr>
              <a:xfrm>
                <a:off x="7621075" y="2990982"/>
                <a:ext cx="1114461"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8" name="TextBox 117">
                <a:extLst>
                  <a:ext uri="{FF2B5EF4-FFF2-40B4-BE49-F238E27FC236}">
                    <a16:creationId xmlns:a16="http://schemas.microsoft.com/office/drawing/2014/main" id="{6DD2956F-E415-4DC9-AAFF-6B0F83129AD0}"/>
                  </a:ext>
                </a:extLst>
              </p:cNvPr>
              <p:cNvSpPr txBox="1"/>
              <p:nvPr/>
            </p:nvSpPr>
            <p:spPr>
              <a:xfrm>
                <a:off x="8665613" y="2990982"/>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118" name="TextBox 117">
                <a:extLst>
                  <a:ext uri="{FF2B5EF4-FFF2-40B4-BE49-F238E27FC236}">
                    <a16:creationId xmlns:a16="http://schemas.microsoft.com/office/drawing/2014/main" id="{6DD2956F-E415-4DC9-AAFF-6B0F83129AD0}"/>
                  </a:ext>
                </a:extLst>
              </p:cNvPr>
              <p:cNvSpPr txBox="1">
                <a:spLocks noRot="1" noChangeAspect="1" noMove="1" noResize="1" noEditPoints="1" noAdjustHandles="1" noChangeArrowheads="1" noChangeShapeType="1" noTextEdit="1"/>
              </p:cNvSpPr>
              <p:nvPr/>
            </p:nvSpPr>
            <p:spPr>
              <a:xfrm>
                <a:off x="8665613" y="2990982"/>
                <a:ext cx="1114462"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DAC484E0-B43F-45FE-9760-3216565B923F}"/>
                  </a:ext>
                </a:extLst>
              </p:cNvPr>
              <p:cNvSpPr txBox="1"/>
              <p:nvPr/>
            </p:nvSpPr>
            <p:spPr>
              <a:xfrm>
                <a:off x="8735536" y="3480166"/>
                <a:ext cx="1333189"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2</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GB" sz="2800" dirty="0">
                  <a:solidFill>
                    <a:srgbClr val="002060"/>
                  </a:solidFill>
                  <a:latin typeface="+mj-lt"/>
                </a:endParaRPr>
              </a:p>
            </p:txBody>
          </p:sp>
        </mc:Choice>
        <mc:Fallback xmlns="">
          <p:sp>
            <p:nvSpPr>
              <p:cNvPr id="119" name="TextBox 118">
                <a:extLst>
                  <a:ext uri="{FF2B5EF4-FFF2-40B4-BE49-F238E27FC236}">
                    <a16:creationId xmlns:a16="http://schemas.microsoft.com/office/drawing/2014/main" id="{DAC484E0-B43F-45FE-9760-3216565B923F}"/>
                  </a:ext>
                </a:extLst>
              </p:cNvPr>
              <p:cNvSpPr txBox="1">
                <a:spLocks noRot="1" noChangeAspect="1" noMove="1" noResize="1" noEditPoints="1" noAdjustHandles="1" noChangeArrowheads="1" noChangeShapeType="1" noTextEdit="1"/>
              </p:cNvSpPr>
              <p:nvPr/>
            </p:nvSpPr>
            <p:spPr>
              <a:xfrm>
                <a:off x="8735536" y="3480166"/>
                <a:ext cx="1333189"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71DA1B22-ADE0-4422-A74B-47AE808051B1}"/>
                  </a:ext>
                </a:extLst>
              </p:cNvPr>
              <p:cNvSpPr txBox="1"/>
              <p:nvPr/>
            </p:nvSpPr>
            <p:spPr>
              <a:xfrm>
                <a:off x="9974940" y="3480166"/>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GB" sz="2800" dirty="0">
                  <a:solidFill>
                    <a:srgbClr val="002060"/>
                  </a:solidFill>
                  <a:latin typeface="+mj-lt"/>
                </a:endParaRPr>
              </a:p>
            </p:txBody>
          </p:sp>
        </mc:Choice>
        <mc:Fallback xmlns="">
          <p:sp>
            <p:nvSpPr>
              <p:cNvPr id="120" name="TextBox 119">
                <a:extLst>
                  <a:ext uri="{FF2B5EF4-FFF2-40B4-BE49-F238E27FC236}">
                    <a16:creationId xmlns:a16="http://schemas.microsoft.com/office/drawing/2014/main" id="{71DA1B22-ADE0-4422-A74B-47AE808051B1}"/>
                  </a:ext>
                </a:extLst>
              </p:cNvPr>
              <p:cNvSpPr txBox="1">
                <a:spLocks noRot="1" noChangeAspect="1" noMove="1" noResize="1" noEditPoints="1" noAdjustHandles="1" noChangeArrowheads="1" noChangeShapeType="1" noTextEdit="1"/>
              </p:cNvSpPr>
              <p:nvPr/>
            </p:nvSpPr>
            <p:spPr>
              <a:xfrm>
                <a:off x="9974940" y="3480166"/>
                <a:ext cx="1114462"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E2B4BDF6-5D8D-467F-96C9-3C0701E00BB8}"/>
                  </a:ext>
                </a:extLst>
              </p:cNvPr>
              <p:cNvSpPr txBox="1"/>
              <p:nvPr/>
            </p:nvSpPr>
            <p:spPr>
              <a:xfrm>
                <a:off x="10885925" y="3480166"/>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121" name="TextBox 120">
                <a:extLst>
                  <a:ext uri="{FF2B5EF4-FFF2-40B4-BE49-F238E27FC236}">
                    <a16:creationId xmlns:a16="http://schemas.microsoft.com/office/drawing/2014/main" id="{E2B4BDF6-5D8D-467F-96C9-3C0701E00BB8}"/>
                  </a:ext>
                </a:extLst>
              </p:cNvPr>
              <p:cNvSpPr txBox="1">
                <a:spLocks noRot="1" noChangeAspect="1" noMove="1" noResize="1" noEditPoints="1" noAdjustHandles="1" noChangeArrowheads="1" noChangeShapeType="1" noTextEdit="1"/>
              </p:cNvSpPr>
              <p:nvPr/>
            </p:nvSpPr>
            <p:spPr>
              <a:xfrm>
                <a:off x="10885925" y="3480166"/>
                <a:ext cx="1114462"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0CD5727F-7A6F-4857-9B54-B313A4BF88E6}"/>
                  </a:ext>
                </a:extLst>
              </p:cNvPr>
              <p:cNvSpPr txBox="1"/>
              <p:nvPr/>
            </p:nvSpPr>
            <p:spPr>
              <a:xfrm>
                <a:off x="3347320" y="4355526"/>
                <a:ext cx="455524" cy="523220"/>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a:rPr lang="en-IN" sz="2800" i="1" dirty="0" smtClean="0">
                          <a:solidFill>
                            <a:srgbClr val="002060"/>
                          </a:solidFill>
                          <a:latin typeface="Cambria Math" panose="02040503050406030204" pitchFamily="18" charset="0"/>
                        </a:rPr>
                        <m:t>=</m:t>
                      </m:r>
                    </m:oMath>
                  </m:oMathPara>
                </a14:m>
                <a:endParaRPr lang="en-GB" sz="2800" dirty="0">
                  <a:solidFill>
                    <a:srgbClr val="002060"/>
                  </a:solidFill>
                  <a:latin typeface="+mj-lt"/>
                </a:endParaRPr>
              </a:p>
            </p:txBody>
          </p:sp>
        </mc:Choice>
        <mc:Fallback xmlns="">
          <p:sp>
            <p:nvSpPr>
              <p:cNvPr id="122" name="TextBox 121">
                <a:extLst>
                  <a:ext uri="{FF2B5EF4-FFF2-40B4-BE49-F238E27FC236}">
                    <a16:creationId xmlns:a16="http://schemas.microsoft.com/office/drawing/2014/main" id="{0CD5727F-7A6F-4857-9B54-B313A4BF88E6}"/>
                  </a:ext>
                </a:extLst>
              </p:cNvPr>
              <p:cNvSpPr txBox="1">
                <a:spLocks noRot="1" noChangeAspect="1" noMove="1" noResize="1" noEditPoints="1" noAdjustHandles="1" noChangeArrowheads="1" noChangeShapeType="1" noTextEdit="1"/>
              </p:cNvSpPr>
              <p:nvPr/>
            </p:nvSpPr>
            <p:spPr>
              <a:xfrm>
                <a:off x="3347320" y="4355526"/>
                <a:ext cx="455524"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8DCC4330-0F59-48C2-9D52-F7EFDEBA0A1D}"/>
                  </a:ext>
                </a:extLst>
              </p:cNvPr>
              <p:cNvSpPr txBox="1"/>
              <p:nvPr/>
            </p:nvSpPr>
            <p:spPr>
              <a:xfrm>
                <a:off x="3719617" y="4139585"/>
                <a:ext cx="1617537"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e>
                      </m:d>
                    </m:oMath>
                  </m:oMathPara>
                </a14:m>
                <a:endParaRPr lang="en-GB" sz="2800" dirty="0">
                  <a:solidFill>
                    <a:srgbClr val="002060"/>
                  </a:solidFill>
                  <a:latin typeface="+mj-lt"/>
                </a:endParaRPr>
              </a:p>
            </p:txBody>
          </p:sp>
        </mc:Choice>
        <mc:Fallback xmlns="">
          <p:sp>
            <p:nvSpPr>
              <p:cNvPr id="123" name="TextBox 122">
                <a:extLst>
                  <a:ext uri="{FF2B5EF4-FFF2-40B4-BE49-F238E27FC236}">
                    <a16:creationId xmlns:a16="http://schemas.microsoft.com/office/drawing/2014/main" id="{8DCC4330-0F59-48C2-9D52-F7EFDEBA0A1D}"/>
                  </a:ext>
                </a:extLst>
              </p:cNvPr>
              <p:cNvSpPr txBox="1">
                <a:spLocks noRot="1" noChangeAspect="1" noMove="1" noResize="1" noEditPoints="1" noAdjustHandles="1" noChangeArrowheads="1" noChangeShapeType="1" noTextEdit="1"/>
              </p:cNvSpPr>
              <p:nvPr/>
            </p:nvSpPr>
            <p:spPr>
              <a:xfrm>
                <a:off x="3719617" y="4139585"/>
                <a:ext cx="1617537" cy="1060483"/>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B40B7C9A-5A91-4913-A16C-DB99322C5C2D}"/>
                  </a:ext>
                </a:extLst>
              </p:cNvPr>
              <p:cNvSpPr txBox="1"/>
              <p:nvPr/>
            </p:nvSpPr>
            <p:spPr>
              <a:xfrm>
                <a:off x="5038397" y="4139584"/>
                <a:ext cx="2102141"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e>
                      </m:d>
                    </m:oMath>
                  </m:oMathPara>
                </a14:m>
                <a:endParaRPr lang="en-GB" sz="2800" dirty="0">
                  <a:solidFill>
                    <a:srgbClr val="002060"/>
                  </a:solidFill>
                  <a:latin typeface="+mj-lt"/>
                </a:endParaRPr>
              </a:p>
            </p:txBody>
          </p:sp>
        </mc:Choice>
        <mc:Fallback xmlns="">
          <p:sp>
            <p:nvSpPr>
              <p:cNvPr id="124" name="TextBox 123">
                <a:extLst>
                  <a:ext uri="{FF2B5EF4-FFF2-40B4-BE49-F238E27FC236}">
                    <a16:creationId xmlns:a16="http://schemas.microsoft.com/office/drawing/2014/main" id="{B40B7C9A-5A91-4913-A16C-DB99322C5C2D}"/>
                  </a:ext>
                </a:extLst>
              </p:cNvPr>
              <p:cNvSpPr txBox="1">
                <a:spLocks noRot="1" noChangeAspect="1" noMove="1" noResize="1" noEditPoints="1" noAdjustHandles="1" noChangeArrowheads="1" noChangeShapeType="1" noTextEdit="1"/>
              </p:cNvSpPr>
              <p:nvPr/>
            </p:nvSpPr>
            <p:spPr>
              <a:xfrm>
                <a:off x="5038397" y="4139584"/>
                <a:ext cx="2102141" cy="1060483"/>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147BF28C-457F-47A1-9BB5-43E1F03287CF}"/>
                  </a:ext>
                </a:extLst>
              </p:cNvPr>
              <p:cNvSpPr txBox="1"/>
              <p:nvPr/>
            </p:nvSpPr>
            <p:spPr>
              <a:xfrm>
                <a:off x="6854848" y="4139583"/>
                <a:ext cx="2102141"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e>
                      </m:d>
                    </m:oMath>
                  </m:oMathPara>
                </a14:m>
                <a:endParaRPr lang="en-GB" sz="2800" dirty="0">
                  <a:solidFill>
                    <a:srgbClr val="002060"/>
                  </a:solidFill>
                  <a:latin typeface="+mj-lt"/>
                </a:endParaRPr>
              </a:p>
            </p:txBody>
          </p:sp>
        </mc:Choice>
        <mc:Fallback xmlns="">
          <p:sp>
            <p:nvSpPr>
              <p:cNvPr id="125" name="TextBox 124">
                <a:extLst>
                  <a:ext uri="{FF2B5EF4-FFF2-40B4-BE49-F238E27FC236}">
                    <a16:creationId xmlns:a16="http://schemas.microsoft.com/office/drawing/2014/main" id="{147BF28C-457F-47A1-9BB5-43E1F03287CF}"/>
                  </a:ext>
                </a:extLst>
              </p:cNvPr>
              <p:cNvSpPr txBox="1">
                <a:spLocks noRot="1" noChangeAspect="1" noMove="1" noResize="1" noEditPoints="1" noAdjustHandles="1" noChangeArrowheads="1" noChangeShapeType="1" noTextEdit="1"/>
              </p:cNvSpPr>
              <p:nvPr/>
            </p:nvSpPr>
            <p:spPr>
              <a:xfrm>
                <a:off x="6854848" y="4139583"/>
                <a:ext cx="2102141" cy="1060483"/>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5DD837A9-39FC-4338-8349-39DFAE4862A8}"/>
                  </a:ext>
                </a:extLst>
              </p:cNvPr>
              <p:cNvSpPr txBox="1"/>
              <p:nvPr/>
            </p:nvSpPr>
            <p:spPr>
              <a:xfrm>
                <a:off x="8685838" y="4139583"/>
                <a:ext cx="2765774"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−2</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e>
                      </m:d>
                    </m:oMath>
                  </m:oMathPara>
                </a14:m>
                <a:endParaRPr lang="en-GB" sz="2800" dirty="0">
                  <a:solidFill>
                    <a:srgbClr val="002060"/>
                  </a:solidFill>
                  <a:latin typeface="+mj-lt"/>
                </a:endParaRPr>
              </a:p>
            </p:txBody>
          </p:sp>
        </mc:Choice>
        <mc:Fallback xmlns="">
          <p:sp>
            <p:nvSpPr>
              <p:cNvPr id="126" name="TextBox 125">
                <a:extLst>
                  <a:ext uri="{FF2B5EF4-FFF2-40B4-BE49-F238E27FC236}">
                    <a16:creationId xmlns:a16="http://schemas.microsoft.com/office/drawing/2014/main" id="{5DD837A9-39FC-4338-8349-39DFAE4862A8}"/>
                  </a:ext>
                </a:extLst>
              </p:cNvPr>
              <p:cNvSpPr txBox="1">
                <a:spLocks noRot="1" noChangeAspect="1" noMove="1" noResize="1" noEditPoints="1" noAdjustHandles="1" noChangeArrowheads="1" noChangeShapeType="1" noTextEdit="1"/>
              </p:cNvSpPr>
              <p:nvPr/>
            </p:nvSpPr>
            <p:spPr>
              <a:xfrm>
                <a:off x="8685838" y="4139583"/>
                <a:ext cx="2765774" cy="1060483"/>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7" name="TextBox 126">
                <a:extLst>
                  <a:ext uri="{FF2B5EF4-FFF2-40B4-BE49-F238E27FC236}">
                    <a16:creationId xmlns:a16="http://schemas.microsoft.com/office/drawing/2014/main" id="{D0BF49BE-4CC9-40E4-96DF-A9908AB540C4}"/>
                  </a:ext>
                </a:extLst>
              </p:cNvPr>
              <p:cNvSpPr txBox="1"/>
              <p:nvPr/>
            </p:nvSpPr>
            <p:spPr>
              <a:xfrm>
                <a:off x="3347320" y="5528638"/>
                <a:ext cx="1067518" cy="899157"/>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a:rPr lang="en-IN" sz="2800" i="1" dirty="0"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7</m:t>
                          </m:r>
                        </m:num>
                        <m:den>
                          <m:r>
                            <a:rPr lang="en-IN" sz="2800" i="1" dirty="0">
                              <a:solidFill>
                                <a:srgbClr val="002060"/>
                              </a:solidFill>
                              <a:latin typeface="Cambria Math" panose="02040503050406030204" pitchFamily="18" charset="0"/>
                            </a:rPr>
                            <m:t> </m:t>
                          </m:r>
                          <m:r>
                            <a:rPr lang="en-IN" sz="2800" b="0" i="1" dirty="0" smtClean="0">
                              <a:solidFill>
                                <a:srgbClr val="002060"/>
                              </a:solidFill>
                              <a:latin typeface="Cambria Math" panose="02040503050406030204" pitchFamily="18" charset="0"/>
                            </a:rPr>
                            <m:t>2</m:t>
                          </m:r>
                          <m:r>
                            <a:rPr lang="en-IN" sz="2800" i="1" dirty="0">
                              <a:solidFill>
                                <a:srgbClr val="002060"/>
                              </a:solidFill>
                              <a:latin typeface="Cambria Math" panose="02040503050406030204" pitchFamily="18" charset="0"/>
                            </a:rPr>
                            <m:t>4 </m:t>
                          </m:r>
                        </m:den>
                      </m:f>
                    </m:oMath>
                  </m:oMathPara>
                </a14:m>
                <a:endParaRPr lang="en-GB" sz="2800" dirty="0">
                  <a:solidFill>
                    <a:srgbClr val="002060"/>
                  </a:solidFill>
                  <a:latin typeface="+mj-lt"/>
                </a:endParaRPr>
              </a:p>
            </p:txBody>
          </p:sp>
        </mc:Choice>
        <mc:Fallback xmlns="">
          <p:sp>
            <p:nvSpPr>
              <p:cNvPr id="127" name="TextBox 126">
                <a:extLst>
                  <a:ext uri="{FF2B5EF4-FFF2-40B4-BE49-F238E27FC236}">
                    <a16:creationId xmlns:a16="http://schemas.microsoft.com/office/drawing/2014/main" id="{D0BF49BE-4CC9-40E4-96DF-A9908AB540C4}"/>
                  </a:ext>
                </a:extLst>
              </p:cNvPr>
              <p:cNvSpPr txBox="1">
                <a:spLocks noRot="1" noChangeAspect="1" noMove="1" noResize="1" noEditPoints="1" noAdjustHandles="1" noChangeArrowheads="1" noChangeShapeType="1" noTextEdit="1"/>
              </p:cNvSpPr>
              <p:nvPr/>
            </p:nvSpPr>
            <p:spPr>
              <a:xfrm>
                <a:off x="3347320" y="5528638"/>
                <a:ext cx="1067518" cy="899157"/>
              </a:xfrm>
              <a:prstGeom prst="rect">
                <a:avLst/>
              </a:prstGeom>
              <a:blipFill>
                <a:blip r:embed="rId2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708990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3"/>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250"/>
                                  </p:stCondLst>
                                  <p:childTnLst>
                                    <p:set>
                                      <p:cBhvr>
                                        <p:cTn id="25" dur="1" fill="hold">
                                          <p:stCondLst>
                                            <p:cond delay="0"/>
                                          </p:stCondLst>
                                        </p:cTn>
                                        <p:tgtEl>
                                          <p:spTgt spid="11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15"/>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250"/>
                                  </p:stCondLst>
                                  <p:childTnLst>
                                    <p:set>
                                      <p:cBhvr>
                                        <p:cTn id="32" dur="1" fill="hold">
                                          <p:stCondLst>
                                            <p:cond delay="0"/>
                                          </p:stCondLst>
                                        </p:cTn>
                                        <p:tgtEl>
                                          <p:spTgt spid="1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7"/>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grpId="0" nodeType="afterEffect">
                                  <p:stCondLst>
                                    <p:cond delay="250"/>
                                  </p:stCondLst>
                                  <p:childTnLst>
                                    <p:set>
                                      <p:cBhvr>
                                        <p:cTn id="39" dur="1" fill="hold">
                                          <p:stCondLst>
                                            <p:cond delay="0"/>
                                          </p:stCondLst>
                                        </p:cTn>
                                        <p:tgtEl>
                                          <p:spTgt spid="11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19"/>
                                        </p:tgtEl>
                                        <p:attrNameLst>
                                          <p:attrName>style.visibility</p:attrName>
                                        </p:attrNameLst>
                                      </p:cBhvr>
                                      <p:to>
                                        <p:strVal val="visible"/>
                                      </p:to>
                                    </p:set>
                                  </p:childTnLst>
                                </p:cTn>
                              </p:par>
                            </p:childTnLst>
                          </p:cTn>
                        </p:par>
                        <p:par>
                          <p:cTn id="44" fill="hold">
                            <p:stCondLst>
                              <p:cond delay="0"/>
                            </p:stCondLst>
                            <p:childTnLst>
                              <p:par>
                                <p:cTn id="45" presetID="1" presetClass="entr" presetSubtype="0" fill="hold" grpId="0" nodeType="afterEffect">
                                  <p:stCondLst>
                                    <p:cond delay="250"/>
                                  </p:stCondLst>
                                  <p:childTnLst>
                                    <p:set>
                                      <p:cBhvr>
                                        <p:cTn id="46" dur="1" fill="hold">
                                          <p:stCondLst>
                                            <p:cond delay="0"/>
                                          </p:stCondLst>
                                        </p:cTn>
                                        <p:tgtEl>
                                          <p:spTgt spid="120"/>
                                        </p:tgtEl>
                                        <p:attrNameLst>
                                          <p:attrName>style.visibility</p:attrName>
                                        </p:attrNameLst>
                                      </p:cBhvr>
                                      <p:to>
                                        <p:strVal val="visible"/>
                                      </p:to>
                                    </p:set>
                                  </p:childTnLst>
                                </p:cTn>
                              </p:par>
                            </p:childTnLst>
                          </p:cTn>
                        </p:par>
                        <p:par>
                          <p:cTn id="47" fill="hold">
                            <p:stCondLst>
                              <p:cond delay="250"/>
                            </p:stCondLst>
                            <p:childTnLst>
                              <p:par>
                                <p:cTn id="48" presetID="1" presetClass="entr" presetSubtype="0" fill="hold" grpId="0" nodeType="afterEffect">
                                  <p:stCondLst>
                                    <p:cond delay="250"/>
                                  </p:stCondLst>
                                  <p:childTnLst>
                                    <p:set>
                                      <p:cBhvr>
                                        <p:cTn id="49" dur="1" fill="hold">
                                          <p:stCondLst>
                                            <p:cond delay="0"/>
                                          </p:stCondLst>
                                        </p:cTn>
                                        <p:tgtEl>
                                          <p:spTgt spid="121"/>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22"/>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23"/>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24"/>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125"/>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126"/>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1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64" grpId="0"/>
      <p:bldP spid="68" grpId="0"/>
      <p:bldP spid="112" grpId="0"/>
      <p:bldP spid="113" grpId="0"/>
      <p:bldP spid="114" grpId="0"/>
      <p:bldP spid="115" grpId="0"/>
      <p:bldP spid="116" grpId="0"/>
      <p:bldP spid="117" grpId="0"/>
      <p:bldP spid="118" grpId="0"/>
      <p:bldP spid="119" grpId="0"/>
      <p:bldP spid="120" grpId="0"/>
      <p:bldP spid="121" grpId="0"/>
      <p:bldP spid="122" grpId="0"/>
      <p:bldP spid="123" grpId="0"/>
      <p:bldP spid="124" grpId="0"/>
      <p:bldP spid="125" grpId="0"/>
      <p:bldP spid="126" grpId="0"/>
      <p:bldP spid="127"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6 (</a:t>
            </a:r>
            <a:r>
              <a:rPr lang="en-IN" dirty="0"/>
              <a:t>Continue</a:t>
            </a:r>
            <a:r>
              <a:rPr lang="en-GB" dirty="0"/>
              <a:t>)</a:t>
            </a:r>
            <a:endParaRPr lang="en-US" dirty="0"/>
          </a:p>
        </p:txBody>
      </p:sp>
      <p:sp>
        <p:nvSpPr>
          <p:cNvPr id="41" name="TextBox 40">
            <a:extLst>
              <a:ext uri="{FF2B5EF4-FFF2-40B4-BE49-F238E27FC236}">
                <a16:creationId xmlns:a16="http://schemas.microsoft.com/office/drawing/2014/main" id="{C7C0092C-50E2-492A-B91D-F957BC051B86}"/>
              </a:ext>
            </a:extLst>
          </p:cNvPr>
          <p:cNvSpPr txBox="1"/>
          <p:nvPr/>
        </p:nvSpPr>
        <p:spPr>
          <a:xfrm>
            <a:off x="84908" y="6858000"/>
            <a:ext cx="7628628" cy="536365"/>
          </a:xfrm>
          <a:prstGeom prst="rect">
            <a:avLst/>
          </a:prstGeom>
          <a:noFill/>
        </p:spPr>
        <p:txBody>
          <a:bodyPr wrap="square">
            <a:spAutoFit/>
          </a:bodyPr>
          <a:lstStyle/>
          <a:p>
            <a:pPr>
              <a:spcBef>
                <a:spcPts val="600"/>
              </a:spcBef>
            </a:pPr>
            <a:r>
              <a:rPr lang="en-GB" sz="2800" dirty="0">
                <a:solidFill>
                  <a:schemeClr val="bg1"/>
                </a:solidFill>
                <a:latin typeface="+mj-lt"/>
              </a:rPr>
              <a:t>(4)  exactly one of them is able to solve the problem</a:t>
            </a:r>
          </a:p>
        </p:txBody>
      </p:sp>
      <p:sp>
        <p:nvSpPr>
          <p:cNvPr id="42" name="TextBox 41">
            <a:extLst>
              <a:ext uri="{FF2B5EF4-FFF2-40B4-BE49-F238E27FC236}">
                <a16:creationId xmlns:a16="http://schemas.microsoft.com/office/drawing/2014/main" id="{0183BA5D-A6F1-45B3-9F37-6056261C1490}"/>
              </a:ext>
            </a:extLst>
          </p:cNvPr>
          <p:cNvSpPr txBox="1"/>
          <p:nvPr/>
        </p:nvSpPr>
        <p:spPr>
          <a:xfrm>
            <a:off x="84908" y="1820884"/>
            <a:ext cx="7628629" cy="536365"/>
          </a:xfrm>
          <a:prstGeom prst="rect">
            <a:avLst/>
          </a:prstGeom>
          <a:noFill/>
        </p:spPr>
        <p:txBody>
          <a:bodyPr wrap="square">
            <a:spAutoFit/>
          </a:bodyPr>
          <a:lstStyle/>
          <a:p>
            <a:pPr>
              <a:spcBef>
                <a:spcPts val="600"/>
              </a:spcBef>
            </a:pPr>
            <a:r>
              <a:rPr lang="en-GB" sz="2800" b="1" dirty="0">
                <a:solidFill>
                  <a:srgbClr val="002060"/>
                </a:solidFill>
                <a:latin typeface="+mj-lt"/>
              </a:rPr>
              <a:t>(3)  exactly two of them are able to solve the problem</a:t>
            </a:r>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DC7736BF-BEDE-4D94-9C12-3580535BD4D1}"/>
                  </a:ext>
                </a:extLst>
              </p:cNvPr>
              <p:cNvSpPr txBox="1"/>
              <p:nvPr/>
            </p:nvSpPr>
            <p:spPr>
              <a:xfrm>
                <a:off x="3347320" y="2391553"/>
                <a:ext cx="455524" cy="523220"/>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a:rPr lang="en-IN" sz="2800" i="1" dirty="0" smtClean="0">
                          <a:solidFill>
                            <a:srgbClr val="002060"/>
                          </a:solidFill>
                          <a:latin typeface="Cambria Math" panose="02040503050406030204" pitchFamily="18" charset="0"/>
                        </a:rPr>
                        <m:t>=</m:t>
                      </m:r>
                    </m:oMath>
                  </m:oMathPara>
                </a14:m>
                <a:endParaRPr lang="en-GB" sz="2800" dirty="0">
                  <a:solidFill>
                    <a:srgbClr val="002060"/>
                  </a:solidFill>
                  <a:latin typeface="+mj-lt"/>
                </a:endParaRPr>
              </a:p>
            </p:txBody>
          </p:sp>
        </mc:Choice>
        <mc:Fallback xmlns="">
          <p:sp>
            <p:nvSpPr>
              <p:cNvPr id="64" name="TextBox 63">
                <a:extLst>
                  <a:ext uri="{FF2B5EF4-FFF2-40B4-BE49-F238E27FC236}">
                    <a16:creationId xmlns:a16="http://schemas.microsoft.com/office/drawing/2014/main" id="{DC7736BF-BEDE-4D94-9C12-3580535BD4D1}"/>
                  </a:ext>
                </a:extLst>
              </p:cNvPr>
              <p:cNvSpPr txBox="1">
                <a:spLocks noRot="1" noChangeAspect="1" noMove="1" noResize="1" noEditPoints="1" noAdjustHandles="1" noChangeArrowheads="1" noChangeShapeType="1" noTextEdit="1"/>
              </p:cNvSpPr>
              <p:nvPr/>
            </p:nvSpPr>
            <p:spPr>
              <a:xfrm>
                <a:off x="3347320" y="2391553"/>
                <a:ext cx="455524"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6FF2031B-9E36-48A0-8001-50F561895AD4}"/>
                  </a:ext>
                </a:extLst>
              </p:cNvPr>
              <p:cNvSpPr txBox="1"/>
              <p:nvPr/>
            </p:nvSpPr>
            <p:spPr>
              <a:xfrm>
                <a:off x="3736024" y="2391553"/>
                <a:ext cx="7695363" cy="523220"/>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B</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i="1">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C</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i="1">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C</m:t>
                          </m:r>
                        </m:e>
                      </m:d>
                      <m:r>
                        <a:rPr lang="en-IN" sz="2800" b="0" i="1" smtClean="0">
                          <a:solidFill>
                            <a:srgbClr val="002060"/>
                          </a:solidFill>
                          <a:latin typeface="Cambria Math" panose="02040503050406030204" pitchFamily="18" charset="0"/>
                        </a:rPr>
                        <m:t>− 3</m:t>
                      </m:r>
                      <m:r>
                        <m:rPr>
                          <m:sty m:val="p"/>
                        </m:rPr>
                        <a:rPr lang="en-IN" sz="2800" b="0" i="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i="1">
                              <a:solidFill>
                                <a:srgbClr val="002060"/>
                              </a:solidFill>
                              <a:latin typeface="Cambria Math" panose="02040503050406030204" pitchFamily="18" charset="0"/>
                            </a:rPr>
                            <m:t>∩</m:t>
                          </m:r>
                          <m:r>
                            <m:rPr>
                              <m:sty m:val="p"/>
                            </m:rPr>
                            <a:rPr lang="en-IN" sz="2800" smtClean="0">
                              <a:solidFill>
                                <a:srgbClr val="002060"/>
                              </a:solidFill>
                              <a:latin typeface="Cambria Math" panose="02040503050406030204" pitchFamily="18" charset="0"/>
                            </a:rPr>
                            <m:t>B</m:t>
                          </m:r>
                          <m:r>
                            <a:rPr lang="en-IN" sz="2800" i="1">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68" name="TextBox 67">
                <a:extLst>
                  <a:ext uri="{FF2B5EF4-FFF2-40B4-BE49-F238E27FC236}">
                    <a16:creationId xmlns:a16="http://schemas.microsoft.com/office/drawing/2014/main" id="{6FF2031B-9E36-48A0-8001-50F561895AD4}"/>
                  </a:ext>
                </a:extLst>
              </p:cNvPr>
              <p:cNvSpPr txBox="1">
                <a:spLocks noRot="1" noChangeAspect="1" noMove="1" noResize="1" noEditPoints="1" noAdjustHandles="1" noChangeArrowheads="1" noChangeShapeType="1" noTextEdit="1"/>
              </p:cNvSpPr>
              <p:nvPr/>
            </p:nvSpPr>
            <p:spPr>
              <a:xfrm>
                <a:off x="3736024" y="2391553"/>
                <a:ext cx="7695363"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314CCA8D-C721-4D9C-8528-D7CB1B3A30EA}"/>
                  </a:ext>
                </a:extLst>
              </p:cNvPr>
              <p:cNvSpPr txBox="1"/>
              <p:nvPr/>
            </p:nvSpPr>
            <p:spPr>
              <a:xfrm>
                <a:off x="84907" y="908428"/>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A</m:t>
                          </m:r>
                        </m:e>
                      </m:d>
                    </m:oMath>
                  </m:oMathPara>
                </a14:m>
                <a:endParaRPr lang="en-IN" dirty="0">
                  <a:solidFill>
                    <a:srgbClr val="002060"/>
                  </a:solidFill>
                  <a:latin typeface="+mn-lt"/>
                </a:endParaRPr>
              </a:p>
            </p:txBody>
          </p:sp>
        </mc:Choice>
        <mc:Fallback xmlns="">
          <p:sp>
            <p:nvSpPr>
              <p:cNvPr id="95" name="TextBox 94">
                <a:extLst>
                  <a:ext uri="{FF2B5EF4-FFF2-40B4-BE49-F238E27FC236}">
                    <a16:creationId xmlns:a16="http://schemas.microsoft.com/office/drawing/2014/main" id="{314CCA8D-C721-4D9C-8528-D7CB1B3A30EA}"/>
                  </a:ext>
                </a:extLst>
              </p:cNvPr>
              <p:cNvSpPr txBox="1">
                <a:spLocks noRot="1" noChangeAspect="1" noMove="1" noResize="1" noEditPoints="1" noAdjustHandles="1" noChangeArrowheads="1" noChangeShapeType="1" noTextEdit="1"/>
              </p:cNvSpPr>
              <p:nvPr/>
            </p:nvSpPr>
            <p:spPr>
              <a:xfrm>
                <a:off x="84907" y="908428"/>
                <a:ext cx="863234"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2B5B08A0-7BB8-498F-B53B-F3AB2614BBC6}"/>
                  </a:ext>
                </a:extLst>
              </p:cNvPr>
              <p:cNvSpPr txBox="1"/>
              <p:nvPr/>
            </p:nvSpPr>
            <p:spPr>
              <a:xfrm>
                <a:off x="878292" y="720556"/>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2 </m:t>
                          </m:r>
                        </m:den>
                      </m:f>
                    </m:oMath>
                  </m:oMathPara>
                </a14:m>
                <a:endParaRPr lang="en-IN" sz="2800" dirty="0">
                  <a:solidFill>
                    <a:srgbClr val="002060"/>
                  </a:solidFill>
                </a:endParaRPr>
              </a:p>
            </p:txBody>
          </p:sp>
        </mc:Choice>
        <mc:Fallback xmlns="">
          <p:sp>
            <p:nvSpPr>
              <p:cNvPr id="96" name="TextBox 95">
                <a:extLst>
                  <a:ext uri="{FF2B5EF4-FFF2-40B4-BE49-F238E27FC236}">
                    <a16:creationId xmlns:a16="http://schemas.microsoft.com/office/drawing/2014/main" id="{2B5B08A0-7BB8-498F-B53B-F3AB2614BBC6}"/>
                  </a:ext>
                </a:extLst>
              </p:cNvPr>
              <p:cNvSpPr txBox="1">
                <a:spLocks noRot="1" noChangeAspect="1" noMove="1" noResize="1" noEditPoints="1" noAdjustHandles="1" noChangeArrowheads="1" noChangeShapeType="1" noTextEdit="1"/>
              </p:cNvSpPr>
              <p:nvPr/>
            </p:nvSpPr>
            <p:spPr>
              <a:xfrm>
                <a:off x="878292" y="720556"/>
                <a:ext cx="985452" cy="898964"/>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E426C4EF-6E3D-47A7-B1F3-116F097FF4BF}"/>
                  </a:ext>
                </a:extLst>
              </p:cNvPr>
              <p:cNvSpPr txBox="1"/>
              <p:nvPr/>
            </p:nvSpPr>
            <p:spPr>
              <a:xfrm>
                <a:off x="2061209" y="908428"/>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B</m:t>
                          </m:r>
                        </m:e>
                      </m:d>
                    </m:oMath>
                  </m:oMathPara>
                </a14:m>
                <a:endParaRPr lang="en-IN" dirty="0">
                  <a:solidFill>
                    <a:srgbClr val="002060"/>
                  </a:solidFill>
                  <a:latin typeface="+mn-lt"/>
                </a:endParaRPr>
              </a:p>
            </p:txBody>
          </p:sp>
        </mc:Choice>
        <mc:Fallback xmlns="">
          <p:sp>
            <p:nvSpPr>
              <p:cNvPr id="97" name="TextBox 96">
                <a:extLst>
                  <a:ext uri="{FF2B5EF4-FFF2-40B4-BE49-F238E27FC236}">
                    <a16:creationId xmlns:a16="http://schemas.microsoft.com/office/drawing/2014/main" id="{E426C4EF-6E3D-47A7-B1F3-116F097FF4BF}"/>
                  </a:ext>
                </a:extLst>
              </p:cNvPr>
              <p:cNvSpPr txBox="1">
                <a:spLocks noRot="1" noChangeAspect="1" noMove="1" noResize="1" noEditPoints="1" noAdjustHandles="1" noChangeArrowheads="1" noChangeShapeType="1" noTextEdit="1"/>
              </p:cNvSpPr>
              <p:nvPr/>
            </p:nvSpPr>
            <p:spPr>
              <a:xfrm>
                <a:off x="2061209" y="908428"/>
                <a:ext cx="863234"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940C0082-022E-4667-A2DF-6FD2588FD27D}"/>
                  </a:ext>
                </a:extLst>
              </p:cNvPr>
              <p:cNvSpPr txBox="1"/>
              <p:nvPr/>
            </p:nvSpPr>
            <p:spPr>
              <a:xfrm>
                <a:off x="2854594" y="720556"/>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3 </m:t>
                          </m:r>
                        </m:den>
                      </m:f>
                    </m:oMath>
                  </m:oMathPara>
                </a14:m>
                <a:endParaRPr lang="en-IN" sz="2800" dirty="0">
                  <a:solidFill>
                    <a:srgbClr val="002060"/>
                  </a:solidFill>
                </a:endParaRPr>
              </a:p>
            </p:txBody>
          </p:sp>
        </mc:Choice>
        <mc:Fallback xmlns="">
          <p:sp>
            <p:nvSpPr>
              <p:cNvPr id="98" name="TextBox 97">
                <a:extLst>
                  <a:ext uri="{FF2B5EF4-FFF2-40B4-BE49-F238E27FC236}">
                    <a16:creationId xmlns:a16="http://schemas.microsoft.com/office/drawing/2014/main" id="{940C0082-022E-4667-A2DF-6FD2588FD27D}"/>
                  </a:ext>
                </a:extLst>
              </p:cNvPr>
              <p:cNvSpPr txBox="1">
                <a:spLocks noRot="1" noChangeAspect="1" noMove="1" noResize="1" noEditPoints="1" noAdjustHandles="1" noChangeArrowheads="1" noChangeShapeType="1" noTextEdit="1"/>
              </p:cNvSpPr>
              <p:nvPr/>
            </p:nvSpPr>
            <p:spPr>
              <a:xfrm>
                <a:off x="2854594" y="720556"/>
                <a:ext cx="985452" cy="898964"/>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A75E93CF-1D74-4582-8616-2206037AA5B9}"/>
                  </a:ext>
                </a:extLst>
              </p:cNvPr>
              <p:cNvSpPr txBox="1"/>
              <p:nvPr/>
            </p:nvSpPr>
            <p:spPr>
              <a:xfrm>
                <a:off x="3840046" y="908428"/>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C</m:t>
                          </m:r>
                        </m:e>
                      </m:d>
                    </m:oMath>
                  </m:oMathPara>
                </a14:m>
                <a:endParaRPr lang="en-IN" dirty="0">
                  <a:solidFill>
                    <a:srgbClr val="002060"/>
                  </a:solidFill>
                  <a:latin typeface="+mn-lt"/>
                </a:endParaRPr>
              </a:p>
            </p:txBody>
          </p:sp>
        </mc:Choice>
        <mc:Fallback xmlns="">
          <p:sp>
            <p:nvSpPr>
              <p:cNvPr id="99" name="TextBox 98">
                <a:extLst>
                  <a:ext uri="{FF2B5EF4-FFF2-40B4-BE49-F238E27FC236}">
                    <a16:creationId xmlns:a16="http://schemas.microsoft.com/office/drawing/2014/main" id="{A75E93CF-1D74-4582-8616-2206037AA5B9}"/>
                  </a:ext>
                </a:extLst>
              </p:cNvPr>
              <p:cNvSpPr txBox="1">
                <a:spLocks noRot="1" noChangeAspect="1" noMove="1" noResize="1" noEditPoints="1" noAdjustHandles="1" noChangeArrowheads="1" noChangeShapeType="1" noTextEdit="1"/>
              </p:cNvSpPr>
              <p:nvPr/>
            </p:nvSpPr>
            <p:spPr>
              <a:xfrm>
                <a:off x="3840046" y="908428"/>
                <a:ext cx="863234"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7F1E460F-5A14-4480-B983-5A2E63182CA9}"/>
                  </a:ext>
                </a:extLst>
              </p:cNvPr>
              <p:cNvSpPr txBox="1"/>
              <p:nvPr/>
            </p:nvSpPr>
            <p:spPr>
              <a:xfrm>
                <a:off x="4633431" y="720556"/>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4 </m:t>
                          </m:r>
                        </m:den>
                      </m:f>
                    </m:oMath>
                  </m:oMathPara>
                </a14:m>
                <a:endParaRPr lang="en-IN" sz="2800" dirty="0">
                  <a:solidFill>
                    <a:srgbClr val="002060"/>
                  </a:solidFill>
                </a:endParaRPr>
              </a:p>
            </p:txBody>
          </p:sp>
        </mc:Choice>
        <mc:Fallback xmlns="">
          <p:sp>
            <p:nvSpPr>
              <p:cNvPr id="100" name="TextBox 99">
                <a:extLst>
                  <a:ext uri="{FF2B5EF4-FFF2-40B4-BE49-F238E27FC236}">
                    <a16:creationId xmlns:a16="http://schemas.microsoft.com/office/drawing/2014/main" id="{7F1E460F-5A14-4480-B983-5A2E63182CA9}"/>
                  </a:ext>
                </a:extLst>
              </p:cNvPr>
              <p:cNvSpPr txBox="1">
                <a:spLocks noRot="1" noChangeAspect="1" noMove="1" noResize="1" noEditPoints="1" noAdjustHandles="1" noChangeArrowheads="1" noChangeShapeType="1" noTextEdit="1"/>
              </p:cNvSpPr>
              <p:nvPr/>
            </p:nvSpPr>
            <p:spPr>
              <a:xfrm>
                <a:off x="4633431" y="720556"/>
                <a:ext cx="985452" cy="898964"/>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E3DAB4FF-3002-47B1-A192-7CC8ACEC1375}"/>
                  </a:ext>
                </a:extLst>
              </p:cNvPr>
              <p:cNvSpPr txBox="1"/>
              <p:nvPr/>
            </p:nvSpPr>
            <p:spPr>
              <a:xfrm>
                <a:off x="3347320" y="2993197"/>
                <a:ext cx="455524" cy="523220"/>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a:rPr lang="en-IN" sz="2800" i="1" dirty="0" smtClean="0">
                          <a:solidFill>
                            <a:srgbClr val="002060"/>
                          </a:solidFill>
                          <a:latin typeface="Cambria Math" panose="02040503050406030204" pitchFamily="18" charset="0"/>
                        </a:rPr>
                        <m:t>=</m:t>
                      </m:r>
                    </m:oMath>
                  </m:oMathPara>
                </a14:m>
                <a:endParaRPr lang="en-GB" sz="2800" dirty="0">
                  <a:solidFill>
                    <a:srgbClr val="002060"/>
                  </a:solidFill>
                  <a:latin typeface="+mj-lt"/>
                </a:endParaRPr>
              </a:p>
            </p:txBody>
          </p:sp>
        </mc:Choice>
        <mc:Fallback xmlns="">
          <p:sp>
            <p:nvSpPr>
              <p:cNvPr id="112" name="TextBox 111">
                <a:extLst>
                  <a:ext uri="{FF2B5EF4-FFF2-40B4-BE49-F238E27FC236}">
                    <a16:creationId xmlns:a16="http://schemas.microsoft.com/office/drawing/2014/main" id="{E3DAB4FF-3002-47B1-A192-7CC8ACEC1375}"/>
                  </a:ext>
                </a:extLst>
              </p:cNvPr>
              <p:cNvSpPr txBox="1">
                <a:spLocks noRot="1" noChangeAspect="1" noMove="1" noResize="1" noEditPoints="1" noAdjustHandles="1" noChangeArrowheads="1" noChangeShapeType="1" noTextEdit="1"/>
              </p:cNvSpPr>
              <p:nvPr/>
            </p:nvSpPr>
            <p:spPr>
              <a:xfrm>
                <a:off x="3347320" y="2993197"/>
                <a:ext cx="455524"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AE02B1C6-C892-4693-9E1B-0CF25C9976FE}"/>
                  </a:ext>
                </a:extLst>
              </p:cNvPr>
              <p:cNvSpPr txBox="1"/>
              <p:nvPr/>
            </p:nvSpPr>
            <p:spPr>
              <a:xfrm>
                <a:off x="3656227" y="2990982"/>
                <a:ext cx="111446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GB" sz="2800" dirty="0">
                  <a:solidFill>
                    <a:srgbClr val="002060"/>
                  </a:solidFill>
                  <a:latin typeface="+mj-lt"/>
                </a:endParaRPr>
              </a:p>
            </p:txBody>
          </p:sp>
        </mc:Choice>
        <mc:Fallback xmlns="">
          <p:sp>
            <p:nvSpPr>
              <p:cNvPr id="113" name="TextBox 112">
                <a:extLst>
                  <a:ext uri="{FF2B5EF4-FFF2-40B4-BE49-F238E27FC236}">
                    <a16:creationId xmlns:a16="http://schemas.microsoft.com/office/drawing/2014/main" id="{AE02B1C6-C892-4693-9E1B-0CF25C9976FE}"/>
                  </a:ext>
                </a:extLst>
              </p:cNvPr>
              <p:cNvSpPr txBox="1">
                <a:spLocks noRot="1" noChangeAspect="1" noMove="1" noResize="1" noEditPoints="1" noAdjustHandles="1" noChangeArrowheads="1" noChangeShapeType="1" noTextEdit="1"/>
              </p:cNvSpPr>
              <p:nvPr/>
            </p:nvSpPr>
            <p:spPr>
              <a:xfrm>
                <a:off x="3656227" y="2990982"/>
                <a:ext cx="1114461"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5325782B-53F1-4050-8D75-9964F55023BC}"/>
                  </a:ext>
                </a:extLst>
              </p:cNvPr>
              <p:cNvSpPr txBox="1"/>
              <p:nvPr/>
            </p:nvSpPr>
            <p:spPr>
              <a:xfrm>
                <a:off x="4501001" y="2990982"/>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GB" sz="2800" dirty="0">
                  <a:solidFill>
                    <a:srgbClr val="002060"/>
                  </a:solidFill>
                  <a:latin typeface="+mj-lt"/>
                </a:endParaRPr>
              </a:p>
            </p:txBody>
          </p:sp>
        </mc:Choice>
        <mc:Fallback xmlns="">
          <p:sp>
            <p:nvSpPr>
              <p:cNvPr id="114" name="TextBox 113">
                <a:extLst>
                  <a:ext uri="{FF2B5EF4-FFF2-40B4-BE49-F238E27FC236}">
                    <a16:creationId xmlns:a16="http://schemas.microsoft.com/office/drawing/2014/main" id="{5325782B-53F1-4050-8D75-9964F55023BC}"/>
                  </a:ext>
                </a:extLst>
              </p:cNvPr>
              <p:cNvSpPr txBox="1">
                <a:spLocks noRot="1" noChangeAspect="1" noMove="1" noResize="1" noEditPoints="1" noAdjustHandles="1" noChangeArrowheads="1" noChangeShapeType="1" noTextEdit="1"/>
              </p:cNvSpPr>
              <p:nvPr/>
            </p:nvSpPr>
            <p:spPr>
              <a:xfrm>
                <a:off x="4501001" y="2990982"/>
                <a:ext cx="1114462"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DBE2A26-3EE8-485E-8465-BD7DE04696D7}"/>
                  </a:ext>
                </a:extLst>
              </p:cNvPr>
              <p:cNvSpPr txBox="1"/>
              <p:nvPr/>
            </p:nvSpPr>
            <p:spPr>
              <a:xfrm>
                <a:off x="5538769" y="2990982"/>
                <a:ext cx="111446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GB" sz="2800" dirty="0">
                  <a:solidFill>
                    <a:srgbClr val="002060"/>
                  </a:solidFill>
                  <a:latin typeface="+mj-lt"/>
                </a:endParaRPr>
              </a:p>
            </p:txBody>
          </p:sp>
        </mc:Choice>
        <mc:Fallback xmlns="">
          <p:sp>
            <p:nvSpPr>
              <p:cNvPr id="115" name="TextBox 114">
                <a:extLst>
                  <a:ext uri="{FF2B5EF4-FFF2-40B4-BE49-F238E27FC236}">
                    <a16:creationId xmlns:a16="http://schemas.microsoft.com/office/drawing/2014/main" id="{3DBE2A26-3EE8-485E-8465-BD7DE04696D7}"/>
                  </a:ext>
                </a:extLst>
              </p:cNvPr>
              <p:cNvSpPr txBox="1">
                <a:spLocks noRot="1" noChangeAspect="1" noMove="1" noResize="1" noEditPoints="1" noAdjustHandles="1" noChangeArrowheads="1" noChangeShapeType="1" noTextEdit="1"/>
              </p:cNvSpPr>
              <p:nvPr/>
            </p:nvSpPr>
            <p:spPr>
              <a:xfrm>
                <a:off x="5538769" y="2990982"/>
                <a:ext cx="1114461"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43007933-C581-460F-B995-4DB879280596}"/>
                  </a:ext>
                </a:extLst>
              </p:cNvPr>
              <p:cNvSpPr txBox="1"/>
              <p:nvPr/>
            </p:nvSpPr>
            <p:spPr>
              <a:xfrm>
                <a:off x="6583307" y="2990982"/>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116" name="TextBox 115">
                <a:extLst>
                  <a:ext uri="{FF2B5EF4-FFF2-40B4-BE49-F238E27FC236}">
                    <a16:creationId xmlns:a16="http://schemas.microsoft.com/office/drawing/2014/main" id="{43007933-C581-460F-B995-4DB879280596}"/>
                  </a:ext>
                </a:extLst>
              </p:cNvPr>
              <p:cNvSpPr txBox="1">
                <a:spLocks noRot="1" noChangeAspect="1" noMove="1" noResize="1" noEditPoints="1" noAdjustHandles="1" noChangeArrowheads="1" noChangeShapeType="1" noTextEdit="1"/>
              </p:cNvSpPr>
              <p:nvPr/>
            </p:nvSpPr>
            <p:spPr>
              <a:xfrm>
                <a:off x="6583307" y="2990982"/>
                <a:ext cx="1114462"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E2628C8B-5CAA-48BB-A011-BC5EF32DDBD8}"/>
                  </a:ext>
                </a:extLst>
              </p:cNvPr>
              <p:cNvSpPr txBox="1"/>
              <p:nvPr/>
            </p:nvSpPr>
            <p:spPr>
              <a:xfrm>
                <a:off x="7621075" y="2990982"/>
                <a:ext cx="111446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GB" sz="2800" dirty="0">
                  <a:solidFill>
                    <a:srgbClr val="002060"/>
                  </a:solidFill>
                  <a:latin typeface="+mj-lt"/>
                </a:endParaRPr>
              </a:p>
            </p:txBody>
          </p:sp>
        </mc:Choice>
        <mc:Fallback xmlns="">
          <p:sp>
            <p:nvSpPr>
              <p:cNvPr id="117" name="TextBox 116">
                <a:extLst>
                  <a:ext uri="{FF2B5EF4-FFF2-40B4-BE49-F238E27FC236}">
                    <a16:creationId xmlns:a16="http://schemas.microsoft.com/office/drawing/2014/main" id="{E2628C8B-5CAA-48BB-A011-BC5EF32DDBD8}"/>
                  </a:ext>
                </a:extLst>
              </p:cNvPr>
              <p:cNvSpPr txBox="1">
                <a:spLocks noRot="1" noChangeAspect="1" noMove="1" noResize="1" noEditPoints="1" noAdjustHandles="1" noChangeArrowheads="1" noChangeShapeType="1" noTextEdit="1"/>
              </p:cNvSpPr>
              <p:nvPr/>
            </p:nvSpPr>
            <p:spPr>
              <a:xfrm>
                <a:off x="7621075" y="2990982"/>
                <a:ext cx="1114461"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8" name="TextBox 117">
                <a:extLst>
                  <a:ext uri="{FF2B5EF4-FFF2-40B4-BE49-F238E27FC236}">
                    <a16:creationId xmlns:a16="http://schemas.microsoft.com/office/drawing/2014/main" id="{6DD2956F-E415-4DC9-AAFF-6B0F83129AD0}"/>
                  </a:ext>
                </a:extLst>
              </p:cNvPr>
              <p:cNvSpPr txBox="1"/>
              <p:nvPr/>
            </p:nvSpPr>
            <p:spPr>
              <a:xfrm>
                <a:off x="8665613" y="2990982"/>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118" name="TextBox 117">
                <a:extLst>
                  <a:ext uri="{FF2B5EF4-FFF2-40B4-BE49-F238E27FC236}">
                    <a16:creationId xmlns:a16="http://schemas.microsoft.com/office/drawing/2014/main" id="{6DD2956F-E415-4DC9-AAFF-6B0F83129AD0}"/>
                  </a:ext>
                </a:extLst>
              </p:cNvPr>
              <p:cNvSpPr txBox="1">
                <a:spLocks noRot="1" noChangeAspect="1" noMove="1" noResize="1" noEditPoints="1" noAdjustHandles="1" noChangeArrowheads="1" noChangeShapeType="1" noTextEdit="1"/>
              </p:cNvSpPr>
              <p:nvPr/>
            </p:nvSpPr>
            <p:spPr>
              <a:xfrm>
                <a:off x="8665613" y="2990982"/>
                <a:ext cx="1114462"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DAC484E0-B43F-45FE-9760-3216565B923F}"/>
                  </a:ext>
                </a:extLst>
              </p:cNvPr>
              <p:cNvSpPr txBox="1"/>
              <p:nvPr/>
            </p:nvSpPr>
            <p:spPr>
              <a:xfrm>
                <a:off x="8735536" y="3480166"/>
                <a:ext cx="1333189"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3</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GB" sz="2800" dirty="0">
                  <a:solidFill>
                    <a:srgbClr val="002060"/>
                  </a:solidFill>
                  <a:latin typeface="+mj-lt"/>
                </a:endParaRPr>
              </a:p>
            </p:txBody>
          </p:sp>
        </mc:Choice>
        <mc:Fallback xmlns="">
          <p:sp>
            <p:nvSpPr>
              <p:cNvPr id="119" name="TextBox 118">
                <a:extLst>
                  <a:ext uri="{FF2B5EF4-FFF2-40B4-BE49-F238E27FC236}">
                    <a16:creationId xmlns:a16="http://schemas.microsoft.com/office/drawing/2014/main" id="{DAC484E0-B43F-45FE-9760-3216565B923F}"/>
                  </a:ext>
                </a:extLst>
              </p:cNvPr>
              <p:cNvSpPr txBox="1">
                <a:spLocks noRot="1" noChangeAspect="1" noMove="1" noResize="1" noEditPoints="1" noAdjustHandles="1" noChangeArrowheads="1" noChangeShapeType="1" noTextEdit="1"/>
              </p:cNvSpPr>
              <p:nvPr/>
            </p:nvSpPr>
            <p:spPr>
              <a:xfrm>
                <a:off x="8735536" y="3480166"/>
                <a:ext cx="1333189"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71DA1B22-ADE0-4422-A74B-47AE808051B1}"/>
                  </a:ext>
                </a:extLst>
              </p:cNvPr>
              <p:cNvSpPr txBox="1"/>
              <p:nvPr/>
            </p:nvSpPr>
            <p:spPr>
              <a:xfrm>
                <a:off x="9974940" y="3480166"/>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GB" sz="2800" dirty="0">
                  <a:solidFill>
                    <a:srgbClr val="002060"/>
                  </a:solidFill>
                  <a:latin typeface="+mj-lt"/>
                </a:endParaRPr>
              </a:p>
            </p:txBody>
          </p:sp>
        </mc:Choice>
        <mc:Fallback xmlns="">
          <p:sp>
            <p:nvSpPr>
              <p:cNvPr id="120" name="TextBox 119">
                <a:extLst>
                  <a:ext uri="{FF2B5EF4-FFF2-40B4-BE49-F238E27FC236}">
                    <a16:creationId xmlns:a16="http://schemas.microsoft.com/office/drawing/2014/main" id="{71DA1B22-ADE0-4422-A74B-47AE808051B1}"/>
                  </a:ext>
                </a:extLst>
              </p:cNvPr>
              <p:cNvSpPr txBox="1">
                <a:spLocks noRot="1" noChangeAspect="1" noMove="1" noResize="1" noEditPoints="1" noAdjustHandles="1" noChangeArrowheads="1" noChangeShapeType="1" noTextEdit="1"/>
              </p:cNvSpPr>
              <p:nvPr/>
            </p:nvSpPr>
            <p:spPr>
              <a:xfrm>
                <a:off x="9974940" y="3480166"/>
                <a:ext cx="1114462"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E2B4BDF6-5D8D-467F-96C9-3C0701E00BB8}"/>
                  </a:ext>
                </a:extLst>
              </p:cNvPr>
              <p:cNvSpPr txBox="1"/>
              <p:nvPr/>
            </p:nvSpPr>
            <p:spPr>
              <a:xfrm>
                <a:off x="10885925" y="3480166"/>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121" name="TextBox 120">
                <a:extLst>
                  <a:ext uri="{FF2B5EF4-FFF2-40B4-BE49-F238E27FC236}">
                    <a16:creationId xmlns:a16="http://schemas.microsoft.com/office/drawing/2014/main" id="{E2B4BDF6-5D8D-467F-96C9-3C0701E00BB8}"/>
                  </a:ext>
                </a:extLst>
              </p:cNvPr>
              <p:cNvSpPr txBox="1">
                <a:spLocks noRot="1" noChangeAspect="1" noMove="1" noResize="1" noEditPoints="1" noAdjustHandles="1" noChangeArrowheads="1" noChangeShapeType="1" noTextEdit="1"/>
              </p:cNvSpPr>
              <p:nvPr/>
            </p:nvSpPr>
            <p:spPr>
              <a:xfrm>
                <a:off x="10885925" y="3480166"/>
                <a:ext cx="1114462"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0CD5727F-7A6F-4857-9B54-B313A4BF88E6}"/>
                  </a:ext>
                </a:extLst>
              </p:cNvPr>
              <p:cNvSpPr txBox="1"/>
              <p:nvPr/>
            </p:nvSpPr>
            <p:spPr>
              <a:xfrm>
                <a:off x="3347320" y="4363146"/>
                <a:ext cx="455524" cy="523220"/>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a:rPr lang="en-IN" sz="2800" i="1" dirty="0" smtClean="0">
                          <a:solidFill>
                            <a:srgbClr val="002060"/>
                          </a:solidFill>
                          <a:latin typeface="Cambria Math" panose="02040503050406030204" pitchFamily="18" charset="0"/>
                        </a:rPr>
                        <m:t>=</m:t>
                      </m:r>
                    </m:oMath>
                  </m:oMathPara>
                </a14:m>
                <a:endParaRPr lang="en-GB" sz="2800" dirty="0">
                  <a:solidFill>
                    <a:srgbClr val="002060"/>
                  </a:solidFill>
                  <a:latin typeface="+mj-lt"/>
                </a:endParaRPr>
              </a:p>
            </p:txBody>
          </p:sp>
        </mc:Choice>
        <mc:Fallback xmlns="">
          <p:sp>
            <p:nvSpPr>
              <p:cNvPr id="122" name="TextBox 121">
                <a:extLst>
                  <a:ext uri="{FF2B5EF4-FFF2-40B4-BE49-F238E27FC236}">
                    <a16:creationId xmlns:a16="http://schemas.microsoft.com/office/drawing/2014/main" id="{0CD5727F-7A6F-4857-9B54-B313A4BF88E6}"/>
                  </a:ext>
                </a:extLst>
              </p:cNvPr>
              <p:cNvSpPr txBox="1">
                <a:spLocks noRot="1" noChangeAspect="1" noMove="1" noResize="1" noEditPoints="1" noAdjustHandles="1" noChangeArrowheads="1" noChangeShapeType="1" noTextEdit="1"/>
              </p:cNvSpPr>
              <p:nvPr/>
            </p:nvSpPr>
            <p:spPr>
              <a:xfrm>
                <a:off x="3347320" y="4363146"/>
                <a:ext cx="455524"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8DCC4330-0F59-48C2-9D52-F7EFDEBA0A1D}"/>
                  </a:ext>
                </a:extLst>
              </p:cNvPr>
              <p:cNvSpPr txBox="1"/>
              <p:nvPr/>
            </p:nvSpPr>
            <p:spPr>
              <a:xfrm>
                <a:off x="3719617" y="4147205"/>
                <a:ext cx="1617537"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e>
                      </m:d>
                    </m:oMath>
                  </m:oMathPara>
                </a14:m>
                <a:endParaRPr lang="en-GB" sz="2800" dirty="0">
                  <a:solidFill>
                    <a:srgbClr val="002060"/>
                  </a:solidFill>
                  <a:latin typeface="+mj-lt"/>
                </a:endParaRPr>
              </a:p>
            </p:txBody>
          </p:sp>
        </mc:Choice>
        <mc:Fallback xmlns="">
          <p:sp>
            <p:nvSpPr>
              <p:cNvPr id="123" name="TextBox 122">
                <a:extLst>
                  <a:ext uri="{FF2B5EF4-FFF2-40B4-BE49-F238E27FC236}">
                    <a16:creationId xmlns:a16="http://schemas.microsoft.com/office/drawing/2014/main" id="{8DCC4330-0F59-48C2-9D52-F7EFDEBA0A1D}"/>
                  </a:ext>
                </a:extLst>
              </p:cNvPr>
              <p:cNvSpPr txBox="1">
                <a:spLocks noRot="1" noChangeAspect="1" noMove="1" noResize="1" noEditPoints="1" noAdjustHandles="1" noChangeArrowheads="1" noChangeShapeType="1" noTextEdit="1"/>
              </p:cNvSpPr>
              <p:nvPr/>
            </p:nvSpPr>
            <p:spPr>
              <a:xfrm>
                <a:off x="3719617" y="4147205"/>
                <a:ext cx="1617537" cy="1060483"/>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B40B7C9A-5A91-4913-A16C-DB99322C5C2D}"/>
                  </a:ext>
                </a:extLst>
              </p:cNvPr>
              <p:cNvSpPr txBox="1"/>
              <p:nvPr/>
            </p:nvSpPr>
            <p:spPr>
              <a:xfrm>
                <a:off x="5038397" y="4147204"/>
                <a:ext cx="2102141"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e>
                      </m:d>
                    </m:oMath>
                  </m:oMathPara>
                </a14:m>
                <a:endParaRPr lang="en-GB" sz="2800" dirty="0">
                  <a:solidFill>
                    <a:srgbClr val="002060"/>
                  </a:solidFill>
                  <a:latin typeface="+mj-lt"/>
                </a:endParaRPr>
              </a:p>
            </p:txBody>
          </p:sp>
        </mc:Choice>
        <mc:Fallback xmlns="">
          <p:sp>
            <p:nvSpPr>
              <p:cNvPr id="124" name="TextBox 123">
                <a:extLst>
                  <a:ext uri="{FF2B5EF4-FFF2-40B4-BE49-F238E27FC236}">
                    <a16:creationId xmlns:a16="http://schemas.microsoft.com/office/drawing/2014/main" id="{B40B7C9A-5A91-4913-A16C-DB99322C5C2D}"/>
                  </a:ext>
                </a:extLst>
              </p:cNvPr>
              <p:cNvSpPr txBox="1">
                <a:spLocks noRot="1" noChangeAspect="1" noMove="1" noResize="1" noEditPoints="1" noAdjustHandles="1" noChangeArrowheads="1" noChangeShapeType="1" noTextEdit="1"/>
              </p:cNvSpPr>
              <p:nvPr/>
            </p:nvSpPr>
            <p:spPr>
              <a:xfrm>
                <a:off x="5038397" y="4147204"/>
                <a:ext cx="2102141" cy="1060483"/>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147BF28C-457F-47A1-9BB5-43E1F03287CF}"/>
                  </a:ext>
                </a:extLst>
              </p:cNvPr>
              <p:cNvSpPr txBox="1"/>
              <p:nvPr/>
            </p:nvSpPr>
            <p:spPr>
              <a:xfrm>
                <a:off x="6854848" y="4147203"/>
                <a:ext cx="2102141"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e>
                      </m:d>
                    </m:oMath>
                  </m:oMathPara>
                </a14:m>
                <a:endParaRPr lang="en-GB" sz="2800" dirty="0">
                  <a:solidFill>
                    <a:srgbClr val="002060"/>
                  </a:solidFill>
                  <a:latin typeface="+mj-lt"/>
                </a:endParaRPr>
              </a:p>
            </p:txBody>
          </p:sp>
        </mc:Choice>
        <mc:Fallback xmlns="">
          <p:sp>
            <p:nvSpPr>
              <p:cNvPr id="125" name="TextBox 124">
                <a:extLst>
                  <a:ext uri="{FF2B5EF4-FFF2-40B4-BE49-F238E27FC236}">
                    <a16:creationId xmlns:a16="http://schemas.microsoft.com/office/drawing/2014/main" id="{147BF28C-457F-47A1-9BB5-43E1F03287CF}"/>
                  </a:ext>
                </a:extLst>
              </p:cNvPr>
              <p:cNvSpPr txBox="1">
                <a:spLocks noRot="1" noChangeAspect="1" noMove="1" noResize="1" noEditPoints="1" noAdjustHandles="1" noChangeArrowheads="1" noChangeShapeType="1" noTextEdit="1"/>
              </p:cNvSpPr>
              <p:nvPr/>
            </p:nvSpPr>
            <p:spPr>
              <a:xfrm>
                <a:off x="6854848" y="4147203"/>
                <a:ext cx="2102141" cy="1060483"/>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5DD837A9-39FC-4338-8349-39DFAE4862A8}"/>
                  </a:ext>
                </a:extLst>
              </p:cNvPr>
              <p:cNvSpPr txBox="1"/>
              <p:nvPr/>
            </p:nvSpPr>
            <p:spPr>
              <a:xfrm>
                <a:off x="8685838" y="4147203"/>
                <a:ext cx="2765774"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−3</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e>
                      </m:d>
                    </m:oMath>
                  </m:oMathPara>
                </a14:m>
                <a:endParaRPr lang="en-GB" sz="2800" dirty="0">
                  <a:solidFill>
                    <a:srgbClr val="002060"/>
                  </a:solidFill>
                  <a:latin typeface="+mj-lt"/>
                </a:endParaRPr>
              </a:p>
            </p:txBody>
          </p:sp>
        </mc:Choice>
        <mc:Fallback xmlns="">
          <p:sp>
            <p:nvSpPr>
              <p:cNvPr id="126" name="TextBox 125">
                <a:extLst>
                  <a:ext uri="{FF2B5EF4-FFF2-40B4-BE49-F238E27FC236}">
                    <a16:creationId xmlns:a16="http://schemas.microsoft.com/office/drawing/2014/main" id="{5DD837A9-39FC-4338-8349-39DFAE4862A8}"/>
                  </a:ext>
                </a:extLst>
              </p:cNvPr>
              <p:cNvSpPr txBox="1">
                <a:spLocks noRot="1" noChangeAspect="1" noMove="1" noResize="1" noEditPoints="1" noAdjustHandles="1" noChangeArrowheads="1" noChangeShapeType="1" noTextEdit="1"/>
              </p:cNvSpPr>
              <p:nvPr/>
            </p:nvSpPr>
            <p:spPr>
              <a:xfrm>
                <a:off x="8685838" y="4147203"/>
                <a:ext cx="2765774" cy="1060483"/>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7" name="TextBox 126">
                <a:extLst>
                  <a:ext uri="{FF2B5EF4-FFF2-40B4-BE49-F238E27FC236}">
                    <a16:creationId xmlns:a16="http://schemas.microsoft.com/office/drawing/2014/main" id="{D0BF49BE-4CC9-40E4-96DF-A9908AB540C4}"/>
                  </a:ext>
                </a:extLst>
              </p:cNvPr>
              <p:cNvSpPr txBox="1"/>
              <p:nvPr/>
            </p:nvSpPr>
            <p:spPr>
              <a:xfrm>
                <a:off x="3347320" y="5528638"/>
                <a:ext cx="1067518" cy="899157"/>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a:rPr lang="en-IN" sz="2800" i="1" dirty="0"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oMath>
                  </m:oMathPara>
                </a14:m>
                <a:endParaRPr lang="en-GB" sz="2800" dirty="0">
                  <a:solidFill>
                    <a:srgbClr val="002060"/>
                  </a:solidFill>
                  <a:latin typeface="+mj-lt"/>
                </a:endParaRPr>
              </a:p>
            </p:txBody>
          </p:sp>
        </mc:Choice>
        <mc:Fallback xmlns="">
          <p:sp>
            <p:nvSpPr>
              <p:cNvPr id="127" name="TextBox 126">
                <a:extLst>
                  <a:ext uri="{FF2B5EF4-FFF2-40B4-BE49-F238E27FC236}">
                    <a16:creationId xmlns:a16="http://schemas.microsoft.com/office/drawing/2014/main" id="{D0BF49BE-4CC9-40E4-96DF-A9908AB540C4}"/>
                  </a:ext>
                </a:extLst>
              </p:cNvPr>
              <p:cNvSpPr txBox="1">
                <a:spLocks noRot="1" noChangeAspect="1" noMove="1" noResize="1" noEditPoints="1" noAdjustHandles="1" noChangeArrowheads="1" noChangeShapeType="1" noTextEdit="1"/>
              </p:cNvSpPr>
              <p:nvPr/>
            </p:nvSpPr>
            <p:spPr>
              <a:xfrm>
                <a:off x="3347320" y="5528638"/>
                <a:ext cx="1067518" cy="899157"/>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8" name="TextBox 127">
                <a:extLst>
                  <a:ext uri="{FF2B5EF4-FFF2-40B4-BE49-F238E27FC236}">
                    <a16:creationId xmlns:a16="http://schemas.microsoft.com/office/drawing/2014/main" id="{530368CC-4122-48C8-9367-8F213658A0CA}"/>
                  </a:ext>
                </a:extLst>
              </p:cNvPr>
              <p:cNvSpPr txBox="1"/>
              <p:nvPr/>
            </p:nvSpPr>
            <p:spPr>
              <a:xfrm>
                <a:off x="286024" y="2391553"/>
                <a:ext cx="3248883"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nor/>
                            </m:rPr>
                            <a:rPr lang="en-IN" sz="2800" b="0" i="0" dirty="0" smtClean="0">
                              <a:solidFill>
                                <a:srgbClr val="002060"/>
                              </a:solidFill>
                              <a:latin typeface="+mj-lt"/>
                            </a:rPr>
                            <m:t>exactly</m:t>
                          </m:r>
                          <m:r>
                            <m:rPr>
                              <m:nor/>
                            </m:rPr>
                            <a:rPr lang="en-IN" sz="2800" i="0" dirty="0">
                              <a:solidFill>
                                <a:srgbClr val="002060"/>
                              </a:solidFill>
                              <a:latin typeface="+mj-lt"/>
                            </a:rPr>
                            <m:t> </m:t>
                          </m:r>
                          <m:r>
                            <m:rPr>
                              <m:nor/>
                            </m:rPr>
                            <a:rPr lang="en-IN" sz="2800" i="0" dirty="0">
                              <a:solidFill>
                                <a:srgbClr val="002060"/>
                              </a:solidFill>
                              <a:latin typeface="+mj-lt"/>
                            </a:rPr>
                            <m:t>two</m:t>
                          </m:r>
                          <m:r>
                            <m:rPr>
                              <m:nor/>
                            </m:rPr>
                            <a:rPr lang="en-IN" sz="2800" i="0" dirty="0">
                              <a:solidFill>
                                <a:srgbClr val="002060"/>
                              </a:solidFill>
                              <a:latin typeface="+mj-lt"/>
                            </a:rPr>
                            <m:t> </m:t>
                          </m:r>
                          <m:r>
                            <m:rPr>
                              <m:nor/>
                            </m:rPr>
                            <a:rPr lang="en-IN" sz="2800" i="0" dirty="0">
                              <a:solidFill>
                                <a:srgbClr val="002060"/>
                              </a:solidFill>
                              <a:latin typeface="+mj-lt"/>
                            </a:rPr>
                            <m:t>solve</m:t>
                          </m:r>
                        </m:e>
                      </m:d>
                    </m:oMath>
                  </m:oMathPara>
                </a14:m>
                <a:endParaRPr lang="en-GB" sz="2800" dirty="0">
                  <a:solidFill>
                    <a:srgbClr val="002060"/>
                  </a:solidFill>
                  <a:latin typeface="+mj-lt"/>
                </a:endParaRPr>
              </a:p>
            </p:txBody>
          </p:sp>
        </mc:Choice>
        <mc:Fallback xmlns="">
          <p:sp>
            <p:nvSpPr>
              <p:cNvPr id="128" name="TextBox 127">
                <a:extLst>
                  <a:ext uri="{FF2B5EF4-FFF2-40B4-BE49-F238E27FC236}">
                    <a16:creationId xmlns:a16="http://schemas.microsoft.com/office/drawing/2014/main" id="{530368CC-4122-48C8-9367-8F213658A0CA}"/>
                  </a:ext>
                </a:extLst>
              </p:cNvPr>
              <p:cNvSpPr txBox="1">
                <a:spLocks noRot="1" noChangeAspect="1" noMove="1" noResize="1" noEditPoints="1" noAdjustHandles="1" noChangeArrowheads="1" noChangeShapeType="1" noTextEdit="1"/>
              </p:cNvSpPr>
              <p:nvPr/>
            </p:nvSpPr>
            <p:spPr>
              <a:xfrm>
                <a:off x="286024" y="2391553"/>
                <a:ext cx="3248883" cy="523220"/>
              </a:xfrm>
              <a:prstGeom prst="rect">
                <a:avLst/>
              </a:prstGeom>
              <a:blipFill>
                <a:blip r:embed="rId2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838726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3"/>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250"/>
                                  </p:stCondLst>
                                  <p:childTnLst>
                                    <p:set>
                                      <p:cBhvr>
                                        <p:cTn id="25" dur="1" fill="hold">
                                          <p:stCondLst>
                                            <p:cond delay="0"/>
                                          </p:stCondLst>
                                        </p:cTn>
                                        <p:tgtEl>
                                          <p:spTgt spid="11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15"/>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250"/>
                                  </p:stCondLst>
                                  <p:childTnLst>
                                    <p:set>
                                      <p:cBhvr>
                                        <p:cTn id="32" dur="1" fill="hold">
                                          <p:stCondLst>
                                            <p:cond delay="0"/>
                                          </p:stCondLst>
                                        </p:cTn>
                                        <p:tgtEl>
                                          <p:spTgt spid="1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7"/>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grpId="0" nodeType="afterEffect">
                                  <p:stCondLst>
                                    <p:cond delay="250"/>
                                  </p:stCondLst>
                                  <p:childTnLst>
                                    <p:set>
                                      <p:cBhvr>
                                        <p:cTn id="39" dur="1" fill="hold">
                                          <p:stCondLst>
                                            <p:cond delay="0"/>
                                          </p:stCondLst>
                                        </p:cTn>
                                        <p:tgtEl>
                                          <p:spTgt spid="11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19"/>
                                        </p:tgtEl>
                                        <p:attrNameLst>
                                          <p:attrName>style.visibility</p:attrName>
                                        </p:attrNameLst>
                                      </p:cBhvr>
                                      <p:to>
                                        <p:strVal val="visible"/>
                                      </p:to>
                                    </p:set>
                                  </p:childTnLst>
                                </p:cTn>
                              </p:par>
                            </p:childTnLst>
                          </p:cTn>
                        </p:par>
                        <p:par>
                          <p:cTn id="44" fill="hold">
                            <p:stCondLst>
                              <p:cond delay="0"/>
                            </p:stCondLst>
                            <p:childTnLst>
                              <p:par>
                                <p:cTn id="45" presetID="1" presetClass="entr" presetSubtype="0" fill="hold" grpId="0" nodeType="afterEffect">
                                  <p:stCondLst>
                                    <p:cond delay="250"/>
                                  </p:stCondLst>
                                  <p:childTnLst>
                                    <p:set>
                                      <p:cBhvr>
                                        <p:cTn id="46" dur="1" fill="hold">
                                          <p:stCondLst>
                                            <p:cond delay="0"/>
                                          </p:stCondLst>
                                        </p:cTn>
                                        <p:tgtEl>
                                          <p:spTgt spid="120"/>
                                        </p:tgtEl>
                                        <p:attrNameLst>
                                          <p:attrName>style.visibility</p:attrName>
                                        </p:attrNameLst>
                                      </p:cBhvr>
                                      <p:to>
                                        <p:strVal val="visible"/>
                                      </p:to>
                                    </p:set>
                                  </p:childTnLst>
                                </p:cTn>
                              </p:par>
                            </p:childTnLst>
                          </p:cTn>
                        </p:par>
                        <p:par>
                          <p:cTn id="47" fill="hold">
                            <p:stCondLst>
                              <p:cond delay="250"/>
                            </p:stCondLst>
                            <p:childTnLst>
                              <p:par>
                                <p:cTn id="48" presetID="1" presetClass="entr" presetSubtype="0" fill="hold" grpId="0" nodeType="afterEffect">
                                  <p:stCondLst>
                                    <p:cond delay="250"/>
                                  </p:stCondLst>
                                  <p:childTnLst>
                                    <p:set>
                                      <p:cBhvr>
                                        <p:cTn id="49" dur="1" fill="hold">
                                          <p:stCondLst>
                                            <p:cond delay="0"/>
                                          </p:stCondLst>
                                        </p:cTn>
                                        <p:tgtEl>
                                          <p:spTgt spid="121"/>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22"/>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23"/>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24"/>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125"/>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126"/>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1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68" grpId="0"/>
      <p:bldP spid="112" grpId="0"/>
      <p:bldP spid="113" grpId="0"/>
      <p:bldP spid="114" grpId="0"/>
      <p:bldP spid="115" grpId="0"/>
      <p:bldP spid="116" grpId="0"/>
      <p:bldP spid="117" grpId="0"/>
      <p:bldP spid="118" grpId="0"/>
      <p:bldP spid="119" grpId="0"/>
      <p:bldP spid="120" grpId="0"/>
      <p:bldP spid="121" grpId="0"/>
      <p:bldP spid="122" grpId="0"/>
      <p:bldP spid="123" grpId="0"/>
      <p:bldP spid="124" grpId="0"/>
      <p:bldP spid="125" grpId="0"/>
      <p:bldP spid="126" grpId="0"/>
      <p:bldP spid="127" grpId="0"/>
      <p:bldP spid="128"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6 (</a:t>
            </a:r>
            <a:r>
              <a:rPr lang="en-IN" dirty="0"/>
              <a:t>Continue</a:t>
            </a:r>
            <a:r>
              <a:rPr lang="en-GB" dirty="0"/>
              <a:t>)</a:t>
            </a:r>
            <a:endParaRPr lang="en-US" dirty="0"/>
          </a:p>
        </p:txBody>
      </p:sp>
      <p:sp>
        <p:nvSpPr>
          <p:cNvPr id="41" name="TextBox 40">
            <a:extLst>
              <a:ext uri="{FF2B5EF4-FFF2-40B4-BE49-F238E27FC236}">
                <a16:creationId xmlns:a16="http://schemas.microsoft.com/office/drawing/2014/main" id="{C7C0092C-50E2-492A-B91D-F957BC051B86}"/>
              </a:ext>
            </a:extLst>
          </p:cNvPr>
          <p:cNvSpPr txBox="1"/>
          <p:nvPr/>
        </p:nvSpPr>
        <p:spPr>
          <a:xfrm>
            <a:off x="84908" y="1820884"/>
            <a:ext cx="7628628" cy="536365"/>
          </a:xfrm>
          <a:prstGeom prst="rect">
            <a:avLst/>
          </a:prstGeom>
          <a:noFill/>
        </p:spPr>
        <p:txBody>
          <a:bodyPr wrap="square">
            <a:spAutoFit/>
          </a:bodyPr>
          <a:lstStyle/>
          <a:p>
            <a:pPr>
              <a:spcBef>
                <a:spcPts val="600"/>
              </a:spcBef>
            </a:pPr>
            <a:r>
              <a:rPr lang="en-GB" sz="2800" b="1" dirty="0">
                <a:solidFill>
                  <a:srgbClr val="002060"/>
                </a:solidFill>
                <a:latin typeface="+mj-lt"/>
              </a:rPr>
              <a:t>(4)  exactly one of them is able to solve the problem</a:t>
            </a:r>
          </a:p>
        </p:txBody>
      </p: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314CCA8D-C721-4D9C-8528-D7CB1B3A30EA}"/>
                  </a:ext>
                </a:extLst>
              </p:cNvPr>
              <p:cNvSpPr txBox="1"/>
              <p:nvPr/>
            </p:nvSpPr>
            <p:spPr>
              <a:xfrm>
                <a:off x="84907" y="908428"/>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A</m:t>
                          </m:r>
                        </m:e>
                      </m:d>
                    </m:oMath>
                  </m:oMathPara>
                </a14:m>
                <a:endParaRPr lang="en-IN" dirty="0">
                  <a:solidFill>
                    <a:srgbClr val="002060"/>
                  </a:solidFill>
                  <a:latin typeface="+mn-lt"/>
                </a:endParaRPr>
              </a:p>
            </p:txBody>
          </p:sp>
        </mc:Choice>
        <mc:Fallback xmlns="">
          <p:sp>
            <p:nvSpPr>
              <p:cNvPr id="95" name="TextBox 94">
                <a:extLst>
                  <a:ext uri="{FF2B5EF4-FFF2-40B4-BE49-F238E27FC236}">
                    <a16:creationId xmlns:a16="http://schemas.microsoft.com/office/drawing/2014/main" id="{314CCA8D-C721-4D9C-8528-D7CB1B3A30EA}"/>
                  </a:ext>
                </a:extLst>
              </p:cNvPr>
              <p:cNvSpPr txBox="1">
                <a:spLocks noRot="1" noChangeAspect="1" noMove="1" noResize="1" noEditPoints="1" noAdjustHandles="1" noChangeArrowheads="1" noChangeShapeType="1" noTextEdit="1"/>
              </p:cNvSpPr>
              <p:nvPr/>
            </p:nvSpPr>
            <p:spPr>
              <a:xfrm>
                <a:off x="84907" y="908428"/>
                <a:ext cx="863234"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2B5B08A0-7BB8-498F-B53B-F3AB2614BBC6}"/>
                  </a:ext>
                </a:extLst>
              </p:cNvPr>
              <p:cNvSpPr txBox="1"/>
              <p:nvPr/>
            </p:nvSpPr>
            <p:spPr>
              <a:xfrm>
                <a:off x="878292" y="720556"/>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2 </m:t>
                          </m:r>
                        </m:den>
                      </m:f>
                    </m:oMath>
                  </m:oMathPara>
                </a14:m>
                <a:endParaRPr lang="en-IN" sz="2800" dirty="0">
                  <a:solidFill>
                    <a:srgbClr val="002060"/>
                  </a:solidFill>
                </a:endParaRPr>
              </a:p>
            </p:txBody>
          </p:sp>
        </mc:Choice>
        <mc:Fallback xmlns="">
          <p:sp>
            <p:nvSpPr>
              <p:cNvPr id="96" name="TextBox 95">
                <a:extLst>
                  <a:ext uri="{FF2B5EF4-FFF2-40B4-BE49-F238E27FC236}">
                    <a16:creationId xmlns:a16="http://schemas.microsoft.com/office/drawing/2014/main" id="{2B5B08A0-7BB8-498F-B53B-F3AB2614BBC6}"/>
                  </a:ext>
                </a:extLst>
              </p:cNvPr>
              <p:cNvSpPr txBox="1">
                <a:spLocks noRot="1" noChangeAspect="1" noMove="1" noResize="1" noEditPoints="1" noAdjustHandles="1" noChangeArrowheads="1" noChangeShapeType="1" noTextEdit="1"/>
              </p:cNvSpPr>
              <p:nvPr/>
            </p:nvSpPr>
            <p:spPr>
              <a:xfrm>
                <a:off x="878292" y="720556"/>
                <a:ext cx="985452" cy="898964"/>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E426C4EF-6E3D-47A7-B1F3-116F097FF4BF}"/>
                  </a:ext>
                </a:extLst>
              </p:cNvPr>
              <p:cNvSpPr txBox="1"/>
              <p:nvPr/>
            </p:nvSpPr>
            <p:spPr>
              <a:xfrm>
                <a:off x="2061209" y="908428"/>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B</m:t>
                          </m:r>
                        </m:e>
                      </m:d>
                    </m:oMath>
                  </m:oMathPara>
                </a14:m>
                <a:endParaRPr lang="en-IN" dirty="0">
                  <a:solidFill>
                    <a:srgbClr val="002060"/>
                  </a:solidFill>
                  <a:latin typeface="+mn-lt"/>
                </a:endParaRPr>
              </a:p>
            </p:txBody>
          </p:sp>
        </mc:Choice>
        <mc:Fallback xmlns="">
          <p:sp>
            <p:nvSpPr>
              <p:cNvPr id="97" name="TextBox 96">
                <a:extLst>
                  <a:ext uri="{FF2B5EF4-FFF2-40B4-BE49-F238E27FC236}">
                    <a16:creationId xmlns:a16="http://schemas.microsoft.com/office/drawing/2014/main" id="{E426C4EF-6E3D-47A7-B1F3-116F097FF4BF}"/>
                  </a:ext>
                </a:extLst>
              </p:cNvPr>
              <p:cNvSpPr txBox="1">
                <a:spLocks noRot="1" noChangeAspect="1" noMove="1" noResize="1" noEditPoints="1" noAdjustHandles="1" noChangeArrowheads="1" noChangeShapeType="1" noTextEdit="1"/>
              </p:cNvSpPr>
              <p:nvPr/>
            </p:nvSpPr>
            <p:spPr>
              <a:xfrm>
                <a:off x="2061209" y="908428"/>
                <a:ext cx="863234"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940C0082-022E-4667-A2DF-6FD2588FD27D}"/>
                  </a:ext>
                </a:extLst>
              </p:cNvPr>
              <p:cNvSpPr txBox="1"/>
              <p:nvPr/>
            </p:nvSpPr>
            <p:spPr>
              <a:xfrm>
                <a:off x="2854594" y="720556"/>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3 </m:t>
                          </m:r>
                        </m:den>
                      </m:f>
                    </m:oMath>
                  </m:oMathPara>
                </a14:m>
                <a:endParaRPr lang="en-IN" sz="2800" dirty="0">
                  <a:solidFill>
                    <a:srgbClr val="002060"/>
                  </a:solidFill>
                </a:endParaRPr>
              </a:p>
            </p:txBody>
          </p:sp>
        </mc:Choice>
        <mc:Fallback xmlns="">
          <p:sp>
            <p:nvSpPr>
              <p:cNvPr id="98" name="TextBox 97">
                <a:extLst>
                  <a:ext uri="{FF2B5EF4-FFF2-40B4-BE49-F238E27FC236}">
                    <a16:creationId xmlns:a16="http://schemas.microsoft.com/office/drawing/2014/main" id="{940C0082-022E-4667-A2DF-6FD2588FD27D}"/>
                  </a:ext>
                </a:extLst>
              </p:cNvPr>
              <p:cNvSpPr txBox="1">
                <a:spLocks noRot="1" noChangeAspect="1" noMove="1" noResize="1" noEditPoints="1" noAdjustHandles="1" noChangeArrowheads="1" noChangeShapeType="1" noTextEdit="1"/>
              </p:cNvSpPr>
              <p:nvPr/>
            </p:nvSpPr>
            <p:spPr>
              <a:xfrm>
                <a:off x="2854594" y="720556"/>
                <a:ext cx="985452" cy="898964"/>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A75E93CF-1D74-4582-8616-2206037AA5B9}"/>
                  </a:ext>
                </a:extLst>
              </p:cNvPr>
              <p:cNvSpPr txBox="1"/>
              <p:nvPr/>
            </p:nvSpPr>
            <p:spPr>
              <a:xfrm>
                <a:off x="3840046" y="908428"/>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C</m:t>
                          </m:r>
                        </m:e>
                      </m:d>
                    </m:oMath>
                  </m:oMathPara>
                </a14:m>
                <a:endParaRPr lang="en-IN" dirty="0">
                  <a:solidFill>
                    <a:srgbClr val="002060"/>
                  </a:solidFill>
                  <a:latin typeface="+mn-lt"/>
                </a:endParaRPr>
              </a:p>
            </p:txBody>
          </p:sp>
        </mc:Choice>
        <mc:Fallback xmlns="">
          <p:sp>
            <p:nvSpPr>
              <p:cNvPr id="99" name="TextBox 98">
                <a:extLst>
                  <a:ext uri="{FF2B5EF4-FFF2-40B4-BE49-F238E27FC236}">
                    <a16:creationId xmlns:a16="http://schemas.microsoft.com/office/drawing/2014/main" id="{A75E93CF-1D74-4582-8616-2206037AA5B9}"/>
                  </a:ext>
                </a:extLst>
              </p:cNvPr>
              <p:cNvSpPr txBox="1">
                <a:spLocks noRot="1" noChangeAspect="1" noMove="1" noResize="1" noEditPoints="1" noAdjustHandles="1" noChangeArrowheads="1" noChangeShapeType="1" noTextEdit="1"/>
              </p:cNvSpPr>
              <p:nvPr/>
            </p:nvSpPr>
            <p:spPr>
              <a:xfrm>
                <a:off x="3840046" y="908428"/>
                <a:ext cx="863234"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7F1E460F-5A14-4480-B983-5A2E63182CA9}"/>
                  </a:ext>
                </a:extLst>
              </p:cNvPr>
              <p:cNvSpPr txBox="1"/>
              <p:nvPr/>
            </p:nvSpPr>
            <p:spPr>
              <a:xfrm>
                <a:off x="4633431" y="720556"/>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4 </m:t>
                          </m:r>
                        </m:den>
                      </m:f>
                    </m:oMath>
                  </m:oMathPara>
                </a14:m>
                <a:endParaRPr lang="en-IN" sz="2800" dirty="0">
                  <a:solidFill>
                    <a:srgbClr val="002060"/>
                  </a:solidFill>
                </a:endParaRPr>
              </a:p>
            </p:txBody>
          </p:sp>
        </mc:Choice>
        <mc:Fallback xmlns="">
          <p:sp>
            <p:nvSpPr>
              <p:cNvPr id="100" name="TextBox 99">
                <a:extLst>
                  <a:ext uri="{FF2B5EF4-FFF2-40B4-BE49-F238E27FC236}">
                    <a16:creationId xmlns:a16="http://schemas.microsoft.com/office/drawing/2014/main" id="{7F1E460F-5A14-4480-B983-5A2E63182CA9}"/>
                  </a:ext>
                </a:extLst>
              </p:cNvPr>
              <p:cNvSpPr txBox="1">
                <a:spLocks noRot="1" noChangeAspect="1" noMove="1" noResize="1" noEditPoints="1" noAdjustHandles="1" noChangeArrowheads="1" noChangeShapeType="1" noTextEdit="1"/>
              </p:cNvSpPr>
              <p:nvPr/>
            </p:nvSpPr>
            <p:spPr>
              <a:xfrm>
                <a:off x="4633431" y="720556"/>
                <a:ext cx="985452" cy="898964"/>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ABF40E43-97CD-41CD-8AF4-49A909BAE79C}"/>
                  </a:ext>
                </a:extLst>
              </p:cNvPr>
              <p:cNvSpPr txBox="1"/>
              <p:nvPr/>
            </p:nvSpPr>
            <p:spPr>
              <a:xfrm>
                <a:off x="84907" y="2363609"/>
                <a:ext cx="3248883"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nor/>
                            </m:rPr>
                            <a:rPr lang="en-IN" sz="2800" b="0" i="0" dirty="0" smtClean="0">
                              <a:solidFill>
                                <a:srgbClr val="002060"/>
                              </a:solidFill>
                              <a:latin typeface="+mj-lt"/>
                            </a:rPr>
                            <m:t>exactly</m:t>
                          </m:r>
                          <m:r>
                            <m:rPr>
                              <m:nor/>
                            </m:rPr>
                            <a:rPr lang="en-IN" sz="2800" i="0" dirty="0">
                              <a:solidFill>
                                <a:srgbClr val="002060"/>
                              </a:solidFill>
                              <a:latin typeface="+mj-lt"/>
                            </a:rPr>
                            <m:t> </m:t>
                          </m:r>
                          <m:r>
                            <m:rPr>
                              <m:nor/>
                            </m:rPr>
                            <a:rPr lang="en-IN" sz="2800" b="0" i="0" dirty="0" smtClean="0">
                              <a:solidFill>
                                <a:srgbClr val="002060"/>
                              </a:solidFill>
                              <a:latin typeface="+mj-lt"/>
                            </a:rPr>
                            <m:t>one</m:t>
                          </m:r>
                          <m:r>
                            <m:rPr>
                              <m:nor/>
                            </m:rPr>
                            <a:rPr lang="en-IN" sz="2800" i="0" dirty="0">
                              <a:solidFill>
                                <a:srgbClr val="002060"/>
                              </a:solidFill>
                              <a:latin typeface="+mj-lt"/>
                            </a:rPr>
                            <m:t> </m:t>
                          </m:r>
                          <m:r>
                            <m:rPr>
                              <m:nor/>
                            </m:rPr>
                            <a:rPr lang="en-IN" sz="2800" i="0" dirty="0">
                              <a:solidFill>
                                <a:srgbClr val="002060"/>
                              </a:solidFill>
                              <a:latin typeface="+mj-lt"/>
                            </a:rPr>
                            <m:t>solve</m:t>
                          </m:r>
                        </m:e>
                      </m:d>
                    </m:oMath>
                  </m:oMathPara>
                </a14:m>
                <a:endParaRPr lang="en-GB" sz="2800" dirty="0">
                  <a:solidFill>
                    <a:srgbClr val="002060"/>
                  </a:solidFill>
                  <a:latin typeface="+mj-lt"/>
                </a:endParaRPr>
              </a:p>
            </p:txBody>
          </p:sp>
        </mc:Choice>
        <mc:Fallback xmlns="">
          <p:sp>
            <p:nvSpPr>
              <p:cNvPr id="76" name="TextBox 75">
                <a:extLst>
                  <a:ext uri="{FF2B5EF4-FFF2-40B4-BE49-F238E27FC236}">
                    <a16:creationId xmlns:a16="http://schemas.microsoft.com/office/drawing/2014/main" id="{ABF40E43-97CD-41CD-8AF4-49A909BAE79C}"/>
                  </a:ext>
                </a:extLst>
              </p:cNvPr>
              <p:cNvSpPr txBox="1">
                <a:spLocks noRot="1" noChangeAspect="1" noMove="1" noResize="1" noEditPoints="1" noAdjustHandles="1" noChangeArrowheads="1" noChangeShapeType="1" noTextEdit="1"/>
              </p:cNvSpPr>
              <p:nvPr/>
            </p:nvSpPr>
            <p:spPr>
              <a:xfrm>
                <a:off x="84907" y="2363609"/>
                <a:ext cx="3248883"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D56C93A6-65C8-4DD9-BC2E-4275B4370E7D}"/>
                  </a:ext>
                </a:extLst>
              </p:cNvPr>
              <p:cNvSpPr txBox="1"/>
              <p:nvPr/>
            </p:nvSpPr>
            <p:spPr>
              <a:xfrm>
                <a:off x="90605" y="2828662"/>
                <a:ext cx="515004"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GB" sz="2800" dirty="0">
                  <a:solidFill>
                    <a:srgbClr val="002060"/>
                  </a:solidFill>
                  <a:latin typeface="+mj-lt"/>
                </a:endParaRPr>
              </a:p>
            </p:txBody>
          </p:sp>
        </mc:Choice>
        <mc:Fallback xmlns="">
          <p:sp>
            <p:nvSpPr>
              <p:cNvPr id="77" name="TextBox 76">
                <a:extLst>
                  <a:ext uri="{FF2B5EF4-FFF2-40B4-BE49-F238E27FC236}">
                    <a16:creationId xmlns:a16="http://schemas.microsoft.com/office/drawing/2014/main" id="{D56C93A6-65C8-4DD9-BC2E-4275B4370E7D}"/>
                  </a:ext>
                </a:extLst>
              </p:cNvPr>
              <p:cNvSpPr txBox="1">
                <a:spLocks noRot="1" noChangeAspect="1" noMove="1" noResize="1" noEditPoints="1" noAdjustHandles="1" noChangeArrowheads="1" noChangeShapeType="1" noTextEdit="1"/>
              </p:cNvSpPr>
              <p:nvPr/>
            </p:nvSpPr>
            <p:spPr>
              <a:xfrm>
                <a:off x="90605" y="2828662"/>
                <a:ext cx="515004"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2597DCED-020E-444E-BBE7-36ABB36C6C31}"/>
                  </a:ext>
                </a:extLst>
              </p:cNvPr>
              <p:cNvSpPr txBox="1"/>
              <p:nvPr/>
            </p:nvSpPr>
            <p:spPr>
              <a:xfrm>
                <a:off x="524858" y="2829882"/>
                <a:ext cx="11695463" cy="523220"/>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C</m:t>
                          </m:r>
                        </m:e>
                      </m:d>
                      <m:r>
                        <a:rPr lang="en-IN" sz="2800" b="0" i="1" smtClean="0">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2</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B</m:t>
                          </m:r>
                        </m:e>
                      </m:d>
                      <m:r>
                        <a:rPr lang="en-IN" sz="2800" b="0" i="1" smtClean="0">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2</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i="1">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C</m:t>
                          </m:r>
                        </m:e>
                      </m:d>
                      <m:r>
                        <a:rPr lang="en-IN" sz="2800" i="1">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2</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i="1">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C</m:t>
                          </m:r>
                        </m:e>
                      </m:d>
                      <m:r>
                        <a:rPr lang="en-IN" sz="2800" b="0" i="1" smtClean="0">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3</m:t>
                      </m:r>
                      <m:r>
                        <m:rPr>
                          <m:sty m:val="p"/>
                        </m:rPr>
                        <a:rPr lang="en-IN" sz="2800" b="0" i="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i="1">
                              <a:solidFill>
                                <a:srgbClr val="002060"/>
                              </a:solidFill>
                              <a:latin typeface="Cambria Math" panose="02040503050406030204" pitchFamily="18" charset="0"/>
                            </a:rPr>
                            <m:t>∩</m:t>
                          </m:r>
                          <m:r>
                            <m:rPr>
                              <m:sty m:val="p"/>
                            </m:rPr>
                            <a:rPr lang="en-IN" sz="2800" smtClean="0">
                              <a:solidFill>
                                <a:srgbClr val="002060"/>
                              </a:solidFill>
                              <a:latin typeface="Cambria Math" panose="02040503050406030204" pitchFamily="18" charset="0"/>
                            </a:rPr>
                            <m:t>B</m:t>
                          </m:r>
                          <m:r>
                            <a:rPr lang="en-IN" sz="2800" i="1">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78" name="TextBox 77">
                <a:extLst>
                  <a:ext uri="{FF2B5EF4-FFF2-40B4-BE49-F238E27FC236}">
                    <a16:creationId xmlns:a16="http://schemas.microsoft.com/office/drawing/2014/main" id="{2597DCED-020E-444E-BBE7-36ABB36C6C31}"/>
                  </a:ext>
                </a:extLst>
              </p:cNvPr>
              <p:cNvSpPr txBox="1">
                <a:spLocks noRot="1" noChangeAspect="1" noMove="1" noResize="1" noEditPoints="1" noAdjustHandles="1" noChangeArrowheads="1" noChangeShapeType="1" noTextEdit="1"/>
              </p:cNvSpPr>
              <p:nvPr/>
            </p:nvSpPr>
            <p:spPr>
              <a:xfrm>
                <a:off x="524858" y="2829882"/>
                <a:ext cx="11695463"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C6F3FE96-AA14-48E3-A138-D69512191A84}"/>
                  </a:ext>
                </a:extLst>
              </p:cNvPr>
              <p:cNvSpPr txBox="1"/>
              <p:nvPr/>
            </p:nvSpPr>
            <p:spPr>
              <a:xfrm>
                <a:off x="84907" y="3439013"/>
                <a:ext cx="52070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GB" sz="2800" dirty="0">
                  <a:solidFill>
                    <a:srgbClr val="002060"/>
                  </a:solidFill>
                  <a:latin typeface="+mj-lt"/>
                </a:endParaRPr>
              </a:p>
            </p:txBody>
          </p:sp>
        </mc:Choice>
        <mc:Fallback xmlns="">
          <p:sp>
            <p:nvSpPr>
              <p:cNvPr id="79" name="TextBox 78">
                <a:extLst>
                  <a:ext uri="{FF2B5EF4-FFF2-40B4-BE49-F238E27FC236}">
                    <a16:creationId xmlns:a16="http://schemas.microsoft.com/office/drawing/2014/main" id="{C6F3FE96-AA14-48E3-A138-D69512191A84}"/>
                  </a:ext>
                </a:extLst>
              </p:cNvPr>
              <p:cNvSpPr txBox="1">
                <a:spLocks noRot="1" noChangeAspect="1" noMove="1" noResize="1" noEditPoints="1" noAdjustHandles="1" noChangeArrowheads="1" noChangeShapeType="1" noTextEdit="1"/>
              </p:cNvSpPr>
              <p:nvPr/>
            </p:nvSpPr>
            <p:spPr>
              <a:xfrm>
                <a:off x="84907" y="3439013"/>
                <a:ext cx="520701"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D9C26451-5327-4B18-8983-9D0DA3B394EE}"/>
                  </a:ext>
                </a:extLst>
              </p:cNvPr>
              <p:cNvSpPr txBox="1"/>
              <p:nvPr/>
            </p:nvSpPr>
            <p:spPr>
              <a:xfrm>
                <a:off x="516524" y="3439013"/>
                <a:ext cx="3177788" cy="523220"/>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80" name="TextBox 79">
                <a:extLst>
                  <a:ext uri="{FF2B5EF4-FFF2-40B4-BE49-F238E27FC236}">
                    <a16:creationId xmlns:a16="http://schemas.microsoft.com/office/drawing/2014/main" id="{D9C26451-5327-4B18-8983-9D0DA3B394EE}"/>
                  </a:ext>
                </a:extLst>
              </p:cNvPr>
              <p:cNvSpPr txBox="1">
                <a:spLocks noRot="1" noChangeAspect="1" noMove="1" noResize="1" noEditPoints="1" noAdjustHandles="1" noChangeArrowheads="1" noChangeShapeType="1" noTextEdit="1"/>
              </p:cNvSpPr>
              <p:nvPr/>
            </p:nvSpPr>
            <p:spPr>
              <a:xfrm>
                <a:off x="516524" y="3439013"/>
                <a:ext cx="3177788"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5651D7A0-DA0A-467D-981C-E5B2F9806C22}"/>
                  </a:ext>
                </a:extLst>
              </p:cNvPr>
              <p:cNvSpPr txBox="1"/>
              <p:nvPr/>
            </p:nvSpPr>
            <p:spPr>
              <a:xfrm>
                <a:off x="3562115" y="3439013"/>
                <a:ext cx="1393839"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2</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GB" sz="2800" dirty="0">
                  <a:solidFill>
                    <a:srgbClr val="002060"/>
                  </a:solidFill>
                  <a:latin typeface="+mj-lt"/>
                </a:endParaRPr>
              </a:p>
            </p:txBody>
          </p:sp>
        </mc:Choice>
        <mc:Fallback xmlns="">
          <p:sp>
            <p:nvSpPr>
              <p:cNvPr id="81" name="TextBox 80">
                <a:extLst>
                  <a:ext uri="{FF2B5EF4-FFF2-40B4-BE49-F238E27FC236}">
                    <a16:creationId xmlns:a16="http://schemas.microsoft.com/office/drawing/2014/main" id="{5651D7A0-DA0A-467D-981C-E5B2F9806C22}"/>
                  </a:ext>
                </a:extLst>
              </p:cNvPr>
              <p:cNvSpPr txBox="1">
                <a:spLocks noRot="1" noChangeAspect="1" noMove="1" noResize="1" noEditPoints="1" noAdjustHandles="1" noChangeArrowheads="1" noChangeShapeType="1" noTextEdit="1"/>
              </p:cNvSpPr>
              <p:nvPr/>
            </p:nvSpPr>
            <p:spPr>
              <a:xfrm>
                <a:off x="3562115" y="3439013"/>
                <a:ext cx="1393839"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57E33602-CD7B-4430-9B78-BB033D1BF9F3}"/>
                  </a:ext>
                </a:extLst>
              </p:cNvPr>
              <p:cNvSpPr txBox="1"/>
              <p:nvPr/>
            </p:nvSpPr>
            <p:spPr>
              <a:xfrm>
                <a:off x="4858113" y="3439013"/>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GB" sz="2800" dirty="0">
                  <a:solidFill>
                    <a:srgbClr val="002060"/>
                  </a:solidFill>
                  <a:latin typeface="+mj-lt"/>
                </a:endParaRPr>
              </a:p>
            </p:txBody>
          </p:sp>
        </mc:Choice>
        <mc:Fallback xmlns="">
          <p:sp>
            <p:nvSpPr>
              <p:cNvPr id="82" name="TextBox 81">
                <a:extLst>
                  <a:ext uri="{FF2B5EF4-FFF2-40B4-BE49-F238E27FC236}">
                    <a16:creationId xmlns:a16="http://schemas.microsoft.com/office/drawing/2014/main" id="{57E33602-CD7B-4430-9B78-BB033D1BF9F3}"/>
                  </a:ext>
                </a:extLst>
              </p:cNvPr>
              <p:cNvSpPr txBox="1">
                <a:spLocks noRot="1" noChangeAspect="1" noMove="1" noResize="1" noEditPoints="1" noAdjustHandles="1" noChangeArrowheads="1" noChangeShapeType="1" noTextEdit="1"/>
              </p:cNvSpPr>
              <p:nvPr/>
            </p:nvSpPr>
            <p:spPr>
              <a:xfrm>
                <a:off x="4858113" y="3439013"/>
                <a:ext cx="1114462"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82CAB01A-CE83-46AC-A377-03F0575E7700}"/>
                  </a:ext>
                </a:extLst>
              </p:cNvPr>
              <p:cNvSpPr txBox="1"/>
              <p:nvPr/>
            </p:nvSpPr>
            <p:spPr>
              <a:xfrm>
                <a:off x="5805995" y="3439013"/>
                <a:ext cx="1390358"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2</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GB" sz="2800" dirty="0">
                  <a:solidFill>
                    <a:srgbClr val="002060"/>
                  </a:solidFill>
                  <a:latin typeface="+mj-lt"/>
                </a:endParaRPr>
              </a:p>
            </p:txBody>
          </p:sp>
        </mc:Choice>
        <mc:Fallback xmlns="">
          <p:sp>
            <p:nvSpPr>
              <p:cNvPr id="83" name="TextBox 82">
                <a:extLst>
                  <a:ext uri="{FF2B5EF4-FFF2-40B4-BE49-F238E27FC236}">
                    <a16:creationId xmlns:a16="http://schemas.microsoft.com/office/drawing/2014/main" id="{82CAB01A-CE83-46AC-A377-03F0575E7700}"/>
                  </a:ext>
                </a:extLst>
              </p:cNvPr>
              <p:cNvSpPr txBox="1">
                <a:spLocks noRot="1" noChangeAspect="1" noMove="1" noResize="1" noEditPoints="1" noAdjustHandles="1" noChangeArrowheads="1" noChangeShapeType="1" noTextEdit="1"/>
              </p:cNvSpPr>
              <p:nvPr/>
            </p:nvSpPr>
            <p:spPr>
              <a:xfrm>
                <a:off x="5805995" y="3439013"/>
                <a:ext cx="1390358"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03E48954-D48A-4EA3-B3BD-74DC24F7717A}"/>
                  </a:ext>
                </a:extLst>
              </p:cNvPr>
              <p:cNvSpPr txBox="1"/>
              <p:nvPr/>
            </p:nvSpPr>
            <p:spPr>
              <a:xfrm>
                <a:off x="7070893" y="3439013"/>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84" name="TextBox 83">
                <a:extLst>
                  <a:ext uri="{FF2B5EF4-FFF2-40B4-BE49-F238E27FC236}">
                    <a16:creationId xmlns:a16="http://schemas.microsoft.com/office/drawing/2014/main" id="{03E48954-D48A-4EA3-B3BD-74DC24F7717A}"/>
                  </a:ext>
                </a:extLst>
              </p:cNvPr>
              <p:cNvSpPr txBox="1">
                <a:spLocks noRot="1" noChangeAspect="1" noMove="1" noResize="1" noEditPoints="1" noAdjustHandles="1" noChangeArrowheads="1" noChangeShapeType="1" noTextEdit="1"/>
              </p:cNvSpPr>
              <p:nvPr/>
            </p:nvSpPr>
            <p:spPr>
              <a:xfrm>
                <a:off x="7070893" y="3439013"/>
                <a:ext cx="1114462"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9F16A411-0C8D-4073-B748-8CE7A693CAB5}"/>
                  </a:ext>
                </a:extLst>
              </p:cNvPr>
              <p:cNvSpPr txBox="1"/>
              <p:nvPr/>
            </p:nvSpPr>
            <p:spPr>
              <a:xfrm>
                <a:off x="7995515" y="3439013"/>
                <a:ext cx="1331566"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2</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GB" sz="2800" dirty="0">
                  <a:solidFill>
                    <a:srgbClr val="002060"/>
                  </a:solidFill>
                  <a:latin typeface="+mj-lt"/>
                </a:endParaRPr>
              </a:p>
            </p:txBody>
          </p:sp>
        </mc:Choice>
        <mc:Fallback xmlns="">
          <p:sp>
            <p:nvSpPr>
              <p:cNvPr id="85" name="TextBox 84">
                <a:extLst>
                  <a:ext uri="{FF2B5EF4-FFF2-40B4-BE49-F238E27FC236}">
                    <a16:creationId xmlns:a16="http://schemas.microsoft.com/office/drawing/2014/main" id="{9F16A411-0C8D-4073-B748-8CE7A693CAB5}"/>
                  </a:ext>
                </a:extLst>
              </p:cNvPr>
              <p:cNvSpPr txBox="1">
                <a:spLocks noRot="1" noChangeAspect="1" noMove="1" noResize="1" noEditPoints="1" noAdjustHandles="1" noChangeArrowheads="1" noChangeShapeType="1" noTextEdit="1"/>
              </p:cNvSpPr>
              <p:nvPr/>
            </p:nvSpPr>
            <p:spPr>
              <a:xfrm>
                <a:off x="7995515" y="3439013"/>
                <a:ext cx="1331566"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074FEDE1-20EC-4AD8-88B7-D915050C9715}"/>
                  </a:ext>
                </a:extLst>
              </p:cNvPr>
              <p:cNvSpPr txBox="1"/>
              <p:nvPr/>
            </p:nvSpPr>
            <p:spPr>
              <a:xfrm>
                <a:off x="9266498" y="3439013"/>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86" name="TextBox 85">
                <a:extLst>
                  <a:ext uri="{FF2B5EF4-FFF2-40B4-BE49-F238E27FC236}">
                    <a16:creationId xmlns:a16="http://schemas.microsoft.com/office/drawing/2014/main" id="{074FEDE1-20EC-4AD8-88B7-D915050C9715}"/>
                  </a:ext>
                </a:extLst>
              </p:cNvPr>
              <p:cNvSpPr txBox="1">
                <a:spLocks noRot="1" noChangeAspect="1" noMove="1" noResize="1" noEditPoints="1" noAdjustHandles="1" noChangeArrowheads="1" noChangeShapeType="1" noTextEdit="1"/>
              </p:cNvSpPr>
              <p:nvPr/>
            </p:nvSpPr>
            <p:spPr>
              <a:xfrm>
                <a:off x="9266498" y="3439013"/>
                <a:ext cx="1114462"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3898BB50-7959-457D-9F08-B5636D8D2B8C}"/>
                  </a:ext>
                </a:extLst>
              </p:cNvPr>
              <p:cNvSpPr txBox="1"/>
              <p:nvPr/>
            </p:nvSpPr>
            <p:spPr>
              <a:xfrm>
                <a:off x="8864601" y="3939565"/>
                <a:ext cx="1331566"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3</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GB" sz="2800" dirty="0">
                  <a:solidFill>
                    <a:srgbClr val="002060"/>
                  </a:solidFill>
                  <a:latin typeface="+mj-lt"/>
                </a:endParaRPr>
              </a:p>
            </p:txBody>
          </p:sp>
        </mc:Choice>
        <mc:Fallback xmlns="">
          <p:sp>
            <p:nvSpPr>
              <p:cNvPr id="87" name="TextBox 86">
                <a:extLst>
                  <a:ext uri="{FF2B5EF4-FFF2-40B4-BE49-F238E27FC236}">
                    <a16:creationId xmlns:a16="http://schemas.microsoft.com/office/drawing/2014/main" id="{3898BB50-7959-457D-9F08-B5636D8D2B8C}"/>
                  </a:ext>
                </a:extLst>
              </p:cNvPr>
              <p:cNvSpPr txBox="1">
                <a:spLocks noRot="1" noChangeAspect="1" noMove="1" noResize="1" noEditPoints="1" noAdjustHandles="1" noChangeArrowheads="1" noChangeShapeType="1" noTextEdit="1"/>
              </p:cNvSpPr>
              <p:nvPr/>
            </p:nvSpPr>
            <p:spPr>
              <a:xfrm>
                <a:off x="8864601" y="3939565"/>
                <a:ext cx="1331566"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AB9C5CBE-C1E6-4D9C-9D51-94C38C7AA9F9}"/>
                  </a:ext>
                </a:extLst>
              </p:cNvPr>
              <p:cNvSpPr txBox="1"/>
              <p:nvPr/>
            </p:nvSpPr>
            <p:spPr>
              <a:xfrm>
                <a:off x="10126243" y="3939565"/>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GB" sz="2800" dirty="0">
                  <a:solidFill>
                    <a:srgbClr val="002060"/>
                  </a:solidFill>
                  <a:latin typeface="+mj-lt"/>
                </a:endParaRPr>
              </a:p>
            </p:txBody>
          </p:sp>
        </mc:Choice>
        <mc:Fallback xmlns="">
          <p:sp>
            <p:nvSpPr>
              <p:cNvPr id="88" name="TextBox 87">
                <a:extLst>
                  <a:ext uri="{FF2B5EF4-FFF2-40B4-BE49-F238E27FC236}">
                    <a16:creationId xmlns:a16="http://schemas.microsoft.com/office/drawing/2014/main" id="{AB9C5CBE-C1E6-4D9C-9D51-94C38C7AA9F9}"/>
                  </a:ext>
                </a:extLst>
              </p:cNvPr>
              <p:cNvSpPr txBox="1">
                <a:spLocks noRot="1" noChangeAspect="1" noMove="1" noResize="1" noEditPoints="1" noAdjustHandles="1" noChangeArrowheads="1" noChangeShapeType="1" noTextEdit="1"/>
              </p:cNvSpPr>
              <p:nvPr/>
            </p:nvSpPr>
            <p:spPr>
              <a:xfrm>
                <a:off x="10126243" y="3939565"/>
                <a:ext cx="1114462"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5606CF02-6F14-4DA9-A5BA-D32A7699BD85}"/>
                  </a:ext>
                </a:extLst>
              </p:cNvPr>
              <p:cNvSpPr txBox="1"/>
              <p:nvPr/>
            </p:nvSpPr>
            <p:spPr>
              <a:xfrm>
                <a:off x="11037228" y="3939565"/>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89" name="TextBox 88">
                <a:extLst>
                  <a:ext uri="{FF2B5EF4-FFF2-40B4-BE49-F238E27FC236}">
                    <a16:creationId xmlns:a16="http://schemas.microsoft.com/office/drawing/2014/main" id="{5606CF02-6F14-4DA9-A5BA-D32A7699BD85}"/>
                  </a:ext>
                </a:extLst>
              </p:cNvPr>
              <p:cNvSpPr txBox="1">
                <a:spLocks noRot="1" noChangeAspect="1" noMove="1" noResize="1" noEditPoints="1" noAdjustHandles="1" noChangeArrowheads="1" noChangeShapeType="1" noTextEdit="1"/>
              </p:cNvSpPr>
              <p:nvPr/>
            </p:nvSpPr>
            <p:spPr>
              <a:xfrm>
                <a:off x="11037228" y="3939565"/>
                <a:ext cx="1114462"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AF9605AA-DABE-491F-858E-6AE0FE694EEC}"/>
                  </a:ext>
                </a:extLst>
              </p:cNvPr>
              <p:cNvSpPr txBox="1"/>
              <p:nvPr/>
            </p:nvSpPr>
            <p:spPr>
              <a:xfrm>
                <a:off x="84907" y="4795983"/>
                <a:ext cx="52070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GB" sz="2800" dirty="0">
                  <a:solidFill>
                    <a:srgbClr val="002060"/>
                  </a:solidFill>
                  <a:latin typeface="+mj-lt"/>
                </a:endParaRPr>
              </a:p>
            </p:txBody>
          </p:sp>
        </mc:Choice>
        <mc:Fallback xmlns="">
          <p:sp>
            <p:nvSpPr>
              <p:cNvPr id="90" name="TextBox 89">
                <a:extLst>
                  <a:ext uri="{FF2B5EF4-FFF2-40B4-BE49-F238E27FC236}">
                    <a16:creationId xmlns:a16="http://schemas.microsoft.com/office/drawing/2014/main" id="{AF9605AA-DABE-491F-858E-6AE0FE694EEC}"/>
                  </a:ext>
                </a:extLst>
              </p:cNvPr>
              <p:cNvSpPr txBox="1">
                <a:spLocks noRot="1" noChangeAspect="1" noMove="1" noResize="1" noEditPoints="1" noAdjustHandles="1" noChangeArrowheads="1" noChangeShapeType="1" noTextEdit="1"/>
              </p:cNvSpPr>
              <p:nvPr/>
            </p:nvSpPr>
            <p:spPr>
              <a:xfrm>
                <a:off x="84907" y="4795983"/>
                <a:ext cx="520701" cy="523220"/>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A54E7579-8090-48DC-BB0D-91C772EF24BD}"/>
                  </a:ext>
                </a:extLst>
              </p:cNvPr>
              <p:cNvSpPr txBox="1"/>
              <p:nvPr/>
            </p:nvSpPr>
            <p:spPr>
              <a:xfrm>
                <a:off x="504126" y="4582887"/>
                <a:ext cx="3177788" cy="899157"/>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b="0" i="1"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r>
                        <a:rPr lang="en-IN" sz="2800" b="0" i="1"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oMath>
                  </m:oMathPara>
                </a14:m>
                <a:endParaRPr lang="en-GB" sz="2800" dirty="0">
                  <a:solidFill>
                    <a:srgbClr val="002060"/>
                  </a:solidFill>
                  <a:latin typeface="+mj-lt"/>
                </a:endParaRPr>
              </a:p>
            </p:txBody>
          </p:sp>
        </mc:Choice>
        <mc:Fallback xmlns="">
          <p:sp>
            <p:nvSpPr>
              <p:cNvPr id="91" name="TextBox 90">
                <a:extLst>
                  <a:ext uri="{FF2B5EF4-FFF2-40B4-BE49-F238E27FC236}">
                    <a16:creationId xmlns:a16="http://schemas.microsoft.com/office/drawing/2014/main" id="{A54E7579-8090-48DC-BB0D-91C772EF24BD}"/>
                  </a:ext>
                </a:extLst>
              </p:cNvPr>
              <p:cNvSpPr txBox="1">
                <a:spLocks noRot="1" noChangeAspect="1" noMove="1" noResize="1" noEditPoints="1" noAdjustHandles="1" noChangeArrowheads="1" noChangeShapeType="1" noTextEdit="1"/>
              </p:cNvSpPr>
              <p:nvPr/>
            </p:nvSpPr>
            <p:spPr>
              <a:xfrm>
                <a:off x="504126" y="4582887"/>
                <a:ext cx="3177788" cy="899157"/>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3C2D746-62AF-4240-AC65-3425C3269862}"/>
                  </a:ext>
                </a:extLst>
              </p:cNvPr>
              <p:cNvSpPr txBox="1"/>
              <p:nvPr/>
            </p:nvSpPr>
            <p:spPr>
              <a:xfrm>
                <a:off x="2420417" y="4527351"/>
                <a:ext cx="2282863"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2</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e>
                      </m:d>
                    </m:oMath>
                  </m:oMathPara>
                </a14:m>
                <a:endParaRPr lang="en-GB" sz="2800" dirty="0">
                  <a:solidFill>
                    <a:srgbClr val="002060"/>
                  </a:solidFill>
                  <a:latin typeface="+mj-lt"/>
                </a:endParaRPr>
              </a:p>
            </p:txBody>
          </p:sp>
        </mc:Choice>
        <mc:Fallback xmlns="">
          <p:sp>
            <p:nvSpPr>
              <p:cNvPr id="92" name="TextBox 91">
                <a:extLst>
                  <a:ext uri="{FF2B5EF4-FFF2-40B4-BE49-F238E27FC236}">
                    <a16:creationId xmlns:a16="http://schemas.microsoft.com/office/drawing/2014/main" id="{83C2D746-62AF-4240-AC65-3425C3269862}"/>
                  </a:ext>
                </a:extLst>
              </p:cNvPr>
              <p:cNvSpPr txBox="1">
                <a:spLocks noRot="1" noChangeAspect="1" noMove="1" noResize="1" noEditPoints="1" noAdjustHandles="1" noChangeArrowheads="1" noChangeShapeType="1" noTextEdit="1"/>
              </p:cNvSpPr>
              <p:nvPr/>
            </p:nvSpPr>
            <p:spPr>
              <a:xfrm>
                <a:off x="2420417" y="4527351"/>
                <a:ext cx="2282863" cy="1060483"/>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C5B14FB3-40F4-4873-9CF0-F5768415F606}"/>
                  </a:ext>
                </a:extLst>
              </p:cNvPr>
              <p:cNvSpPr txBox="1"/>
              <p:nvPr/>
            </p:nvSpPr>
            <p:spPr>
              <a:xfrm>
                <a:off x="4456773" y="4527350"/>
                <a:ext cx="2282863"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2</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e>
                      </m:d>
                    </m:oMath>
                  </m:oMathPara>
                </a14:m>
                <a:endParaRPr lang="en-GB" sz="2800" dirty="0">
                  <a:solidFill>
                    <a:srgbClr val="002060"/>
                  </a:solidFill>
                  <a:latin typeface="+mj-lt"/>
                </a:endParaRPr>
              </a:p>
            </p:txBody>
          </p:sp>
        </mc:Choice>
        <mc:Fallback xmlns="">
          <p:sp>
            <p:nvSpPr>
              <p:cNvPr id="93" name="TextBox 92">
                <a:extLst>
                  <a:ext uri="{FF2B5EF4-FFF2-40B4-BE49-F238E27FC236}">
                    <a16:creationId xmlns:a16="http://schemas.microsoft.com/office/drawing/2014/main" id="{C5B14FB3-40F4-4873-9CF0-F5768415F606}"/>
                  </a:ext>
                </a:extLst>
              </p:cNvPr>
              <p:cNvSpPr txBox="1">
                <a:spLocks noRot="1" noChangeAspect="1" noMove="1" noResize="1" noEditPoints="1" noAdjustHandles="1" noChangeArrowheads="1" noChangeShapeType="1" noTextEdit="1"/>
              </p:cNvSpPr>
              <p:nvPr/>
            </p:nvSpPr>
            <p:spPr>
              <a:xfrm>
                <a:off x="4456773" y="4527350"/>
                <a:ext cx="2282863" cy="1060483"/>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3C3DAAAB-655E-4AC7-9D52-5B8604DA4F9F}"/>
                  </a:ext>
                </a:extLst>
              </p:cNvPr>
              <p:cNvSpPr txBox="1"/>
              <p:nvPr/>
            </p:nvSpPr>
            <p:spPr>
              <a:xfrm>
                <a:off x="6360884" y="4527349"/>
                <a:ext cx="2458893"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2</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e>
                      </m:d>
                    </m:oMath>
                  </m:oMathPara>
                </a14:m>
                <a:endParaRPr lang="en-GB" sz="2800" dirty="0">
                  <a:solidFill>
                    <a:srgbClr val="002060"/>
                  </a:solidFill>
                  <a:latin typeface="+mj-lt"/>
                </a:endParaRPr>
              </a:p>
            </p:txBody>
          </p:sp>
        </mc:Choice>
        <mc:Fallback xmlns="">
          <p:sp>
            <p:nvSpPr>
              <p:cNvPr id="94" name="TextBox 93">
                <a:extLst>
                  <a:ext uri="{FF2B5EF4-FFF2-40B4-BE49-F238E27FC236}">
                    <a16:creationId xmlns:a16="http://schemas.microsoft.com/office/drawing/2014/main" id="{3C3DAAAB-655E-4AC7-9D52-5B8604DA4F9F}"/>
                  </a:ext>
                </a:extLst>
              </p:cNvPr>
              <p:cNvSpPr txBox="1">
                <a:spLocks noRot="1" noChangeAspect="1" noMove="1" noResize="1" noEditPoints="1" noAdjustHandles="1" noChangeArrowheads="1" noChangeShapeType="1" noTextEdit="1"/>
              </p:cNvSpPr>
              <p:nvPr/>
            </p:nvSpPr>
            <p:spPr>
              <a:xfrm>
                <a:off x="6360884" y="4527349"/>
                <a:ext cx="2458893" cy="1060483"/>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78A5C286-C2A9-488B-96C6-8E88A62B69E0}"/>
                  </a:ext>
                </a:extLst>
              </p:cNvPr>
              <p:cNvSpPr txBox="1"/>
              <p:nvPr/>
            </p:nvSpPr>
            <p:spPr>
              <a:xfrm>
                <a:off x="8533961" y="4527349"/>
                <a:ext cx="2843465"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3</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e>
                      </m:d>
                    </m:oMath>
                  </m:oMathPara>
                </a14:m>
                <a:endParaRPr lang="en-GB" sz="2800" dirty="0">
                  <a:solidFill>
                    <a:srgbClr val="002060"/>
                  </a:solidFill>
                  <a:latin typeface="+mj-lt"/>
                </a:endParaRPr>
              </a:p>
            </p:txBody>
          </p:sp>
        </mc:Choice>
        <mc:Fallback xmlns="">
          <p:sp>
            <p:nvSpPr>
              <p:cNvPr id="101" name="TextBox 100">
                <a:extLst>
                  <a:ext uri="{FF2B5EF4-FFF2-40B4-BE49-F238E27FC236}">
                    <a16:creationId xmlns:a16="http://schemas.microsoft.com/office/drawing/2014/main" id="{78A5C286-C2A9-488B-96C6-8E88A62B69E0}"/>
                  </a:ext>
                </a:extLst>
              </p:cNvPr>
              <p:cNvSpPr txBox="1">
                <a:spLocks noRot="1" noChangeAspect="1" noMove="1" noResize="1" noEditPoints="1" noAdjustHandles="1" noChangeArrowheads="1" noChangeShapeType="1" noTextEdit="1"/>
              </p:cNvSpPr>
              <p:nvPr/>
            </p:nvSpPr>
            <p:spPr>
              <a:xfrm>
                <a:off x="8533961" y="4527349"/>
                <a:ext cx="2843465" cy="1060483"/>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3AF9D290-106D-4F05-AF7A-D266F68BD0DC}"/>
                  </a:ext>
                </a:extLst>
              </p:cNvPr>
              <p:cNvSpPr txBox="1"/>
              <p:nvPr/>
            </p:nvSpPr>
            <p:spPr>
              <a:xfrm>
                <a:off x="84907" y="5675280"/>
                <a:ext cx="1225733" cy="899157"/>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11</m:t>
                          </m:r>
                        </m:num>
                        <m:den>
                          <m:r>
                            <a:rPr lang="en-IN" sz="2800" i="1" dirty="0">
                              <a:solidFill>
                                <a:srgbClr val="002060"/>
                              </a:solidFill>
                              <a:latin typeface="Cambria Math" panose="02040503050406030204" pitchFamily="18" charset="0"/>
                            </a:rPr>
                            <m:t> </m:t>
                          </m:r>
                          <m:r>
                            <a:rPr lang="en-IN" sz="2800" b="0" i="1" dirty="0" smtClean="0">
                              <a:solidFill>
                                <a:srgbClr val="002060"/>
                              </a:solidFill>
                              <a:latin typeface="Cambria Math" panose="02040503050406030204" pitchFamily="18" charset="0"/>
                            </a:rPr>
                            <m:t>24</m:t>
                          </m:r>
                          <m:r>
                            <a:rPr lang="en-IN" sz="2800" i="1" dirty="0">
                              <a:solidFill>
                                <a:srgbClr val="002060"/>
                              </a:solidFill>
                              <a:latin typeface="Cambria Math" panose="02040503050406030204" pitchFamily="18" charset="0"/>
                            </a:rPr>
                            <m:t> </m:t>
                          </m:r>
                        </m:den>
                      </m:f>
                    </m:oMath>
                  </m:oMathPara>
                </a14:m>
                <a:endParaRPr lang="en-GB" sz="2800" dirty="0">
                  <a:solidFill>
                    <a:srgbClr val="002060"/>
                  </a:solidFill>
                  <a:latin typeface="+mj-lt"/>
                </a:endParaRPr>
              </a:p>
            </p:txBody>
          </p:sp>
        </mc:Choice>
        <mc:Fallback xmlns="">
          <p:sp>
            <p:nvSpPr>
              <p:cNvPr id="102" name="TextBox 101">
                <a:extLst>
                  <a:ext uri="{FF2B5EF4-FFF2-40B4-BE49-F238E27FC236}">
                    <a16:creationId xmlns:a16="http://schemas.microsoft.com/office/drawing/2014/main" id="{3AF9D290-106D-4F05-AF7A-D266F68BD0DC}"/>
                  </a:ext>
                </a:extLst>
              </p:cNvPr>
              <p:cNvSpPr txBox="1">
                <a:spLocks noRot="1" noChangeAspect="1" noMove="1" noResize="1" noEditPoints="1" noAdjustHandles="1" noChangeArrowheads="1" noChangeShapeType="1" noTextEdit="1"/>
              </p:cNvSpPr>
              <p:nvPr/>
            </p:nvSpPr>
            <p:spPr>
              <a:xfrm>
                <a:off x="84907" y="5675280"/>
                <a:ext cx="1225733" cy="899157"/>
              </a:xfrm>
              <a:prstGeom prst="rect">
                <a:avLst/>
              </a:prstGeom>
              <a:blipFill>
                <a:blip r:embed="rId28"/>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5275084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1"/>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250"/>
                                  </p:stCondLst>
                                  <p:childTnLst>
                                    <p:set>
                                      <p:cBhvr>
                                        <p:cTn id="29" dur="1" fill="hold">
                                          <p:stCondLst>
                                            <p:cond delay="0"/>
                                          </p:stCondLst>
                                        </p:cTn>
                                        <p:tgtEl>
                                          <p:spTgt spid="8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83"/>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grpId="0" nodeType="afterEffect">
                                  <p:stCondLst>
                                    <p:cond delay="250"/>
                                  </p:stCondLst>
                                  <p:childTnLst>
                                    <p:set>
                                      <p:cBhvr>
                                        <p:cTn id="36" dur="1" fill="hold">
                                          <p:stCondLst>
                                            <p:cond delay="0"/>
                                          </p:stCondLst>
                                        </p:cTn>
                                        <p:tgtEl>
                                          <p:spTgt spid="8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5"/>
                                        </p:tgtEl>
                                        <p:attrNameLst>
                                          <p:attrName>style.visibility</p:attrName>
                                        </p:attrNameLst>
                                      </p:cBhvr>
                                      <p:to>
                                        <p:strVal val="visible"/>
                                      </p:to>
                                    </p:set>
                                  </p:childTnLst>
                                </p:cTn>
                              </p:par>
                            </p:childTnLst>
                          </p:cTn>
                        </p:par>
                        <p:par>
                          <p:cTn id="41" fill="hold">
                            <p:stCondLst>
                              <p:cond delay="0"/>
                            </p:stCondLst>
                            <p:childTnLst>
                              <p:par>
                                <p:cTn id="42" presetID="1" presetClass="entr" presetSubtype="0" fill="hold" grpId="0" nodeType="afterEffect">
                                  <p:stCondLst>
                                    <p:cond delay="250"/>
                                  </p:stCondLst>
                                  <p:childTnLst>
                                    <p:set>
                                      <p:cBhvr>
                                        <p:cTn id="43" dur="1" fill="hold">
                                          <p:stCondLst>
                                            <p:cond delay="0"/>
                                          </p:stCondLst>
                                        </p:cTn>
                                        <p:tgtEl>
                                          <p:spTgt spid="8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87"/>
                                        </p:tgtEl>
                                        <p:attrNameLst>
                                          <p:attrName>style.visibility</p:attrName>
                                        </p:attrNameLst>
                                      </p:cBhvr>
                                      <p:to>
                                        <p:strVal val="visible"/>
                                      </p:to>
                                    </p:set>
                                  </p:childTnLst>
                                </p:cTn>
                              </p:par>
                            </p:childTnLst>
                          </p:cTn>
                        </p:par>
                        <p:par>
                          <p:cTn id="48" fill="hold">
                            <p:stCondLst>
                              <p:cond delay="0"/>
                            </p:stCondLst>
                            <p:childTnLst>
                              <p:par>
                                <p:cTn id="49" presetID="1" presetClass="entr" presetSubtype="0" fill="hold" grpId="0" nodeType="afterEffect">
                                  <p:stCondLst>
                                    <p:cond delay="250"/>
                                  </p:stCondLst>
                                  <p:childTnLst>
                                    <p:set>
                                      <p:cBhvr>
                                        <p:cTn id="50" dur="1" fill="hold">
                                          <p:stCondLst>
                                            <p:cond delay="0"/>
                                          </p:stCondLst>
                                        </p:cTn>
                                        <p:tgtEl>
                                          <p:spTgt spid="88"/>
                                        </p:tgtEl>
                                        <p:attrNameLst>
                                          <p:attrName>style.visibility</p:attrName>
                                        </p:attrNameLst>
                                      </p:cBhvr>
                                      <p:to>
                                        <p:strVal val="visible"/>
                                      </p:to>
                                    </p:set>
                                  </p:childTnLst>
                                </p:cTn>
                              </p:par>
                            </p:childTnLst>
                          </p:cTn>
                        </p:par>
                        <p:par>
                          <p:cTn id="51" fill="hold">
                            <p:stCondLst>
                              <p:cond delay="250"/>
                            </p:stCondLst>
                            <p:childTnLst>
                              <p:par>
                                <p:cTn id="52" presetID="1" presetClass="entr" presetSubtype="0" fill="hold" grpId="0" nodeType="afterEffect">
                                  <p:stCondLst>
                                    <p:cond delay="250"/>
                                  </p:stCondLst>
                                  <p:childTnLst>
                                    <p:set>
                                      <p:cBhvr>
                                        <p:cTn id="53" dur="1" fill="hold">
                                          <p:stCondLst>
                                            <p:cond delay="0"/>
                                          </p:stCondLst>
                                        </p:cTn>
                                        <p:tgtEl>
                                          <p:spTgt spid="89"/>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90"/>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91"/>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92"/>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93"/>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94"/>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101"/>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77" grpId="0"/>
      <p:bldP spid="78" grpId="0"/>
      <p:bldP spid="79" grpId="0"/>
      <p:bldP spid="80" grpId="0"/>
      <p:bldP spid="81" grpId="0"/>
      <p:bldP spid="82" grpId="0"/>
      <p:bldP spid="83" grpId="0"/>
      <p:bldP spid="84" grpId="0"/>
      <p:bldP spid="85" grpId="0"/>
      <p:bldP spid="86" grpId="0"/>
      <p:bldP spid="87" grpId="0"/>
      <p:bldP spid="88" grpId="0"/>
      <p:bldP spid="89" grpId="0"/>
      <p:bldP spid="90" grpId="0"/>
      <p:bldP spid="91" grpId="0"/>
      <p:bldP spid="92" grpId="0"/>
      <p:bldP spid="93" grpId="0"/>
      <p:bldP spid="94" grpId="0"/>
      <p:bldP spid="101" grpId="0"/>
      <p:bldP spid="102"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30838"/>
                <a:ext cx="11929645" cy="23400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spcAft>
                    <a:spcPts val="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In a group of </a:t>
                </a:r>
                <a14:m>
                  <m:oMath xmlns:m="http://schemas.openxmlformats.org/officeDocument/2006/math">
                    <m:r>
                      <a:rPr lang="en-US" i="1" dirty="0" smtClean="0">
                        <a:latin typeface="Cambria Math" panose="02040503050406030204" pitchFamily="18" charset="0"/>
                      </a:rPr>
                      <m:t>200</m:t>
                    </m:r>
                  </m:oMath>
                </a14:m>
                <a:r>
                  <a:rPr lang="en-US" dirty="0"/>
                  <a:t> students </a:t>
                </a:r>
                <a14:m>
                  <m:oMath xmlns:m="http://schemas.openxmlformats.org/officeDocument/2006/math">
                    <m:r>
                      <a:rPr lang="en-US" i="1" dirty="0" smtClean="0">
                        <a:latin typeface="Cambria Math" panose="02040503050406030204" pitchFamily="18" charset="0"/>
                      </a:rPr>
                      <m:t>40</m:t>
                    </m:r>
                  </m:oMath>
                </a14:m>
                <a:r>
                  <a:rPr lang="en-US" dirty="0"/>
                  <a:t> are taking English, </a:t>
                </a:r>
                <a14:m>
                  <m:oMath xmlns:m="http://schemas.openxmlformats.org/officeDocument/2006/math">
                    <m:r>
                      <a:rPr lang="en-US" i="1" dirty="0" smtClean="0">
                        <a:latin typeface="Cambria Math" panose="02040503050406030204" pitchFamily="18" charset="0"/>
                      </a:rPr>
                      <m:t>50</m:t>
                    </m:r>
                  </m:oMath>
                </a14:m>
                <a:r>
                  <a:rPr lang="en-US" dirty="0"/>
                  <a:t> are taking Mathematics, </a:t>
                </a:r>
                <a14:m>
                  <m:oMath xmlns:m="http://schemas.openxmlformats.org/officeDocument/2006/math">
                    <m:r>
                      <a:rPr lang="en-US" i="1" dirty="0" smtClean="0">
                        <a:latin typeface="Cambria Math" panose="02040503050406030204" pitchFamily="18" charset="0"/>
                      </a:rPr>
                      <m:t>12</m:t>
                    </m:r>
                  </m:oMath>
                </a14:m>
                <a:r>
                  <a:rPr lang="en-US" dirty="0"/>
                  <a:t> are taking both.</a:t>
                </a:r>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30838"/>
                <a:ext cx="11929645" cy="2340000"/>
              </a:xfrm>
              <a:prstGeom prst="rect">
                <a:avLst/>
              </a:prstGeom>
              <a:blipFill>
                <a:blip r:embed="rId2"/>
                <a:stretch>
                  <a:fillRect l="-1074" r="-1074"/>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3 ⇝ Example 7</a:t>
            </a:r>
            <a:endParaRPr lang="en-US" dirty="0"/>
          </a:p>
        </p:txBody>
      </p:sp>
      <p:sp>
        <p:nvSpPr>
          <p:cNvPr id="4" name="Content Placeholder 2"/>
          <p:cNvSpPr txBox="1">
            <a:spLocks/>
          </p:cNvSpPr>
          <p:nvPr/>
        </p:nvSpPr>
        <p:spPr>
          <a:xfrm>
            <a:off x="131176" y="3288065"/>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6E3C558-0491-8555-55DE-5D8769497570}"/>
                  </a:ext>
                </a:extLst>
              </p:cNvPr>
              <p:cNvSpPr txBox="1"/>
              <p:nvPr/>
            </p:nvSpPr>
            <p:spPr>
              <a:xfrm>
                <a:off x="1594216" y="3288675"/>
                <a:ext cx="1954007" cy="52200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S</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2</m:t>
                      </m:r>
                      <m:r>
                        <a:rPr lang="en-IN" sz="2800" b="0" i="1" smtClean="0">
                          <a:solidFill>
                            <a:srgbClr val="002060"/>
                          </a:solidFill>
                          <a:latin typeface="Cambria Math" panose="02040503050406030204" pitchFamily="18" charset="0"/>
                        </a:rPr>
                        <m:t>00</m:t>
                      </m:r>
                    </m:oMath>
                  </m:oMathPara>
                </a14:m>
                <a:endParaRPr lang="en-IN" sz="2800" dirty="0">
                  <a:solidFill>
                    <a:srgbClr val="002060"/>
                  </a:solidFill>
                  <a:latin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C6E3C558-0491-8555-55DE-5D8769497570}"/>
                  </a:ext>
                </a:extLst>
              </p:cNvPr>
              <p:cNvSpPr txBox="1">
                <a:spLocks noRot="1" noChangeAspect="1" noMove="1" noResize="1" noEditPoints="1" noAdjustHandles="1" noChangeArrowheads="1" noChangeShapeType="1" noTextEdit="1"/>
              </p:cNvSpPr>
              <p:nvPr/>
            </p:nvSpPr>
            <p:spPr>
              <a:xfrm>
                <a:off x="1594216" y="3288675"/>
                <a:ext cx="1954007" cy="52200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F2C8AB4-1895-44B8-AC4B-C3B07FFC3AE7}"/>
                  </a:ext>
                </a:extLst>
              </p:cNvPr>
              <p:cNvSpPr txBox="1"/>
              <p:nvPr/>
            </p:nvSpPr>
            <p:spPr>
              <a:xfrm>
                <a:off x="1594216" y="3938164"/>
                <a:ext cx="4680460" cy="523220"/>
              </a:xfrm>
              <a:prstGeom prst="rect">
                <a:avLst/>
              </a:prstGeom>
              <a:noFill/>
            </p:spPr>
            <p:txBody>
              <a:bodyPr wrap="square" rtlCol="0">
                <a:spAutoFit/>
              </a:bodyPr>
              <a:lstStyle/>
              <a:p>
                <a:r>
                  <a:rPr lang="en-IN" sz="2800" dirty="0">
                    <a:solidFill>
                      <a:srgbClr val="002060"/>
                    </a:solidFill>
                  </a:rPr>
                  <a:t>Event </a:t>
                </a:r>
                <a14:m>
                  <m:oMath xmlns:m="http://schemas.openxmlformats.org/officeDocument/2006/math">
                    <m:r>
                      <m:rPr>
                        <m:sty m:val="p"/>
                      </m:rPr>
                      <a:rPr lang="en-IN" sz="2800" i="0" dirty="0" smtClean="0">
                        <a:solidFill>
                          <a:srgbClr val="002060"/>
                        </a:solidFill>
                        <a:latin typeface="Cambria Math" panose="02040503050406030204" pitchFamily="18" charset="0"/>
                      </a:rPr>
                      <m:t>E</m:t>
                    </m:r>
                  </m:oMath>
                </a14:m>
                <a:r>
                  <a:rPr lang="en-IN" sz="2800" dirty="0">
                    <a:solidFill>
                      <a:srgbClr val="002060"/>
                    </a:solidFill>
                  </a:rPr>
                  <a:t> : Student taking English</a:t>
                </a:r>
              </a:p>
            </p:txBody>
          </p:sp>
        </mc:Choice>
        <mc:Fallback xmlns="">
          <p:sp>
            <p:nvSpPr>
              <p:cNvPr id="16" name="TextBox 15">
                <a:extLst>
                  <a:ext uri="{FF2B5EF4-FFF2-40B4-BE49-F238E27FC236}">
                    <a16:creationId xmlns:a16="http://schemas.microsoft.com/office/drawing/2014/main" id="{1F2C8AB4-1895-44B8-AC4B-C3B07FFC3AE7}"/>
                  </a:ext>
                </a:extLst>
              </p:cNvPr>
              <p:cNvSpPr txBox="1">
                <a:spLocks noRot="1" noChangeAspect="1" noMove="1" noResize="1" noEditPoints="1" noAdjustHandles="1" noChangeArrowheads="1" noChangeShapeType="1" noTextEdit="1"/>
              </p:cNvSpPr>
              <p:nvPr/>
            </p:nvSpPr>
            <p:spPr>
              <a:xfrm>
                <a:off x="1594216" y="3938164"/>
                <a:ext cx="4680460" cy="523220"/>
              </a:xfrm>
              <a:prstGeom prst="rect">
                <a:avLst/>
              </a:prstGeom>
              <a:blipFill>
                <a:blip r:embed="rId4"/>
                <a:stretch>
                  <a:fillRect l="-2738" t="-10465" r="-782"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D1CF0F1-1824-4819-99FD-347170CEB4E3}"/>
                  </a:ext>
                </a:extLst>
              </p:cNvPr>
              <p:cNvSpPr txBox="1"/>
              <p:nvPr/>
            </p:nvSpPr>
            <p:spPr>
              <a:xfrm>
                <a:off x="1594216" y="4411502"/>
                <a:ext cx="1954007" cy="52200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E</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4</m:t>
                      </m:r>
                      <m:r>
                        <a:rPr lang="en-IN" sz="2800" b="0" i="1" smtClean="0">
                          <a:solidFill>
                            <a:srgbClr val="002060"/>
                          </a:solidFill>
                          <a:latin typeface="Cambria Math" panose="02040503050406030204" pitchFamily="18" charset="0"/>
                        </a:rPr>
                        <m:t>0</m:t>
                      </m:r>
                    </m:oMath>
                  </m:oMathPara>
                </a14:m>
                <a:endParaRPr lang="en-IN" sz="2800" dirty="0">
                  <a:solidFill>
                    <a:srgbClr val="002060"/>
                  </a:solidFill>
                  <a:latin typeface="Cambria Math" panose="02040503050406030204" pitchFamily="18" charset="0"/>
                </a:endParaRPr>
              </a:p>
            </p:txBody>
          </p:sp>
        </mc:Choice>
        <mc:Fallback xmlns="">
          <p:sp>
            <p:nvSpPr>
              <p:cNvPr id="17" name="TextBox 16">
                <a:extLst>
                  <a:ext uri="{FF2B5EF4-FFF2-40B4-BE49-F238E27FC236}">
                    <a16:creationId xmlns:a16="http://schemas.microsoft.com/office/drawing/2014/main" id="{ED1CF0F1-1824-4819-99FD-347170CEB4E3}"/>
                  </a:ext>
                </a:extLst>
              </p:cNvPr>
              <p:cNvSpPr txBox="1">
                <a:spLocks noRot="1" noChangeAspect="1" noMove="1" noResize="1" noEditPoints="1" noAdjustHandles="1" noChangeArrowheads="1" noChangeShapeType="1" noTextEdit="1"/>
              </p:cNvSpPr>
              <p:nvPr/>
            </p:nvSpPr>
            <p:spPr>
              <a:xfrm>
                <a:off x="1594216" y="4411502"/>
                <a:ext cx="1954007" cy="52200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D5669AB-E6C6-427E-A216-92F17CF4E007}"/>
                  </a:ext>
                </a:extLst>
              </p:cNvPr>
              <p:cNvSpPr txBox="1"/>
              <p:nvPr/>
            </p:nvSpPr>
            <p:spPr>
              <a:xfrm>
                <a:off x="1594216" y="5042851"/>
                <a:ext cx="5594860" cy="523220"/>
              </a:xfrm>
              <a:prstGeom prst="rect">
                <a:avLst/>
              </a:prstGeom>
              <a:noFill/>
            </p:spPr>
            <p:txBody>
              <a:bodyPr wrap="square" rtlCol="0">
                <a:spAutoFit/>
              </a:bodyPr>
              <a:lstStyle/>
              <a:p>
                <a:r>
                  <a:rPr lang="en-IN" sz="2800" dirty="0">
                    <a:solidFill>
                      <a:srgbClr val="002060"/>
                    </a:solidFill>
                  </a:rPr>
                  <a:t>Event </a:t>
                </a:r>
                <a14:m>
                  <m:oMath xmlns:m="http://schemas.openxmlformats.org/officeDocument/2006/math">
                    <m:r>
                      <m:rPr>
                        <m:sty m:val="p"/>
                      </m:rPr>
                      <a:rPr lang="en-IN" sz="2800" b="0" i="0" dirty="0" smtClean="0">
                        <a:solidFill>
                          <a:srgbClr val="002060"/>
                        </a:solidFill>
                        <a:latin typeface="Cambria Math" panose="02040503050406030204" pitchFamily="18" charset="0"/>
                      </a:rPr>
                      <m:t>M</m:t>
                    </m:r>
                  </m:oMath>
                </a14:m>
                <a:r>
                  <a:rPr lang="en-IN" sz="2800" dirty="0">
                    <a:solidFill>
                      <a:srgbClr val="002060"/>
                    </a:solidFill>
                  </a:rPr>
                  <a:t> : Student taking Mathematics</a:t>
                </a:r>
              </a:p>
            </p:txBody>
          </p:sp>
        </mc:Choice>
        <mc:Fallback xmlns="">
          <p:sp>
            <p:nvSpPr>
              <p:cNvPr id="18" name="TextBox 17">
                <a:extLst>
                  <a:ext uri="{FF2B5EF4-FFF2-40B4-BE49-F238E27FC236}">
                    <a16:creationId xmlns:a16="http://schemas.microsoft.com/office/drawing/2014/main" id="{6D5669AB-E6C6-427E-A216-92F17CF4E007}"/>
                  </a:ext>
                </a:extLst>
              </p:cNvPr>
              <p:cNvSpPr txBox="1">
                <a:spLocks noRot="1" noChangeAspect="1" noMove="1" noResize="1" noEditPoints="1" noAdjustHandles="1" noChangeArrowheads="1" noChangeShapeType="1" noTextEdit="1"/>
              </p:cNvSpPr>
              <p:nvPr/>
            </p:nvSpPr>
            <p:spPr>
              <a:xfrm>
                <a:off x="1594216" y="5042851"/>
                <a:ext cx="5594860" cy="523220"/>
              </a:xfrm>
              <a:prstGeom prst="rect">
                <a:avLst/>
              </a:prstGeom>
              <a:blipFill>
                <a:blip r:embed="rId6"/>
                <a:stretch>
                  <a:fillRect l="-2290"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E3DB0DA-4D4F-4B8B-83FE-2F6046296AB4}"/>
                  </a:ext>
                </a:extLst>
              </p:cNvPr>
              <p:cNvSpPr txBox="1"/>
              <p:nvPr/>
            </p:nvSpPr>
            <p:spPr>
              <a:xfrm>
                <a:off x="1594216" y="5489712"/>
                <a:ext cx="1954007" cy="52200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M</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5</m:t>
                      </m:r>
                      <m:r>
                        <a:rPr lang="en-IN" sz="2800" b="0" i="1" smtClean="0">
                          <a:solidFill>
                            <a:srgbClr val="002060"/>
                          </a:solidFill>
                          <a:latin typeface="Cambria Math" panose="02040503050406030204" pitchFamily="18" charset="0"/>
                        </a:rPr>
                        <m:t>0</m:t>
                      </m:r>
                    </m:oMath>
                  </m:oMathPara>
                </a14:m>
                <a:endParaRPr lang="en-IN" sz="2800" dirty="0">
                  <a:solidFill>
                    <a:srgbClr val="002060"/>
                  </a:solidFill>
                  <a:latin typeface="Cambria Math" panose="02040503050406030204" pitchFamily="18" charset="0"/>
                </a:endParaRPr>
              </a:p>
            </p:txBody>
          </p:sp>
        </mc:Choice>
        <mc:Fallback xmlns="">
          <p:sp>
            <p:nvSpPr>
              <p:cNvPr id="20" name="TextBox 19">
                <a:extLst>
                  <a:ext uri="{FF2B5EF4-FFF2-40B4-BE49-F238E27FC236}">
                    <a16:creationId xmlns:a16="http://schemas.microsoft.com/office/drawing/2014/main" id="{FE3DB0DA-4D4F-4B8B-83FE-2F6046296AB4}"/>
                  </a:ext>
                </a:extLst>
              </p:cNvPr>
              <p:cNvSpPr txBox="1">
                <a:spLocks noRot="1" noChangeAspect="1" noMove="1" noResize="1" noEditPoints="1" noAdjustHandles="1" noChangeArrowheads="1" noChangeShapeType="1" noTextEdit="1"/>
              </p:cNvSpPr>
              <p:nvPr/>
            </p:nvSpPr>
            <p:spPr>
              <a:xfrm>
                <a:off x="1594216" y="5489712"/>
                <a:ext cx="1954007" cy="52200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AA01464-D62C-4ED7-B1BA-36222DB08477}"/>
                  </a:ext>
                </a:extLst>
              </p:cNvPr>
              <p:cNvSpPr txBox="1"/>
              <p:nvPr/>
            </p:nvSpPr>
            <p:spPr>
              <a:xfrm>
                <a:off x="1594216" y="6123302"/>
                <a:ext cx="3046949" cy="52200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E</m:t>
                          </m:r>
                          <m:r>
                            <a:rPr lang="en-IN" sz="2800" b="0" i="1"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M</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2</m:t>
                      </m:r>
                    </m:oMath>
                  </m:oMathPara>
                </a14:m>
                <a:endParaRPr lang="en-IN" sz="2800" dirty="0">
                  <a:solidFill>
                    <a:srgbClr val="002060"/>
                  </a:solidFill>
                  <a:latin typeface="Cambria Math" panose="02040503050406030204" pitchFamily="18" charset="0"/>
                </a:endParaRPr>
              </a:p>
            </p:txBody>
          </p:sp>
        </mc:Choice>
        <mc:Fallback xmlns="">
          <p:sp>
            <p:nvSpPr>
              <p:cNvPr id="21" name="TextBox 20">
                <a:extLst>
                  <a:ext uri="{FF2B5EF4-FFF2-40B4-BE49-F238E27FC236}">
                    <a16:creationId xmlns:a16="http://schemas.microsoft.com/office/drawing/2014/main" id="{FAA01464-D62C-4ED7-B1BA-36222DB08477}"/>
                  </a:ext>
                </a:extLst>
              </p:cNvPr>
              <p:cNvSpPr txBox="1">
                <a:spLocks noRot="1" noChangeAspect="1" noMove="1" noResize="1" noEditPoints="1" noAdjustHandles="1" noChangeArrowheads="1" noChangeShapeType="1" noTextEdit="1"/>
              </p:cNvSpPr>
              <p:nvPr/>
            </p:nvSpPr>
            <p:spPr>
              <a:xfrm>
                <a:off x="1594216" y="6123302"/>
                <a:ext cx="3046949" cy="52200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8AB2732-C9F9-41ED-A8C5-E09DECCE610D}"/>
                  </a:ext>
                </a:extLst>
              </p:cNvPr>
              <p:cNvSpPr txBox="1"/>
              <p:nvPr/>
            </p:nvSpPr>
            <p:spPr>
              <a:xfrm>
                <a:off x="7730885" y="3786416"/>
                <a:ext cx="898766"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E</m:t>
                          </m:r>
                        </m:e>
                      </m:d>
                    </m:oMath>
                  </m:oMathPara>
                </a14:m>
                <a:endParaRPr lang="en-IN" dirty="0">
                  <a:latin typeface="+mn-lt"/>
                </a:endParaRPr>
              </a:p>
            </p:txBody>
          </p:sp>
        </mc:Choice>
        <mc:Fallback xmlns="">
          <p:sp>
            <p:nvSpPr>
              <p:cNvPr id="22" name="TextBox 21">
                <a:extLst>
                  <a:ext uri="{FF2B5EF4-FFF2-40B4-BE49-F238E27FC236}">
                    <a16:creationId xmlns:a16="http://schemas.microsoft.com/office/drawing/2014/main" id="{58AB2732-C9F9-41ED-A8C5-E09DECCE610D}"/>
                  </a:ext>
                </a:extLst>
              </p:cNvPr>
              <p:cNvSpPr txBox="1">
                <a:spLocks noRot="1" noChangeAspect="1" noMove="1" noResize="1" noEditPoints="1" noAdjustHandles="1" noChangeArrowheads="1" noChangeShapeType="1" noTextEdit="1"/>
              </p:cNvSpPr>
              <p:nvPr/>
            </p:nvSpPr>
            <p:spPr>
              <a:xfrm>
                <a:off x="7730885" y="3786416"/>
                <a:ext cx="898766"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84299D6-E647-4F40-B149-87EC2AE16F85}"/>
                  </a:ext>
                </a:extLst>
              </p:cNvPr>
              <p:cNvSpPr txBox="1"/>
              <p:nvPr/>
            </p:nvSpPr>
            <p:spPr>
              <a:xfrm>
                <a:off x="8629651" y="4664457"/>
                <a:ext cx="1421920" cy="899157"/>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0" dirty="0" smtClean="0">
                          <a:latin typeface="Cambria Math" panose="02040503050406030204" pitchFamily="18" charset="0"/>
                        </a:rPr>
                        <m:t>=</m:t>
                      </m:r>
                      <m:f>
                        <m:fPr>
                          <m:ctrlPr>
                            <a:rPr lang="en-GB" b="0" i="1" dirty="0" smtClean="0">
                              <a:latin typeface="Cambria Math" panose="02040503050406030204" pitchFamily="18" charset="0"/>
                            </a:rPr>
                          </m:ctrlPr>
                        </m:fPr>
                        <m:num>
                          <m:r>
                            <a:rPr lang="en-IN" b="0" i="1" dirty="0" smtClean="0">
                              <a:latin typeface="Cambria Math" panose="02040503050406030204" pitchFamily="18" charset="0"/>
                            </a:rPr>
                            <m:t>40</m:t>
                          </m:r>
                        </m:num>
                        <m:den>
                          <m:r>
                            <a:rPr lang="en-GB" b="0" i="1" dirty="0" smtClean="0">
                              <a:latin typeface="Cambria Math" panose="02040503050406030204" pitchFamily="18" charset="0"/>
                            </a:rPr>
                            <m:t> </m:t>
                          </m:r>
                          <m:r>
                            <a:rPr lang="en-IN" b="0" i="1" dirty="0" smtClean="0">
                              <a:latin typeface="Cambria Math" panose="02040503050406030204" pitchFamily="18" charset="0"/>
                            </a:rPr>
                            <m:t>200</m:t>
                          </m:r>
                          <m:r>
                            <a:rPr lang="en-GB" b="0" i="1" dirty="0" smtClean="0">
                              <a:latin typeface="Cambria Math" panose="02040503050406030204" pitchFamily="18" charset="0"/>
                            </a:rPr>
                            <m:t> </m:t>
                          </m:r>
                        </m:den>
                      </m:f>
                    </m:oMath>
                  </m:oMathPara>
                </a14:m>
                <a:endParaRPr lang="en-IN" dirty="0">
                  <a:latin typeface="+mn-lt"/>
                </a:endParaRPr>
              </a:p>
            </p:txBody>
          </p:sp>
        </mc:Choice>
        <mc:Fallback xmlns="">
          <p:sp>
            <p:nvSpPr>
              <p:cNvPr id="23" name="TextBox 22">
                <a:extLst>
                  <a:ext uri="{FF2B5EF4-FFF2-40B4-BE49-F238E27FC236}">
                    <a16:creationId xmlns:a16="http://schemas.microsoft.com/office/drawing/2014/main" id="{F84299D6-E647-4F40-B149-87EC2AE16F85}"/>
                  </a:ext>
                </a:extLst>
              </p:cNvPr>
              <p:cNvSpPr txBox="1">
                <a:spLocks noRot="1" noChangeAspect="1" noMove="1" noResize="1" noEditPoints="1" noAdjustHandles="1" noChangeArrowheads="1" noChangeShapeType="1" noTextEdit="1"/>
              </p:cNvSpPr>
              <p:nvPr/>
            </p:nvSpPr>
            <p:spPr>
              <a:xfrm>
                <a:off x="8629651" y="4664457"/>
                <a:ext cx="1421920" cy="899157"/>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2A44C39-D054-47FA-A162-F9BEECCC9074}"/>
                  </a:ext>
                </a:extLst>
              </p:cNvPr>
              <p:cNvSpPr txBox="1"/>
              <p:nvPr/>
            </p:nvSpPr>
            <p:spPr>
              <a:xfrm>
                <a:off x="8737471" y="5685326"/>
                <a:ext cx="1197616" cy="907941"/>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0" dirty="0" smtClean="0">
                          <a:latin typeface="Cambria Math" panose="02040503050406030204" pitchFamily="18" charset="0"/>
                        </a:rPr>
                        <m:t>=</m:t>
                      </m:r>
                      <m:f>
                        <m:fPr>
                          <m:ctrlPr>
                            <a:rPr lang="en-GB" b="0" i="1" dirty="0" smtClean="0">
                              <a:latin typeface="Cambria Math" panose="02040503050406030204" pitchFamily="18" charset="0"/>
                            </a:rPr>
                          </m:ctrlPr>
                        </m:fPr>
                        <m:num>
                          <m:r>
                            <a:rPr lang="en-IN" b="0" i="1" dirty="0" smtClean="0">
                              <a:latin typeface="Cambria Math" panose="02040503050406030204" pitchFamily="18" charset="0"/>
                            </a:rPr>
                            <m:t>1</m:t>
                          </m:r>
                        </m:num>
                        <m:den>
                          <m:r>
                            <a:rPr lang="en-GB" b="0" i="1" dirty="0" smtClean="0">
                              <a:latin typeface="Cambria Math" panose="02040503050406030204" pitchFamily="18" charset="0"/>
                            </a:rPr>
                            <m:t> </m:t>
                          </m:r>
                          <m:r>
                            <a:rPr lang="en-IN" b="0" i="1" dirty="0" smtClean="0">
                              <a:latin typeface="Cambria Math" panose="02040503050406030204" pitchFamily="18" charset="0"/>
                            </a:rPr>
                            <m:t>5</m:t>
                          </m:r>
                          <m:r>
                            <a:rPr lang="en-GB" b="0" i="1" dirty="0" smtClean="0">
                              <a:latin typeface="Cambria Math" panose="02040503050406030204" pitchFamily="18" charset="0"/>
                            </a:rPr>
                            <m:t> </m:t>
                          </m:r>
                        </m:den>
                      </m:f>
                    </m:oMath>
                  </m:oMathPara>
                </a14:m>
                <a:endParaRPr lang="en-IN" dirty="0">
                  <a:latin typeface="+mn-lt"/>
                </a:endParaRPr>
              </a:p>
            </p:txBody>
          </p:sp>
        </mc:Choice>
        <mc:Fallback xmlns="">
          <p:sp>
            <p:nvSpPr>
              <p:cNvPr id="24" name="TextBox 23">
                <a:extLst>
                  <a:ext uri="{FF2B5EF4-FFF2-40B4-BE49-F238E27FC236}">
                    <a16:creationId xmlns:a16="http://schemas.microsoft.com/office/drawing/2014/main" id="{22A44C39-D054-47FA-A162-F9BEECCC9074}"/>
                  </a:ext>
                </a:extLst>
              </p:cNvPr>
              <p:cNvSpPr txBox="1">
                <a:spLocks noRot="1" noChangeAspect="1" noMove="1" noResize="1" noEditPoints="1" noAdjustHandles="1" noChangeArrowheads="1" noChangeShapeType="1" noTextEdit="1"/>
              </p:cNvSpPr>
              <p:nvPr/>
            </p:nvSpPr>
            <p:spPr>
              <a:xfrm>
                <a:off x="8737471" y="5685326"/>
                <a:ext cx="1197616" cy="907941"/>
              </a:xfrm>
              <a:prstGeom prst="rect">
                <a:avLst/>
              </a:prstGeom>
              <a:blipFill>
                <a:blip r:embed="rId11"/>
                <a:stretch>
                  <a:fillRect/>
                </a:stretch>
              </a:blipFill>
            </p:spPr>
            <p:txBody>
              <a:bodyPr/>
              <a:lstStyle/>
              <a:p>
                <a:r>
                  <a:rPr lang="en-IN">
                    <a:noFill/>
                  </a:rPr>
                  <a:t> </a:t>
                </a:r>
              </a:p>
            </p:txBody>
          </p:sp>
        </mc:Fallback>
      </mc:AlternateContent>
      <p:sp>
        <p:nvSpPr>
          <p:cNvPr id="25" name="TextBox 24">
            <a:extLst>
              <a:ext uri="{FF2B5EF4-FFF2-40B4-BE49-F238E27FC236}">
                <a16:creationId xmlns:a16="http://schemas.microsoft.com/office/drawing/2014/main" id="{18692A6F-D1AB-4E8F-9A24-FBE90BCEF9D0}"/>
              </a:ext>
            </a:extLst>
          </p:cNvPr>
          <p:cNvSpPr txBox="1"/>
          <p:nvPr/>
        </p:nvSpPr>
        <p:spPr>
          <a:xfrm>
            <a:off x="733911" y="2032489"/>
            <a:ext cx="11231660" cy="1123449"/>
          </a:xfrm>
          <a:prstGeom prst="rect">
            <a:avLst/>
          </a:prstGeom>
          <a:noFill/>
        </p:spPr>
        <p:txBody>
          <a:bodyPr wrap="square">
            <a:spAutoFit/>
          </a:bodyPr>
          <a:lstStyle/>
          <a:p>
            <a:pPr algn="just">
              <a:lnSpc>
                <a:spcPct val="125000"/>
              </a:lnSpc>
              <a:spcBef>
                <a:spcPts val="1000"/>
              </a:spcBef>
            </a:pPr>
            <a:r>
              <a:rPr lang="en-US" sz="2800" dirty="0">
                <a:solidFill>
                  <a:schemeClr val="bg1"/>
                </a:solidFill>
              </a:rPr>
              <a:t>If a student is selected at random, what is the probability that the student is   taking English?</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217C94B-0B1E-470F-96CA-8113EC657D2D}"/>
                  </a:ext>
                </a:extLst>
              </p:cNvPr>
              <p:cNvSpPr txBox="1"/>
              <p:nvPr/>
            </p:nvSpPr>
            <p:spPr>
              <a:xfrm>
                <a:off x="8549944" y="3553307"/>
                <a:ext cx="1421920"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dirty="0">
                          <a:latin typeface="Cambria Math" panose="02040503050406030204" pitchFamily="18" charset="0"/>
                        </a:rPr>
                        <m:t>=</m:t>
                      </m:r>
                      <m:f>
                        <m:fPr>
                          <m:ctrlPr>
                            <a:rPr lang="en-GB" i="1" dirty="0">
                              <a:latin typeface="Cambria Math" panose="02040503050406030204" pitchFamily="18" charset="0"/>
                            </a:rPr>
                          </m:ctrlPr>
                        </m:fPr>
                        <m:num>
                          <m:r>
                            <m:rPr>
                              <m:sty m:val="p"/>
                            </m:rPr>
                            <a:rPr lang="en-GB" dirty="0">
                              <a:latin typeface="Cambria Math" panose="02040503050406030204" pitchFamily="18" charset="0"/>
                            </a:rPr>
                            <m:t>n</m:t>
                          </m:r>
                          <m:d>
                            <m:dPr>
                              <m:ctrlPr>
                                <a:rPr lang="en-GB" i="1" dirty="0">
                                  <a:latin typeface="Cambria Math" panose="02040503050406030204" pitchFamily="18" charset="0"/>
                                </a:rPr>
                              </m:ctrlPr>
                            </m:dPr>
                            <m:e>
                              <m:r>
                                <m:rPr>
                                  <m:sty m:val="p"/>
                                </m:rPr>
                                <a:rPr lang="en-IN" dirty="0">
                                  <a:latin typeface="Cambria Math" panose="02040503050406030204" pitchFamily="18" charset="0"/>
                                </a:rPr>
                                <m:t>E</m:t>
                              </m:r>
                            </m:e>
                          </m:d>
                        </m:num>
                        <m:den>
                          <m:r>
                            <a:rPr lang="en-GB" i="1" dirty="0">
                              <a:latin typeface="Cambria Math" panose="02040503050406030204" pitchFamily="18" charset="0"/>
                            </a:rPr>
                            <m:t> </m:t>
                          </m:r>
                          <m:r>
                            <m:rPr>
                              <m:sty m:val="p"/>
                            </m:rPr>
                            <a:rPr lang="en-GB" dirty="0">
                              <a:latin typeface="Cambria Math" panose="02040503050406030204" pitchFamily="18" charset="0"/>
                            </a:rPr>
                            <m:t>n</m:t>
                          </m:r>
                          <m:d>
                            <m:dPr>
                              <m:ctrlPr>
                                <a:rPr lang="en-GB" i="1" dirty="0">
                                  <a:latin typeface="Cambria Math" panose="02040503050406030204" pitchFamily="18" charset="0"/>
                                </a:rPr>
                              </m:ctrlPr>
                            </m:dPr>
                            <m:e>
                              <m:r>
                                <m:rPr>
                                  <m:sty m:val="p"/>
                                </m:rPr>
                                <a:rPr lang="en-GB" dirty="0">
                                  <a:latin typeface="Cambria Math" panose="02040503050406030204" pitchFamily="18" charset="0"/>
                                </a:rPr>
                                <m:t>S</m:t>
                              </m:r>
                            </m:e>
                          </m:d>
                          <m:r>
                            <a:rPr lang="en-GB" i="1" dirty="0">
                              <a:latin typeface="Cambria Math" panose="02040503050406030204" pitchFamily="18" charset="0"/>
                            </a:rPr>
                            <m:t> </m:t>
                          </m:r>
                        </m:den>
                      </m:f>
                    </m:oMath>
                  </m:oMathPara>
                </a14:m>
                <a:endParaRPr lang="en-IN" dirty="0">
                  <a:latin typeface="+mn-lt"/>
                </a:endParaRPr>
              </a:p>
            </p:txBody>
          </p:sp>
        </mc:Choice>
        <mc:Fallback xmlns="">
          <p:sp>
            <p:nvSpPr>
              <p:cNvPr id="26" name="TextBox 25">
                <a:extLst>
                  <a:ext uri="{FF2B5EF4-FFF2-40B4-BE49-F238E27FC236}">
                    <a16:creationId xmlns:a16="http://schemas.microsoft.com/office/drawing/2014/main" id="{4217C94B-0B1E-470F-96CA-8113EC657D2D}"/>
                  </a:ext>
                </a:extLst>
              </p:cNvPr>
              <p:cNvSpPr txBox="1">
                <a:spLocks noRot="1" noChangeAspect="1" noMove="1" noResize="1" noEditPoints="1" noAdjustHandles="1" noChangeArrowheads="1" noChangeShapeType="1" noTextEdit="1"/>
              </p:cNvSpPr>
              <p:nvPr/>
            </p:nvSpPr>
            <p:spPr>
              <a:xfrm>
                <a:off x="8549944" y="3553307"/>
                <a:ext cx="1421920" cy="989438"/>
              </a:xfrm>
              <a:prstGeom prst="rect">
                <a:avLst/>
              </a:prstGeom>
              <a:blipFill>
                <a:blip r:embed="rId12"/>
                <a:stretch>
                  <a:fillRect/>
                </a:stretch>
              </a:blipFill>
            </p:spPr>
            <p:txBody>
              <a:bodyPr/>
              <a:lstStyle/>
              <a:p>
                <a:r>
                  <a:rPr lang="en-IN">
                    <a:noFill/>
                  </a:rPr>
                  <a:t> </a:t>
                </a:r>
              </a:p>
            </p:txBody>
          </p:sp>
        </mc:Fallback>
      </mc:AlternateContent>
      <p:cxnSp>
        <p:nvCxnSpPr>
          <p:cNvPr id="27" name="Straight Connector 26">
            <a:extLst>
              <a:ext uri="{FF2B5EF4-FFF2-40B4-BE49-F238E27FC236}">
                <a16:creationId xmlns:a16="http://schemas.microsoft.com/office/drawing/2014/main" id="{07311F83-F896-4F1F-910B-BB63EBB7E0C1}"/>
              </a:ext>
            </a:extLst>
          </p:cNvPr>
          <p:cNvCxnSpPr>
            <a:cxnSpLocks/>
          </p:cNvCxnSpPr>
          <p:nvPr/>
        </p:nvCxnSpPr>
        <p:spPr>
          <a:xfrm>
            <a:off x="7382272" y="3288065"/>
            <a:ext cx="0" cy="317440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00A9689D-0F35-4E7B-830A-E12F7160F737}"/>
              </a:ext>
            </a:extLst>
          </p:cNvPr>
          <p:cNvSpPr txBox="1"/>
          <p:nvPr/>
        </p:nvSpPr>
        <p:spPr>
          <a:xfrm>
            <a:off x="131176" y="2074635"/>
            <a:ext cx="624909" cy="523220"/>
          </a:xfrm>
          <a:prstGeom prst="rect">
            <a:avLst/>
          </a:prstGeom>
          <a:noFill/>
        </p:spPr>
        <p:txBody>
          <a:bodyPr wrap="square" anchor="ctr">
            <a:spAutoFit/>
          </a:bodyPr>
          <a:lstStyle/>
          <a:p>
            <a:pPr algn="ctr">
              <a:buClr>
                <a:schemeClr val="bg1"/>
              </a:buClr>
            </a:pPr>
            <a:r>
              <a:rPr lang="en-US" sz="2800" b="1" dirty="0">
                <a:solidFill>
                  <a:schemeClr val="bg1"/>
                </a:solidFill>
              </a:rPr>
              <a:t>(1)</a:t>
            </a:r>
          </a:p>
        </p:txBody>
      </p:sp>
    </p:spTree>
    <p:extLst>
      <p:ext uri="{BB962C8B-B14F-4D97-AF65-F5344CB8AC3E}">
        <p14:creationId xmlns:p14="http://schemas.microsoft.com/office/powerpoint/2010/main" val="2054200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wipe(up)">
                                      <p:cBhvr>
                                        <p:cTn id="41" dur="500"/>
                                        <p:tgtEl>
                                          <p:spTgt spid="27"/>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2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26"/>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23"/>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16" grpId="0"/>
      <p:bldP spid="17" grpId="0"/>
      <p:bldP spid="18" grpId="0"/>
      <p:bldP spid="20" grpId="0"/>
      <p:bldP spid="21" grpId="0"/>
      <p:bldP spid="22" grpId="0" animBg="1"/>
      <p:bldP spid="23" grpId="0" animBg="1"/>
      <p:bldP spid="24" grpId="0" animBg="1"/>
      <p:bldP spid="25" grpId="0"/>
      <p:bldP spid="26" grpId="0" animBg="1"/>
      <p:bldP spid="28"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7 (</a:t>
            </a:r>
            <a:r>
              <a:rPr lang="en-IN" dirty="0"/>
              <a:t>Continue</a:t>
            </a:r>
            <a:r>
              <a:rPr lang="en-GB" dirty="0"/>
              <a:t>)</a:t>
            </a:r>
            <a:endParaRPr lang="en-US" dirty="0"/>
          </a:p>
        </p:txBody>
      </p:sp>
      <p:sp>
        <p:nvSpPr>
          <p:cNvPr id="4" name="Content Placeholder 2"/>
          <p:cNvSpPr txBox="1">
            <a:spLocks/>
          </p:cNvSpPr>
          <p:nvPr/>
        </p:nvSpPr>
        <p:spPr>
          <a:xfrm>
            <a:off x="131176" y="3290475"/>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6E3C558-0491-8555-55DE-5D8769497570}"/>
                  </a:ext>
                </a:extLst>
              </p:cNvPr>
              <p:cNvSpPr txBox="1"/>
              <p:nvPr/>
            </p:nvSpPr>
            <p:spPr>
              <a:xfrm>
                <a:off x="1594216" y="3292885"/>
                <a:ext cx="1954007" cy="52200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S</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2</m:t>
                      </m:r>
                      <m:r>
                        <a:rPr lang="en-IN" sz="2800" b="0" i="1" smtClean="0">
                          <a:solidFill>
                            <a:srgbClr val="002060"/>
                          </a:solidFill>
                          <a:latin typeface="Cambria Math" panose="02040503050406030204" pitchFamily="18" charset="0"/>
                        </a:rPr>
                        <m:t>00</m:t>
                      </m:r>
                    </m:oMath>
                  </m:oMathPara>
                </a14:m>
                <a:endParaRPr lang="en-IN" sz="2800" dirty="0">
                  <a:solidFill>
                    <a:srgbClr val="002060"/>
                  </a:solidFill>
                  <a:latin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C6E3C558-0491-8555-55DE-5D8769497570}"/>
                  </a:ext>
                </a:extLst>
              </p:cNvPr>
              <p:cNvSpPr txBox="1">
                <a:spLocks noRot="1" noChangeAspect="1" noMove="1" noResize="1" noEditPoints="1" noAdjustHandles="1" noChangeArrowheads="1" noChangeShapeType="1" noTextEdit="1"/>
              </p:cNvSpPr>
              <p:nvPr/>
            </p:nvSpPr>
            <p:spPr>
              <a:xfrm>
                <a:off x="1594216" y="3292885"/>
                <a:ext cx="1954007" cy="52200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D1CF0F1-1824-4819-99FD-347170CEB4E3}"/>
                  </a:ext>
                </a:extLst>
              </p:cNvPr>
              <p:cNvSpPr txBox="1"/>
              <p:nvPr/>
            </p:nvSpPr>
            <p:spPr>
              <a:xfrm>
                <a:off x="3672974" y="3292885"/>
                <a:ext cx="1954007" cy="52200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E</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4</m:t>
                      </m:r>
                      <m:r>
                        <a:rPr lang="en-IN" sz="2800" b="0" i="1" smtClean="0">
                          <a:solidFill>
                            <a:srgbClr val="002060"/>
                          </a:solidFill>
                          <a:latin typeface="Cambria Math" panose="02040503050406030204" pitchFamily="18" charset="0"/>
                        </a:rPr>
                        <m:t>0</m:t>
                      </m:r>
                    </m:oMath>
                  </m:oMathPara>
                </a14:m>
                <a:endParaRPr lang="en-IN" sz="2800" dirty="0">
                  <a:solidFill>
                    <a:srgbClr val="002060"/>
                  </a:solidFill>
                  <a:latin typeface="Cambria Math" panose="02040503050406030204" pitchFamily="18" charset="0"/>
                </a:endParaRPr>
              </a:p>
            </p:txBody>
          </p:sp>
        </mc:Choice>
        <mc:Fallback xmlns="">
          <p:sp>
            <p:nvSpPr>
              <p:cNvPr id="17" name="TextBox 16">
                <a:extLst>
                  <a:ext uri="{FF2B5EF4-FFF2-40B4-BE49-F238E27FC236}">
                    <a16:creationId xmlns:a16="http://schemas.microsoft.com/office/drawing/2014/main" id="{ED1CF0F1-1824-4819-99FD-347170CEB4E3}"/>
                  </a:ext>
                </a:extLst>
              </p:cNvPr>
              <p:cNvSpPr txBox="1">
                <a:spLocks noRot="1" noChangeAspect="1" noMove="1" noResize="1" noEditPoints="1" noAdjustHandles="1" noChangeArrowheads="1" noChangeShapeType="1" noTextEdit="1"/>
              </p:cNvSpPr>
              <p:nvPr/>
            </p:nvSpPr>
            <p:spPr>
              <a:xfrm>
                <a:off x="3672974" y="3292885"/>
                <a:ext cx="1954007" cy="52200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E3DB0DA-4D4F-4B8B-83FE-2F6046296AB4}"/>
                  </a:ext>
                </a:extLst>
              </p:cNvPr>
              <p:cNvSpPr txBox="1"/>
              <p:nvPr/>
            </p:nvSpPr>
            <p:spPr>
              <a:xfrm>
                <a:off x="5751732" y="3292885"/>
                <a:ext cx="1954007" cy="52200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M</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5</m:t>
                      </m:r>
                      <m:r>
                        <a:rPr lang="en-IN" sz="2800" b="0" i="1" smtClean="0">
                          <a:solidFill>
                            <a:srgbClr val="002060"/>
                          </a:solidFill>
                          <a:latin typeface="Cambria Math" panose="02040503050406030204" pitchFamily="18" charset="0"/>
                        </a:rPr>
                        <m:t>0</m:t>
                      </m:r>
                    </m:oMath>
                  </m:oMathPara>
                </a14:m>
                <a:endParaRPr lang="en-IN" sz="2800" dirty="0">
                  <a:solidFill>
                    <a:srgbClr val="002060"/>
                  </a:solidFill>
                  <a:latin typeface="Cambria Math" panose="02040503050406030204" pitchFamily="18" charset="0"/>
                </a:endParaRPr>
              </a:p>
            </p:txBody>
          </p:sp>
        </mc:Choice>
        <mc:Fallback xmlns="">
          <p:sp>
            <p:nvSpPr>
              <p:cNvPr id="20" name="TextBox 19">
                <a:extLst>
                  <a:ext uri="{FF2B5EF4-FFF2-40B4-BE49-F238E27FC236}">
                    <a16:creationId xmlns:a16="http://schemas.microsoft.com/office/drawing/2014/main" id="{FE3DB0DA-4D4F-4B8B-83FE-2F6046296AB4}"/>
                  </a:ext>
                </a:extLst>
              </p:cNvPr>
              <p:cNvSpPr txBox="1">
                <a:spLocks noRot="1" noChangeAspect="1" noMove="1" noResize="1" noEditPoints="1" noAdjustHandles="1" noChangeArrowheads="1" noChangeShapeType="1" noTextEdit="1"/>
              </p:cNvSpPr>
              <p:nvPr/>
            </p:nvSpPr>
            <p:spPr>
              <a:xfrm>
                <a:off x="5751732" y="3292885"/>
                <a:ext cx="1954007" cy="52200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AA01464-D62C-4ED7-B1BA-36222DB08477}"/>
                  </a:ext>
                </a:extLst>
              </p:cNvPr>
              <p:cNvSpPr txBox="1"/>
              <p:nvPr/>
            </p:nvSpPr>
            <p:spPr>
              <a:xfrm>
                <a:off x="1583544" y="4372489"/>
                <a:ext cx="161831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E</m:t>
                          </m:r>
                          <m:r>
                            <a:rPr lang="en-US"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M</m:t>
                          </m:r>
                        </m:e>
                      </m:d>
                    </m:oMath>
                  </m:oMathPara>
                </a14:m>
                <a:endParaRPr lang="en-IN" sz="2800" dirty="0">
                  <a:solidFill>
                    <a:srgbClr val="002060"/>
                  </a:solidFill>
                  <a:latin typeface="Cambria Math" panose="02040503050406030204" pitchFamily="18" charset="0"/>
                </a:endParaRPr>
              </a:p>
            </p:txBody>
          </p:sp>
        </mc:Choice>
        <mc:Fallback xmlns="">
          <p:sp>
            <p:nvSpPr>
              <p:cNvPr id="21" name="TextBox 20">
                <a:extLst>
                  <a:ext uri="{FF2B5EF4-FFF2-40B4-BE49-F238E27FC236}">
                    <a16:creationId xmlns:a16="http://schemas.microsoft.com/office/drawing/2014/main" id="{FAA01464-D62C-4ED7-B1BA-36222DB08477}"/>
                  </a:ext>
                </a:extLst>
              </p:cNvPr>
              <p:cNvSpPr txBox="1">
                <a:spLocks noRot="1" noChangeAspect="1" noMove="1" noResize="1" noEditPoints="1" noAdjustHandles="1" noChangeArrowheads="1" noChangeShapeType="1" noTextEdit="1"/>
              </p:cNvSpPr>
              <p:nvPr/>
            </p:nvSpPr>
            <p:spPr>
              <a:xfrm>
                <a:off x="1583544" y="4372489"/>
                <a:ext cx="1618310"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1BB6F58-6B68-436C-BDBB-0283795D13BE}"/>
                  </a:ext>
                </a:extLst>
              </p:cNvPr>
              <p:cNvSpPr txBox="1"/>
              <p:nvPr/>
            </p:nvSpPr>
            <p:spPr>
              <a:xfrm>
                <a:off x="8041456" y="4344891"/>
                <a:ext cx="141345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P</m:t>
                      </m:r>
                      <m:d>
                        <m:dPr>
                          <m:ctrlPr>
                            <a:rPr lang="en-GB" b="0" i="1" dirty="0" smtClean="0">
                              <a:latin typeface="Cambria Math" panose="02040503050406030204" pitchFamily="18" charset="0"/>
                            </a:rPr>
                          </m:ctrlPr>
                        </m:dPr>
                        <m:e>
                          <m:r>
                            <a:rPr lang="en-IN" b="0" i="1" dirty="0" smtClean="0">
                              <a:latin typeface="Cambria Math" panose="02040503050406030204" pitchFamily="18" charset="0"/>
                            </a:rPr>
                            <m:t> </m:t>
                          </m:r>
                          <m:r>
                            <m:rPr>
                              <m:sty m:val="p"/>
                            </m:rPr>
                            <a:rPr lang="en-IN" b="0" i="0" dirty="0" smtClean="0">
                              <a:solidFill>
                                <a:schemeClr val="bg1"/>
                              </a:solidFill>
                              <a:latin typeface="Cambria Math" panose="02040503050406030204" pitchFamily="18" charset="0"/>
                            </a:rPr>
                            <m:t>E</m:t>
                          </m:r>
                          <m:r>
                            <a:rPr lang="en-IN" b="0" i="0" dirty="0" smtClean="0">
                              <a:solidFill>
                                <a:srgbClr val="002060"/>
                              </a:solidFill>
                              <a:latin typeface="Cambria Math" panose="02040503050406030204" pitchFamily="18" charset="0"/>
                            </a:rPr>
                            <m:t> | </m:t>
                          </m:r>
                          <m:r>
                            <m:rPr>
                              <m:sty m:val="p"/>
                            </m:rPr>
                            <a:rPr lang="en-IN" b="0" i="0" dirty="0" smtClean="0">
                              <a:solidFill>
                                <a:schemeClr val="bg1"/>
                              </a:solidFill>
                              <a:latin typeface="Cambria Math" panose="02040503050406030204" pitchFamily="18" charset="0"/>
                            </a:rPr>
                            <m:t>M</m:t>
                          </m:r>
                        </m:e>
                      </m:d>
                    </m:oMath>
                  </m:oMathPara>
                </a14:m>
                <a:endParaRPr lang="en-IN" dirty="0">
                  <a:latin typeface="+mn-lt"/>
                </a:endParaRPr>
              </a:p>
            </p:txBody>
          </p:sp>
        </mc:Choice>
        <mc:Fallback xmlns="">
          <p:sp>
            <p:nvSpPr>
              <p:cNvPr id="25" name="TextBox 24">
                <a:extLst>
                  <a:ext uri="{FF2B5EF4-FFF2-40B4-BE49-F238E27FC236}">
                    <a16:creationId xmlns:a16="http://schemas.microsoft.com/office/drawing/2014/main" id="{E1BB6F58-6B68-436C-BDBB-0283795D13BE}"/>
                  </a:ext>
                </a:extLst>
              </p:cNvPr>
              <p:cNvSpPr txBox="1">
                <a:spLocks noRot="1" noChangeAspect="1" noMove="1" noResize="1" noEditPoints="1" noAdjustHandles="1" noChangeArrowheads="1" noChangeShapeType="1" noTextEdit="1"/>
              </p:cNvSpPr>
              <p:nvPr/>
            </p:nvSpPr>
            <p:spPr>
              <a:xfrm>
                <a:off x="8041456" y="4344891"/>
                <a:ext cx="141345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D8A5F7F-BEC5-4BC3-9B61-35A988F26837}"/>
                  </a:ext>
                </a:extLst>
              </p:cNvPr>
              <p:cNvSpPr txBox="1"/>
              <p:nvPr/>
            </p:nvSpPr>
            <p:spPr>
              <a:xfrm>
                <a:off x="8915080" y="4344891"/>
                <a:ext cx="51537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dirty="0">
                          <a:latin typeface="Cambria Math" panose="02040503050406030204" pitchFamily="18" charset="0"/>
                        </a:rPr>
                        <m:t>M</m:t>
                      </m:r>
                    </m:oMath>
                  </m:oMathPara>
                </a14:m>
                <a:endParaRPr lang="en-IN" dirty="0">
                  <a:latin typeface="+mn-lt"/>
                </a:endParaRPr>
              </a:p>
            </p:txBody>
          </p:sp>
        </mc:Choice>
        <mc:Fallback xmlns="">
          <p:sp>
            <p:nvSpPr>
              <p:cNvPr id="26" name="TextBox 25">
                <a:extLst>
                  <a:ext uri="{FF2B5EF4-FFF2-40B4-BE49-F238E27FC236}">
                    <a16:creationId xmlns:a16="http://schemas.microsoft.com/office/drawing/2014/main" id="{6D8A5F7F-BEC5-4BC3-9B61-35A988F26837}"/>
                  </a:ext>
                </a:extLst>
              </p:cNvPr>
              <p:cNvSpPr txBox="1">
                <a:spLocks noRot="1" noChangeAspect="1" noMove="1" noResize="1" noEditPoints="1" noAdjustHandles="1" noChangeArrowheads="1" noChangeShapeType="1" noTextEdit="1"/>
              </p:cNvSpPr>
              <p:nvPr/>
            </p:nvSpPr>
            <p:spPr>
              <a:xfrm>
                <a:off x="8915080" y="4344891"/>
                <a:ext cx="515377"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7ED2A12-2DA6-4FD3-98DB-FEC47E5D3887}"/>
                  </a:ext>
                </a:extLst>
              </p:cNvPr>
              <p:cNvSpPr txBox="1"/>
              <p:nvPr/>
            </p:nvSpPr>
            <p:spPr>
              <a:xfrm>
                <a:off x="8450305" y="4344891"/>
                <a:ext cx="51537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smtClean="0">
                          <a:latin typeface="Cambria Math" panose="02040503050406030204" pitchFamily="18" charset="0"/>
                        </a:rPr>
                        <m:t>E</m:t>
                      </m:r>
                    </m:oMath>
                  </m:oMathPara>
                </a14:m>
                <a:endParaRPr lang="en-IN" dirty="0">
                  <a:latin typeface="+mn-lt"/>
                </a:endParaRPr>
              </a:p>
            </p:txBody>
          </p:sp>
        </mc:Choice>
        <mc:Fallback xmlns="">
          <p:sp>
            <p:nvSpPr>
              <p:cNvPr id="27" name="TextBox 26">
                <a:extLst>
                  <a:ext uri="{FF2B5EF4-FFF2-40B4-BE49-F238E27FC236}">
                    <a16:creationId xmlns:a16="http://schemas.microsoft.com/office/drawing/2014/main" id="{D7ED2A12-2DA6-4FD3-98DB-FEC47E5D3887}"/>
                  </a:ext>
                </a:extLst>
              </p:cNvPr>
              <p:cNvSpPr txBox="1">
                <a:spLocks noRot="1" noChangeAspect="1" noMove="1" noResize="1" noEditPoints="1" noAdjustHandles="1" noChangeArrowheads="1" noChangeShapeType="1" noTextEdit="1"/>
              </p:cNvSpPr>
              <p:nvPr/>
            </p:nvSpPr>
            <p:spPr>
              <a:xfrm>
                <a:off x="8450305" y="4344891"/>
                <a:ext cx="515377"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E80D1421-9590-472B-9052-07AFDF0BCF5D}"/>
                  </a:ext>
                </a:extLst>
              </p:cNvPr>
              <p:cNvSpPr txBox="1"/>
              <p:nvPr/>
            </p:nvSpPr>
            <p:spPr>
              <a:xfrm>
                <a:off x="9374530" y="4124550"/>
                <a:ext cx="2106382" cy="98943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E</m:t>
                              </m:r>
                              <m:r>
                                <a:rPr lang="en-US" sz="280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M</m:t>
                              </m:r>
                            </m:e>
                          </m:d>
                          <m:r>
                            <a:rPr lang="en-US" sz="2800" i="1">
                              <a:solidFill>
                                <a:srgbClr val="002060"/>
                              </a:solidFill>
                              <a:latin typeface="Cambria Math" panose="02040503050406030204" pitchFamily="18" charset="0"/>
                            </a:rPr>
                            <m:t> </m:t>
                          </m:r>
                        </m:num>
                        <m:den>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M</m:t>
                              </m:r>
                            </m:e>
                          </m:d>
                        </m:den>
                      </m:f>
                    </m:oMath>
                  </m:oMathPara>
                </a14:m>
                <a:endParaRPr lang="en-IN" sz="2800" dirty="0">
                  <a:solidFill>
                    <a:srgbClr val="002060"/>
                  </a:solidFill>
                  <a:latin typeface="Cambria Math" panose="02040503050406030204" pitchFamily="18" charset="0"/>
                </a:endParaRPr>
              </a:p>
            </p:txBody>
          </p:sp>
        </mc:Choice>
        <mc:Fallback xmlns="">
          <p:sp>
            <p:nvSpPr>
              <p:cNvPr id="28" name="TextBox 27">
                <a:extLst>
                  <a:ext uri="{FF2B5EF4-FFF2-40B4-BE49-F238E27FC236}">
                    <a16:creationId xmlns:a16="http://schemas.microsoft.com/office/drawing/2014/main" id="{E80D1421-9590-472B-9052-07AFDF0BCF5D}"/>
                  </a:ext>
                </a:extLst>
              </p:cNvPr>
              <p:cNvSpPr txBox="1">
                <a:spLocks noRot="1" noChangeAspect="1" noMove="1" noResize="1" noEditPoints="1" noAdjustHandles="1" noChangeArrowheads="1" noChangeShapeType="1" noTextEdit="1"/>
              </p:cNvSpPr>
              <p:nvPr/>
            </p:nvSpPr>
            <p:spPr>
              <a:xfrm>
                <a:off x="9374530" y="4124550"/>
                <a:ext cx="2106382" cy="989438"/>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980D6859-44C2-4D26-9665-4F45FE48D936}"/>
                  </a:ext>
                </a:extLst>
              </p:cNvPr>
              <p:cNvSpPr txBox="1"/>
              <p:nvPr/>
            </p:nvSpPr>
            <p:spPr>
              <a:xfrm>
                <a:off x="5066666" y="4174867"/>
                <a:ext cx="1377651" cy="90178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2</m:t>
                          </m:r>
                        </m:num>
                        <m:den>
                          <m:r>
                            <a:rPr lang="en-IN" sz="2800" b="0" i="1" smtClean="0">
                              <a:solidFill>
                                <a:srgbClr val="002060"/>
                              </a:solidFill>
                              <a:latin typeface="Cambria Math" panose="02040503050406030204" pitchFamily="18" charset="0"/>
                            </a:rPr>
                            <m:t> 200 </m:t>
                          </m:r>
                        </m:den>
                      </m:f>
                    </m:oMath>
                  </m:oMathPara>
                </a14:m>
                <a:endParaRPr lang="en-IN" sz="2800" dirty="0">
                  <a:solidFill>
                    <a:srgbClr val="002060"/>
                  </a:solidFill>
                  <a:latin typeface="Cambria Math" panose="02040503050406030204" pitchFamily="18" charset="0"/>
                </a:endParaRPr>
              </a:p>
            </p:txBody>
          </p:sp>
        </mc:Choice>
        <mc:Fallback xmlns="">
          <p:sp>
            <p:nvSpPr>
              <p:cNvPr id="29" name="TextBox 28">
                <a:extLst>
                  <a:ext uri="{FF2B5EF4-FFF2-40B4-BE49-F238E27FC236}">
                    <a16:creationId xmlns:a16="http://schemas.microsoft.com/office/drawing/2014/main" id="{980D6859-44C2-4D26-9665-4F45FE48D936}"/>
                  </a:ext>
                </a:extLst>
              </p:cNvPr>
              <p:cNvSpPr txBox="1">
                <a:spLocks noRot="1" noChangeAspect="1" noMove="1" noResize="1" noEditPoints="1" noAdjustHandles="1" noChangeArrowheads="1" noChangeShapeType="1" noTextEdit="1"/>
              </p:cNvSpPr>
              <p:nvPr/>
            </p:nvSpPr>
            <p:spPr>
              <a:xfrm>
                <a:off x="5066666" y="4174867"/>
                <a:ext cx="1377651" cy="901785"/>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E96166BB-03A3-4498-B071-16FE2649C532}"/>
                  </a:ext>
                </a:extLst>
              </p:cNvPr>
              <p:cNvSpPr txBox="1"/>
              <p:nvPr/>
            </p:nvSpPr>
            <p:spPr>
              <a:xfrm>
                <a:off x="3025818" y="4131040"/>
                <a:ext cx="2106382" cy="98943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n</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E</m:t>
                              </m:r>
                              <m:r>
                                <a:rPr lang="en-US" sz="280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M</m:t>
                              </m:r>
                            </m:e>
                          </m:d>
                          <m:r>
                            <a:rPr lang="en-US" sz="2800" i="1">
                              <a:solidFill>
                                <a:srgbClr val="002060"/>
                              </a:solidFill>
                              <a:latin typeface="Cambria Math" panose="02040503050406030204" pitchFamily="18" charset="0"/>
                            </a:rPr>
                            <m:t> </m:t>
                          </m:r>
                        </m:num>
                        <m:den>
                          <m:r>
                            <m:rPr>
                              <m:sty m:val="p"/>
                            </m:rPr>
                            <a:rPr lang="en-IN" sz="2800" b="0" i="0" smtClean="0">
                              <a:solidFill>
                                <a:srgbClr val="002060"/>
                              </a:solidFill>
                              <a:latin typeface="Cambria Math" panose="02040503050406030204" pitchFamily="18" charset="0"/>
                            </a:rPr>
                            <m:t>n</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S</m:t>
                              </m:r>
                            </m:e>
                          </m:d>
                        </m:den>
                      </m:f>
                    </m:oMath>
                  </m:oMathPara>
                </a14:m>
                <a:endParaRPr lang="en-IN" sz="2800" dirty="0">
                  <a:solidFill>
                    <a:srgbClr val="002060"/>
                  </a:solidFill>
                  <a:latin typeface="Cambria Math" panose="02040503050406030204" pitchFamily="18" charset="0"/>
                </a:endParaRPr>
              </a:p>
            </p:txBody>
          </p:sp>
        </mc:Choice>
        <mc:Fallback xmlns="">
          <p:sp>
            <p:nvSpPr>
              <p:cNvPr id="31" name="TextBox 30">
                <a:extLst>
                  <a:ext uri="{FF2B5EF4-FFF2-40B4-BE49-F238E27FC236}">
                    <a16:creationId xmlns:a16="http://schemas.microsoft.com/office/drawing/2014/main" id="{E96166BB-03A3-4498-B071-16FE2649C532}"/>
                  </a:ext>
                </a:extLst>
              </p:cNvPr>
              <p:cNvSpPr txBox="1">
                <a:spLocks noRot="1" noChangeAspect="1" noMove="1" noResize="1" noEditPoints="1" noAdjustHandles="1" noChangeArrowheads="1" noChangeShapeType="1" noTextEdit="1"/>
              </p:cNvSpPr>
              <p:nvPr/>
            </p:nvSpPr>
            <p:spPr>
              <a:xfrm>
                <a:off x="3025818" y="4131040"/>
                <a:ext cx="2106382" cy="989438"/>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3EF58E8A-54A9-409C-A662-85054BE56322}"/>
                  </a:ext>
                </a:extLst>
              </p:cNvPr>
              <p:cNvSpPr txBox="1"/>
              <p:nvPr/>
            </p:nvSpPr>
            <p:spPr>
              <a:xfrm>
                <a:off x="6349310" y="4174867"/>
                <a:ext cx="1014703" cy="90178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3</m:t>
                          </m:r>
                        </m:num>
                        <m:den>
                          <m:r>
                            <a:rPr lang="en-IN" sz="2800" b="0" i="1" smtClean="0">
                              <a:solidFill>
                                <a:srgbClr val="002060"/>
                              </a:solidFill>
                              <a:latin typeface="Cambria Math" panose="02040503050406030204" pitchFamily="18" charset="0"/>
                            </a:rPr>
                            <m:t> 50 </m:t>
                          </m:r>
                        </m:den>
                      </m:f>
                    </m:oMath>
                  </m:oMathPara>
                </a14:m>
                <a:endParaRPr lang="en-IN" sz="2800" dirty="0">
                  <a:solidFill>
                    <a:srgbClr val="002060"/>
                  </a:solidFill>
                  <a:latin typeface="Cambria Math" panose="02040503050406030204" pitchFamily="18" charset="0"/>
                </a:endParaRPr>
              </a:p>
            </p:txBody>
          </p:sp>
        </mc:Choice>
        <mc:Fallback xmlns="">
          <p:sp>
            <p:nvSpPr>
              <p:cNvPr id="32" name="TextBox 31">
                <a:extLst>
                  <a:ext uri="{FF2B5EF4-FFF2-40B4-BE49-F238E27FC236}">
                    <a16:creationId xmlns:a16="http://schemas.microsoft.com/office/drawing/2014/main" id="{3EF58E8A-54A9-409C-A662-85054BE56322}"/>
                  </a:ext>
                </a:extLst>
              </p:cNvPr>
              <p:cNvSpPr txBox="1">
                <a:spLocks noRot="1" noChangeAspect="1" noMove="1" noResize="1" noEditPoints="1" noAdjustHandles="1" noChangeArrowheads="1" noChangeShapeType="1" noTextEdit="1"/>
              </p:cNvSpPr>
              <p:nvPr/>
            </p:nvSpPr>
            <p:spPr>
              <a:xfrm>
                <a:off x="6349310" y="4174867"/>
                <a:ext cx="1014703" cy="901785"/>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D39DD16F-108F-4CBE-A6BF-126F8BFF35A2}"/>
                  </a:ext>
                </a:extLst>
              </p:cNvPr>
              <p:cNvSpPr txBox="1"/>
              <p:nvPr/>
            </p:nvSpPr>
            <p:spPr>
              <a:xfrm>
                <a:off x="9454906" y="5331717"/>
                <a:ext cx="1301920" cy="127868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f>
                            <m:fPr>
                              <m:type m:val="skw"/>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3</m:t>
                              </m:r>
                            </m:num>
                            <m:den>
                              <m:r>
                                <a:rPr lang="en-IN" sz="2800" b="0" i="1" smtClean="0">
                                  <a:solidFill>
                                    <a:srgbClr val="002060"/>
                                  </a:solidFill>
                                  <a:latin typeface="Cambria Math" panose="02040503050406030204" pitchFamily="18" charset="0"/>
                                </a:rPr>
                                <m:t>50</m:t>
                              </m:r>
                            </m:den>
                          </m:f>
                          <m:r>
                            <a:rPr lang="en-US" sz="2800" i="1">
                              <a:solidFill>
                                <a:srgbClr val="002060"/>
                              </a:solidFill>
                              <a:latin typeface="Cambria Math" panose="02040503050406030204" pitchFamily="18" charset="0"/>
                            </a:rPr>
                            <m:t> </m:t>
                          </m:r>
                        </m:num>
                        <m:den>
                          <m:r>
                            <a:rPr lang="en-IN" sz="2800" b="0" i="1" smtClean="0">
                              <a:solidFill>
                                <a:srgbClr val="002060"/>
                              </a:solidFill>
                              <a:latin typeface="Cambria Math" panose="02040503050406030204" pitchFamily="18" charset="0"/>
                            </a:rPr>
                            <m:t> </m:t>
                          </m:r>
                          <m:f>
                            <m:fPr>
                              <m:type m:val="skw"/>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4</m:t>
                              </m:r>
                            </m:den>
                          </m:f>
                          <m:r>
                            <a:rPr lang="en-IN" sz="2800" b="0" i="1" smtClean="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33" name="TextBox 32">
                <a:extLst>
                  <a:ext uri="{FF2B5EF4-FFF2-40B4-BE49-F238E27FC236}">
                    <a16:creationId xmlns:a16="http://schemas.microsoft.com/office/drawing/2014/main" id="{D39DD16F-108F-4CBE-A6BF-126F8BFF35A2}"/>
                  </a:ext>
                </a:extLst>
              </p:cNvPr>
              <p:cNvSpPr txBox="1">
                <a:spLocks noRot="1" noChangeAspect="1" noMove="1" noResize="1" noEditPoints="1" noAdjustHandles="1" noChangeArrowheads="1" noChangeShapeType="1" noTextEdit="1"/>
              </p:cNvSpPr>
              <p:nvPr/>
            </p:nvSpPr>
            <p:spPr>
              <a:xfrm>
                <a:off x="9454906" y="5331717"/>
                <a:ext cx="1301920" cy="1278683"/>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26F11D6E-941E-4887-8BE9-1C8EE939372E}"/>
                  </a:ext>
                </a:extLst>
              </p:cNvPr>
              <p:cNvSpPr txBox="1"/>
              <p:nvPr/>
            </p:nvSpPr>
            <p:spPr>
              <a:xfrm>
                <a:off x="7830491" y="3292885"/>
                <a:ext cx="2517792" cy="52200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E</m:t>
                          </m:r>
                          <m:r>
                            <a:rPr lang="en-IN" sz="2800" b="0" i="1"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M</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2</m:t>
                      </m:r>
                    </m:oMath>
                  </m:oMathPara>
                </a14:m>
                <a:endParaRPr lang="en-IN" sz="2800" dirty="0">
                  <a:solidFill>
                    <a:srgbClr val="002060"/>
                  </a:solidFill>
                  <a:latin typeface="Cambria Math" panose="02040503050406030204" pitchFamily="18" charset="0"/>
                </a:endParaRPr>
              </a:p>
            </p:txBody>
          </p:sp>
        </mc:Choice>
        <mc:Fallback xmlns="">
          <p:sp>
            <p:nvSpPr>
              <p:cNvPr id="34" name="TextBox 33">
                <a:extLst>
                  <a:ext uri="{FF2B5EF4-FFF2-40B4-BE49-F238E27FC236}">
                    <a16:creationId xmlns:a16="http://schemas.microsoft.com/office/drawing/2014/main" id="{26F11D6E-941E-4887-8BE9-1C8EE939372E}"/>
                  </a:ext>
                </a:extLst>
              </p:cNvPr>
              <p:cNvSpPr txBox="1">
                <a:spLocks noRot="1" noChangeAspect="1" noMove="1" noResize="1" noEditPoints="1" noAdjustHandles="1" noChangeArrowheads="1" noChangeShapeType="1" noTextEdit="1"/>
              </p:cNvSpPr>
              <p:nvPr/>
            </p:nvSpPr>
            <p:spPr>
              <a:xfrm>
                <a:off x="7830491" y="3292885"/>
                <a:ext cx="2517792" cy="52200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0F5BBC71-B053-4451-9749-C0000C430CAA}"/>
                  </a:ext>
                </a:extLst>
              </p:cNvPr>
              <p:cNvSpPr txBox="1"/>
              <p:nvPr/>
            </p:nvSpPr>
            <p:spPr>
              <a:xfrm>
                <a:off x="10758901" y="5515129"/>
                <a:ext cx="1301920" cy="89915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6</m:t>
                          </m:r>
                        </m:num>
                        <m:den>
                          <m:r>
                            <a:rPr lang="en-IN" sz="2800" b="0" i="1" smtClean="0">
                              <a:solidFill>
                                <a:srgbClr val="002060"/>
                              </a:solidFill>
                              <a:latin typeface="Cambria Math" panose="02040503050406030204" pitchFamily="18" charset="0"/>
                            </a:rPr>
                            <m:t> 25 </m:t>
                          </m:r>
                        </m:den>
                      </m:f>
                    </m:oMath>
                  </m:oMathPara>
                </a14:m>
                <a:endParaRPr lang="en-IN" sz="2800" dirty="0">
                  <a:solidFill>
                    <a:srgbClr val="002060"/>
                  </a:solidFill>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0F5BBC71-B053-4451-9749-C0000C430CAA}"/>
                  </a:ext>
                </a:extLst>
              </p:cNvPr>
              <p:cNvSpPr txBox="1">
                <a:spLocks noRot="1" noChangeAspect="1" noMove="1" noResize="1" noEditPoints="1" noAdjustHandles="1" noChangeArrowheads="1" noChangeShapeType="1" noTextEdit="1"/>
              </p:cNvSpPr>
              <p:nvPr/>
            </p:nvSpPr>
            <p:spPr>
              <a:xfrm>
                <a:off x="10758901" y="5515129"/>
                <a:ext cx="1301920" cy="899157"/>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AA1BE06B-3880-4A87-B773-6D8B235EC376}"/>
                  </a:ext>
                </a:extLst>
              </p:cNvPr>
              <p:cNvSpPr txBox="1"/>
              <p:nvPr/>
            </p:nvSpPr>
            <p:spPr>
              <a:xfrm>
                <a:off x="2158198" y="5777335"/>
                <a:ext cx="1018413"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M</m:t>
                          </m:r>
                        </m:e>
                      </m:d>
                    </m:oMath>
                  </m:oMathPara>
                </a14:m>
                <a:endParaRPr lang="en-IN" sz="2800" dirty="0">
                  <a:solidFill>
                    <a:srgbClr val="002060"/>
                  </a:solidFill>
                  <a:latin typeface="Cambria Math" panose="02040503050406030204" pitchFamily="18" charset="0"/>
                </a:endParaRPr>
              </a:p>
            </p:txBody>
          </p:sp>
        </mc:Choice>
        <mc:Fallback xmlns="">
          <p:sp>
            <p:nvSpPr>
              <p:cNvPr id="41" name="TextBox 40">
                <a:extLst>
                  <a:ext uri="{FF2B5EF4-FFF2-40B4-BE49-F238E27FC236}">
                    <a16:creationId xmlns:a16="http://schemas.microsoft.com/office/drawing/2014/main" id="{AA1BE06B-3880-4A87-B773-6D8B235EC376}"/>
                  </a:ext>
                </a:extLst>
              </p:cNvPr>
              <p:cNvSpPr txBox="1">
                <a:spLocks noRot="1" noChangeAspect="1" noMove="1" noResize="1" noEditPoints="1" noAdjustHandles="1" noChangeArrowheads="1" noChangeShapeType="1" noTextEdit="1"/>
              </p:cNvSpPr>
              <p:nvPr/>
            </p:nvSpPr>
            <p:spPr>
              <a:xfrm>
                <a:off x="2158198" y="5777335"/>
                <a:ext cx="1018413"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B8BB761B-4172-45D9-A050-041813091ED6}"/>
                  </a:ext>
                </a:extLst>
              </p:cNvPr>
              <p:cNvSpPr txBox="1"/>
              <p:nvPr/>
            </p:nvSpPr>
            <p:spPr>
              <a:xfrm>
                <a:off x="4495453" y="5555321"/>
                <a:ext cx="1377651" cy="90178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5</m:t>
                          </m:r>
                          <m:r>
                            <a:rPr lang="en-IN" sz="2800" b="0" i="1" smtClean="0">
                              <a:solidFill>
                                <a:srgbClr val="002060"/>
                              </a:solidFill>
                              <a:latin typeface="Cambria Math" panose="02040503050406030204" pitchFamily="18" charset="0"/>
                            </a:rPr>
                            <m:t>0</m:t>
                          </m:r>
                        </m:num>
                        <m:den>
                          <m:r>
                            <a:rPr lang="en-IN" sz="2800" b="0" i="1" smtClean="0">
                              <a:solidFill>
                                <a:srgbClr val="002060"/>
                              </a:solidFill>
                              <a:latin typeface="Cambria Math" panose="02040503050406030204" pitchFamily="18" charset="0"/>
                            </a:rPr>
                            <m:t> 200 </m:t>
                          </m:r>
                        </m:den>
                      </m:f>
                    </m:oMath>
                  </m:oMathPara>
                </a14:m>
                <a:endParaRPr lang="en-IN" sz="2800" dirty="0">
                  <a:solidFill>
                    <a:srgbClr val="002060"/>
                  </a:solidFill>
                  <a:latin typeface="Cambria Math" panose="02040503050406030204" pitchFamily="18" charset="0"/>
                </a:endParaRPr>
              </a:p>
            </p:txBody>
          </p:sp>
        </mc:Choice>
        <mc:Fallback xmlns="">
          <p:sp>
            <p:nvSpPr>
              <p:cNvPr id="42" name="TextBox 41">
                <a:extLst>
                  <a:ext uri="{FF2B5EF4-FFF2-40B4-BE49-F238E27FC236}">
                    <a16:creationId xmlns:a16="http://schemas.microsoft.com/office/drawing/2014/main" id="{B8BB761B-4172-45D9-A050-041813091ED6}"/>
                  </a:ext>
                </a:extLst>
              </p:cNvPr>
              <p:cNvSpPr txBox="1">
                <a:spLocks noRot="1" noChangeAspect="1" noMove="1" noResize="1" noEditPoints="1" noAdjustHandles="1" noChangeArrowheads="1" noChangeShapeType="1" noTextEdit="1"/>
              </p:cNvSpPr>
              <p:nvPr/>
            </p:nvSpPr>
            <p:spPr>
              <a:xfrm>
                <a:off x="4495453" y="5555321"/>
                <a:ext cx="1377651" cy="901785"/>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4F2CDCED-8B75-449B-BCD7-1069BCA19277}"/>
                  </a:ext>
                </a:extLst>
              </p:cNvPr>
              <p:cNvSpPr txBox="1"/>
              <p:nvPr/>
            </p:nvSpPr>
            <p:spPr>
              <a:xfrm>
                <a:off x="3031828" y="5544226"/>
                <a:ext cx="1427427" cy="98943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n</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M</m:t>
                              </m:r>
                            </m:e>
                          </m:d>
                          <m:r>
                            <a:rPr lang="en-US" sz="2800" i="1">
                              <a:solidFill>
                                <a:srgbClr val="002060"/>
                              </a:solidFill>
                              <a:latin typeface="Cambria Math" panose="02040503050406030204" pitchFamily="18" charset="0"/>
                            </a:rPr>
                            <m:t> </m:t>
                          </m:r>
                        </m:num>
                        <m:den>
                          <m:r>
                            <m:rPr>
                              <m:sty m:val="p"/>
                            </m:rPr>
                            <a:rPr lang="en-IN" sz="2800" b="0" i="0" smtClean="0">
                              <a:solidFill>
                                <a:srgbClr val="002060"/>
                              </a:solidFill>
                              <a:latin typeface="Cambria Math" panose="02040503050406030204" pitchFamily="18" charset="0"/>
                            </a:rPr>
                            <m:t>n</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S</m:t>
                              </m:r>
                            </m:e>
                          </m:d>
                        </m:den>
                      </m:f>
                    </m:oMath>
                  </m:oMathPara>
                </a14:m>
                <a:endParaRPr lang="en-IN" sz="2800" dirty="0">
                  <a:solidFill>
                    <a:srgbClr val="002060"/>
                  </a:solidFill>
                  <a:latin typeface="Cambria Math" panose="02040503050406030204" pitchFamily="18" charset="0"/>
                </a:endParaRPr>
              </a:p>
            </p:txBody>
          </p:sp>
        </mc:Choice>
        <mc:Fallback xmlns="">
          <p:sp>
            <p:nvSpPr>
              <p:cNvPr id="43" name="TextBox 42">
                <a:extLst>
                  <a:ext uri="{FF2B5EF4-FFF2-40B4-BE49-F238E27FC236}">
                    <a16:creationId xmlns:a16="http://schemas.microsoft.com/office/drawing/2014/main" id="{4F2CDCED-8B75-449B-BCD7-1069BCA19277}"/>
                  </a:ext>
                </a:extLst>
              </p:cNvPr>
              <p:cNvSpPr txBox="1">
                <a:spLocks noRot="1" noChangeAspect="1" noMove="1" noResize="1" noEditPoints="1" noAdjustHandles="1" noChangeArrowheads="1" noChangeShapeType="1" noTextEdit="1"/>
              </p:cNvSpPr>
              <p:nvPr/>
            </p:nvSpPr>
            <p:spPr>
              <a:xfrm>
                <a:off x="3031828" y="5544226"/>
                <a:ext cx="1427427" cy="989438"/>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3DE23865-AC9F-4B57-9720-E77D046A8B1D}"/>
                  </a:ext>
                </a:extLst>
              </p:cNvPr>
              <p:cNvSpPr txBox="1"/>
              <p:nvPr/>
            </p:nvSpPr>
            <p:spPr>
              <a:xfrm>
                <a:off x="5727816" y="5555321"/>
                <a:ext cx="1377651" cy="90178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4 </m:t>
                          </m:r>
                        </m:den>
                      </m:f>
                    </m:oMath>
                  </m:oMathPara>
                </a14:m>
                <a:endParaRPr lang="en-IN" sz="2800" dirty="0">
                  <a:solidFill>
                    <a:srgbClr val="002060"/>
                  </a:solidFill>
                  <a:latin typeface="Cambria Math" panose="02040503050406030204" pitchFamily="18" charset="0"/>
                </a:endParaRPr>
              </a:p>
            </p:txBody>
          </p:sp>
        </mc:Choice>
        <mc:Fallback xmlns="">
          <p:sp>
            <p:nvSpPr>
              <p:cNvPr id="44" name="TextBox 43">
                <a:extLst>
                  <a:ext uri="{FF2B5EF4-FFF2-40B4-BE49-F238E27FC236}">
                    <a16:creationId xmlns:a16="http://schemas.microsoft.com/office/drawing/2014/main" id="{3DE23865-AC9F-4B57-9720-E77D046A8B1D}"/>
                  </a:ext>
                </a:extLst>
              </p:cNvPr>
              <p:cNvSpPr txBox="1">
                <a:spLocks noRot="1" noChangeAspect="1" noMove="1" noResize="1" noEditPoints="1" noAdjustHandles="1" noChangeArrowheads="1" noChangeShapeType="1" noTextEdit="1"/>
              </p:cNvSpPr>
              <p:nvPr/>
            </p:nvSpPr>
            <p:spPr>
              <a:xfrm>
                <a:off x="5727816" y="5555321"/>
                <a:ext cx="1377651" cy="901785"/>
              </a:xfrm>
              <a:prstGeom prst="rect">
                <a:avLst/>
              </a:prstGeom>
              <a:blipFill>
                <a:blip r:embed="rId19"/>
                <a:stretch>
                  <a:fillRect/>
                </a:stretch>
              </a:blipFill>
            </p:spPr>
            <p:txBody>
              <a:bodyPr/>
              <a:lstStyle/>
              <a:p>
                <a:r>
                  <a:rPr lang="en-IN">
                    <a:noFill/>
                  </a:rPr>
                  <a:t> </a:t>
                </a:r>
              </a:p>
            </p:txBody>
          </p:sp>
        </mc:Fallback>
      </mc:AlternateContent>
      <p:cxnSp>
        <p:nvCxnSpPr>
          <p:cNvPr id="45" name="Straight Connector 44">
            <a:extLst>
              <a:ext uri="{FF2B5EF4-FFF2-40B4-BE49-F238E27FC236}">
                <a16:creationId xmlns:a16="http://schemas.microsoft.com/office/drawing/2014/main" id="{CA3A7115-982E-47C8-A82C-F185BBFD078E}"/>
              </a:ext>
            </a:extLst>
          </p:cNvPr>
          <p:cNvCxnSpPr>
            <a:cxnSpLocks/>
          </p:cNvCxnSpPr>
          <p:nvPr/>
        </p:nvCxnSpPr>
        <p:spPr>
          <a:xfrm>
            <a:off x="7830491" y="3986499"/>
            <a:ext cx="0" cy="252699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Content Placeholder 2">
                <a:extLst>
                  <a:ext uri="{FF2B5EF4-FFF2-40B4-BE49-F238E27FC236}">
                    <a16:creationId xmlns:a16="http://schemas.microsoft.com/office/drawing/2014/main" id="{E7F2DDFB-0B18-4D6F-80AB-0A99C8790EEF}"/>
                  </a:ext>
                </a:extLst>
              </p:cNvPr>
              <p:cNvSpPr txBox="1">
                <a:spLocks/>
              </p:cNvSpPr>
              <p:nvPr/>
            </p:nvSpPr>
            <p:spPr>
              <a:xfrm>
                <a:off x="131176" y="830838"/>
                <a:ext cx="11929645" cy="23400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spcAft>
                    <a:spcPts val="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In a group of </a:t>
                </a:r>
                <a14:m>
                  <m:oMath xmlns:m="http://schemas.openxmlformats.org/officeDocument/2006/math">
                    <m:r>
                      <a:rPr lang="en-US" i="1" dirty="0" smtClean="0">
                        <a:latin typeface="Cambria Math" panose="02040503050406030204" pitchFamily="18" charset="0"/>
                      </a:rPr>
                      <m:t>200</m:t>
                    </m:r>
                  </m:oMath>
                </a14:m>
                <a:r>
                  <a:rPr lang="en-US" dirty="0"/>
                  <a:t> students </a:t>
                </a:r>
                <a14:m>
                  <m:oMath xmlns:m="http://schemas.openxmlformats.org/officeDocument/2006/math">
                    <m:r>
                      <a:rPr lang="en-US" i="1" dirty="0" smtClean="0">
                        <a:latin typeface="Cambria Math" panose="02040503050406030204" pitchFamily="18" charset="0"/>
                      </a:rPr>
                      <m:t>40</m:t>
                    </m:r>
                  </m:oMath>
                </a14:m>
                <a:r>
                  <a:rPr lang="en-US" dirty="0"/>
                  <a:t> are taking English, </a:t>
                </a:r>
                <a14:m>
                  <m:oMath xmlns:m="http://schemas.openxmlformats.org/officeDocument/2006/math">
                    <m:r>
                      <a:rPr lang="en-US" i="1" dirty="0" smtClean="0">
                        <a:latin typeface="Cambria Math" panose="02040503050406030204" pitchFamily="18" charset="0"/>
                      </a:rPr>
                      <m:t>50</m:t>
                    </m:r>
                  </m:oMath>
                </a14:m>
                <a:r>
                  <a:rPr lang="en-US" dirty="0"/>
                  <a:t> are taking Mathematics, </a:t>
                </a:r>
                <a14:m>
                  <m:oMath xmlns:m="http://schemas.openxmlformats.org/officeDocument/2006/math">
                    <m:r>
                      <a:rPr lang="en-US" i="1" dirty="0" smtClean="0">
                        <a:latin typeface="Cambria Math" panose="02040503050406030204" pitchFamily="18" charset="0"/>
                      </a:rPr>
                      <m:t>12</m:t>
                    </m:r>
                  </m:oMath>
                </a14:m>
                <a:r>
                  <a:rPr lang="en-US" dirty="0"/>
                  <a:t> are taking both.</a:t>
                </a:r>
                <a:endParaRPr lang="en-IN" dirty="0"/>
              </a:p>
            </p:txBody>
          </p:sp>
        </mc:Choice>
        <mc:Fallback xmlns="">
          <p:sp>
            <p:nvSpPr>
              <p:cNvPr id="51" name="Content Placeholder 2">
                <a:extLst>
                  <a:ext uri="{FF2B5EF4-FFF2-40B4-BE49-F238E27FC236}">
                    <a16:creationId xmlns:a16="http://schemas.microsoft.com/office/drawing/2014/main" id="{E7F2DDFB-0B18-4D6F-80AB-0A99C8790EEF}"/>
                  </a:ext>
                </a:extLst>
              </p:cNvPr>
              <p:cNvSpPr txBox="1">
                <a:spLocks noRot="1" noChangeAspect="1" noMove="1" noResize="1" noEditPoints="1" noAdjustHandles="1" noChangeArrowheads="1" noChangeShapeType="1" noTextEdit="1"/>
              </p:cNvSpPr>
              <p:nvPr/>
            </p:nvSpPr>
            <p:spPr>
              <a:xfrm>
                <a:off x="131176" y="830838"/>
                <a:ext cx="11929645" cy="2340000"/>
              </a:xfrm>
              <a:prstGeom prst="rect">
                <a:avLst/>
              </a:prstGeom>
              <a:blipFill>
                <a:blip r:embed="rId20"/>
                <a:stretch>
                  <a:fillRect l="-1074" r="-1074"/>
                </a:stretch>
              </a:blipFill>
              <a:ln>
                <a:noFill/>
              </a:ln>
            </p:spPr>
            <p:txBody>
              <a:bodyPr/>
              <a:lstStyle/>
              <a:p>
                <a:r>
                  <a:rPr lang="en-IN">
                    <a:noFill/>
                  </a:rPr>
                  <a:t> </a:t>
                </a:r>
              </a:p>
            </p:txBody>
          </p:sp>
        </mc:Fallback>
      </mc:AlternateContent>
      <p:sp>
        <p:nvSpPr>
          <p:cNvPr id="52" name="TextBox 51">
            <a:extLst>
              <a:ext uri="{FF2B5EF4-FFF2-40B4-BE49-F238E27FC236}">
                <a16:creationId xmlns:a16="http://schemas.microsoft.com/office/drawing/2014/main" id="{9A729377-C3FF-4ABE-9A4B-2ACC68F1D728}"/>
              </a:ext>
            </a:extLst>
          </p:cNvPr>
          <p:cNvSpPr txBox="1"/>
          <p:nvPr/>
        </p:nvSpPr>
        <p:spPr>
          <a:xfrm>
            <a:off x="733911" y="2032489"/>
            <a:ext cx="11231660" cy="1123449"/>
          </a:xfrm>
          <a:prstGeom prst="rect">
            <a:avLst/>
          </a:prstGeom>
          <a:noFill/>
        </p:spPr>
        <p:txBody>
          <a:bodyPr wrap="square">
            <a:spAutoFit/>
          </a:bodyPr>
          <a:lstStyle/>
          <a:p>
            <a:pPr algn="just">
              <a:lnSpc>
                <a:spcPct val="125000"/>
              </a:lnSpc>
              <a:spcBef>
                <a:spcPts val="1000"/>
              </a:spcBef>
            </a:pPr>
            <a:r>
              <a:rPr lang="en-GB" sz="2800" dirty="0">
                <a:solidFill>
                  <a:schemeClr val="bg1"/>
                </a:solidFill>
              </a:rPr>
              <a:t>A student is selected at random from those taking Mathematics. What is the probability that the student is taking English? </a:t>
            </a:r>
          </a:p>
        </p:txBody>
      </p:sp>
      <p:sp>
        <p:nvSpPr>
          <p:cNvPr id="53" name="TextBox 52">
            <a:extLst>
              <a:ext uri="{FF2B5EF4-FFF2-40B4-BE49-F238E27FC236}">
                <a16:creationId xmlns:a16="http://schemas.microsoft.com/office/drawing/2014/main" id="{18230591-9C8B-4CA7-9910-A16957A624A3}"/>
              </a:ext>
            </a:extLst>
          </p:cNvPr>
          <p:cNvSpPr txBox="1"/>
          <p:nvPr/>
        </p:nvSpPr>
        <p:spPr>
          <a:xfrm>
            <a:off x="131176" y="2074635"/>
            <a:ext cx="624909" cy="523220"/>
          </a:xfrm>
          <a:prstGeom prst="rect">
            <a:avLst/>
          </a:prstGeom>
          <a:noFill/>
        </p:spPr>
        <p:txBody>
          <a:bodyPr wrap="square" anchor="ctr">
            <a:spAutoFit/>
          </a:bodyPr>
          <a:lstStyle/>
          <a:p>
            <a:pPr algn="ctr">
              <a:buClr>
                <a:schemeClr val="bg1"/>
              </a:buClr>
            </a:pPr>
            <a:r>
              <a:rPr lang="en-US" sz="2800" b="1" dirty="0">
                <a:solidFill>
                  <a:schemeClr val="bg1"/>
                </a:solidFill>
              </a:rPr>
              <a:t>(2)</a:t>
            </a:r>
          </a:p>
        </p:txBody>
      </p:sp>
    </p:spTree>
    <p:extLst>
      <p:ext uri="{BB962C8B-B14F-4D97-AF65-F5344CB8AC3E}">
        <p14:creationId xmlns:p14="http://schemas.microsoft.com/office/powerpoint/2010/main" val="36948586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wipe(up)">
                                      <p:cBhvr>
                                        <p:cTn id="13" dur="500"/>
                                        <p:tgtEl>
                                          <p:spTgt spid="4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31"/>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29"/>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41"/>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43"/>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42"/>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44"/>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33"/>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5" grpId="0"/>
      <p:bldP spid="26" grpId="0" animBg="1"/>
      <p:bldP spid="27" grpId="0" animBg="1"/>
      <p:bldP spid="28" grpId="0"/>
      <p:bldP spid="29" grpId="0"/>
      <p:bldP spid="31" grpId="0"/>
      <p:bldP spid="32" grpId="0"/>
      <p:bldP spid="33" grpId="0"/>
      <p:bldP spid="35" grpId="0"/>
      <p:bldP spid="41" grpId="0"/>
      <p:bldP spid="42" grpId="0"/>
      <p:bldP spid="43" grpId="0"/>
      <p:bldP spid="44" grpId="0"/>
      <p:bldP spid="52" grpId="0"/>
      <p:bldP spid="53"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7 (</a:t>
            </a:r>
            <a:r>
              <a:rPr lang="en-IN" dirty="0"/>
              <a:t>Continue</a:t>
            </a:r>
            <a:r>
              <a:rPr lang="en-GB" dirty="0"/>
              <a:t>)</a:t>
            </a:r>
            <a:endParaRPr lang="en-US" dirty="0"/>
          </a:p>
        </p:txBody>
      </p:sp>
      <p:sp>
        <p:nvSpPr>
          <p:cNvPr id="4" name="Content Placeholder 2"/>
          <p:cNvSpPr txBox="1">
            <a:spLocks/>
          </p:cNvSpPr>
          <p:nvPr/>
        </p:nvSpPr>
        <p:spPr>
          <a:xfrm>
            <a:off x="131176" y="3290475"/>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AA01464-D62C-4ED7-B1BA-36222DB08477}"/>
                  </a:ext>
                </a:extLst>
              </p:cNvPr>
              <p:cNvSpPr txBox="1"/>
              <p:nvPr/>
            </p:nvSpPr>
            <p:spPr>
              <a:xfrm>
                <a:off x="9743999" y="4498074"/>
                <a:ext cx="2448000" cy="900000"/>
              </a:xfrm>
              <a:prstGeom prst="rect">
                <a:avLst/>
              </a:prstGeom>
              <a:solidFill>
                <a:schemeClr val="accent6"/>
              </a:solidFill>
              <a:ln>
                <a:noFill/>
              </a:ln>
              <a:effectLst>
                <a:outerShdw blurRad="50800" dist="38100" dir="5400000" algn="t" rotWithShape="0">
                  <a:prstClr val="black">
                    <a:alpha val="40000"/>
                  </a:prstClr>
                </a:outerShdw>
              </a:effectLst>
            </p:spPr>
            <p:txBody>
              <a:bodyPr vert="horz" wrap="square" lIns="91440" tIns="45720" rIns="91440" bIns="45720" numCol="1" anchor="t" anchorCtr="0" compatLnSpc="1">
                <a:prstTxWarp prst="textNoShape">
                  <a:avLst/>
                </a:prstTxWarp>
              </a:bodyPr>
              <a:lstStyle>
                <a:defPPr>
                  <a:defRPr lang="en-US"/>
                </a:defPPr>
                <a:lvl1pPr algn="just">
                  <a:lnSpc>
                    <a:spcPct val="100000"/>
                  </a:lnSpc>
                  <a:spcBef>
                    <a:spcPts val="0"/>
                  </a:spcBef>
                  <a:spcAft>
                    <a:spcPts val="0"/>
                  </a:spcAft>
                  <a:buClr>
                    <a:schemeClr val="accent6"/>
                  </a:buClr>
                  <a:defRPr sz="2600">
                    <a:solidFill>
                      <a:schemeClr val="bg1"/>
                    </a:solidFill>
                    <a:effectLst>
                      <a:outerShdw blurRad="38100" dist="38100" dir="2700000" algn="tl">
                        <a:srgbClr val="000000">
                          <a:alpha val="43137"/>
                        </a:srgbClr>
                      </a:outerShdw>
                    </a:effectLst>
                    <a:latin typeface="Cambria Math" panose="02040503050406030204" pitchFamily="18" charset="0"/>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14:m>
                  <m:oMathPara xmlns:m="http://schemas.openxmlformats.org/officeDocument/2006/math">
                    <m:oMathParaPr>
                      <m:jc m:val="center"/>
                    </m:oMathParaPr>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IN">
                              <a:latin typeface="Cambria Math" panose="02040503050406030204" pitchFamily="18" charset="0"/>
                            </a:rPr>
                            <m:t>E</m:t>
                          </m:r>
                          <m:r>
                            <a:rPr lang="en-US">
                              <a:latin typeface="Cambria Math" panose="02040503050406030204" pitchFamily="18" charset="0"/>
                            </a:rPr>
                            <m:t>∩</m:t>
                          </m:r>
                          <m:r>
                            <m:rPr>
                              <m:sty m:val="p"/>
                            </m:rPr>
                            <a:rPr lang="en-IN">
                              <a:latin typeface="Cambria Math" panose="02040503050406030204" pitchFamily="18" charset="0"/>
                            </a:rPr>
                            <m:t>M</m:t>
                          </m:r>
                        </m:e>
                      </m:d>
                      <m:r>
                        <a:rPr lang="en-US">
                          <a:latin typeface="Cambria Math" panose="02040503050406030204" pitchFamily="18" charset="0"/>
                        </a:rPr>
                        <m:t>=</m:t>
                      </m:r>
                      <m:f>
                        <m:fPr>
                          <m:ctrlPr>
                            <a:rPr lang="en-IN" i="1">
                              <a:latin typeface="Cambria Math" panose="02040503050406030204" pitchFamily="18" charset="0"/>
                            </a:rPr>
                          </m:ctrlPr>
                        </m:fPr>
                        <m:num>
                          <m:r>
                            <a:rPr lang="en-IN">
                              <a:latin typeface="Cambria Math" panose="02040503050406030204" pitchFamily="18" charset="0"/>
                            </a:rPr>
                            <m:t>3</m:t>
                          </m:r>
                        </m:num>
                        <m:den>
                          <m:r>
                            <a:rPr lang="en-IN">
                              <a:latin typeface="Cambria Math" panose="02040503050406030204" pitchFamily="18" charset="0"/>
                            </a:rPr>
                            <m:t> 50 </m:t>
                          </m:r>
                        </m:den>
                      </m:f>
                    </m:oMath>
                  </m:oMathPara>
                </a14:m>
                <a:endParaRPr lang="en-IN" dirty="0"/>
              </a:p>
            </p:txBody>
          </p:sp>
        </mc:Choice>
        <mc:Fallback xmlns="">
          <p:sp>
            <p:nvSpPr>
              <p:cNvPr id="21" name="TextBox 20">
                <a:extLst>
                  <a:ext uri="{FF2B5EF4-FFF2-40B4-BE49-F238E27FC236}">
                    <a16:creationId xmlns:a16="http://schemas.microsoft.com/office/drawing/2014/main" id="{FAA01464-D62C-4ED7-B1BA-36222DB08477}"/>
                  </a:ext>
                </a:extLst>
              </p:cNvPr>
              <p:cNvSpPr txBox="1">
                <a:spLocks noRot="1" noChangeAspect="1" noMove="1" noResize="1" noEditPoints="1" noAdjustHandles="1" noChangeArrowheads="1" noChangeShapeType="1" noTextEdit="1"/>
              </p:cNvSpPr>
              <p:nvPr/>
            </p:nvSpPr>
            <p:spPr>
              <a:xfrm>
                <a:off x="9743999" y="4498074"/>
                <a:ext cx="2448000" cy="900000"/>
              </a:xfrm>
              <a:prstGeom prst="rect">
                <a:avLst/>
              </a:prstGeom>
              <a:blipFill>
                <a:blip r:embed="rId2"/>
                <a:stretch>
                  <a:fillRect/>
                </a:stretch>
              </a:blipFill>
              <a:ln>
                <a:noFill/>
              </a:ln>
              <a:effectLst>
                <a:outerShdw blurRad="50800" dist="38100" dir="5400000" algn="t" rotWithShape="0">
                  <a:prstClr val="black">
                    <a:alpha val="40000"/>
                  </a:prstClr>
                </a:outerShdw>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1BB6F58-6B68-436C-BDBB-0283795D13BE}"/>
                  </a:ext>
                </a:extLst>
              </p:cNvPr>
              <p:cNvSpPr txBox="1"/>
              <p:nvPr/>
            </p:nvSpPr>
            <p:spPr>
              <a:xfrm>
                <a:off x="1729801" y="4409885"/>
                <a:ext cx="141345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chemeClr val="bg1"/>
                              </a:solidFill>
                              <a:latin typeface="Cambria Math" panose="02040503050406030204" pitchFamily="18" charset="0"/>
                            </a:rPr>
                            <m:t>M</m:t>
                          </m:r>
                          <m:r>
                            <a:rPr lang="en-IN" b="0" i="0" dirty="0" smtClean="0">
                              <a:solidFill>
                                <a:srgbClr val="002060"/>
                              </a:solidFill>
                              <a:latin typeface="Cambria Math" panose="02040503050406030204" pitchFamily="18" charset="0"/>
                            </a:rPr>
                            <m:t> | </m:t>
                          </m:r>
                          <m:r>
                            <m:rPr>
                              <m:sty m:val="p"/>
                            </m:rPr>
                            <a:rPr lang="en-IN" b="0" i="0" dirty="0" smtClean="0">
                              <a:solidFill>
                                <a:schemeClr val="bg1"/>
                              </a:solidFill>
                              <a:latin typeface="Cambria Math" panose="02040503050406030204" pitchFamily="18" charset="0"/>
                            </a:rPr>
                            <m:t>E</m:t>
                          </m:r>
                          <m:r>
                            <a:rPr lang="en-IN" b="0" i="1" dirty="0" smtClean="0">
                              <a:solidFill>
                                <a:schemeClr val="bg1"/>
                              </a:solidFill>
                              <a:latin typeface="Cambria Math" panose="02040503050406030204" pitchFamily="18" charset="0"/>
                            </a:rPr>
                            <m:t> </m:t>
                          </m:r>
                        </m:e>
                      </m:d>
                    </m:oMath>
                  </m:oMathPara>
                </a14:m>
                <a:endParaRPr lang="en-IN" dirty="0">
                  <a:solidFill>
                    <a:srgbClr val="002060"/>
                  </a:solidFill>
                  <a:latin typeface="+mn-lt"/>
                </a:endParaRPr>
              </a:p>
            </p:txBody>
          </p:sp>
        </mc:Choice>
        <mc:Fallback xmlns="">
          <p:sp>
            <p:nvSpPr>
              <p:cNvPr id="25" name="TextBox 24">
                <a:extLst>
                  <a:ext uri="{FF2B5EF4-FFF2-40B4-BE49-F238E27FC236}">
                    <a16:creationId xmlns:a16="http://schemas.microsoft.com/office/drawing/2014/main" id="{E1BB6F58-6B68-436C-BDBB-0283795D13BE}"/>
                  </a:ext>
                </a:extLst>
              </p:cNvPr>
              <p:cNvSpPr txBox="1">
                <a:spLocks noRot="1" noChangeAspect="1" noMove="1" noResize="1" noEditPoints="1" noAdjustHandles="1" noChangeArrowheads="1" noChangeShapeType="1" noTextEdit="1"/>
              </p:cNvSpPr>
              <p:nvPr/>
            </p:nvSpPr>
            <p:spPr>
              <a:xfrm>
                <a:off x="1729801" y="4409885"/>
                <a:ext cx="1413450"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D8A5F7F-BEC5-4BC3-9B61-35A988F26837}"/>
                  </a:ext>
                </a:extLst>
              </p:cNvPr>
              <p:cNvSpPr txBox="1"/>
              <p:nvPr/>
            </p:nvSpPr>
            <p:spPr>
              <a:xfrm>
                <a:off x="2649372" y="4409885"/>
                <a:ext cx="51537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E</m:t>
                      </m:r>
                    </m:oMath>
                  </m:oMathPara>
                </a14:m>
                <a:endParaRPr lang="en-IN" dirty="0">
                  <a:latin typeface="+mn-lt"/>
                </a:endParaRPr>
              </a:p>
            </p:txBody>
          </p:sp>
        </mc:Choice>
        <mc:Fallback xmlns="">
          <p:sp>
            <p:nvSpPr>
              <p:cNvPr id="26" name="TextBox 25">
                <a:extLst>
                  <a:ext uri="{FF2B5EF4-FFF2-40B4-BE49-F238E27FC236}">
                    <a16:creationId xmlns:a16="http://schemas.microsoft.com/office/drawing/2014/main" id="{6D8A5F7F-BEC5-4BC3-9B61-35A988F26837}"/>
                  </a:ext>
                </a:extLst>
              </p:cNvPr>
              <p:cNvSpPr txBox="1">
                <a:spLocks noRot="1" noChangeAspect="1" noMove="1" noResize="1" noEditPoints="1" noAdjustHandles="1" noChangeArrowheads="1" noChangeShapeType="1" noTextEdit="1"/>
              </p:cNvSpPr>
              <p:nvPr/>
            </p:nvSpPr>
            <p:spPr>
              <a:xfrm>
                <a:off x="2649372" y="4409885"/>
                <a:ext cx="515377"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7ED2A12-2DA6-4FD3-98DB-FEC47E5D3887}"/>
                  </a:ext>
                </a:extLst>
              </p:cNvPr>
              <p:cNvSpPr txBox="1"/>
              <p:nvPr/>
            </p:nvSpPr>
            <p:spPr>
              <a:xfrm>
                <a:off x="2112497" y="4409885"/>
                <a:ext cx="51537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smtClean="0">
                          <a:latin typeface="Cambria Math" panose="02040503050406030204" pitchFamily="18" charset="0"/>
                        </a:rPr>
                        <m:t>M</m:t>
                      </m:r>
                    </m:oMath>
                  </m:oMathPara>
                </a14:m>
                <a:endParaRPr lang="en-IN" dirty="0">
                  <a:latin typeface="+mn-lt"/>
                </a:endParaRPr>
              </a:p>
            </p:txBody>
          </p:sp>
        </mc:Choice>
        <mc:Fallback xmlns="">
          <p:sp>
            <p:nvSpPr>
              <p:cNvPr id="27" name="TextBox 26">
                <a:extLst>
                  <a:ext uri="{FF2B5EF4-FFF2-40B4-BE49-F238E27FC236}">
                    <a16:creationId xmlns:a16="http://schemas.microsoft.com/office/drawing/2014/main" id="{D7ED2A12-2DA6-4FD3-98DB-FEC47E5D3887}"/>
                  </a:ext>
                </a:extLst>
              </p:cNvPr>
              <p:cNvSpPr txBox="1">
                <a:spLocks noRot="1" noChangeAspect="1" noMove="1" noResize="1" noEditPoints="1" noAdjustHandles="1" noChangeArrowheads="1" noChangeShapeType="1" noTextEdit="1"/>
              </p:cNvSpPr>
              <p:nvPr/>
            </p:nvSpPr>
            <p:spPr>
              <a:xfrm>
                <a:off x="2112497" y="4409885"/>
                <a:ext cx="515377"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E80D1421-9590-472B-9052-07AFDF0BCF5D}"/>
                  </a:ext>
                </a:extLst>
              </p:cNvPr>
              <p:cNvSpPr txBox="1"/>
              <p:nvPr/>
            </p:nvSpPr>
            <p:spPr>
              <a:xfrm>
                <a:off x="3062875" y="4189544"/>
                <a:ext cx="2106382" cy="98943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E</m:t>
                              </m:r>
                              <m:r>
                                <a:rPr lang="en-US" sz="280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M</m:t>
                              </m:r>
                            </m:e>
                          </m:d>
                          <m:r>
                            <a:rPr lang="en-US" sz="2800" i="1">
                              <a:solidFill>
                                <a:srgbClr val="002060"/>
                              </a:solidFill>
                              <a:latin typeface="Cambria Math" panose="02040503050406030204" pitchFamily="18" charset="0"/>
                            </a:rPr>
                            <m:t> </m:t>
                          </m:r>
                        </m:num>
                        <m:den>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E</m:t>
                              </m:r>
                            </m:e>
                          </m:d>
                        </m:den>
                      </m:f>
                    </m:oMath>
                  </m:oMathPara>
                </a14:m>
                <a:endParaRPr lang="en-IN" sz="2800" dirty="0">
                  <a:solidFill>
                    <a:srgbClr val="002060"/>
                  </a:solidFill>
                  <a:latin typeface="Cambria Math" panose="02040503050406030204" pitchFamily="18" charset="0"/>
                </a:endParaRPr>
              </a:p>
            </p:txBody>
          </p:sp>
        </mc:Choice>
        <mc:Fallback xmlns="">
          <p:sp>
            <p:nvSpPr>
              <p:cNvPr id="28" name="TextBox 27">
                <a:extLst>
                  <a:ext uri="{FF2B5EF4-FFF2-40B4-BE49-F238E27FC236}">
                    <a16:creationId xmlns:a16="http://schemas.microsoft.com/office/drawing/2014/main" id="{E80D1421-9590-472B-9052-07AFDF0BCF5D}"/>
                  </a:ext>
                </a:extLst>
              </p:cNvPr>
              <p:cNvSpPr txBox="1">
                <a:spLocks noRot="1" noChangeAspect="1" noMove="1" noResize="1" noEditPoints="1" noAdjustHandles="1" noChangeArrowheads="1" noChangeShapeType="1" noTextEdit="1"/>
              </p:cNvSpPr>
              <p:nvPr/>
            </p:nvSpPr>
            <p:spPr>
              <a:xfrm>
                <a:off x="3062875" y="4189544"/>
                <a:ext cx="2106382" cy="989438"/>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D39DD16F-108F-4CBE-A6BF-126F8BFF35A2}"/>
                  </a:ext>
                </a:extLst>
              </p:cNvPr>
              <p:cNvSpPr txBox="1"/>
              <p:nvPr/>
            </p:nvSpPr>
            <p:spPr>
              <a:xfrm>
                <a:off x="3143251" y="5276149"/>
                <a:ext cx="1301920" cy="1300612"/>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f>
                            <m:fPr>
                              <m:type m:val="skw"/>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3</m:t>
                              </m:r>
                            </m:num>
                            <m:den>
                              <m:r>
                                <a:rPr lang="en-IN" sz="2800" b="0" i="1" smtClean="0">
                                  <a:solidFill>
                                    <a:srgbClr val="002060"/>
                                  </a:solidFill>
                                  <a:latin typeface="Cambria Math" panose="02040503050406030204" pitchFamily="18" charset="0"/>
                                </a:rPr>
                                <m:t>50</m:t>
                              </m:r>
                            </m:den>
                          </m:f>
                          <m:r>
                            <a:rPr lang="en-US" sz="2800" i="1">
                              <a:solidFill>
                                <a:srgbClr val="002060"/>
                              </a:solidFill>
                              <a:latin typeface="Cambria Math" panose="02040503050406030204" pitchFamily="18" charset="0"/>
                            </a:rPr>
                            <m:t> </m:t>
                          </m:r>
                        </m:num>
                        <m:den>
                          <m:r>
                            <a:rPr lang="en-IN" sz="2800" b="0" i="1" smtClean="0">
                              <a:solidFill>
                                <a:srgbClr val="002060"/>
                              </a:solidFill>
                              <a:latin typeface="Cambria Math" panose="02040503050406030204" pitchFamily="18" charset="0"/>
                            </a:rPr>
                            <m:t> </m:t>
                          </m:r>
                          <m:f>
                            <m:fPr>
                              <m:type m:val="skw"/>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5</m:t>
                              </m:r>
                            </m:den>
                          </m:f>
                          <m:r>
                            <a:rPr lang="en-IN" sz="2800" b="0" i="1" smtClean="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33" name="TextBox 32">
                <a:extLst>
                  <a:ext uri="{FF2B5EF4-FFF2-40B4-BE49-F238E27FC236}">
                    <a16:creationId xmlns:a16="http://schemas.microsoft.com/office/drawing/2014/main" id="{D39DD16F-108F-4CBE-A6BF-126F8BFF35A2}"/>
                  </a:ext>
                </a:extLst>
              </p:cNvPr>
              <p:cNvSpPr txBox="1">
                <a:spLocks noRot="1" noChangeAspect="1" noMove="1" noResize="1" noEditPoints="1" noAdjustHandles="1" noChangeArrowheads="1" noChangeShapeType="1" noTextEdit="1"/>
              </p:cNvSpPr>
              <p:nvPr/>
            </p:nvSpPr>
            <p:spPr>
              <a:xfrm>
                <a:off x="3143251" y="5276149"/>
                <a:ext cx="1301920" cy="1300612"/>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0F5BBC71-B053-4451-9749-C0000C430CAA}"/>
                  </a:ext>
                </a:extLst>
              </p:cNvPr>
              <p:cNvSpPr txBox="1"/>
              <p:nvPr/>
            </p:nvSpPr>
            <p:spPr>
              <a:xfrm>
                <a:off x="4449812" y="5460715"/>
                <a:ext cx="1301920" cy="89915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3</m:t>
                          </m:r>
                        </m:num>
                        <m:den>
                          <m:r>
                            <a:rPr lang="en-IN" sz="2800" b="0" i="1" smtClean="0">
                              <a:solidFill>
                                <a:srgbClr val="002060"/>
                              </a:solidFill>
                              <a:latin typeface="Cambria Math" panose="02040503050406030204" pitchFamily="18" charset="0"/>
                            </a:rPr>
                            <m:t> 10 </m:t>
                          </m:r>
                        </m:den>
                      </m:f>
                    </m:oMath>
                  </m:oMathPara>
                </a14:m>
                <a:endParaRPr lang="en-IN" sz="2800" dirty="0">
                  <a:solidFill>
                    <a:srgbClr val="002060"/>
                  </a:solidFill>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0F5BBC71-B053-4451-9749-C0000C430CAA}"/>
                  </a:ext>
                </a:extLst>
              </p:cNvPr>
              <p:cNvSpPr txBox="1">
                <a:spLocks noRot="1" noChangeAspect="1" noMove="1" noResize="1" noEditPoints="1" noAdjustHandles="1" noChangeArrowheads="1" noChangeShapeType="1" noTextEdit="1"/>
              </p:cNvSpPr>
              <p:nvPr/>
            </p:nvSpPr>
            <p:spPr>
              <a:xfrm>
                <a:off x="4449812" y="5460715"/>
                <a:ext cx="1301920" cy="899157"/>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3DE23865-AC9F-4B57-9720-E77D046A8B1D}"/>
                  </a:ext>
                </a:extLst>
              </p:cNvPr>
              <p:cNvSpPr txBox="1"/>
              <p:nvPr/>
            </p:nvSpPr>
            <p:spPr>
              <a:xfrm>
                <a:off x="9744000" y="5559162"/>
                <a:ext cx="2448000" cy="900000"/>
              </a:xfrm>
              <a:prstGeom prst="rect">
                <a:avLst/>
              </a:prstGeom>
              <a:solidFill>
                <a:schemeClr val="accent6"/>
              </a:solidFill>
              <a:ln>
                <a:noFill/>
              </a:ln>
              <a:effectLst>
                <a:outerShdw blurRad="50800" dist="38100" dir="5400000" algn="t" rotWithShape="0">
                  <a:prstClr val="black">
                    <a:alpha val="40000"/>
                  </a:prstClr>
                </a:outerShdw>
              </a:effectLst>
            </p:spPr>
            <p:txBody>
              <a:bodyPr vert="horz" wrap="square" lIns="91440" tIns="45720" rIns="91440" bIns="45720" numCol="1" anchor="t" anchorCtr="0" compatLnSpc="1">
                <a:prstTxWarp prst="textNoShape">
                  <a:avLst/>
                </a:prstTxWarp>
              </a:bodyPr>
              <a:lstStyle>
                <a:defPPr>
                  <a:defRPr lang="en-US"/>
                </a:defPPr>
                <a:lvl1pPr algn="just">
                  <a:lnSpc>
                    <a:spcPct val="100000"/>
                  </a:lnSpc>
                  <a:spcBef>
                    <a:spcPts val="0"/>
                  </a:spcBef>
                  <a:spcAft>
                    <a:spcPts val="0"/>
                  </a:spcAft>
                  <a:buClr>
                    <a:schemeClr val="accent6"/>
                  </a:buClr>
                  <a:defRPr sz="2600">
                    <a:solidFill>
                      <a:schemeClr val="bg1"/>
                    </a:solidFill>
                    <a:effectLst>
                      <a:outerShdw blurRad="38100" dist="38100" dir="2700000" algn="tl">
                        <a:srgbClr val="000000">
                          <a:alpha val="43137"/>
                        </a:srgbClr>
                      </a:outerShdw>
                    </a:effectLst>
                    <a:latin typeface="Cambria Math" panose="02040503050406030204" pitchFamily="18" charset="0"/>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14:m>
                  <m:oMathPara xmlns:m="http://schemas.openxmlformats.org/officeDocument/2006/math">
                    <m:oMathParaPr>
                      <m:jc m:val="center"/>
                    </m:oMathParaPr>
                    <m:oMath xmlns:m="http://schemas.openxmlformats.org/officeDocument/2006/math">
                      <m:r>
                        <m:rPr>
                          <m:sty m:val="p"/>
                        </m:rPr>
                        <a:rPr lang="en-IN">
                          <a:latin typeface="Cambria Math" panose="02040503050406030204" pitchFamily="18" charset="0"/>
                        </a:rPr>
                        <m:t>P</m:t>
                      </m:r>
                      <m:d>
                        <m:dPr>
                          <m:ctrlPr>
                            <a:rPr lang="en-IN" i="1">
                              <a:latin typeface="Cambria Math" panose="02040503050406030204" pitchFamily="18" charset="0"/>
                            </a:rPr>
                          </m:ctrlPr>
                        </m:dPr>
                        <m:e>
                          <m:r>
                            <m:rPr>
                              <m:sty m:val="p"/>
                            </m:rPr>
                            <a:rPr lang="en-IN">
                              <a:latin typeface="Cambria Math" panose="02040503050406030204" pitchFamily="18" charset="0"/>
                            </a:rPr>
                            <m:t>E</m:t>
                          </m:r>
                        </m:e>
                      </m:d>
                      <m:r>
                        <a:rPr lang="en-US">
                          <a:latin typeface="Cambria Math" panose="02040503050406030204" pitchFamily="18" charset="0"/>
                        </a:rPr>
                        <m:t>=</m:t>
                      </m:r>
                      <m:f>
                        <m:fPr>
                          <m:ctrlPr>
                            <a:rPr lang="en-IN" i="1">
                              <a:latin typeface="Cambria Math" panose="02040503050406030204" pitchFamily="18" charset="0"/>
                            </a:rPr>
                          </m:ctrlPr>
                        </m:fPr>
                        <m:num>
                          <m:r>
                            <a:rPr lang="en-IN">
                              <a:latin typeface="Cambria Math" panose="02040503050406030204" pitchFamily="18" charset="0"/>
                            </a:rPr>
                            <m:t>1</m:t>
                          </m:r>
                        </m:num>
                        <m:den>
                          <m:r>
                            <a:rPr lang="en-IN">
                              <a:latin typeface="Cambria Math" panose="02040503050406030204" pitchFamily="18" charset="0"/>
                            </a:rPr>
                            <m:t> 5 </m:t>
                          </m:r>
                        </m:den>
                      </m:f>
                    </m:oMath>
                  </m:oMathPara>
                </a14:m>
                <a:endParaRPr lang="en-IN" dirty="0"/>
              </a:p>
            </p:txBody>
          </p:sp>
        </mc:Choice>
        <mc:Fallback xmlns="">
          <p:sp>
            <p:nvSpPr>
              <p:cNvPr id="44" name="TextBox 43">
                <a:extLst>
                  <a:ext uri="{FF2B5EF4-FFF2-40B4-BE49-F238E27FC236}">
                    <a16:creationId xmlns:a16="http://schemas.microsoft.com/office/drawing/2014/main" id="{3DE23865-AC9F-4B57-9720-E77D046A8B1D}"/>
                  </a:ext>
                </a:extLst>
              </p:cNvPr>
              <p:cNvSpPr txBox="1">
                <a:spLocks noRot="1" noChangeAspect="1" noMove="1" noResize="1" noEditPoints="1" noAdjustHandles="1" noChangeArrowheads="1" noChangeShapeType="1" noTextEdit="1"/>
              </p:cNvSpPr>
              <p:nvPr/>
            </p:nvSpPr>
            <p:spPr>
              <a:xfrm>
                <a:off x="9744000" y="5559162"/>
                <a:ext cx="2448000" cy="900000"/>
              </a:xfrm>
              <a:prstGeom prst="rect">
                <a:avLst/>
              </a:prstGeom>
              <a:blipFill>
                <a:blip r:embed="rId9"/>
                <a:stretch>
                  <a:fillRect/>
                </a:stretch>
              </a:blipFill>
              <a:ln>
                <a:noFill/>
              </a:ln>
              <a:effectLst>
                <a:outerShdw blurRad="50800" dist="38100" dir="5400000" algn="t" rotWithShape="0">
                  <a:prstClr val="black">
                    <a:alpha val="40000"/>
                  </a:prstClr>
                </a:outerShdw>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45FE04E8-1E53-4EF9-BD79-4A1D1C0220D7}"/>
                  </a:ext>
                </a:extLst>
              </p:cNvPr>
              <p:cNvSpPr txBox="1">
                <a:spLocks/>
              </p:cNvSpPr>
              <p:nvPr/>
            </p:nvSpPr>
            <p:spPr>
              <a:xfrm>
                <a:off x="131176" y="830838"/>
                <a:ext cx="11929645" cy="23400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spcAft>
                    <a:spcPts val="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In a group of </a:t>
                </a:r>
                <a14:m>
                  <m:oMath xmlns:m="http://schemas.openxmlformats.org/officeDocument/2006/math">
                    <m:r>
                      <a:rPr lang="en-US" i="1" dirty="0" smtClean="0">
                        <a:latin typeface="Cambria Math" panose="02040503050406030204" pitchFamily="18" charset="0"/>
                      </a:rPr>
                      <m:t>200</m:t>
                    </m:r>
                  </m:oMath>
                </a14:m>
                <a:r>
                  <a:rPr lang="en-US" dirty="0"/>
                  <a:t> students </a:t>
                </a:r>
                <a14:m>
                  <m:oMath xmlns:m="http://schemas.openxmlformats.org/officeDocument/2006/math">
                    <m:r>
                      <a:rPr lang="en-US" i="1" dirty="0" smtClean="0">
                        <a:latin typeface="Cambria Math" panose="02040503050406030204" pitchFamily="18" charset="0"/>
                      </a:rPr>
                      <m:t>40</m:t>
                    </m:r>
                  </m:oMath>
                </a14:m>
                <a:r>
                  <a:rPr lang="en-US" dirty="0"/>
                  <a:t> are taking English, </a:t>
                </a:r>
                <a14:m>
                  <m:oMath xmlns:m="http://schemas.openxmlformats.org/officeDocument/2006/math">
                    <m:r>
                      <a:rPr lang="en-US" i="1" dirty="0" smtClean="0">
                        <a:latin typeface="Cambria Math" panose="02040503050406030204" pitchFamily="18" charset="0"/>
                      </a:rPr>
                      <m:t>50</m:t>
                    </m:r>
                  </m:oMath>
                </a14:m>
                <a:r>
                  <a:rPr lang="en-US" dirty="0"/>
                  <a:t> are taking Mathematics, </a:t>
                </a:r>
                <a14:m>
                  <m:oMath xmlns:m="http://schemas.openxmlformats.org/officeDocument/2006/math">
                    <m:r>
                      <a:rPr lang="en-US" i="1" dirty="0" smtClean="0">
                        <a:latin typeface="Cambria Math" panose="02040503050406030204" pitchFamily="18" charset="0"/>
                      </a:rPr>
                      <m:t>12</m:t>
                    </m:r>
                  </m:oMath>
                </a14:m>
                <a:r>
                  <a:rPr lang="en-US" dirty="0"/>
                  <a:t> are taking both.</a:t>
                </a:r>
                <a:endParaRPr lang="en-IN" dirty="0"/>
              </a:p>
            </p:txBody>
          </p:sp>
        </mc:Choice>
        <mc:Fallback xmlns="">
          <p:sp>
            <p:nvSpPr>
              <p:cNvPr id="15" name="Content Placeholder 2">
                <a:extLst>
                  <a:ext uri="{FF2B5EF4-FFF2-40B4-BE49-F238E27FC236}">
                    <a16:creationId xmlns:a16="http://schemas.microsoft.com/office/drawing/2014/main" id="{45FE04E8-1E53-4EF9-BD79-4A1D1C0220D7}"/>
                  </a:ext>
                </a:extLst>
              </p:cNvPr>
              <p:cNvSpPr txBox="1">
                <a:spLocks noRot="1" noChangeAspect="1" noMove="1" noResize="1" noEditPoints="1" noAdjustHandles="1" noChangeArrowheads="1" noChangeShapeType="1" noTextEdit="1"/>
              </p:cNvSpPr>
              <p:nvPr/>
            </p:nvSpPr>
            <p:spPr>
              <a:xfrm>
                <a:off x="131176" y="830838"/>
                <a:ext cx="11929645" cy="2340000"/>
              </a:xfrm>
              <a:prstGeom prst="rect">
                <a:avLst/>
              </a:prstGeom>
              <a:blipFill>
                <a:blip r:embed="rId10"/>
                <a:stretch>
                  <a:fillRect l="-1074" r="-1074"/>
                </a:stretch>
              </a:blipFill>
              <a:ln>
                <a:noFill/>
              </a:ln>
            </p:spPr>
            <p:txBody>
              <a:bodyPr/>
              <a:lstStyle/>
              <a:p>
                <a:r>
                  <a:rPr lang="en-IN">
                    <a:noFill/>
                  </a:rPr>
                  <a:t> </a:t>
                </a:r>
              </a:p>
            </p:txBody>
          </p:sp>
        </mc:Fallback>
      </mc:AlternateContent>
      <p:sp>
        <p:nvSpPr>
          <p:cNvPr id="16" name="TextBox 15">
            <a:extLst>
              <a:ext uri="{FF2B5EF4-FFF2-40B4-BE49-F238E27FC236}">
                <a16:creationId xmlns:a16="http://schemas.microsoft.com/office/drawing/2014/main" id="{FAC9A261-10DE-470A-9003-276B5C80FF11}"/>
              </a:ext>
            </a:extLst>
          </p:cNvPr>
          <p:cNvSpPr txBox="1"/>
          <p:nvPr/>
        </p:nvSpPr>
        <p:spPr>
          <a:xfrm>
            <a:off x="733911" y="2032489"/>
            <a:ext cx="11231660" cy="1123449"/>
          </a:xfrm>
          <a:prstGeom prst="rect">
            <a:avLst/>
          </a:prstGeom>
          <a:noFill/>
        </p:spPr>
        <p:txBody>
          <a:bodyPr wrap="square">
            <a:spAutoFit/>
          </a:bodyPr>
          <a:lstStyle/>
          <a:p>
            <a:pPr algn="just">
              <a:lnSpc>
                <a:spcPct val="125000"/>
              </a:lnSpc>
              <a:spcBef>
                <a:spcPts val="1000"/>
              </a:spcBef>
            </a:pPr>
            <a:r>
              <a:rPr lang="en-GB" sz="2800" dirty="0">
                <a:solidFill>
                  <a:schemeClr val="bg1"/>
                </a:solidFill>
              </a:rPr>
              <a:t>A student is selected at random from those taking English. What is the probability that the student is taking Mathematics? </a:t>
            </a:r>
          </a:p>
        </p:txBody>
      </p:sp>
      <p:sp>
        <p:nvSpPr>
          <p:cNvPr id="20" name="TextBox 19">
            <a:extLst>
              <a:ext uri="{FF2B5EF4-FFF2-40B4-BE49-F238E27FC236}">
                <a16:creationId xmlns:a16="http://schemas.microsoft.com/office/drawing/2014/main" id="{081A1E41-26A2-49CC-9C3C-6ED3490932B7}"/>
              </a:ext>
            </a:extLst>
          </p:cNvPr>
          <p:cNvSpPr txBox="1"/>
          <p:nvPr/>
        </p:nvSpPr>
        <p:spPr>
          <a:xfrm>
            <a:off x="131176" y="2074635"/>
            <a:ext cx="624909" cy="523220"/>
          </a:xfrm>
          <a:prstGeom prst="rect">
            <a:avLst/>
          </a:prstGeom>
          <a:noFill/>
        </p:spPr>
        <p:txBody>
          <a:bodyPr wrap="square" anchor="ctr">
            <a:spAutoFit/>
          </a:bodyPr>
          <a:lstStyle/>
          <a:p>
            <a:pPr algn="ctr">
              <a:buClr>
                <a:schemeClr val="bg1"/>
              </a:buClr>
            </a:pPr>
            <a:r>
              <a:rPr lang="en-US" sz="2800" b="1" dirty="0">
                <a:solidFill>
                  <a:schemeClr val="bg1"/>
                </a:solidFill>
              </a:rPr>
              <a:t>(3)</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08BC5B3-C138-4B2D-8DA6-880B963230C3}"/>
                  </a:ext>
                </a:extLst>
              </p:cNvPr>
              <p:cNvSpPr txBox="1"/>
              <p:nvPr/>
            </p:nvSpPr>
            <p:spPr>
              <a:xfrm>
                <a:off x="1594216" y="3292885"/>
                <a:ext cx="1954007" cy="52200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S</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2</m:t>
                      </m:r>
                      <m:r>
                        <a:rPr lang="en-IN" sz="2800" b="0" i="1" smtClean="0">
                          <a:solidFill>
                            <a:srgbClr val="002060"/>
                          </a:solidFill>
                          <a:latin typeface="Cambria Math" panose="02040503050406030204" pitchFamily="18" charset="0"/>
                        </a:rPr>
                        <m:t>00</m:t>
                      </m:r>
                    </m:oMath>
                  </m:oMathPara>
                </a14:m>
                <a:endParaRPr lang="en-IN" sz="2800" dirty="0">
                  <a:solidFill>
                    <a:srgbClr val="002060"/>
                  </a:solidFill>
                  <a:latin typeface="Cambria Math" panose="02040503050406030204" pitchFamily="18" charset="0"/>
                </a:endParaRPr>
              </a:p>
            </p:txBody>
          </p:sp>
        </mc:Choice>
        <mc:Fallback xmlns="">
          <p:sp>
            <p:nvSpPr>
              <p:cNvPr id="22" name="TextBox 21">
                <a:extLst>
                  <a:ext uri="{FF2B5EF4-FFF2-40B4-BE49-F238E27FC236}">
                    <a16:creationId xmlns:a16="http://schemas.microsoft.com/office/drawing/2014/main" id="{808BC5B3-C138-4B2D-8DA6-880B963230C3}"/>
                  </a:ext>
                </a:extLst>
              </p:cNvPr>
              <p:cNvSpPr txBox="1">
                <a:spLocks noRot="1" noChangeAspect="1" noMove="1" noResize="1" noEditPoints="1" noAdjustHandles="1" noChangeArrowheads="1" noChangeShapeType="1" noTextEdit="1"/>
              </p:cNvSpPr>
              <p:nvPr/>
            </p:nvSpPr>
            <p:spPr>
              <a:xfrm>
                <a:off x="1594216" y="3292885"/>
                <a:ext cx="1954007" cy="52200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A9778A3-DAD5-42D3-A7F1-437D3E014EEE}"/>
                  </a:ext>
                </a:extLst>
              </p:cNvPr>
              <p:cNvSpPr txBox="1"/>
              <p:nvPr/>
            </p:nvSpPr>
            <p:spPr>
              <a:xfrm>
                <a:off x="3672974" y="3292885"/>
                <a:ext cx="1954007" cy="52200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E</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4</m:t>
                      </m:r>
                      <m:r>
                        <a:rPr lang="en-IN" sz="2800" b="0" i="1" smtClean="0">
                          <a:solidFill>
                            <a:srgbClr val="002060"/>
                          </a:solidFill>
                          <a:latin typeface="Cambria Math" panose="02040503050406030204" pitchFamily="18" charset="0"/>
                        </a:rPr>
                        <m:t>0</m:t>
                      </m:r>
                    </m:oMath>
                  </m:oMathPara>
                </a14:m>
                <a:endParaRPr lang="en-IN" sz="2800" dirty="0">
                  <a:solidFill>
                    <a:srgbClr val="002060"/>
                  </a:solidFill>
                  <a:latin typeface="Cambria Math" panose="02040503050406030204" pitchFamily="18" charset="0"/>
                </a:endParaRPr>
              </a:p>
            </p:txBody>
          </p:sp>
        </mc:Choice>
        <mc:Fallback xmlns="">
          <p:sp>
            <p:nvSpPr>
              <p:cNvPr id="23" name="TextBox 22">
                <a:extLst>
                  <a:ext uri="{FF2B5EF4-FFF2-40B4-BE49-F238E27FC236}">
                    <a16:creationId xmlns:a16="http://schemas.microsoft.com/office/drawing/2014/main" id="{2A9778A3-DAD5-42D3-A7F1-437D3E014EEE}"/>
                  </a:ext>
                </a:extLst>
              </p:cNvPr>
              <p:cNvSpPr txBox="1">
                <a:spLocks noRot="1" noChangeAspect="1" noMove="1" noResize="1" noEditPoints="1" noAdjustHandles="1" noChangeArrowheads="1" noChangeShapeType="1" noTextEdit="1"/>
              </p:cNvSpPr>
              <p:nvPr/>
            </p:nvSpPr>
            <p:spPr>
              <a:xfrm>
                <a:off x="3672974" y="3292885"/>
                <a:ext cx="1954007" cy="52200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60239AD-8010-469A-91CB-E3B7C946A05C}"/>
                  </a:ext>
                </a:extLst>
              </p:cNvPr>
              <p:cNvSpPr txBox="1"/>
              <p:nvPr/>
            </p:nvSpPr>
            <p:spPr>
              <a:xfrm>
                <a:off x="5751732" y="3292885"/>
                <a:ext cx="1954007" cy="52200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M</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5</m:t>
                      </m:r>
                      <m:r>
                        <a:rPr lang="en-IN" sz="2800" b="0" i="1" smtClean="0">
                          <a:solidFill>
                            <a:srgbClr val="002060"/>
                          </a:solidFill>
                          <a:latin typeface="Cambria Math" panose="02040503050406030204" pitchFamily="18" charset="0"/>
                        </a:rPr>
                        <m:t>0</m:t>
                      </m:r>
                    </m:oMath>
                  </m:oMathPara>
                </a14:m>
                <a:endParaRPr lang="en-IN" sz="2800" dirty="0">
                  <a:solidFill>
                    <a:srgbClr val="002060"/>
                  </a:solidFill>
                  <a:latin typeface="Cambria Math" panose="02040503050406030204" pitchFamily="18" charset="0"/>
                </a:endParaRPr>
              </a:p>
            </p:txBody>
          </p:sp>
        </mc:Choice>
        <mc:Fallback xmlns="">
          <p:sp>
            <p:nvSpPr>
              <p:cNvPr id="24" name="TextBox 23">
                <a:extLst>
                  <a:ext uri="{FF2B5EF4-FFF2-40B4-BE49-F238E27FC236}">
                    <a16:creationId xmlns:a16="http://schemas.microsoft.com/office/drawing/2014/main" id="{F60239AD-8010-469A-91CB-E3B7C946A05C}"/>
                  </a:ext>
                </a:extLst>
              </p:cNvPr>
              <p:cNvSpPr txBox="1">
                <a:spLocks noRot="1" noChangeAspect="1" noMove="1" noResize="1" noEditPoints="1" noAdjustHandles="1" noChangeArrowheads="1" noChangeShapeType="1" noTextEdit="1"/>
              </p:cNvSpPr>
              <p:nvPr/>
            </p:nvSpPr>
            <p:spPr>
              <a:xfrm>
                <a:off x="5751732" y="3292885"/>
                <a:ext cx="1954007" cy="52200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7C8C312-ED0A-4D63-8E2E-C6C46C066AF2}"/>
                  </a:ext>
                </a:extLst>
              </p:cNvPr>
              <p:cNvSpPr txBox="1"/>
              <p:nvPr/>
            </p:nvSpPr>
            <p:spPr>
              <a:xfrm>
                <a:off x="7830491" y="3292885"/>
                <a:ext cx="2517792" cy="52200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E</m:t>
                          </m:r>
                          <m:r>
                            <a:rPr lang="en-IN" sz="2800" b="0" i="1"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M</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2</m:t>
                      </m:r>
                    </m:oMath>
                  </m:oMathPara>
                </a14:m>
                <a:endParaRPr lang="en-IN" sz="2800" dirty="0">
                  <a:solidFill>
                    <a:srgbClr val="002060"/>
                  </a:solidFill>
                  <a:latin typeface="Cambria Math" panose="02040503050406030204" pitchFamily="18" charset="0"/>
                </a:endParaRPr>
              </a:p>
            </p:txBody>
          </p:sp>
        </mc:Choice>
        <mc:Fallback xmlns="">
          <p:sp>
            <p:nvSpPr>
              <p:cNvPr id="29" name="TextBox 28">
                <a:extLst>
                  <a:ext uri="{FF2B5EF4-FFF2-40B4-BE49-F238E27FC236}">
                    <a16:creationId xmlns:a16="http://schemas.microsoft.com/office/drawing/2014/main" id="{B7C8C312-ED0A-4D63-8E2E-C6C46C066AF2}"/>
                  </a:ext>
                </a:extLst>
              </p:cNvPr>
              <p:cNvSpPr txBox="1">
                <a:spLocks noRot="1" noChangeAspect="1" noMove="1" noResize="1" noEditPoints="1" noAdjustHandles="1" noChangeArrowheads="1" noChangeShapeType="1" noTextEdit="1"/>
              </p:cNvSpPr>
              <p:nvPr/>
            </p:nvSpPr>
            <p:spPr>
              <a:xfrm>
                <a:off x="7830491" y="3292885"/>
                <a:ext cx="2517792" cy="522000"/>
              </a:xfrm>
              <a:prstGeom prst="rect">
                <a:avLst/>
              </a:prstGeom>
              <a:blipFill>
                <a:blip r:embed="rId1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981722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additive="base">
                                        <p:cTn id="29" dur="500" fill="hold"/>
                                        <p:tgtEl>
                                          <p:spTgt spid="21"/>
                                        </p:tgtEl>
                                        <p:attrNameLst>
                                          <p:attrName>ppt_x</p:attrName>
                                        </p:attrNameLst>
                                      </p:cBhvr>
                                      <p:tavLst>
                                        <p:tav tm="0">
                                          <p:val>
                                            <p:strVal val="1+#ppt_w/2"/>
                                          </p:val>
                                        </p:tav>
                                        <p:tav tm="100000">
                                          <p:val>
                                            <p:strVal val="#ppt_x"/>
                                          </p:val>
                                        </p:tav>
                                      </p:tavLst>
                                    </p:anim>
                                    <p:anim calcmode="lin" valueType="num">
                                      <p:cBhvr additive="base">
                                        <p:cTn id="30" dur="500" fill="hold"/>
                                        <p:tgtEl>
                                          <p:spTgt spid="21"/>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anim calcmode="lin" valueType="num">
                                      <p:cBhvr additive="base">
                                        <p:cTn id="33" dur="500" fill="hold"/>
                                        <p:tgtEl>
                                          <p:spTgt spid="44"/>
                                        </p:tgtEl>
                                        <p:attrNameLst>
                                          <p:attrName>ppt_x</p:attrName>
                                        </p:attrNameLst>
                                      </p:cBhvr>
                                      <p:tavLst>
                                        <p:tav tm="0">
                                          <p:val>
                                            <p:strVal val="1+#ppt_w/2"/>
                                          </p:val>
                                        </p:tav>
                                        <p:tav tm="100000">
                                          <p:val>
                                            <p:strVal val="#ppt_x"/>
                                          </p:val>
                                        </p:tav>
                                      </p:tavLst>
                                    </p:anim>
                                    <p:anim calcmode="lin" valueType="num">
                                      <p:cBhvr additive="base">
                                        <p:cTn id="34" dur="500" fill="hold"/>
                                        <p:tgtEl>
                                          <p:spTgt spid="44"/>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xit" presetSubtype="2" fill="hold" grpId="1" nodeType="clickEffect">
                                  <p:stCondLst>
                                    <p:cond delay="0"/>
                                  </p:stCondLst>
                                  <p:childTnLst>
                                    <p:anim calcmode="lin" valueType="num">
                                      <p:cBhvr additive="base">
                                        <p:cTn id="42" dur="500"/>
                                        <p:tgtEl>
                                          <p:spTgt spid="21"/>
                                        </p:tgtEl>
                                        <p:attrNameLst>
                                          <p:attrName>ppt_x</p:attrName>
                                        </p:attrNameLst>
                                      </p:cBhvr>
                                      <p:tavLst>
                                        <p:tav tm="0">
                                          <p:val>
                                            <p:strVal val="ppt_x"/>
                                          </p:val>
                                        </p:tav>
                                        <p:tav tm="100000">
                                          <p:val>
                                            <p:strVal val="1+ppt_w/2"/>
                                          </p:val>
                                        </p:tav>
                                      </p:tavLst>
                                    </p:anim>
                                    <p:anim calcmode="lin" valueType="num">
                                      <p:cBhvr additive="base">
                                        <p:cTn id="43" dur="500"/>
                                        <p:tgtEl>
                                          <p:spTgt spid="21"/>
                                        </p:tgtEl>
                                        <p:attrNameLst>
                                          <p:attrName>ppt_y</p:attrName>
                                        </p:attrNameLst>
                                      </p:cBhvr>
                                      <p:tavLst>
                                        <p:tav tm="0">
                                          <p:val>
                                            <p:strVal val="ppt_y"/>
                                          </p:val>
                                        </p:tav>
                                        <p:tav tm="100000">
                                          <p:val>
                                            <p:strVal val="ppt_y"/>
                                          </p:val>
                                        </p:tav>
                                      </p:tavLst>
                                    </p:anim>
                                    <p:set>
                                      <p:cBhvr>
                                        <p:cTn id="44" dur="1" fill="hold">
                                          <p:stCondLst>
                                            <p:cond delay="499"/>
                                          </p:stCondLst>
                                        </p:cTn>
                                        <p:tgtEl>
                                          <p:spTgt spid="21"/>
                                        </p:tgtEl>
                                        <p:attrNameLst>
                                          <p:attrName>style.visibility</p:attrName>
                                        </p:attrNameLst>
                                      </p:cBhvr>
                                      <p:to>
                                        <p:strVal val="hidden"/>
                                      </p:to>
                                    </p:set>
                                  </p:childTnLst>
                                </p:cTn>
                              </p:par>
                              <p:par>
                                <p:cTn id="45" presetID="2" presetClass="exit" presetSubtype="2" fill="hold" grpId="1" nodeType="withEffect">
                                  <p:stCondLst>
                                    <p:cond delay="0"/>
                                  </p:stCondLst>
                                  <p:childTnLst>
                                    <p:anim calcmode="lin" valueType="num">
                                      <p:cBhvr additive="base">
                                        <p:cTn id="46" dur="500"/>
                                        <p:tgtEl>
                                          <p:spTgt spid="44"/>
                                        </p:tgtEl>
                                        <p:attrNameLst>
                                          <p:attrName>ppt_x</p:attrName>
                                        </p:attrNameLst>
                                      </p:cBhvr>
                                      <p:tavLst>
                                        <p:tav tm="0">
                                          <p:val>
                                            <p:strVal val="ppt_x"/>
                                          </p:val>
                                        </p:tav>
                                        <p:tav tm="100000">
                                          <p:val>
                                            <p:strVal val="1+ppt_w/2"/>
                                          </p:val>
                                        </p:tav>
                                      </p:tavLst>
                                    </p:anim>
                                    <p:anim calcmode="lin" valueType="num">
                                      <p:cBhvr additive="base">
                                        <p:cTn id="47" dur="500"/>
                                        <p:tgtEl>
                                          <p:spTgt spid="44"/>
                                        </p:tgtEl>
                                        <p:attrNameLst>
                                          <p:attrName>ppt_y</p:attrName>
                                        </p:attrNameLst>
                                      </p:cBhvr>
                                      <p:tavLst>
                                        <p:tav tm="0">
                                          <p:val>
                                            <p:strVal val="ppt_y"/>
                                          </p:val>
                                        </p:tav>
                                        <p:tav tm="100000">
                                          <p:val>
                                            <p:strVal val="ppt_y"/>
                                          </p:val>
                                        </p:tav>
                                      </p:tavLst>
                                    </p:anim>
                                    <p:set>
                                      <p:cBhvr>
                                        <p:cTn id="48" dur="1" fill="hold">
                                          <p:stCondLst>
                                            <p:cond delay="499"/>
                                          </p:stCondLst>
                                        </p:cTn>
                                        <p:tgtEl>
                                          <p:spTgt spid="44"/>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P spid="25" grpId="0"/>
      <p:bldP spid="26" grpId="0" animBg="1"/>
      <p:bldP spid="27" grpId="0" animBg="1"/>
      <p:bldP spid="28" grpId="0"/>
      <p:bldP spid="33" grpId="0"/>
      <p:bldP spid="35" grpId="0"/>
      <p:bldP spid="44" grpId="0" animBg="1"/>
      <p:bldP spid="44" grpId="1" animBg="1"/>
      <p:bldP spid="16" grpId="0"/>
      <p:bldP spid="20"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2561161"/>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14000"/>
                  </a:lnSpc>
                  <a:spcAft>
                    <a:spcPts val="600"/>
                  </a:spcAft>
                </a:pPr>
                <a:r>
                  <a:rPr lang="en-US" dirty="0"/>
                  <a:t>A bag contains </a:t>
                </a:r>
                <a14:m>
                  <m:oMath xmlns:m="http://schemas.openxmlformats.org/officeDocument/2006/math">
                    <m:r>
                      <a:rPr lang="en-US">
                        <a:latin typeface="Cambria Math" panose="02040503050406030204" pitchFamily="18" charset="0"/>
                      </a:rPr>
                      <m:t>6</m:t>
                    </m:r>
                  </m:oMath>
                </a14:m>
                <a:r>
                  <a:rPr lang="en-US" dirty="0"/>
                  <a:t> white, </a:t>
                </a:r>
                <a14:m>
                  <m:oMath xmlns:m="http://schemas.openxmlformats.org/officeDocument/2006/math">
                    <m:r>
                      <a:rPr lang="en-US">
                        <a:latin typeface="Cambria Math" panose="02040503050406030204" pitchFamily="18" charset="0"/>
                      </a:rPr>
                      <m:t>9</m:t>
                    </m:r>
                  </m:oMath>
                </a14:m>
                <a:r>
                  <a:rPr lang="en-US" dirty="0"/>
                  <a:t> black balls. </a:t>
                </a:r>
                <a14:m>
                  <m:oMath xmlns:m="http://schemas.openxmlformats.org/officeDocument/2006/math">
                    <m:r>
                      <a:rPr lang="en-US">
                        <a:latin typeface="Cambria Math" panose="02040503050406030204" pitchFamily="18" charset="0"/>
                      </a:rPr>
                      <m:t>4</m:t>
                    </m:r>
                  </m:oMath>
                </a14:m>
                <a:r>
                  <a:rPr lang="en-US" dirty="0"/>
                  <a:t> balls are drawn at a time. Find the probability for first draw to give </a:t>
                </a:r>
                <a14:m>
                  <m:oMath xmlns:m="http://schemas.openxmlformats.org/officeDocument/2006/math">
                    <m:r>
                      <a:rPr lang="en-US">
                        <a:latin typeface="Cambria Math" panose="02040503050406030204" pitchFamily="18" charset="0"/>
                      </a:rPr>
                      <m:t>4</m:t>
                    </m:r>
                  </m:oMath>
                </a14:m>
                <a:r>
                  <a:rPr lang="en-US" dirty="0"/>
                  <a:t> white &amp; second draw to give </a:t>
                </a:r>
                <a14:m>
                  <m:oMath xmlns:m="http://schemas.openxmlformats.org/officeDocument/2006/math">
                    <m:r>
                      <a:rPr lang="en-US">
                        <a:latin typeface="Cambria Math" panose="02040503050406030204" pitchFamily="18" charset="0"/>
                      </a:rPr>
                      <m:t>4</m:t>
                    </m:r>
                  </m:oMath>
                </a14:m>
                <a:r>
                  <a:rPr lang="en-US" dirty="0"/>
                  <a:t> black balls in each of following cases:</a:t>
                </a:r>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2561161"/>
              </a:xfrm>
              <a:prstGeom prst="rect">
                <a:avLst/>
              </a:prstGeom>
              <a:blipFill>
                <a:blip r:embed="rId2"/>
                <a:stretch>
                  <a:fillRect l="-1074" t="-1188" r="-1074"/>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3 ⇝ Example 8</a:t>
            </a:r>
            <a:endParaRPr lang="en-US" dirty="0"/>
          </a:p>
        </p:txBody>
      </p:sp>
      <p:sp>
        <p:nvSpPr>
          <p:cNvPr id="16" name="Content Placeholder 2">
            <a:extLst>
              <a:ext uri="{FF2B5EF4-FFF2-40B4-BE49-F238E27FC236}">
                <a16:creationId xmlns:a16="http://schemas.microsoft.com/office/drawing/2014/main" id="{635C8299-099D-4E74-A7B7-29B2E1FD450E}"/>
              </a:ext>
            </a:extLst>
          </p:cNvPr>
          <p:cNvSpPr txBox="1">
            <a:spLocks/>
          </p:cNvSpPr>
          <p:nvPr/>
        </p:nvSpPr>
        <p:spPr>
          <a:xfrm>
            <a:off x="131176" y="3583519"/>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27" name="TextBox 26">
            <a:extLst>
              <a:ext uri="{FF2B5EF4-FFF2-40B4-BE49-F238E27FC236}">
                <a16:creationId xmlns:a16="http://schemas.microsoft.com/office/drawing/2014/main" id="{F22312BE-1C4C-4A61-973E-963840478423}"/>
              </a:ext>
            </a:extLst>
          </p:cNvPr>
          <p:cNvSpPr txBox="1"/>
          <p:nvPr/>
        </p:nvSpPr>
        <p:spPr>
          <a:xfrm>
            <a:off x="1594216" y="3583519"/>
            <a:ext cx="3369670" cy="523220"/>
          </a:xfrm>
          <a:prstGeom prst="rect">
            <a:avLst/>
          </a:prstGeom>
          <a:noFill/>
        </p:spPr>
        <p:txBody>
          <a:bodyPr wrap="square" rtlCol="0">
            <a:spAutoFit/>
          </a:bodyPr>
          <a:lstStyle/>
          <a:p>
            <a:r>
              <a:rPr lang="en-IN" sz="2800" dirty="0">
                <a:solidFill>
                  <a:srgbClr val="002060"/>
                </a:solidFill>
                <a:latin typeface="+mj-lt"/>
              </a:rPr>
              <a:t>Total number of balls:</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88824859-8889-45E4-8709-FF7014A6050A}"/>
                  </a:ext>
                </a:extLst>
              </p:cNvPr>
              <p:cNvSpPr txBox="1"/>
              <p:nvPr/>
            </p:nvSpPr>
            <p:spPr>
              <a:xfrm>
                <a:off x="4786542" y="3583519"/>
                <a:ext cx="1224000" cy="523220"/>
              </a:xfrm>
              <a:prstGeom prst="rect">
                <a:avLst/>
              </a:prstGeom>
              <a:noFill/>
            </p:spPr>
            <p:txBody>
              <a:bodyPr wrap="square" rtlCol="0">
                <a:spAutoFit/>
              </a:bodyPr>
              <a:lstStyle/>
              <a:p>
                <a14:m>
                  <m:oMath xmlns:m="http://schemas.openxmlformats.org/officeDocument/2006/math">
                    <m:r>
                      <a:rPr lang="en-IN" sz="2800" i="1" dirty="0" smtClean="0">
                        <a:solidFill>
                          <a:srgbClr val="002060"/>
                        </a:solidFill>
                        <a:latin typeface="Cambria Math" panose="02040503050406030204" pitchFamily="18" charset="0"/>
                      </a:rPr>
                      <m:t>6</m:t>
                    </m:r>
                  </m:oMath>
                </a14:m>
                <a:r>
                  <a:rPr lang="en-IN" sz="2800" dirty="0">
                    <a:solidFill>
                      <a:srgbClr val="002060"/>
                    </a:solidFill>
                    <a:latin typeface="+mj-lt"/>
                  </a:rPr>
                  <a:t> white </a:t>
                </a:r>
              </a:p>
            </p:txBody>
          </p:sp>
        </mc:Choice>
        <mc:Fallback xmlns="">
          <p:sp>
            <p:nvSpPr>
              <p:cNvPr id="28" name="TextBox 27">
                <a:extLst>
                  <a:ext uri="{FF2B5EF4-FFF2-40B4-BE49-F238E27FC236}">
                    <a16:creationId xmlns:a16="http://schemas.microsoft.com/office/drawing/2014/main" id="{88824859-8889-45E4-8709-FF7014A6050A}"/>
                  </a:ext>
                </a:extLst>
              </p:cNvPr>
              <p:cNvSpPr txBox="1">
                <a:spLocks noRot="1" noChangeAspect="1" noMove="1" noResize="1" noEditPoints="1" noAdjustHandles="1" noChangeArrowheads="1" noChangeShapeType="1" noTextEdit="1"/>
              </p:cNvSpPr>
              <p:nvPr/>
            </p:nvSpPr>
            <p:spPr>
              <a:xfrm>
                <a:off x="4786542" y="3583519"/>
                <a:ext cx="1224000" cy="523220"/>
              </a:xfrm>
              <a:prstGeom prst="rect">
                <a:avLst/>
              </a:prstGeom>
              <a:blipFill>
                <a:blip r:embed="rId3"/>
                <a:stretch>
                  <a:fillRect t="-11628" r="-15423"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D6276BD-5FD9-4AFF-BC07-67B0416244EE}"/>
                  </a:ext>
                </a:extLst>
              </p:cNvPr>
              <p:cNvSpPr txBox="1"/>
              <p:nvPr/>
            </p:nvSpPr>
            <p:spPr>
              <a:xfrm>
                <a:off x="5984352" y="3583519"/>
                <a:ext cx="445859"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29" name="TextBox 28">
                <a:extLst>
                  <a:ext uri="{FF2B5EF4-FFF2-40B4-BE49-F238E27FC236}">
                    <a16:creationId xmlns:a16="http://schemas.microsoft.com/office/drawing/2014/main" id="{0D6276BD-5FD9-4AFF-BC07-67B0416244EE}"/>
                  </a:ext>
                </a:extLst>
              </p:cNvPr>
              <p:cNvSpPr txBox="1">
                <a:spLocks noRot="1" noChangeAspect="1" noMove="1" noResize="1" noEditPoints="1" noAdjustHandles="1" noChangeArrowheads="1" noChangeShapeType="1" noTextEdit="1"/>
              </p:cNvSpPr>
              <p:nvPr/>
            </p:nvSpPr>
            <p:spPr>
              <a:xfrm>
                <a:off x="5984352" y="3583519"/>
                <a:ext cx="445859"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CE178AC-B18F-4B11-938D-C485558BB98E}"/>
                  </a:ext>
                </a:extLst>
              </p:cNvPr>
              <p:cNvSpPr txBox="1"/>
              <p:nvPr/>
            </p:nvSpPr>
            <p:spPr>
              <a:xfrm>
                <a:off x="6404022" y="3583519"/>
                <a:ext cx="1224000" cy="523220"/>
              </a:xfrm>
              <a:prstGeom prst="rect">
                <a:avLst/>
              </a:prstGeom>
              <a:noFill/>
            </p:spPr>
            <p:txBody>
              <a:bodyPr wrap="square" rtlCol="0">
                <a:spAutoFit/>
              </a:bodyPr>
              <a:lstStyle/>
              <a:p>
                <a14:m>
                  <m:oMath xmlns:m="http://schemas.openxmlformats.org/officeDocument/2006/math">
                    <m:r>
                      <a:rPr lang="en-IN" sz="2800" b="0" i="1" dirty="0" smtClean="0">
                        <a:solidFill>
                          <a:srgbClr val="002060"/>
                        </a:solidFill>
                        <a:latin typeface="Cambria Math" panose="02040503050406030204" pitchFamily="18" charset="0"/>
                      </a:rPr>
                      <m:t>9</m:t>
                    </m:r>
                  </m:oMath>
                </a14:m>
                <a:r>
                  <a:rPr lang="en-IN" sz="2800" dirty="0">
                    <a:solidFill>
                      <a:srgbClr val="002060"/>
                    </a:solidFill>
                    <a:latin typeface="+mj-lt"/>
                  </a:rPr>
                  <a:t> black </a:t>
                </a:r>
              </a:p>
            </p:txBody>
          </p:sp>
        </mc:Choice>
        <mc:Fallback xmlns="">
          <p:sp>
            <p:nvSpPr>
              <p:cNvPr id="30" name="TextBox 29">
                <a:extLst>
                  <a:ext uri="{FF2B5EF4-FFF2-40B4-BE49-F238E27FC236}">
                    <a16:creationId xmlns:a16="http://schemas.microsoft.com/office/drawing/2014/main" id="{DCE178AC-B18F-4B11-938D-C485558BB98E}"/>
                  </a:ext>
                </a:extLst>
              </p:cNvPr>
              <p:cNvSpPr txBox="1">
                <a:spLocks noRot="1" noChangeAspect="1" noMove="1" noResize="1" noEditPoints="1" noAdjustHandles="1" noChangeArrowheads="1" noChangeShapeType="1" noTextEdit="1"/>
              </p:cNvSpPr>
              <p:nvPr/>
            </p:nvSpPr>
            <p:spPr>
              <a:xfrm>
                <a:off x="6404022" y="3583519"/>
                <a:ext cx="1224000" cy="523220"/>
              </a:xfrm>
              <a:prstGeom prst="rect">
                <a:avLst/>
              </a:prstGeom>
              <a:blipFill>
                <a:blip r:embed="rId5"/>
                <a:stretch>
                  <a:fillRect t="-11628" r="-14500"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92FAA2FC-FB14-4349-B840-3FCA087B675D}"/>
                  </a:ext>
                </a:extLst>
              </p:cNvPr>
              <p:cNvSpPr txBox="1"/>
              <p:nvPr/>
            </p:nvSpPr>
            <p:spPr>
              <a:xfrm>
                <a:off x="7628022" y="3583519"/>
                <a:ext cx="1744578" cy="523220"/>
              </a:xfrm>
              <a:prstGeom prst="rect">
                <a:avLst/>
              </a:prstGeom>
              <a:noFill/>
            </p:spPr>
            <p:txBody>
              <a:bodyPr wrap="square" rtlCol="0">
                <a:spAutoFit/>
              </a:bodyPr>
              <a:lstStyle/>
              <a:p>
                <a14:m>
                  <m:oMath xmlns:m="http://schemas.openxmlformats.org/officeDocument/2006/math">
                    <m:r>
                      <a:rPr lang="en-IN" sz="2800" i="1" dirty="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15</m:t>
                    </m:r>
                  </m:oMath>
                </a14:m>
                <a:r>
                  <a:rPr lang="en-IN" sz="2800" dirty="0">
                    <a:solidFill>
                      <a:srgbClr val="002060"/>
                    </a:solidFill>
                    <a:latin typeface="+mj-lt"/>
                  </a:rPr>
                  <a:t> balls</a:t>
                </a:r>
              </a:p>
            </p:txBody>
          </p:sp>
        </mc:Choice>
        <mc:Fallback xmlns="">
          <p:sp>
            <p:nvSpPr>
              <p:cNvPr id="32" name="TextBox 31">
                <a:extLst>
                  <a:ext uri="{FF2B5EF4-FFF2-40B4-BE49-F238E27FC236}">
                    <a16:creationId xmlns:a16="http://schemas.microsoft.com/office/drawing/2014/main" id="{92FAA2FC-FB14-4349-B840-3FCA087B675D}"/>
                  </a:ext>
                </a:extLst>
              </p:cNvPr>
              <p:cNvSpPr txBox="1">
                <a:spLocks noRot="1" noChangeAspect="1" noMove="1" noResize="1" noEditPoints="1" noAdjustHandles="1" noChangeArrowheads="1" noChangeShapeType="1" noTextEdit="1"/>
              </p:cNvSpPr>
              <p:nvPr/>
            </p:nvSpPr>
            <p:spPr>
              <a:xfrm>
                <a:off x="7628022" y="3583519"/>
                <a:ext cx="1744578" cy="523220"/>
              </a:xfrm>
              <a:prstGeom prst="rect">
                <a:avLst/>
              </a:prstGeom>
              <a:blipFill>
                <a:blip r:embed="rId6"/>
                <a:stretch>
                  <a:fillRect t="-11628" r="-2439"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7EB4910F-7DCE-47C8-B736-C816F6318FDD}"/>
                  </a:ext>
                </a:extLst>
              </p:cNvPr>
              <p:cNvSpPr txBox="1"/>
              <p:nvPr/>
            </p:nvSpPr>
            <p:spPr>
              <a:xfrm>
                <a:off x="1594216" y="4685881"/>
                <a:ext cx="5309504" cy="523220"/>
              </a:xfrm>
              <a:prstGeom prst="rect">
                <a:avLst/>
              </a:prstGeom>
              <a:noFill/>
            </p:spPr>
            <p:txBody>
              <a:bodyPr wrap="square" rtlCol="0">
                <a:spAutoFit/>
              </a:bodyPr>
              <a:lstStyle/>
              <a:p>
                <a14:m>
                  <m:oMath xmlns:m="http://schemas.openxmlformats.org/officeDocument/2006/math">
                    <m:r>
                      <m:rPr>
                        <m:sty m:val="p"/>
                      </m:rPr>
                      <a:rPr lang="en-IN" sz="2800" i="0" dirty="0" smtClean="0">
                        <a:solidFill>
                          <a:srgbClr val="002060"/>
                        </a:solidFill>
                        <a:latin typeface="Cambria Math" panose="02040503050406030204" pitchFamily="18" charset="0"/>
                      </a:rPr>
                      <m:t>A</m:t>
                    </m:r>
                  </m:oMath>
                </a14:m>
                <a:r>
                  <a:rPr lang="en-IN" sz="2800" dirty="0">
                    <a:solidFill>
                      <a:srgbClr val="002060"/>
                    </a:solidFill>
                    <a:latin typeface="+mj-lt"/>
                  </a:rPr>
                  <a:t> : </a:t>
                </a:r>
                <a:r>
                  <a:rPr lang="en-GB" sz="2800" dirty="0">
                    <a:solidFill>
                      <a:srgbClr val="002060"/>
                    </a:solidFill>
                    <a:latin typeface="+mj-lt"/>
                  </a:rPr>
                  <a:t>The first draw gives </a:t>
                </a:r>
                <a14:m>
                  <m:oMath xmlns:m="http://schemas.openxmlformats.org/officeDocument/2006/math">
                    <m:r>
                      <a:rPr lang="en-GB" sz="2800" i="1" dirty="0" smtClean="0">
                        <a:solidFill>
                          <a:srgbClr val="002060"/>
                        </a:solidFill>
                        <a:latin typeface="Cambria Math" panose="02040503050406030204" pitchFamily="18" charset="0"/>
                      </a:rPr>
                      <m:t>4</m:t>
                    </m:r>
                  </m:oMath>
                </a14:m>
                <a:r>
                  <a:rPr lang="en-GB" sz="2800" dirty="0">
                    <a:solidFill>
                      <a:srgbClr val="002060"/>
                    </a:solidFill>
                    <a:latin typeface="+mj-lt"/>
                  </a:rPr>
                  <a:t> white balls.</a:t>
                </a:r>
                <a:endParaRPr lang="en-IN" sz="2800" dirty="0">
                  <a:solidFill>
                    <a:srgbClr val="002060"/>
                  </a:solidFill>
                  <a:latin typeface="+mj-lt"/>
                </a:endParaRPr>
              </a:p>
            </p:txBody>
          </p:sp>
        </mc:Choice>
        <mc:Fallback xmlns="">
          <p:sp>
            <p:nvSpPr>
              <p:cNvPr id="33" name="TextBox 32">
                <a:extLst>
                  <a:ext uri="{FF2B5EF4-FFF2-40B4-BE49-F238E27FC236}">
                    <a16:creationId xmlns:a16="http://schemas.microsoft.com/office/drawing/2014/main" id="{7EB4910F-7DCE-47C8-B736-C816F6318FDD}"/>
                  </a:ext>
                </a:extLst>
              </p:cNvPr>
              <p:cNvSpPr txBox="1">
                <a:spLocks noRot="1" noChangeAspect="1" noMove="1" noResize="1" noEditPoints="1" noAdjustHandles="1" noChangeArrowheads="1" noChangeShapeType="1" noTextEdit="1"/>
              </p:cNvSpPr>
              <p:nvPr/>
            </p:nvSpPr>
            <p:spPr>
              <a:xfrm>
                <a:off x="1594216" y="4685881"/>
                <a:ext cx="5309504" cy="523220"/>
              </a:xfrm>
              <a:prstGeom prst="rect">
                <a:avLst/>
              </a:prstGeom>
              <a:blipFill>
                <a:blip r:embed="rId7"/>
                <a:stretch>
                  <a:fillRect t="-11628" r="-137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CC357537-9857-41D5-A3BD-D2BFE7202304}"/>
                  </a:ext>
                </a:extLst>
              </p:cNvPr>
              <p:cNvSpPr txBox="1"/>
              <p:nvPr/>
            </p:nvSpPr>
            <p:spPr>
              <a:xfrm>
                <a:off x="1594216" y="4134700"/>
                <a:ext cx="4084234" cy="523220"/>
              </a:xfrm>
              <a:prstGeom prst="rect">
                <a:avLst/>
              </a:prstGeom>
              <a:noFill/>
            </p:spPr>
            <p:txBody>
              <a:bodyPr wrap="square" rtlCol="0">
                <a:spAutoFit/>
              </a:bodyPr>
              <a:lstStyle/>
              <a:p>
                <a14:m>
                  <m:oMath xmlns:m="http://schemas.openxmlformats.org/officeDocument/2006/math">
                    <m:r>
                      <a:rPr lang="en-IN" sz="2800" b="0" i="1" dirty="0" smtClean="0">
                        <a:solidFill>
                          <a:srgbClr val="002060"/>
                        </a:solidFill>
                        <a:latin typeface="Cambria Math" panose="02040503050406030204" pitchFamily="18" charset="0"/>
                      </a:rPr>
                      <m:t>4</m:t>
                    </m:r>
                  </m:oMath>
                </a14:m>
                <a:r>
                  <a:rPr lang="en-IN" sz="2800" dirty="0">
                    <a:solidFill>
                      <a:srgbClr val="002060"/>
                    </a:solidFill>
                    <a:latin typeface="+mj-lt"/>
                  </a:rPr>
                  <a:t> balls are drawn at random </a:t>
                </a:r>
              </a:p>
            </p:txBody>
          </p:sp>
        </mc:Choice>
        <mc:Fallback xmlns="">
          <p:sp>
            <p:nvSpPr>
              <p:cNvPr id="34" name="TextBox 33">
                <a:extLst>
                  <a:ext uri="{FF2B5EF4-FFF2-40B4-BE49-F238E27FC236}">
                    <a16:creationId xmlns:a16="http://schemas.microsoft.com/office/drawing/2014/main" id="{CC357537-9857-41D5-A3BD-D2BFE7202304}"/>
                  </a:ext>
                </a:extLst>
              </p:cNvPr>
              <p:cNvSpPr txBox="1">
                <a:spLocks noRot="1" noChangeAspect="1" noMove="1" noResize="1" noEditPoints="1" noAdjustHandles="1" noChangeArrowheads="1" noChangeShapeType="1" noTextEdit="1"/>
              </p:cNvSpPr>
              <p:nvPr/>
            </p:nvSpPr>
            <p:spPr>
              <a:xfrm>
                <a:off x="1594216" y="4134700"/>
                <a:ext cx="4084234" cy="523220"/>
              </a:xfrm>
              <a:prstGeom prst="rect">
                <a:avLst/>
              </a:prstGeom>
              <a:blipFill>
                <a:blip r:embed="rId8"/>
                <a:stretch>
                  <a:fillRect t="-10465" r="-3731"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7BDCC1E-190E-456B-8C15-4E03E52F5EF5}"/>
                  </a:ext>
                </a:extLst>
              </p:cNvPr>
              <p:cNvSpPr txBox="1"/>
              <p:nvPr/>
            </p:nvSpPr>
            <p:spPr>
              <a:xfrm>
                <a:off x="1594216" y="5237063"/>
                <a:ext cx="5764528" cy="523220"/>
              </a:xfrm>
              <a:prstGeom prst="rect">
                <a:avLst/>
              </a:prstGeom>
              <a:noFill/>
            </p:spPr>
            <p:txBody>
              <a:bodyPr wrap="square" rtlCol="0">
                <a:spAutoFit/>
              </a:bodyPr>
              <a:lstStyle/>
              <a:p>
                <a14:m>
                  <m:oMath xmlns:m="http://schemas.openxmlformats.org/officeDocument/2006/math">
                    <m:r>
                      <m:rPr>
                        <m:sty m:val="p"/>
                      </m:rPr>
                      <a:rPr lang="en-IN" sz="2800" b="0" i="0" dirty="0" smtClean="0">
                        <a:solidFill>
                          <a:srgbClr val="002060"/>
                        </a:solidFill>
                        <a:latin typeface="Cambria Math" panose="02040503050406030204" pitchFamily="18" charset="0"/>
                      </a:rPr>
                      <m:t>B</m:t>
                    </m:r>
                  </m:oMath>
                </a14:m>
                <a:r>
                  <a:rPr lang="en-IN" sz="2800" dirty="0">
                    <a:solidFill>
                      <a:srgbClr val="002060"/>
                    </a:solidFill>
                    <a:latin typeface="+mj-lt"/>
                  </a:rPr>
                  <a:t> : </a:t>
                </a:r>
                <a:r>
                  <a:rPr lang="en-GB" sz="2800" dirty="0">
                    <a:solidFill>
                      <a:srgbClr val="002060"/>
                    </a:solidFill>
                    <a:latin typeface="+mj-lt"/>
                  </a:rPr>
                  <a:t>The second draw gives </a:t>
                </a:r>
                <a14:m>
                  <m:oMath xmlns:m="http://schemas.openxmlformats.org/officeDocument/2006/math">
                    <m:r>
                      <a:rPr lang="en-GB" sz="2800" i="0" dirty="0" smtClean="0">
                        <a:solidFill>
                          <a:srgbClr val="002060"/>
                        </a:solidFill>
                        <a:latin typeface="Cambria Math" panose="02040503050406030204" pitchFamily="18" charset="0"/>
                      </a:rPr>
                      <m:t>4</m:t>
                    </m:r>
                  </m:oMath>
                </a14:m>
                <a:r>
                  <a:rPr lang="en-GB" sz="2800" dirty="0">
                    <a:solidFill>
                      <a:srgbClr val="002060"/>
                    </a:solidFill>
                    <a:latin typeface="+mj-lt"/>
                  </a:rPr>
                  <a:t> black balls.</a:t>
                </a:r>
                <a:endParaRPr lang="en-IN" sz="2800" dirty="0">
                  <a:solidFill>
                    <a:srgbClr val="002060"/>
                  </a:solidFill>
                  <a:latin typeface="+mj-lt"/>
                </a:endParaRPr>
              </a:p>
            </p:txBody>
          </p:sp>
        </mc:Choice>
        <mc:Fallback xmlns="">
          <p:sp>
            <p:nvSpPr>
              <p:cNvPr id="35" name="TextBox 34">
                <a:extLst>
                  <a:ext uri="{FF2B5EF4-FFF2-40B4-BE49-F238E27FC236}">
                    <a16:creationId xmlns:a16="http://schemas.microsoft.com/office/drawing/2014/main" id="{57BDCC1E-190E-456B-8C15-4E03E52F5EF5}"/>
                  </a:ext>
                </a:extLst>
              </p:cNvPr>
              <p:cNvSpPr txBox="1">
                <a:spLocks noRot="1" noChangeAspect="1" noMove="1" noResize="1" noEditPoints="1" noAdjustHandles="1" noChangeArrowheads="1" noChangeShapeType="1" noTextEdit="1"/>
              </p:cNvSpPr>
              <p:nvPr/>
            </p:nvSpPr>
            <p:spPr>
              <a:xfrm>
                <a:off x="1594216" y="5237063"/>
                <a:ext cx="5764528" cy="523220"/>
              </a:xfrm>
              <a:prstGeom prst="rect">
                <a:avLst/>
              </a:prstGeom>
              <a:blipFill>
                <a:blip r:embed="rId9"/>
                <a:stretch>
                  <a:fillRect t="-10465" r="-741" b="-32558"/>
                </a:stretch>
              </a:blipFill>
            </p:spPr>
            <p:txBody>
              <a:bodyPr/>
              <a:lstStyle/>
              <a:p>
                <a:r>
                  <a:rPr lang="en-IN">
                    <a:noFill/>
                  </a:rPr>
                  <a:t> </a:t>
                </a:r>
              </a:p>
            </p:txBody>
          </p:sp>
        </mc:Fallback>
      </mc:AlternateContent>
      <p:sp>
        <p:nvSpPr>
          <p:cNvPr id="36" name="TextBox 35">
            <a:extLst>
              <a:ext uri="{FF2B5EF4-FFF2-40B4-BE49-F238E27FC236}">
                <a16:creationId xmlns:a16="http://schemas.microsoft.com/office/drawing/2014/main" id="{8081A86A-AA1C-443E-BDBE-8730D60CB7AD}"/>
              </a:ext>
            </a:extLst>
          </p:cNvPr>
          <p:cNvSpPr txBox="1"/>
          <p:nvPr/>
        </p:nvSpPr>
        <p:spPr>
          <a:xfrm>
            <a:off x="131176" y="2346104"/>
            <a:ext cx="7791469" cy="523220"/>
          </a:xfrm>
          <a:prstGeom prst="rect">
            <a:avLst/>
          </a:prstGeom>
          <a:noFill/>
        </p:spPr>
        <p:txBody>
          <a:bodyPr wrap="square">
            <a:spAutoFit/>
          </a:bodyPr>
          <a:lstStyle/>
          <a:p>
            <a:pPr lvl="0"/>
            <a:r>
              <a:rPr lang="en-US" sz="2800" dirty="0">
                <a:solidFill>
                  <a:schemeClr val="bg1"/>
                </a:solidFill>
              </a:rPr>
              <a:t>(1)  The balls are replaced before the second draw.</a:t>
            </a:r>
            <a:endParaRPr lang="en-IN" sz="2800" dirty="0">
              <a:solidFill>
                <a:schemeClr val="bg1"/>
              </a:solidFill>
            </a:endParaRPr>
          </a:p>
        </p:txBody>
      </p:sp>
      <p:sp>
        <p:nvSpPr>
          <p:cNvPr id="38" name="TextBox 37">
            <a:extLst>
              <a:ext uri="{FF2B5EF4-FFF2-40B4-BE49-F238E27FC236}">
                <a16:creationId xmlns:a16="http://schemas.microsoft.com/office/drawing/2014/main" id="{D2AD19C9-13B5-43D6-BEED-AFE473F91551}"/>
              </a:ext>
            </a:extLst>
          </p:cNvPr>
          <p:cNvSpPr txBox="1"/>
          <p:nvPr/>
        </p:nvSpPr>
        <p:spPr>
          <a:xfrm>
            <a:off x="131176" y="2894168"/>
            <a:ext cx="7791469" cy="523220"/>
          </a:xfrm>
          <a:prstGeom prst="rect">
            <a:avLst/>
          </a:prstGeom>
          <a:noFill/>
        </p:spPr>
        <p:txBody>
          <a:bodyPr wrap="square">
            <a:spAutoFit/>
          </a:bodyPr>
          <a:lstStyle/>
          <a:p>
            <a:r>
              <a:rPr lang="en-US" sz="2800" dirty="0">
                <a:solidFill>
                  <a:schemeClr val="bg1"/>
                </a:solidFill>
              </a:rPr>
              <a:t>(2)  The balls are not replaced before the second draw.</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3BED645-B822-465E-944C-17FDF31FA9B9}"/>
                  </a:ext>
                </a:extLst>
              </p:cNvPr>
              <p:cNvSpPr txBox="1"/>
              <p:nvPr/>
            </p:nvSpPr>
            <p:spPr>
              <a:xfrm>
                <a:off x="1594216" y="5788243"/>
                <a:ext cx="1612567"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r>
                            <a:rPr lang="en-IN" sz="2800" b="0" i="0"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B</m:t>
                          </m:r>
                        </m:e>
                      </m:d>
                    </m:oMath>
                  </m:oMathPara>
                </a14:m>
                <a:endParaRPr lang="en-IN" sz="2800" dirty="0">
                  <a:solidFill>
                    <a:srgbClr val="002060"/>
                  </a:solidFill>
                  <a:latin typeface="+mj-lt"/>
                </a:endParaRPr>
              </a:p>
            </p:txBody>
          </p:sp>
        </mc:Choice>
        <mc:Fallback xmlns="">
          <p:sp>
            <p:nvSpPr>
              <p:cNvPr id="17" name="TextBox 16">
                <a:extLst>
                  <a:ext uri="{FF2B5EF4-FFF2-40B4-BE49-F238E27FC236}">
                    <a16:creationId xmlns:a16="http://schemas.microsoft.com/office/drawing/2014/main" id="{43BED645-B822-465E-944C-17FDF31FA9B9}"/>
                  </a:ext>
                </a:extLst>
              </p:cNvPr>
              <p:cNvSpPr txBox="1">
                <a:spLocks noRot="1" noChangeAspect="1" noMove="1" noResize="1" noEditPoints="1" noAdjustHandles="1" noChangeArrowheads="1" noChangeShapeType="1" noTextEdit="1"/>
              </p:cNvSpPr>
              <p:nvPr/>
            </p:nvSpPr>
            <p:spPr>
              <a:xfrm>
                <a:off x="1594216" y="5788243"/>
                <a:ext cx="1612567"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293ED94-29FC-4CB5-BB52-FE5A0B00AA09}"/>
                  </a:ext>
                </a:extLst>
              </p:cNvPr>
              <p:cNvSpPr txBox="1"/>
              <p:nvPr/>
            </p:nvSpPr>
            <p:spPr>
              <a:xfrm>
                <a:off x="2991217" y="5788243"/>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18" name="TextBox 17">
                <a:extLst>
                  <a:ext uri="{FF2B5EF4-FFF2-40B4-BE49-F238E27FC236}">
                    <a16:creationId xmlns:a16="http://schemas.microsoft.com/office/drawing/2014/main" id="{2293ED94-29FC-4CB5-BB52-FE5A0B00AA09}"/>
                  </a:ext>
                </a:extLst>
              </p:cNvPr>
              <p:cNvSpPr txBox="1">
                <a:spLocks noRot="1" noChangeAspect="1" noMove="1" noResize="1" noEditPoints="1" noAdjustHandles="1" noChangeArrowheads="1" noChangeShapeType="1" noTextEdit="1"/>
              </p:cNvSpPr>
              <p:nvPr/>
            </p:nvSpPr>
            <p:spPr>
              <a:xfrm>
                <a:off x="2991217" y="5788243"/>
                <a:ext cx="488584"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8D88A55-F7B8-46B5-BA96-546306EE42AF}"/>
                  </a:ext>
                </a:extLst>
              </p:cNvPr>
              <p:cNvSpPr txBox="1"/>
              <p:nvPr/>
            </p:nvSpPr>
            <p:spPr>
              <a:xfrm>
                <a:off x="3344069" y="5788243"/>
                <a:ext cx="367080" cy="523220"/>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20" name="TextBox 19">
                <a:extLst>
                  <a:ext uri="{FF2B5EF4-FFF2-40B4-BE49-F238E27FC236}">
                    <a16:creationId xmlns:a16="http://schemas.microsoft.com/office/drawing/2014/main" id="{68D88A55-F7B8-46B5-BA96-546306EE42AF}"/>
                  </a:ext>
                </a:extLst>
              </p:cNvPr>
              <p:cNvSpPr txBox="1">
                <a:spLocks noRot="1" noChangeAspect="1" noMove="1" noResize="1" noEditPoints="1" noAdjustHandles="1" noChangeArrowheads="1" noChangeShapeType="1" noTextEdit="1"/>
              </p:cNvSpPr>
              <p:nvPr/>
            </p:nvSpPr>
            <p:spPr>
              <a:xfrm>
                <a:off x="3344069" y="5788243"/>
                <a:ext cx="367080" cy="523220"/>
              </a:xfrm>
              <a:prstGeom prst="rect">
                <a:avLst/>
              </a:prstGeom>
              <a:blipFill>
                <a:blip r:embed="rId1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562422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7" grpId="0"/>
      <p:bldP spid="28" grpId="0"/>
      <p:bldP spid="29" grpId="0"/>
      <p:bldP spid="30" grpId="0"/>
      <p:bldP spid="32" grpId="0"/>
      <p:bldP spid="33" grpId="0"/>
      <p:bldP spid="34" grpId="0"/>
      <p:bldP spid="35" grpId="0"/>
      <p:bldP spid="17" grpId="0"/>
      <p:bldP spid="18" grpId="0"/>
      <p:bldP spid="20"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8 (</a:t>
            </a:r>
            <a:r>
              <a:rPr lang="en-IN" dirty="0"/>
              <a:t>Continue</a:t>
            </a:r>
            <a:r>
              <a:rPr lang="en-GB" dirty="0"/>
              <a:t>)</a:t>
            </a:r>
            <a:endParaRPr lang="en-US" dirty="0"/>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88824859-8889-45E4-8709-FF7014A6050A}"/>
                  </a:ext>
                </a:extLst>
              </p:cNvPr>
              <p:cNvSpPr txBox="1"/>
              <p:nvPr/>
            </p:nvSpPr>
            <p:spPr>
              <a:xfrm>
                <a:off x="8167714" y="787431"/>
                <a:ext cx="1121547" cy="477054"/>
              </a:xfrm>
              <a:prstGeom prst="rect">
                <a:avLst/>
              </a:prstGeom>
              <a:noFill/>
            </p:spPr>
            <p:txBody>
              <a:bodyPr wrap="square" rtlCol="0">
                <a:spAutoFit/>
              </a:bodyPr>
              <a:lstStyle/>
              <a:p>
                <a14:m>
                  <m:oMath xmlns:m="http://schemas.openxmlformats.org/officeDocument/2006/math">
                    <m:r>
                      <a:rPr lang="en-IN" sz="2500" i="1" dirty="0" smtClean="0">
                        <a:solidFill>
                          <a:srgbClr val="002060"/>
                        </a:solidFill>
                        <a:latin typeface="Cambria Math" panose="02040503050406030204" pitchFamily="18" charset="0"/>
                      </a:rPr>
                      <m:t>6</m:t>
                    </m:r>
                  </m:oMath>
                </a14:m>
                <a:r>
                  <a:rPr lang="en-IN" sz="2500" dirty="0">
                    <a:solidFill>
                      <a:srgbClr val="002060"/>
                    </a:solidFill>
                    <a:latin typeface="+mj-lt"/>
                  </a:rPr>
                  <a:t> white </a:t>
                </a:r>
              </a:p>
            </p:txBody>
          </p:sp>
        </mc:Choice>
        <mc:Fallback xmlns="">
          <p:sp>
            <p:nvSpPr>
              <p:cNvPr id="28" name="TextBox 27">
                <a:extLst>
                  <a:ext uri="{FF2B5EF4-FFF2-40B4-BE49-F238E27FC236}">
                    <a16:creationId xmlns:a16="http://schemas.microsoft.com/office/drawing/2014/main" id="{88824859-8889-45E4-8709-FF7014A6050A}"/>
                  </a:ext>
                </a:extLst>
              </p:cNvPr>
              <p:cNvSpPr txBox="1">
                <a:spLocks noRot="1" noChangeAspect="1" noMove="1" noResize="1" noEditPoints="1" noAdjustHandles="1" noChangeArrowheads="1" noChangeShapeType="1" noTextEdit="1"/>
              </p:cNvSpPr>
              <p:nvPr/>
            </p:nvSpPr>
            <p:spPr>
              <a:xfrm>
                <a:off x="8167714" y="787431"/>
                <a:ext cx="1121547" cy="477054"/>
              </a:xfrm>
              <a:prstGeom prst="rect">
                <a:avLst/>
              </a:prstGeom>
              <a:blipFill>
                <a:blip r:embed="rId2"/>
                <a:stretch>
                  <a:fillRect l="-1630" t="-8974" r="-13043" b="-3076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D6276BD-5FD9-4AFF-BC07-67B0416244EE}"/>
                  </a:ext>
                </a:extLst>
              </p:cNvPr>
              <p:cNvSpPr txBox="1"/>
              <p:nvPr/>
            </p:nvSpPr>
            <p:spPr>
              <a:xfrm>
                <a:off x="9206370" y="787431"/>
                <a:ext cx="445859" cy="47705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500" b="0" i="1" dirty="0" smtClean="0">
                          <a:solidFill>
                            <a:srgbClr val="002060"/>
                          </a:solidFill>
                          <a:latin typeface="Cambria Math" panose="02040503050406030204" pitchFamily="18" charset="0"/>
                        </a:rPr>
                        <m:t>+</m:t>
                      </m:r>
                    </m:oMath>
                  </m:oMathPara>
                </a14:m>
                <a:endParaRPr lang="en-IN" sz="2500" dirty="0">
                  <a:solidFill>
                    <a:srgbClr val="002060"/>
                  </a:solidFill>
                  <a:latin typeface="+mj-lt"/>
                </a:endParaRPr>
              </a:p>
            </p:txBody>
          </p:sp>
        </mc:Choice>
        <mc:Fallback xmlns="">
          <p:sp>
            <p:nvSpPr>
              <p:cNvPr id="29" name="TextBox 28">
                <a:extLst>
                  <a:ext uri="{FF2B5EF4-FFF2-40B4-BE49-F238E27FC236}">
                    <a16:creationId xmlns:a16="http://schemas.microsoft.com/office/drawing/2014/main" id="{0D6276BD-5FD9-4AFF-BC07-67B0416244EE}"/>
                  </a:ext>
                </a:extLst>
              </p:cNvPr>
              <p:cNvSpPr txBox="1">
                <a:spLocks noRot="1" noChangeAspect="1" noMove="1" noResize="1" noEditPoints="1" noAdjustHandles="1" noChangeArrowheads="1" noChangeShapeType="1" noTextEdit="1"/>
              </p:cNvSpPr>
              <p:nvPr/>
            </p:nvSpPr>
            <p:spPr>
              <a:xfrm>
                <a:off x="9206370" y="787431"/>
                <a:ext cx="445859" cy="477054"/>
              </a:xfrm>
              <a:prstGeom prst="rect">
                <a:avLst/>
              </a:prstGeom>
              <a:blipFill>
                <a:blip r:embed="rId3"/>
                <a:stretch>
                  <a:fillRect l="-274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CE178AC-B18F-4B11-938D-C485558BB98E}"/>
                  </a:ext>
                </a:extLst>
              </p:cNvPr>
              <p:cNvSpPr txBox="1"/>
              <p:nvPr/>
            </p:nvSpPr>
            <p:spPr>
              <a:xfrm>
                <a:off x="9569338" y="787431"/>
                <a:ext cx="1092312" cy="477054"/>
              </a:xfrm>
              <a:prstGeom prst="rect">
                <a:avLst/>
              </a:prstGeom>
              <a:noFill/>
            </p:spPr>
            <p:txBody>
              <a:bodyPr wrap="square" rtlCol="0">
                <a:spAutoFit/>
              </a:bodyPr>
              <a:lstStyle/>
              <a:p>
                <a14:m>
                  <m:oMath xmlns:m="http://schemas.openxmlformats.org/officeDocument/2006/math">
                    <m:r>
                      <a:rPr lang="en-IN" sz="2500" b="0" i="1" dirty="0" smtClean="0">
                        <a:solidFill>
                          <a:srgbClr val="002060"/>
                        </a:solidFill>
                        <a:latin typeface="Cambria Math" panose="02040503050406030204" pitchFamily="18" charset="0"/>
                      </a:rPr>
                      <m:t>9</m:t>
                    </m:r>
                  </m:oMath>
                </a14:m>
                <a:r>
                  <a:rPr lang="en-IN" sz="2500" dirty="0">
                    <a:solidFill>
                      <a:srgbClr val="002060"/>
                    </a:solidFill>
                    <a:latin typeface="+mj-lt"/>
                  </a:rPr>
                  <a:t> black </a:t>
                </a:r>
              </a:p>
            </p:txBody>
          </p:sp>
        </mc:Choice>
        <mc:Fallback xmlns="">
          <p:sp>
            <p:nvSpPr>
              <p:cNvPr id="30" name="TextBox 29">
                <a:extLst>
                  <a:ext uri="{FF2B5EF4-FFF2-40B4-BE49-F238E27FC236}">
                    <a16:creationId xmlns:a16="http://schemas.microsoft.com/office/drawing/2014/main" id="{DCE178AC-B18F-4B11-938D-C485558BB98E}"/>
                  </a:ext>
                </a:extLst>
              </p:cNvPr>
              <p:cNvSpPr txBox="1">
                <a:spLocks noRot="1" noChangeAspect="1" noMove="1" noResize="1" noEditPoints="1" noAdjustHandles="1" noChangeArrowheads="1" noChangeShapeType="1" noTextEdit="1"/>
              </p:cNvSpPr>
              <p:nvPr/>
            </p:nvSpPr>
            <p:spPr>
              <a:xfrm>
                <a:off x="9569338" y="787431"/>
                <a:ext cx="1092312" cy="477054"/>
              </a:xfrm>
              <a:prstGeom prst="rect">
                <a:avLst/>
              </a:prstGeom>
              <a:blipFill>
                <a:blip r:embed="rId4"/>
                <a:stretch>
                  <a:fillRect l="-1676" t="-8974" r="-15084" b="-3076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7EB4910F-7DCE-47C8-B736-C816F6318FDD}"/>
                  </a:ext>
                </a:extLst>
              </p:cNvPr>
              <p:cNvSpPr txBox="1"/>
              <p:nvPr/>
            </p:nvSpPr>
            <p:spPr>
              <a:xfrm>
                <a:off x="1594216" y="787431"/>
                <a:ext cx="5309504" cy="523220"/>
              </a:xfrm>
              <a:prstGeom prst="rect">
                <a:avLst/>
              </a:prstGeom>
              <a:noFill/>
            </p:spPr>
            <p:txBody>
              <a:bodyPr wrap="square" rtlCol="0">
                <a:spAutoFit/>
              </a:bodyPr>
              <a:lstStyle/>
              <a:p>
                <a14:m>
                  <m:oMath xmlns:m="http://schemas.openxmlformats.org/officeDocument/2006/math">
                    <m:r>
                      <m:rPr>
                        <m:sty m:val="p"/>
                      </m:rPr>
                      <a:rPr lang="en-IN" sz="2800" i="0" dirty="0" smtClean="0">
                        <a:solidFill>
                          <a:srgbClr val="002060"/>
                        </a:solidFill>
                        <a:latin typeface="Cambria Math" panose="02040503050406030204" pitchFamily="18" charset="0"/>
                      </a:rPr>
                      <m:t>A</m:t>
                    </m:r>
                  </m:oMath>
                </a14:m>
                <a:r>
                  <a:rPr lang="en-IN" sz="2800" dirty="0">
                    <a:solidFill>
                      <a:srgbClr val="002060"/>
                    </a:solidFill>
                    <a:latin typeface="+mj-lt"/>
                  </a:rPr>
                  <a:t> : </a:t>
                </a:r>
                <a:r>
                  <a:rPr lang="en-GB" sz="2800" dirty="0">
                    <a:solidFill>
                      <a:srgbClr val="002060"/>
                    </a:solidFill>
                    <a:latin typeface="+mj-lt"/>
                  </a:rPr>
                  <a:t>The first draw gives </a:t>
                </a:r>
                <a14:m>
                  <m:oMath xmlns:m="http://schemas.openxmlformats.org/officeDocument/2006/math">
                    <m:r>
                      <a:rPr lang="en-GB" sz="2800" i="1" dirty="0" smtClean="0">
                        <a:solidFill>
                          <a:srgbClr val="002060"/>
                        </a:solidFill>
                        <a:latin typeface="Cambria Math" panose="02040503050406030204" pitchFamily="18" charset="0"/>
                      </a:rPr>
                      <m:t>4</m:t>
                    </m:r>
                  </m:oMath>
                </a14:m>
                <a:r>
                  <a:rPr lang="en-GB" sz="2800" dirty="0">
                    <a:solidFill>
                      <a:srgbClr val="002060"/>
                    </a:solidFill>
                    <a:latin typeface="+mj-lt"/>
                  </a:rPr>
                  <a:t> white balls.</a:t>
                </a:r>
                <a:endParaRPr lang="en-IN" sz="2800" dirty="0">
                  <a:solidFill>
                    <a:srgbClr val="002060"/>
                  </a:solidFill>
                  <a:latin typeface="+mj-lt"/>
                </a:endParaRPr>
              </a:p>
            </p:txBody>
          </p:sp>
        </mc:Choice>
        <mc:Fallback xmlns="">
          <p:sp>
            <p:nvSpPr>
              <p:cNvPr id="33" name="TextBox 32">
                <a:extLst>
                  <a:ext uri="{FF2B5EF4-FFF2-40B4-BE49-F238E27FC236}">
                    <a16:creationId xmlns:a16="http://schemas.microsoft.com/office/drawing/2014/main" id="{7EB4910F-7DCE-47C8-B736-C816F6318FDD}"/>
                  </a:ext>
                </a:extLst>
              </p:cNvPr>
              <p:cNvSpPr txBox="1">
                <a:spLocks noRot="1" noChangeAspect="1" noMove="1" noResize="1" noEditPoints="1" noAdjustHandles="1" noChangeArrowheads="1" noChangeShapeType="1" noTextEdit="1"/>
              </p:cNvSpPr>
              <p:nvPr/>
            </p:nvSpPr>
            <p:spPr>
              <a:xfrm>
                <a:off x="1594216" y="787431"/>
                <a:ext cx="5309504" cy="523220"/>
              </a:xfrm>
              <a:prstGeom prst="rect">
                <a:avLst/>
              </a:prstGeom>
              <a:blipFill>
                <a:blip r:embed="rId5"/>
                <a:stretch>
                  <a:fillRect t="-10465" r="-137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7BDCC1E-190E-456B-8C15-4E03E52F5EF5}"/>
                  </a:ext>
                </a:extLst>
              </p:cNvPr>
              <p:cNvSpPr txBox="1"/>
              <p:nvPr/>
            </p:nvSpPr>
            <p:spPr>
              <a:xfrm>
                <a:off x="1594216" y="1330129"/>
                <a:ext cx="5764528" cy="523220"/>
              </a:xfrm>
              <a:prstGeom prst="rect">
                <a:avLst/>
              </a:prstGeom>
              <a:noFill/>
            </p:spPr>
            <p:txBody>
              <a:bodyPr wrap="square" rtlCol="0">
                <a:spAutoFit/>
              </a:bodyPr>
              <a:lstStyle/>
              <a:p>
                <a14:m>
                  <m:oMath xmlns:m="http://schemas.openxmlformats.org/officeDocument/2006/math">
                    <m:r>
                      <m:rPr>
                        <m:sty m:val="p"/>
                      </m:rPr>
                      <a:rPr lang="en-IN" sz="2800" b="0" i="0" dirty="0" smtClean="0">
                        <a:solidFill>
                          <a:srgbClr val="002060"/>
                        </a:solidFill>
                        <a:latin typeface="Cambria Math" panose="02040503050406030204" pitchFamily="18" charset="0"/>
                      </a:rPr>
                      <m:t>B</m:t>
                    </m:r>
                  </m:oMath>
                </a14:m>
                <a:r>
                  <a:rPr lang="en-IN" sz="2800" dirty="0">
                    <a:solidFill>
                      <a:srgbClr val="002060"/>
                    </a:solidFill>
                    <a:latin typeface="+mj-lt"/>
                  </a:rPr>
                  <a:t> : </a:t>
                </a:r>
                <a:r>
                  <a:rPr lang="en-GB" sz="2800" dirty="0">
                    <a:solidFill>
                      <a:srgbClr val="002060"/>
                    </a:solidFill>
                    <a:latin typeface="+mj-lt"/>
                  </a:rPr>
                  <a:t>The second draw gives </a:t>
                </a:r>
                <a14:m>
                  <m:oMath xmlns:m="http://schemas.openxmlformats.org/officeDocument/2006/math">
                    <m:r>
                      <a:rPr lang="en-GB" sz="2800" i="0" dirty="0" smtClean="0">
                        <a:solidFill>
                          <a:srgbClr val="002060"/>
                        </a:solidFill>
                        <a:latin typeface="Cambria Math" panose="02040503050406030204" pitchFamily="18" charset="0"/>
                      </a:rPr>
                      <m:t>4</m:t>
                    </m:r>
                  </m:oMath>
                </a14:m>
                <a:r>
                  <a:rPr lang="en-GB" sz="2800" dirty="0">
                    <a:solidFill>
                      <a:srgbClr val="002060"/>
                    </a:solidFill>
                    <a:latin typeface="+mj-lt"/>
                  </a:rPr>
                  <a:t> black balls.</a:t>
                </a:r>
                <a:endParaRPr lang="en-IN" sz="2800" dirty="0">
                  <a:solidFill>
                    <a:srgbClr val="002060"/>
                  </a:solidFill>
                  <a:latin typeface="+mj-lt"/>
                </a:endParaRPr>
              </a:p>
            </p:txBody>
          </p:sp>
        </mc:Choice>
        <mc:Fallback xmlns="">
          <p:sp>
            <p:nvSpPr>
              <p:cNvPr id="35" name="TextBox 34">
                <a:extLst>
                  <a:ext uri="{FF2B5EF4-FFF2-40B4-BE49-F238E27FC236}">
                    <a16:creationId xmlns:a16="http://schemas.microsoft.com/office/drawing/2014/main" id="{57BDCC1E-190E-456B-8C15-4E03E52F5EF5}"/>
                  </a:ext>
                </a:extLst>
              </p:cNvPr>
              <p:cNvSpPr txBox="1">
                <a:spLocks noRot="1" noChangeAspect="1" noMove="1" noResize="1" noEditPoints="1" noAdjustHandles="1" noChangeArrowheads="1" noChangeShapeType="1" noTextEdit="1"/>
              </p:cNvSpPr>
              <p:nvPr/>
            </p:nvSpPr>
            <p:spPr>
              <a:xfrm>
                <a:off x="1594216" y="1330129"/>
                <a:ext cx="5764528" cy="523220"/>
              </a:xfrm>
              <a:prstGeom prst="rect">
                <a:avLst/>
              </a:prstGeom>
              <a:blipFill>
                <a:blip r:embed="rId6"/>
                <a:stretch>
                  <a:fillRect t="-10465" r="-741" b="-32558"/>
                </a:stretch>
              </a:blipFill>
            </p:spPr>
            <p:txBody>
              <a:bodyPr/>
              <a:lstStyle/>
              <a:p>
                <a:r>
                  <a:rPr lang="en-IN">
                    <a:noFill/>
                  </a:rPr>
                  <a:t> </a:t>
                </a:r>
              </a:p>
            </p:txBody>
          </p:sp>
        </mc:Fallback>
      </mc:AlternateContent>
      <p:sp>
        <p:nvSpPr>
          <p:cNvPr id="36" name="TextBox 35">
            <a:extLst>
              <a:ext uri="{FF2B5EF4-FFF2-40B4-BE49-F238E27FC236}">
                <a16:creationId xmlns:a16="http://schemas.microsoft.com/office/drawing/2014/main" id="{8081A86A-AA1C-443E-BDBE-8730D60CB7AD}"/>
              </a:ext>
            </a:extLst>
          </p:cNvPr>
          <p:cNvSpPr txBox="1"/>
          <p:nvPr/>
        </p:nvSpPr>
        <p:spPr>
          <a:xfrm>
            <a:off x="1594216" y="1853349"/>
            <a:ext cx="7791469" cy="523220"/>
          </a:xfrm>
          <a:prstGeom prst="rect">
            <a:avLst/>
          </a:prstGeom>
          <a:noFill/>
        </p:spPr>
        <p:txBody>
          <a:bodyPr wrap="square">
            <a:spAutoFit/>
          </a:bodyPr>
          <a:lstStyle/>
          <a:p>
            <a:pPr lvl="0"/>
            <a:r>
              <a:rPr lang="en-US" sz="2800" b="1" dirty="0">
                <a:solidFill>
                  <a:srgbClr val="002060"/>
                </a:solidFill>
              </a:rPr>
              <a:t>(1)  The balls are replaced before the second draw.</a:t>
            </a:r>
            <a:endParaRPr lang="en-IN" sz="2800" b="1" dirty="0">
              <a:solidFill>
                <a:srgbClr val="002060"/>
              </a:solidFill>
            </a:endParaRPr>
          </a:p>
        </p:txBody>
      </p:sp>
      <p:sp>
        <p:nvSpPr>
          <p:cNvPr id="38" name="TextBox 37">
            <a:extLst>
              <a:ext uri="{FF2B5EF4-FFF2-40B4-BE49-F238E27FC236}">
                <a16:creationId xmlns:a16="http://schemas.microsoft.com/office/drawing/2014/main" id="{D2AD19C9-13B5-43D6-BEED-AFE473F91551}"/>
              </a:ext>
            </a:extLst>
          </p:cNvPr>
          <p:cNvSpPr txBox="1"/>
          <p:nvPr/>
        </p:nvSpPr>
        <p:spPr>
          <a:xfrm>
            <a:off x="1595002" y="7045126"/>
            <a:ext cx="7791469" cy="523220"/>
          </a:xfrm>
          <a:prstGeom prst="rect">
            <a:avLst/>
          </a:prstGeom>
          <a:noFill/>
        </p:spPr>
        <p:txBody>
          <a:bodyPr wrap="square">
            <a:spAutoFit/>
          </a:bodyPr>
          <a:lstStyle/>
          <a:p>
            <a:r>
              <a:rPr lang="en-US" sz="2800" dirty="0">
                <a:solidFill>
                  <a:schemeClr val="bg1"/>
                </a:solidFill>
              </a:rPr>
              <a:t>(2)  The balls are not replaced before the second draw.</a:t>
            </a:r>
            <a:endParaRPr lang="en-IN" sz="2800" dirty="0">
              <a:solidFill>
                <a:schemeClr val="bg1"/>
              </a:solidFill>
            </a:endParaRPr>
          </a:p>
        </p:txBody>
      </p:sp>
      <p:sp>
        <p:nvSpPr>
          <p:cNvPr id="18" name="TextBox 17">
            <a:extLst>
              <a:ext uri="{FF2B5EF4-FFF2-40B4-BE49-F238E27FC236}">
                <a16:creationId xmlns:a16="http://schemas.microsoft.com/office/drawing/2014/main" id="{3B4D0FB6-8000-4DF3-84FA-1E008D6278EF}"/>
              </a:ext>
            </a:extLst>
          </p:cNvPr>
          <p:cNvSpPr txBox="1"/>
          <p:nvPr/>
        </p:nvSpPr>
        <p:spPr>
          <a:xfrm>
            <a:off x="1594216" y="2396047"/>
            <a:ext cx="4095384" cy="523220"/>
          </a:xfrm>
          <a:prstGeom prst="rect">
            <a:avLst/>
          </a:prstGeom>
          <a:noFill/>
        </p:spPr>
        <p:txBody>
          <a:bodyPr wrap="square" rtlCol="0">
            <a:spAutoFit/>
          </a:bodyPr>
          <a:lstStyle/>
          <a:p>
            <a:r>
              <a:rPr lang="en-GB" sz="2800" dirty="0">
                <a:solidFill>
                  <a:srgbClr val="002060"/>
                </a:solidFill>
                <a:latin typeface="+mj-lt"/>
              </a:rPr>
              <a:t>Since the balls are replaced,</a:t>
            </a:r>
            <a:endParaRPr lang="en-IN" sz="2800" dirty="0">
              <a:solidFill>
                <a:srgbClr val="002060"/>
              </a:solidFill>
              <a:latin typeface="+mj-lt"/>
            </a:endParaRPr>
          </a:p>
        </p:txBody>
      </p:sp>
      <p:sp>
        <p:nvSpPr>
          <p:cNvPr id="20" name="TextBox 19">
            <a:extLst>
              <a:ext uri="{FF2B5EF4-FFF2-40B4-BE49-F238E27FC236}">
                <a16:creationId xmlns:a16="http://schemas.microsoft.com/office/drawing/2014/main" id="{70DCAC13-B951-46C9-B911-57CCDB7EEF32}"/>
              </a:ext>
            </a:extLst>
          </p:cNvPr>
          <p:cNvSpPr txBox="1"/>
          <p:nvPr/>
        </p:nvSpPr>
        <p:spPr>
          <a:xfrm>
            <a:off x="5585873" y="2396047"/>
            <a:ext cx="3412984" cy="523220"/>
          </a:xfrm>
          <a:prstGeom prst="rect">
            <a:avLst/>
          </a:prstGeom>
          <a:noFill/>
        </p:spPr>
        <p:txBody>
          <a:bodyPr wrap="square" rtlCol="0">
            <a:spAutoFit/>
          </a:bodyPr>
          <a:lstStyle/>
          <a:p>
            <a:r>
              <a:rPr lang="en-GB" sz="2800" dirty="0">
                <a:solidFill>
                  <a:srgbClr val="002060"/>
                </a:solidFill>
                <a:latin typeface="+mj-lt"/>
              </a:rPr>
              <a:t>sample remains same.</a:t>
            </a:r>
            <a:endParaRPr lang="en-IN" sz="2800" dirty="0">
              <a:solidFill>
                <a:srgbClr val="002060"/>
              </a:solidFill>
              <a:latin typeface="+mj-lt"/>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FCF220D-929F-4FAF-B4AA-C8690214D523}"/>
                  </a:ext>
                </a:extLst>
              </p:cNvPr>
              <p:cNvSpPr txBox="1"/>
              <p:nvPr/>
            </p:nvSpPr>
            <p:spPr>
              <a:xfrm>
                <a:off x="2158117" y="2919267"/>
                <a:ext cx="5764528" cy="523220"/>
              </a:xfrm>
              <a:prstGeom prst="rect">
                <a:avLst/>
              </a:prstGeom>
              <a:noFill/>
            </p:spPr>
            <p:txBody>
              <a:bodyPr wrap="square" rtlCol="0">
                <a:spAutoFit/>
              </a:bodyPr>
              <a:lstStyle/>
              <a:p>
                <a:r>
                  <a:rPr lang="en-GB" sz="2800" dirty="0">
                    <a:solidFill>
                      <a:srgbClr val="002060"/>
                    </a:solidFill>
                    <a:latin typeface="+mj-lt"/>
                  </a:rPr>
                  <a:t>Events </a:t>
                </a:r>
                <a14:m>
                  <m:oMath xmlns:m="http://schemas.openxmlformats.org/officeDocument/2006/math">
                    <m:r>
                      <m:rPr>
                        <m:sty m:val="p"/>
                      </m:rPr>
                      <a:rPr lang="en-GB" sz="2800" i="0" dirty="0" smtClean="0">
                        <a:solidFill>
                          <a:srgbClr val="002060"/>
                        </a:solidFill>
                        <a:latin typeface="Cambria Math" panose="02040503050406030204" pitchFamily="18" charset="0"/>
                      </a:rPr>
                      <m:t>A</m:t>
                    </m:r>
                  </m:oMath>
                </a14:m>
                <a:r>
                  <a:rPr lang="en-GB" sz="2800" dirty="0">
                    <a:solidFill>
                      <a:srgbClr val="002060"/>
                    </a:solidFill>
                    <a:latin typeface="+mj-lt"/>
                  </a:rPr>
                  <a:t> and </a:t>
                </a:r>
                <a14:m>
                  <m:oMath xmlns:m="http://schemas.openxmlformats.org/officeDocument/2006/math">
                    <m:r>
                      <m:rPr>
                        <m:sty m:val="p"/>
                      </m:rPr>
                      <a:rPr lang="en-GB" sz="2800" i="0" dirty="0" smtClean="0">
                        <a:solidFill>
                          <a:srgbClr val="002060"/>
                        </a:solidFill>
                        <a:latin typeface="Cambria Math" panose="02040503050406030204" pitchFamily="18" charset="0"/>
                      </a:rPr>
                      <m:t>B</m:t>
                    </m:r>
                  </m:oMath>
                </a14:m>
                <a:r>
                  <a:rPr lang="en-GB" sz="2800" dirty="0">
                    <a:solidFill>
                      <a:srgbClr val="002060"/>
                    </a:solidFill>
                    <a:latin typeface="+mj-lt"/>
                  </a:rPr>
                  <a:t> are independent events.</a:t>
                </a:r>
                <a:endParaRPr lang="en-IN" sz="2800" dirty="0">
                  <a:solidFill>
                    <a:srgbClr val="002060"/>
                  </a:solidFill>
                  <a:latin typeface="+mj-lt"/>
                </a:endParaRPr>
              </a:p>
            </p:txBody>
          </p:sp>
        </mc:Choice>
        <mc:Fallback xmlns="">
          <p:sp>
            <p:nvSpPr>
              <p:cNvPr id="21" name="TextBox 20">
                <a:extLst>
                  <a:ext uri="{FF2B5EF4-FFF2-40B4-BE49-F238E27FC236}">
                    <a16:creationId xmlns:a16="http://schemas.microsoft.com/office/drawing/2014/main" id="{0FCF220D-929F-4FAF-B4AA-C8690214D523}"/>
                  </a:ext>
                </a:extLst>
              </p:cNvPr>
              <p:cNvSpPr txBox="1">
                <a:spLocks noRot="1" noChangeAspect="1" noMove="1" noResize="1" noEditPoints="1" noAdjustHandles="1" noChangeArrowheads="1" noChangeShapeType="1" noTextEdit="1"/>
              </p:cNvSpPr>
              <p:nvPr/>
            </p:nvSpPr>
            <p:spPr>
              <a:xfrm>
                <a:off x="2158117" y="2919267"/>
                <a:ext cx="5764528" cy="523220"/>
              </a:xfrm>
              <a:prstGeom prst="rect">
                <a:avLst/>
              </a:prstGeom>
              <a:blipFill>
                <a:blip r:embed="rId7"/>
                <a:stretch>
                  <a:fillRect l="-2114" t="-11628" r="-529"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5038B28-003D-4263-9DF5-2023B91DC35B}"/>
                  </a:ext>
                </a:extLst>
              </p:cNvPr>
              <p:cNvSpPr txBox="1"/>
              <p:nvPr/>
            </p:nvSpPr>
            <p:spPr>
              <a:xfrm>
                <a:off x="1594216" y="2919267"/>
                <a:ext cx="63028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22" name="TextBox 21">
                <a:extLst>
                  <a:ext uri="{FF2B5EF4-FFF2-40B4-BE49-F238E27FC236}">
                    <a16:creationId xmlns:a16="http://schemas.microsoft.com/office/drawing/2014/main" id="{35038B28-003D-4263-9DF5-2023B91DC35B}"/>
                  </a:ext>
                </a:extLst>
              </p:cNvPr>
              <p:cNvSpPr txBox="1">
                <a:spLocks noRot="1" noChangeAspect="1" noMove="1" noResize="1" noEditPoints="1" noAdjustHandles="1" noChangeArrowheads="1" noChangeShapeType="1" noTextEdit="1"/>
              </p:cNvSpPr>
              <p:nvPr/>
            </p:nvSpPr>
            <p:spPr>
              <a:xfrm>
                <a:off x="1594216" y="2919267"/>
                <a:ext cx="630280"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58D58C9-0AEE-49E3-87A8-2739169BB059}"/>
                  </a:ext>
                </a:extLst>
              </p:cNvPr>
              <p:cNvSpPr txBox="1"/>
              <p:nvPr/>
            </p:nvSpPr>
            <p:spPr>
              <a:xfrm>
                <a:off x="9503921" y="3518717"/>
                <a:ext cx="1894681"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r>
                        <a:rPr lang="en-IN" sz="2800" b="0" i="0"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IN" sz="2800" dirty="0">
                  <a:solidFill>
                    <a:srgbClr val="002060"/>
                  </a:solidFill>
                  <a:latin typeface="+mj-lt"/>
                </a:endParaRPr>
              </a:p>
            </p:txBody>
          </p:sp>
        </mc:Choice>
        <mc:Fallback xmlns="">
          <p:sp>
            <p:nvSpPr>
              <p:cNvPr id="26" name="TextBox 25">
                <a:extLst>
                  <a:ext uri="{FF2B5EF4-FFF2-40B4-BE49-F238E27FC236}">
                    <a16:creationId xmlns:a16="http://schemas.microsoft.com/office/drawing/2014/main" id="{F58D58C9-0AEE-49E3-87A8-2739169BB059}"/>
                  </a:ext>
                </a:extLst>
              </p:cNvPr>
              <p:cNvSpPr txBox="1">
                <a:spLocks noRot="1" noChangeAspect="1" noMove="1" noResize="1" noEditPoints="1" noAdjustHandles="1" noChangeArrowheads="1" noChangeShapeType="1" noTextEdit="1"/>
              </p:cNvSpPr>
              <p:nvPr/>
            </p:nvSpPr>
            <p:spPr>
              <a:xfrm>
                <a:off x="9503921" y="3518717"/>
                <a:ext cx="1894681"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15E71A7-55AB-4B31-A104-6547673ED5C2}"/>
                  </a:ext>
                </a:extLst>
              </p:cNvPr>
              <p:cNvSpPr txBox="1"/>
              <p:nvPr/>
            </p:nvSpPr>
            <p:spPr>
              <a:xfrm>
                <a:off x="1747228" y="3783247"/>
                <a:ext cx="95243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IN" sz="2800" dirty="0">
                  <a:solidFill>
                    <a:srgbClr val="002060"/>
                  </a:solidFill>
                  <a:latin typeface="+mj-lt"/>
                </a:endParaRPr>
              </a:p>
            </p:txBody>
          </p:sp>
        </mc:Choice>
        <mc:Fallback xmlns="">
          <p:sp>
            <p:nvSpPr>
              <p:cNvPr id="37" name="TextBox 36">
                <a:extLst>
                  <a:ext uri="{FF2B5EF4-FFF2-40B4-BE49-F238E27FC236}">
                    <a16:creationId xmlns:a16="http://schemas.microsoft.com/office/drawing/2014/main" id="{115E71A7-55AB-4B31-A104-6547673ED5C2}"/>
                  </a:ext>
                </a:extLst>
              </p:cNvPr>
              <p:cNvSpPr txBox="1">
                <a:spLocks noRot="1" noChangeAspect="1" noMove="1" noResize="1" noEditPoints="1" noAdjustHandles="1" noChangeArrowheads="1" noChangeShapeType="1" noTextEdit="1"/>
              </p:cNvSpPr>
              <p:nvPr/>
            </p:nvSpPr>
            <p:spPr>
              <a:xfrm>
                <a:off x="1747228" y="3783247"/>
                <a:ext cx="952430"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313B3A90-FCFB-41B5-B05A-E2C2A6E515A9}"/>
                  </a:ext>
                </a:extLst>
              </p:cNvPr>
              <p:cNvSpPr txBox="1"/>
              <p:nvPr/>
            </p:nvSpPr>
            <p:spPr>
              <a:xfrm>
                <a:off x="2563192" y="3783247"/>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39" name="TextBox 38">
                <a:extLst>
                  <a:ext uri="{FF2B5EF4-FFF2-40B4-BE49-F238E27FC236}">
                    <a16:creationId xmlns:a16="http://schemas.microsoft.com/office/drawing/2014/main" id="{313B3A90-FCFB-41B5-B05A-E2C2A6E515A9}"/>
                  </a:ext>
                </a:extLst>
              </p:cNvPr>
              <p:cNvSpPr txBox="1">
                <a:spLocks noRot="1" noChangeAspect="1" noMove="1" noResize="1" noEditPoints="1" noAdjustHandles="1" noChangeArrowheads="1" noChangeShapeType="1" noTextEdit="1"/>
              </p:cNvSpPr>
              <p:nvPr/>
            </p:nvSpPr>
            <p:spPr>
              <a:xfrm>
                <a:off x="2563192" y="3783247"/>
                <a:ext cx="488584"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48A9BD55-A3CF-4ED4-A9E0-D99A26E1AE12}"/>
                  </a:ext>
                </a:extLst>
              </p:cNvPr>
              <p:cNvSpPr txBox="1"/>
              <p:nvPr/>
            </p:nvSpPr>
            <p:spPr>
              <a:xfrm>
                <a:off x="2908145" y="3783247"/>
                <a:ext cx="1119606" cy="67390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 </m:t>
                          </m:r>
                        </m:num>
                        <m:den>
                          <m:r>
                            <a:rPr lang="en-IN" sz="2800" b="0" i="1" dirty="0" smtClean="0">
                              <a:solidFill>
                                <a:srgbClr val="002060"/>
                              </a:solidFill>
                              <a:latin typeface="Cambria Math" panose="02040503050406030204" pitchFamily="18" charset="0"/>
                            </a:rPr>
                            <m:t>           </m:t>
                          </m:r>
                        </m:den>
                      </m:f>
                    </m:oMath>
                  </m:oMathPara>
                </a14:m>
                <a:endParaRPr lang="en-IN" sz="2800" dirty="0">
                  <a:solidFill>
                    <a:srgbClr val="002060"/>
                  </a:solidFill>
                  <a:latin typeface="+mj-lt"/>
                </a:endParaRPr>
              </a:p>
            </p:txBody>
          </p:sp>
        </mc:Choice>
        <mc:Fallback xmlns="">
          <p:sp>
            <p:nvSpPr>
              <p:cNvPr id="40" name="TextBox 39">
                <a:extLst>
                  <a:ext uri="{FF2B5EF4-FFF2-40B4-BE49-F238E27FC236}">
                    <a16:creationId xmlns:a16="http://schemas.microsoft.com/office/drawing/2014/main" id="{48A9BD55-A3CF-4ED4-A9E0-D99A26E1AE12}"/>
                  </a:ext>
                </a:extLst>
              </p:cNvPr>
              <p:cNvSpPr txBox="1">
                <a:spLocks noRot="1" noChangeAspect="1" noMove="1" noResize="1" noEditPoints="1" noAdjustHandles="1" noChangeArrowheads="1" noChangeShapeType="1" noTextEdit="1"/>
              </p:cNvSpPr>
              <p:nvPr/>
            </p:nvSpPr>
            <p:spPr>
              <a:xfrm>
                <a:off x="2908145" y="3783247"/>
                <a:ext cx="1119606" cy="673902"/>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C7DFD5B2-2FB4-4908-AB08-9007397AE84B}"/>
                  </a:ext>
                </a:extLst>
              </p:cNvPr>
              <p:cNvSpPr txBox="1"/>
              <p:nvPr/>
            </p:nvSpPr>
            <p:spPr>
              <a:xfrm>
                <a:off x="3105640" y="3521637"/>
                <a:ext cx="776114"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6</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C7DFD5B2-2FB4-4908-AB08-9007397AE84B}"/>
                  </a:ext>
                </a:extLst>
              </p:cNvPr>
              <p:cNvSpPr txBox="1">
                <a:spLocks noRot="1" noChangeAspect="1" noMove="1" noResize="1" noEditPoints="1" noAdjustHandles="1" noChangeArrowheads="1" noChangeShapeType="1" noTextEdit="1"/>
              </p:cNvSpPr>
              <p:nvPr/>
            </p:nvSpPr>
            <p:spPr>
              <a:xfrm>
                <a:off x="3105640" y="3521637"/>
                <a:ext cx="776114"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C3686A28-A9CE-42B3-9F01-34F36C6BBFC7}"/>
                  </a:ext>
                </a:extLst>
              </p:cNvPr>
              <p:cNvSpPr txBox="1"/>
              <p:nvPr/>
            </p:nvSpPr>
            <p:spPr>
              <a:xfrm>
                <a:off x="3066835" y="4075169"/>
                <a:ext cx="853725"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15</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43" name="TextBox 42">
                <a:extLst>
                  <a:ext uri="{FF2B5EF4-FFF2-40B4-BE49-F238E27FC236}">
                    <a16:creationId xmlns:a16="http://schemas.microsoft.com/office/drawing/2014/main" id="{C3686A28-A9CE-42B3-9F01-34F36C6BBFC7}"/>
                  </a:ext>
                </a:extLst>
              </p:cNvPr>
              <p:cNvSpPr txBox="1">
                <a:spLocks noRot="1" noChangeAspect="1" noMove="1" noResize="1" noEditPoints="1" noAdjustHandles="1" noChangeArrowheads="1" noChangeShapeType="1" noTextEdit="1"/>
              </p:cNvSpPr>
              <p:nvPr/>
            </p:nvSpPr>
            <p:spPr>
              <a:xfrm>
                <a:off x="3066835" y="4075169"/>
                <a:ext cx="853725"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F1047C8-9C84-460A-90EC-29E1E93F655B}"/>
                  </a:ext>
                </a:extLst>
              </p:cNvPr>
              <p:cNvSpPr txBox="1"/>
              <p:nvPr/>
            </p:nvSpPr>
            <p:spPr>
              <a:xfrm>
                <a:off x="3924678" y="3783247"/>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45" name="TextBox 44">
                <a:extLst>
                  <a:ext uri="{FF2B5EF4-FFF2-40B4-BE49-F238E27FC236}">
                    <a16:creationId xmlns:a16="http://schemas.microsoft.com/office/drawing/2014/main" id="{7F1047C8-9C84-460A-90EC-29E1E93F655B}"/>
                  </a:ext>
                </a:extLst>
              </p:cNvPr>
              <p:cNvSpPr txBox="1">
                <a:spLocks noRot="1" noChangeAspect="1" noMove="1" noResize="1" noEditPoints="1" noAdjustHandles="1" noChangeArrowheads="1" noChangeShapeType="1" noTextEdit="1"/>
              </p:cNvSpPr>
              <p:nvPr/>
            </p:nvSpPr>
            <p:spPr>
              <a:xfrm>
                <a:off x="3924678" y="3783247"/>
                <a:ext cx="488584"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E2B0D4C-E77F-497A-993B-61501D3670B7}"/>
                  </a:ext>
                </a:extLst>
              </p:cNvPr>
              <p:cNvSpPr txBox="1"/>
              <p:nvPr/>
            </p:nvSpPr>
            <p:spPr>
              <a:xfrm>
                <a:off x="4269631" y="3576683"/>
                <a:ext cx="1119606" cy="907749"/>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15 </m:t>
                          </m:r>
                        </m:num>
                        <m:den>
                          <m:r>
                            <a:rPr lang="en-IN" sz="2800" b="0" i="1" dirty="0" smtClean="0">
                              <a:solidFill>
                                <a:srgbClr val="002060"/>
                              </a:solidFill>
                              <a:latin typeface="Cambria Math" panose="02040503050406030204" pitchFamily="18" charset="0"/>
                            </a:rPr>
                            <m:t> 1365 </m:t>
                          </m:r>
                        </m:den>
                      </m:f>
                    </m:oMath>
                  </m:oMathPara>
                </a14:m>
                <a:endParaRPr lang="en-IN" sz="2800" dirty="0">
                  <a:solidFill>
                    <a:srgbClr val="002060"/>
                  </a:solidFill>
                  <a:latin typeface="+mj-lt"/>
                </a:endParaRPr>
              </a:p>
            </p:txBody>
          </p:sp>
        </mc:Choice>
        <mc:Fallback xmlns="">
          <p:sp>
            <p:nvSpPr>
              <p:cNvPr id="46" name="TextBox 45">
                <a:extLst>
                  <a:ext uri="{FF2B5EF4-FFF2-40B4-BE49-F238E27FC236}">
                    <a16:creationId xmlns:a16="http://schemas.microsoft.com/office/drawing/2014/main" id="{5E2B0D4C-E77F-497A-993B-61501D3670B7}"/>
                  </a:ext>
                </a:extLst>
              </p:cNvPr>
              <p:cNvSpPr txBox="1">
                <a:spLocks noRot="1" noChangeAspect="1" noMove="1" noResize="1" noEditPoints="1" noAdjustHandles="1" noChangeArrowheads="1" noChangeShapeType="1" noTextEdit="1"/>
              </p:cNvSpPr>
              <p:nvPr/>
            </p:nvSpPr>
            <p:spPr>
              <a:xfrm>
                <a:off x="4269631" y="3576683"/>
                <a:ext cx="1119606" cy="907749"/>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A">
                <a:extLst>
                  <a:ext uri="{FF2B5EF4-FFF2-40B4-BE49-F238E27FC236}">
                    <a16:creationId xmlns:a16="http://schemas.microsoft.com/office/drawing/2014/main" id="{36F835BA-D730-4F26-A2F6-565CCA45F5D0}"/>
                  </a:ext>
                </a:extLst>
              </p:cNvPr>
              <p:cNvSpPr txBox="1"/>
              <p:nvPr/>
            </p:nvSpPr>
            <p:spPr>
              <a:xfrm>
                <a:off x="5321679" y="3783247"/>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48" name="!!A">
                <a:extLst>
                  <a:ext uri="{FF2B5EF4-FFF2-40B4-BE49-F238E27FC236}">
                    <a16:creationId xmlns:a16="http://schemas.microsoft.com/office/drawing/2014/main" id="{36F835BA-D730-4F26-A2F6-565CCA45F5D0}"/>
                  </a:ext>
                </a:extLst>
              </p:cNvPr>
              <p:cNvSpPr txBox="1">
                <a:spLocks noRot="1" noChangeAspect="1" noMove="1" noResize="1" noEditPoints="1" noAdjustHandles="1" noChangeArrowheads="1" noChangeShapeType="1" noTextEdit="1"/>
              </p:cNvSpPr>
              <p:nvPr/>
            </p:nvSpPr>
            <p:spPr>
              <a:xfrm>
                <a:off x="5321679" y="3783247"/>
                <a:ext cx="488584"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CB232F2-EA42-4159-AF3E-00E64C43C696}"/>
                  </a:ext>
                </a:extLst>
              </p:cNvPr>
              <p:cNvSpPr txBox="1"/>
              <p:nvPr/>
            </p:nvSpPr>
            <p:spPr>
              <a:xfrm>
                <a:off x="5689600" y="3576683"/>
                <a:ext cx="764706" cy="907749"/>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91 </m:t>
                          </m:r>
                        </m:den>
                      </m:f>
                    </m:oMath>
                  </m:oMathPara>
                </a14:m>
                <a:endParaRPr lang="en-IN" sz="2800" dirty="0">
                  <a:solidFill>
                    <a:srgbClr val="002060"/>
                  </a:solidFill>
                  <a:latin typeface="+mj-lt"/>
                </a:endParaRPr>
              </a:p>
            </p:txBody>
          </p:sp>
        </mc:Choice>
        <mc:Fallback xmlns="">
          <p:sp>
            <p:nvSpPr>
              <p:cNvPr id="49" name="TextBox 48">
                <a:extLst>
                  <a:ext uri="{FF2B5EF4-FFF2-40B4-BE49-F238E27FC236}">
                    <a16:creationId xmlns:a16="http://schemas.microsoft.com/office/drawing/2014/main" id="{6CB232F2-EA42-4159-AF3E-00E64C43C696}"/>
                  </a:ext>
                </a:extLst>
              </p:cNvPr>
              <p:cNvSpPr txBox="1">
                <a:spLocks noRot="1" noChangeAspect="1" noMove="1" noResize="1" noEditPoints="1" noAdjustHandles="1" noChangeArrowheads="1" noChangeShapeType="1" noTextEdit="1"/>
              </p:cNvSpPr>
              <p:nvPr/>
            </p:nvSpPr>
            <p:spPr>
              <a:xfrm>
                <a:off x="5689600" y="3576683"/>
                <a:ext cx="764706" cy="907749"/>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FAF899D7-6E58-4CCD-897B-01E84B7CFFAF}"/>
                  </a:ext>
                </a:extLst>
              </p:cNvPr>
              <p:cNvSpPr txBox="1"/>
              <p:nvPr/>
            </p:nvSpPr>
            <p:spPr>
              <a:xfrm>
                <a:off x="1747228" y="5118148"/>
                <a:ext cx="95243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IN" sz="2800" dirty="0">
                  <a:solidFill>
                    <a:srgbClr val="002060"/>
                  </a:solidFill>
                  <a:latin typeface="+mj-lt"/>
                </a:endParaRPr>
              </a:p>
            </p:txBody>
          </p:sp>
        </mc:Choice>
        <mc:Fallback xmlns="">
          <p:sp>
            <p:nvSpPr>
              <p:cNvPr id="50" name="TextBox 49">
                <a:extLst>
                  <a:ext uri="{FF2B5EF4-FFF2-40B4-BE49-F238E27FC236}">
                    <a16:creationId xmlns:a16="http://schemas.microsoft.com/office/drawing/2014/main" id="{FAF899D7-6E58-4CCD-897B-01E84B7CFFAF}"/>
                  </a:ext>
                </a:extLst>
              </p:cNvPr>
              <p:cNvSpPr txBox="1">
                <a:spLocks noRot="1" noChangeAspect="1" noMove="1" noResize="1" noEditPoints="1" noAdjustHandles="1" noChangeArrowheads="1" noChangeShapeType="1" noTextEdit="1"/>
              </p:cNvSpPr>
              <p:nvPr/>
            </p:nvSpPr>
            <p:spPr>
              <a:xfrm>
                <a:off x="1747228" y="5118148"/>
                <a:ext cx="952430"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634FDBD3-D9CD-439D-B6E6-E1862129A4BC}"/>
                  </a:ext>
                </a:extLst>
              </p:cNvPr>
              <p:cNvSpPr txBox="1"/>
              <p:nvPr/>
            </p:nvSpPr>
            <p:spPr>
              <a:xfrm>
                <a:off x="2563192" y="5118148"/>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51" name="TextBox 50">
                <a:extLst>
                  <a:ext uri="{FF2B5EF4-FFF2-40B4-BE49-F238E27FC236}">
                    <a16:creationId xmlns:a16="http://schemas.microsoft.com/office/drawing/2014/main" id="{634FDBD3-D9CD-439D-B6E6-E1862129A4BC}"/>
                  </a:ext>
                </a:extLst>
              </p:cNvPr>
              <p:cNvSpPr txBox="1">
                <a:spLocks noRot="1" noChangeAspect="1" noMove="1" noResize="1" noEditPoints="1" noAdjustHandles="1" noChangeArrowheads="1" noChangeShapeType="1" noTextEdit="1"/>
              </p:cNvSpPr>
              <p:nvPr/>
            </p:nvSpPr>
            <p:spPr>
              <a:xfrm>
                <a:off x="2563192" y="5118148"/>
                <a:ext cx="488584"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6FE31CEE-D831-418D-ADBD-3F6A2EF6EFE8}"/>
                  </a:ext>
                </a:extLst>
              </p:cNvPr>
              <p:cNvSpPr txBox="1"/>
              <p:nvPr/>
            </p:nvSpPr>
            <p:spPr>
              <a:xfrm>
                <a:off x="2908145" y="5118148"/>
                <a:ext cx="1119606" cy="67390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 </m:t>
                          </m:r>
                        </m:num>
                        <m:den>
                          <m:r>
                            <a:rPr lang="en-IN" sz="2800" b="0" i="1" dirty="0" smtClean="0">
                              <a:solidFill>
                                <a:srgbClr val="002060"/>
                              </a:solidFill>
                              <a:latin typeface="Cambria Math" panose="02040503050406030204" pitchFamily="18" charset="0"/>
                            </a:rPr>
                            <m:t>           </m:t>
                          </m:r>
                        </m:den>
                      </m:f>
                    </m:oMath>
                  </m:oMathPara>
                </a14:m>
                <a:endParaRPr lang="en-IN" sz="2800" dirty="0">
                  <a:solidFill>
                    <a:srgbClr val="002060"/>
                  </a:solidFill>
                  <a:latin typeface="+mj-lt"/>
                </a:endParaRPr>
              </a:p>
            </p:txBody>
          </p:sp>
        </mc:Choice>
        <mc:Fallback xmlns="">
          <p:sp>
            <p:nvSpPr>
              <p:cNvPr id="52" name="TextBox 51">
                <a:extLst>
                  <a:ext uri="{FF2B5EF4-FFF2-40B4-BE49-F238E27FC236}">
                    <a16:creationId xmlns:a16="http://schemas.microsoft.com/office/drawing/2014/main" id="{6FE31CEE-D831-418D-ADBD-3F6A2EF6EFE8}"/>
                  </a:ext>
                </a:extLst>
              </p:cNvPr>
              <p:cNvSpPr txBox="1">
                <a:spLocks noRot="1" noChangeAspect="1" noMove="1" noResize="1" noEditPoints="1" noAdjustHandles="1" noChangeArrowheads="1" noChangeShapeType="1" noTextEdit="1"/>
              </p:cNvSpPr>
              <p:nvPr/>
            </p:nvSpPr>
            <p:spPr>
              <a:xfrm>
                <a:off x="2908145" y="5118148"/>
                <a:ext cx="1119606" cy="673902"/>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1BE29CD5-7683-4736-A1A4-2349393D3F4C}"/>
                  </a:ext>
                </a:extLst>
              </p:cNvPr>
              <p:cNvSpPr txBox="1"/>
              <p:nvPr/>
            </p:nvSpPr>
            <p:spPr>
              <a:xfrm>
                <a:off x="3105640" y="4856538"/>
                <a:ext cx="776114"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9</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53" name="TextBox 52">
                <a:extLst>
                  <a:ext uri="{FF2B5EF4-FFF2-40B4-BE49-F238E27FC236}">
                    <a16:creationId xmlns:a16="http://schemas.microsoft.com/office/drawing/2014/main" id="{1BE29CD5-7683-4736-A1A4-2349393D3F4C}"/>
                  </a:ext>
                </a:extLst>
              </p:cNvPr>
              <p:cNvSpPr txBox="1">
                <a:spLocks noRot="1" noChangeAspect="1" noMove="1" noResize="1" noEditPoints="1" noAdjustHandles="1" noChangeArrowheads="1" noChangeShapeType="1" noTextEdit="1"/>
              </p:cNvSpPr>
              <p:nvPr/>
            </p:nvSpPr>
            <p:spPr>
              <a:xfrm>
                <a:off x="3105640" y="4856538"/>
                <a:ext cx="776114"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43CADE91-A8F9-4E48-AA83-2295FAC25998}"/>
                  </a:ext>
                </a:extLst>
              </p:cNvPr>
              <p:cNvSpPr txBox="1"/>
              <p:nvPr/>
            </p:nvSpPr>
            <p:spPr>
              <a:xfrm>
                <a:off x="3066835" y="5410070"/>
                <a:ext cx="853725"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15</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54" name="TextBox 53">
                <a:extLst>
                  <a:ext uri="{FF2B5EF4-FFF2-40B4-BE49-F238E27FC236}">
                    <a16:creationId xmlns:a16="http://schemas.microsoft.com/office/drawing/2014/main" id="{43CADE91-A8F9-4E48-AA83-2295FAC25998}"/>
                  </a:ext>
                </a:extLst>
              </p:cNvPr>
              <p:cNvSpPr txBox="1">
                <a:spLocks noRot="1" noChangeAspect="1" noMove="1" noResize="1" noEditPoints="1" noAdjustHandles="1" noChangeArrowheads="1" noChangeShapeType="1" noTextEdit="1"/>
              </p:cNvSpPr>
              <p:nvPr/>
            </p:nvSpPr>
            <p:spPr>
              <a:xfrm>
                <a:off x="3066835" y="5410070"/>
                <a:ext cx="853725"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FFE91E5A-1C2B-4AFE-9F9C-3904B251799F}"/>
                  </a:ext>
                </a:extLst>
              </p:cNvPr>
              <p:cNvSpPr txBox="1"/>
              <p:nvPr/>
            </p:nvSpPr>
            <p:spPr>
              <a:xfrm>
                <a:off x="3924678" y="5118148"/>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55" name="TextBox 54">
                <a:extLst>
                  <a:ext uri="{FF2B5EF4-FFF2-40B4-BE49-F238E27FC236}">
                    <a16:creationId xmlns:a16="http://schemas.microsoft.com/office/drawing/2014/main" id="{FFE91E5A-1C2B-4AFE-9F9C-3904B251799F}"/>
                  </a:ext>
                </a:extLst>
              </p:cNvPr>
              <p:cNvSpPr txBox="1">
                <a:spLocks noRot="1" noChangeAspect="1" noMove="1" noResize="1" noEditPoints="1" noAdjustHandles="1" noChangeArrowheads="1" noChangeShapeType="1" noTextEdit="1"/>
              </p:cNvSpPr>
              <p:nvPr/>
            </p:nvSpPr>
            <p:spPr>
              <a:xfrm>
                <a:off x="3924678" y="5118148"/>
                <a:ext cx="488584"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3BD93C6-E206-4AF1-BA95-2AB4A6360A72}"/>
                  </a:ext>
                </a:extLst>
              </p:cNvPr>
              <p:cNvSpPr txBox="1"/>
              <p:nvPr/>
            </p:nvSpPr>
            <p:spPr>
              <a:xfrm>
                <a:off x="4269631" y="4911584"/>
                <a:ext cx="1119606" cy="907749"/>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126 </m:t>
                          </m:r>
                        </m:num>
                        <m:den>
                          <m:r>
                            <a:rPr lang="en-IN" sz="2800" b="0" i="1" dirty="0" smtClean="0">
                              <a:solidFill>
                                <a:srgbClr val="002060"/>
                              </a:solidFill>
                              <a:latin typeface="Cambria Math" panose="02040503050406030204" pitchFamily="18" charset="0"/>
                            </a:rPr>
                            <m:t> 1365 </m:t>
                          </m:r>
                        </m:den>
                      </m:f>
                    </m:oMath>
                  </m:oMathPara>
                </a14:m>
                <a:endParaRPr lang="en-IN" sz="2800" dirty="0">
                  <a:solidFill>
                    <a:srgbClr val="002060"/>
                  </a:solidFill>
                  <a:latin typeface="+mj-lt"/>
                </a:endParaRPr>
              </a:p>
            </p:txBody>
          </p:sp>
        </mc:Choice>
        <mc:Fallback xmlns="">
          <p:sp>
            <p:nvSpPr>
              <p:cNvPr id="56" name="TextBox 55">
                <a:extLst>
                  <a:ext uri="{FF2B5EF4-FFF2-40B4-BE49-F238E27FC236}">
                    <a16:creationId xmlns:a16="http://schemas.microsoft.com/office/drawing/2014/main" id="{F3BD93C6-E206-4AF1-BA95-2AB4A6360A72}"/>
                  </a:ext>
                </a:extLst>
              </p:cNvPr>
              <p:cNvSpPr txBox="1">
                <a:spLocks noRot="1" noChangeAspect="1" noMove="1" noResize="1" noEditPoints="1" noAdjustHandles="1" noChangeArrowheads="1" noChangeShapeType="1" noTextEdit="1"/>
              </p:cNvSpPr>
              <p:nvPr/>
            </p:nvSpPr>
            <p:spPr>
              <a:xfrm>
                <a:off x="4269631" y="4911584"/>
                <a:ext cx="1119606" cy="907749"/>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6AF8A85B-BE8A-4742-8A7A-8599B38EE767}"/>
                  </a:ext>
                </a:extLst>
              </p:cNvPr>
              <p:cNvSpPr txBox="1"/>
              <p:nvPr/>
            </p:nvSpPr>
            <p:spPr>
              <a:xfrm>
                <a:off x="5321679" y="5118148"/>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57" name="TextBox 56">
                <a:extLst>
                  <a:ext uri="{FF2B5EF4-FFF2-40B4-BE49-F238E27FC236}">
                    <a16:creationId xmlns:a16="http://schemas.microsoft.com/office/drawing/2014/main" id="{6AF8A85B-BE8A-4742-8A7A-8599B38EE767}"/>
                  </a:ext>
                </a:extLst>
              </p:cNvPr>
              <p:cNvSpPr txBox="1">
                <a:spLocks noRot="1" noChangeAspect="1" noMove="1" noResize="1" noEditPoints="1" noAdjustHandles="1" noChangeArrowheads="1" noChangeShapeType="1" noTextEdit="1"/>
              </p:cNvSpPr>
              <p:nvPr/>
            </p:nvSpPr>
            <p:spPr>
              <a:xfrm>
                <a:off x="5321679" y="5118148"/>
                <a:ext cx="488584" cy="523220"/>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AA1B6327-E05C-4847-807F-DEBF794E00D6}"/>
                  </a:ext>
                </a:extLst>
              </p:cNvPr>
              <p:cNvSpPr txBox="1"/>
              <p:nvPr/>
            </p:nvSpPr>
            <p:spPr>
              <a:xfrm>
                <a:off x="5689600" y="4911584"/>
                <a:ext cx="764706" cy="907749"/>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6</m:t>
                          </m:r>
                        </m:num>
                        <m:den>
                          <m:r>
                            <a:rPr lang="en-IN" sz="2800" b="0" i="1" dirty="0" smtClean="0">
                              <a:solidFill>
                                <a:srgbClr val="002060"/>
                              </a:solidFill>
                              <a:latin typeface="Cambria Math" panose="02040503050406030204" pitchFamily="18" charset="0"/>
                            </a:rPr>
                            <m:t> 65 </m:t>
                          </m:r>
                        </m:den>
                      </m:f>
                    </m:oMath>
                  </m:oMathPara>
                </a14:m>
                <a:endParaRPr lang="en-IN" sz="2800" dirty="0">
                  <a:solidFill>
                    <a:srgbClr val="002060"/>
                  </a:solidFill>
                  <a:latin typeface="+mj-lt"/>
                </a:endParaRPr>
              </a:p>
            </p:txBody>
          </p:sp>
        </mc:Choice>
        <mc:Fallback xmlns="">
          <p:sp>
            <p:nvSpPr>
              <p:cNvPr id="58" name="TextBox 57">
                <a:extLst>
                  <a:ext uri="{FF2B5EF4-FFF2-40B4-BE49-F238E27FC236}">
                    <a16:creationId xmlns:a16="http://schemas.microsoft.com/office/drawing/2014/main" id="{AA1B6327-E05C-4847-807F-DEBF794E00D6}"/>
                  </a:ext>
                </a:extLst>
              </p:cNvPr>
              <p:cNvSpPr txBox="1">
                <a:spLocks noRot="1" noChangeAspect="1" noMove="1" noResize="1" noEditPoints="1" noAdjustHandles="1" noChangeArrowheads="1" noChangeShapeType="1" noTextEdit="1"/>
              </p:cNvSpPr>
              <p:nvPr/>
            </p:nvSpPr>
            <p:spPr>
              <a:xfrm>
                <a:off x="5689600" y="4911584"/>
                <a:ext cx="764706" cy="907749"/>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F292D294-5EF5-4208-B368-A1F22CBDF411}"/>
                  </a:ext>
                </a:extLst>
              </p:cNvPr>
              <p:cNvSpPr txBox="1"/>
              <p:nvPr/>
            </p:nvSpPr>
            <p:spPr>
              <a:xfrm>
                <a:off x="9170119" y="4565485"/>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59" name="TextBox 58">
                <a:extLst>
                  <a:ext uri="{FF2B5EF4-FFF2-40B4-BE49-F238E27FC236}">
                    <a16:creationId xmlns:a16="http://schemas.microsoft.com/office/drawing/2014/main" id="{F292D294-5EF5-4208-B368-A1F22CBDF411}"/>
                  </a:ext>
                </a:extLst>
              </p:cNvPr>
              <p:cNvSpPr txBox="1">
                <a:spLocks noRot="1" noChangeAspect="1" noMove="1" noResize="1" noEditPoints="1" noAdjustHandles="1" noChangeArrowheads="1" noChangeShapeType="1" noTextEdit="1"/>
              </p:cNvSpPr>
              <p:nvPr/>
            </p:nvSpPr>
            <p:spPr>
              <a:xfrm>
                <a:off x="9170119" y="4565485"/>
                <a:ext cx="488584" cy="523220"/>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0BD733C9-6BFC-438C-97AF-5549EBF3A3BF}"/>
                  </a:ext>
                </a:extLst>
              </p:cNvPr>
              <p:cNvSpPr txBox="1"/>
              <p:nvPr/>
            </p:nvSpPr>
            <p:spPr>
              <a:xfrm>
                <a:off x="9503921" y="4344152"/>
                <a:ext cx="1555901" cy="90178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91 </m:t>
                          </m:r>
                        </m:den>
                      </m:f>
                      <m:r>
                        <a:rPr lang="en-IN" sz="2800" b="0" i="1"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6</m:t>
                          </m:r>
                        </m:num>
                        <m:den>
                          <m:r>
                            <a:rPr lang="en-IN" sz="2800" b="0" i="1" dirty="0" smtClean="0">
                              <a:solidFill>
                                <a:srgbClr val="002060"/>
                              </a:solidFill>
                              <a:latin typeface="Cambria Math" panose="02040503050406030204" pitchFamily="18" charset="0"/>
                            </a:rPr>
                            <m:t> 65 </m:t>
                          </m:r>
                        </m:den>
                      </m:f>
                    </m:oMath>
                  </m:oMathPara>
                </a14:m>
                <a:endParaRPr lang="en-IN" sz="2800" dirty="0">
                  <a:solidFill>
                    <a:srgbClr val="002060"/>
                  </a:solidFill>
                  <a:latin typeface="+mj-lt"/>
                </a:endParaRPr>
              </a:p>
            </p:txBody>
          </p:sp>
        </mc:Choice>
        <mc:Fallback xmlns="">
          <p:sp>
            <p:nvSpPr>
              <p:cNvPr id="60" name="TextBox 59">
                <a:extLst>
                  <a:ext uri="{FF2B5EF4-FFF2-40B4-BE49-F238E27FC236}">
                    <a16:creationId xmlns:a16="http://schemas.microsoft.com/office/drawing/2014/main" id="{0BD733C9-6BFC-438C-97AF-5549EBF3A3BF}"/>
                  </a:ext>
                </a:extLst>
              </p:cNvPr>
              <p:cNvSpPr txBox="1">
                <a:spLocks noRot="1" noChangeAspect="1" noMove="1" noResize="1" noEditPoints="1" noAdjustHandles="1" noChangeArrowheads="1" noChangeShapeType="1" noTextEdit="1"/>
              </p:cNvSpPr>
              <p:nvPr/>
            </p:nvSpPr>
            <p:spPr>
              <a:xfrm>
                <a:off x="9503921" y="4344152"/>
                <a:ext cx="1555901" cy="901785"/>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40254DD-617A-4D74-A0AE-228472270899}"/>
                  </a:ext>
                </a:extLst>
              </p:cNvPr>
              <p:cNvSpPr txBox="1"/>
              <p:nvPr/>
            </p:nvSpPr>
            <p:spPr>
              <a:xfrm>
                <a:off x="9170119" y="5683585"/>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62" name="TextBox 61">
                <a:extLst>
                  <a:ext uri="{FF2B5EF4-FFF2-40B4-BE49-F238E27FC236}">
                    <a16:creationId xmlns:a16="http://schemas.microsoft.com/office/drawing/2014/main" id="{640254DD-617A-4D74-A0AE-228472270899}"/>
                  </a:ext>
                </a:extLst>
              </p:cNvPr>
              <p:cNvSpPr txBox="1">
                <a:spLocks noRot="1" noChangeAspect="1" noMove="1" noResize="1" noEditPoints="1" noAdjustHandles="1" noChangeArrowheads="1" noChangeShapeType="1" noTextEdit="1"/>
              </p:cNvSpPr>
              <p:nvPr/>
            </p:nvSpPr>
            <p:spPr>
              <a:xfrm>
                <a:off x="9170119" y="5683585"/>
                <a:ext cx="488584" cy="523220"/>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E5D23B52-72F9-4A6E-8C5D-11DE14F31FBA}"/>
                  </a:ext>
                </a:extLst>
              </p:cNvPr>
              <p:cNvSpPr txBox="1"/>
              <p:nvPr/>
            </p:nvSpPr>
            <p:spPr>
              <a:xfrm>
                <a:off x="9503921" y="5462252"/>
                <a:ext cx="1157729" cy="90178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6</m:t>
                          </m:r>
                        </m:num>
                        <m:den>
                          <m:r>
                            <a:rPr lang="en-IN" sz="2800" b="0" i="1" dirty="0" smtClean="0">
                              <a:solidFill>
                                <a:srgbClr val="002060"/>
                              </a:solidFill>
                              <a:latin typeface="Cambria Math" panose="02040503050406030204" pitchFamily="18" charset="0"/>
                            </a:rPr>
                            <m:t> 5915 </m:t>
                          </m:r>
                        </m:den>
                      </m:f>
                    </m:oMath>
                  </m:oMathPara>
                </a14:m>
                <a:endParaRPr lang="en-IN" sz="2800" dirty="0">
                  <a:solidFill>
                    <a:srgbClr val="002060"/>
                  </a:solidFill>
                  <a:latin typeface="+mj-lt"/>
                </a:endParaRPr>
              </a:p>
            </p:txBody>
          </p:sp>
        </mc:Choice>
        <mc:Fallback xmlns="">
          <p:sp>
            <p:nvSpPr>
              <p:cNvPr id="63" name="TextBox 62">
                <a:extLst>
                  <a:ext uri="{FF2B5EF4-FFF2-40B4-BE49-F238E27FC236}">
                    <a16:creationId xmlns:a16="http://schemas.microsoft.com/office/drawing/2014/main" id="{E5D23B52-72F9-4A6E-8C5D-11DE14F31FBA}"/>
                  </a:ext>
                </a:extLst>
              </p:cNvPr>
              <p:cNvSpPr txBox="1">
                <a:spLocks noRot="1" noChangeAspect="1" noMove="1" noResize="1" noEditPoints="1" noAdjustHandles="1" noChangeArrowheads="1" noChangeShapeType="1" noTextEdit="1"/>
              </p:cNvSpPr>
              <p:nvPr/>
            </p:nvSpPr>
            <p:spPr>
              <a:xfrm>
                <a:off x="9503921" y="5462252"/>
                <a:ext cx="1157729" cy="901785"/>
              </a:xfrm>
              <a:prstGeom prst="rect">
                <a:avLst/>
              </a:prstGeom>
              <a:blipFill>
                <a:blip r:embed="rId28"/>
                <a:stretch>
                  <a:fillRect/>
                </a:stretch>
              </a:blipFill>
            </p:spPr>
            <p:txBody>
              <a:bodyPr/>
              <a:lstStyle/>
              <a:p>
                <a:r>
                  <a:rPr lang="en-IN">
                    <a:noFill/>
                  </a:rPr>
                  <a:t> </a:t>
                </a:r>
              </a:p>
            </p:txBody>
          </p:sp>
        </mc:Fallback>
      </mc:AlternateContent>
      <p:cxnSp>
        <p:nvCxnSpPr>
          <p:cNvPr id="64" name="Straight Connector 63">
            <a:extLst>
              <a:ext uri="{FF2B5EF4-FFF2-40B4-BE49-F238E27FC236}">
                <a16:creationId xmlns:a16="http://schemas.microsoft.com/office/drawing/2014/main" id="{6D37AA16-3AA0-4033-91A9-61DECD64AC43}"/>
              </a:ext>
            </a:extLst>
          </p:cNvPr>
          <p:cNvCxnSpPr>
            <a:cxnSpLocks/>
          </p:cNvCxnSpPr>
          <p:nvPr/>
        </p:nvCxnSpPr>
        <p:spPr>
          <a:xfrm>
            <a:off x="7245339" y="3442487"/>
            <a:ext cx="0" cy="292155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93DE53EF-AE35-485F-A855-D74A95F25A1E}"/>
                  </a:ext>
                </a:extLst>
              </p:cNvPr>
              <p:cNvSpPr txBox="1"/>
              <p:nvPr/>
            </p:nvSpPr>
            <p:spPr>
              <a:xfrm>
                <a:off x="7770566" y="3526847"/>
                <a:ext cx="1612567"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r>
                            <a:rPr lang="en-IN" sz="2800" b="0" i="0"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B</m:t>
                          </m:r>
                        </m:e>
                      </m:d>
                    </m:oMath>
                  </m:oMathPara>
                </a14:m>
                <a:endParaRPr lang="en-IN" sz="2800" dirty="0">
                  <a:solidFill>
                    <a:srgbClr val="002060"/>
                  </a:solidFill>
                  <a:latin typeface="+mj-lt"/>
                </a:endParaRPr>
              </a:p>
            </p:txBody>
          </p:sp>
        </mc:Choice>
        <mc:Fallback xmlns="">
          <p:sp>
            <p:nvSpPr>
              <p:cNvPr id="65" name="TextBox 64">
                <a:extLst>
                  <a:ext uri="{FF2B5EF4-FFF2-40B4-BE49-F238E27FC236}">
                    <a16:creationId xmlns:a16="http://schemas.microsoft.com/office/drawing/2014/main" id="{93DE53EF-AE35-485F-A855-D74A95F25A1E}"/>
                  </a:ext>
                </a:extLst>
              </p:cNvPr>
              <p:cNvSpPr txBox="1">
                <a:spLocks noRot="1" noChangeAspect="1" noMove="1" noResize="1" noEditPoints="1" noAdjustHandles="1" noChangeArrowheads="1" noChangeShapeType="1" noTextEdit="1"/>
              </p:cNvSpPr>
              <p:nvPr/>
            </p:nvSpPr>
            <p:spPr>
              <a:xfrm>
                <a:off x="7770566" y="3526847"/>
                <a:ext cx="1612567" cy="523220"/>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B">
                <a:extLst>
                  <a:ext uri="{FF2B5EF4-FFF2-40B4-BE49-F238E27FC236}">
                    <a16:creationId xmlns:a16="http://schemas.microsoft.com/office/drawing/2014/main" id="{2527F2FC-BECD-415E-B982-B5F1AC5C836F}"/>
                  </a:ext>
                </a:extLst>
              </p:cNvPr>
              <p:cNvSpPr txBox="1"/>
              <p:nvPr/>
            </p:nvSpPr>
            <p:spPr>
              <a:xfrm>
                <a:off x="9167567" y="3526847"/>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66" name="!!B">
                <a:extLst>
                  <a:ext uri="{FF2B5EF4-FFF2-40B4-BE49-F238E27FC236}">
                    <a16:creationId xmlns:a16="http://schemas.microsoft.com/office/drawing/2014/main" id="{2527F2FC-BECD-415E-B982-B5F1AC5C836F}"/>
                  </a:ext>
                </a:extLst>
              </p:cNvPr>
              <p:cNvSpPr txBox="1">
                <a:spLocks noRot="1" noChangeAspect="1" noMove="1" noResize="1" noEditPoints="1" noAdjustHandles="1" noChangeArrowheads="1" noChangeShapeType="1" noTextEdit="1"/>
              </p:cNvSpPr>
              <p:nvPr/>
            </p:nvSpPr>
            <p:spPr>
              <a:xfrm>
                <a:off x="9167567" y="3526847"/>
                <a:ext cx="488584" cy="523220"/>
              </a:xfrm>
              <a:prstGeom prst="rect">
                <a:avLst/>
              </a:prstGeom>
              <a:blipFill>
                <a:blip r:embed="rId3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13AC87CE-C216-43CD-9D23-4028F2E7C748}"/>
                  </a:ext>
                </a:extLst>
              </p:cNvPr>
              <p:cNvSpPr txBox="1"/>
              <p:nvPr/>
            </p:nvSpPr>
            <p:spPr>
              <a:xfrm>
                <a:off x="9520419" y="3526847"/>
                <a:ext cx="367080" cy="523220"/>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67" name="TextBox 66">
                <a:extLst>
                  <a:ext uri="{FF2B5EF4-FFF2-40B4-BE49-F238E27FC236}">
                    <a16:creationId xmlns:a16="http://schemas.microsoft.com/office/drawing/2014/main" id="{13AC87CE-C216-43CD-9D23-4028F2E7C748}"/>
                  </a:ext>
                </a:extLst>
              </p:cNvPr>
              <p:cNvSpPr txBox="1">
                <a:spLocks noRot="1" noChangeAspect="1" noMove="1" noResize="1" noEditPoints="1" noAdjustHandles="1" noChangeArrowheads="1" noChangeShapeType="1" noTextEdit="1"/>
              </p:cNvSpPr>
              <p:nvPr/>
            </p:nvSpPr>
            <p:spPr>
              <a:xfrm>
                <a:off x="9520419" y="3526847"/>
                <a:ext cx="367080" cy="523220"/>
              </a:xfrm>
              <a:prstGeom prst="rect">
                <a:avLst/>
              </a:prstGeom>
              <a:blipFill>
                <a:blip r:embed="rId3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88D15564-7C37-4F44-821F-3239B9409678}"/>
                  </a:ext>
                </a:extLst>
              </p:cNvPr>
              <p:cNvSpPr txBox="1"/>
              <p:nvPr/>
            </p:nvSpPr>
            <p:spPr>
              <a:xfrm>
                <a:off x="10597784" y="782138"/>
                <a:ext cx="1744578" cy="477054"/>
              </a:xfrm>
              <a:prstGeom prst="rect">
                <a:avLst/>
              </a:prstGeom>
              <a:noFill/>
            </p:spPr>
            <p:txBody>
              <a:bodyPr wrap="square" rtlCol="0">
                <a:spAutoFit/>
              </a:bodyPr>
              <a:lstStyle>
                <a:defPPr>
                  <a:defRPr lang="en-US"/>
                </a:defPPr>
                <a:lvl1pPr>
                  <a:defRPr sz="2500" b="0" i="1">
                    <a:solidFill>
                      <a:srgbClr val="002060"/>
                    </a:solidFill>
                    <a:latin typeface="Cambria Math" panose="02040503050406030204" pitchFamily="18" charset="0"/>
                  </a:defRPr>
                </a:lvl1pPr>
              </a:lstStyle>
              <a:p>
                <a14:m>
                  <m:oMath xmlns:m="http://schemas.openxmlformats.org/officeDocument/2006/math">
                    <m:r>
                      <a:rPr lang="en-IN" i="0" dirty="0" smtClean="0">
                        <a:latin typeface="Cambria Math" panose="02040503050406030204" pitchFamily="18" charset="0"/>
                      </a:rPr>
                      <m:t>=15</m:t>
                    </m:r>
                  </m:oMath>
                </a14:m>
                <a:r>
                  <a:rPr lang="en-IN" i="0" dirty="0">
                    <a:latin typeface="+mj-lt"/>
                  </a:rPr>
                  <a:t> balls</a:t>
                </a:r>
              </a:p>
            </p:txBody>
          </p:sp>
        </mc:Choice>
        <mc:Fallback xmlns="">
          <p:sp>
            <p:nvSpPr>
              <p:cNvPr id="68" name="TextBox 67">
                <a:extLst>
                  <a:ext uri="{FF2B5EF4-FFF2-40B4-BE49-F238E27FC236}">
                    <a16:creationId xmlns:a16="http://schemas.microsoft.com/office/drawing/2014/main" id="{88D15564-7C37-4F44-821F-3239B9409678}"/>
                  </a:ext>
                </a:extLst>
              </p:cNvPr>
              <p:cNvSpPr txBox="1">
                <a:spLocks noRot="1" noChangeAspect="1" noMove="1" noResize="1" noEditPoints="1" noAdjustHandles="1" noChangeArrowheads="1" noChangeShapeType="1" noTextEdit="1"/>
              </p:cNvSpPr>
              <p:nvPr/>
            </p:nvSpPr>
            <p:spPr>
              <a:xfrm>
                <a:off x="10597784" y="782138"/>
                <a:ext cx="1744578" cy="477054"/>
              </a:xfrm>
              <a:prstGeom prst="rect">
                <a:avLst/>
              </a:prstGeom>
              <a:blipFill>
                <a:blip r:embed="rId32"/>
                <a:stretch>
                  <a:fillRect t="-8861" b="-29114"/>
                </a:stretch>
              </a:blipFill>
            </p:spPr>
            <p:txBody>
              <a:bodyPr/>
              <a:lstStyle/>
              <a:p>
                <a:r>
                  <a:rPr lang="en-IN">
                    <a:noFill/>
                  </a:rPr>
                  <a:t> </a:t>
                </a:r>
              </a:p>
            </p:txBody>
          </p:sp>
        </mc:Fallback>
      </mc:AlternateContent>
    </p:spTree>
    <p:extLst>
      <p:ext uri="{BB962C8B-B14F-4D97-AF65-F5344CB8AC3E}">
        <p14:creationId xmlns:p14="http://schemas.microsoft.com/office/powerpoint/2010/main" val="3719989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67"/>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64"/>
                                        </p:tgtEl>
                                        <p:attrNameLst>
                                          <p:attrName>style.visibility</p:attrName>
                                        </p:attrNameLst>
                                      </p:cBhvr>
                                      <p:to>
                                        <p:strVal val="visible"/>
                                      </p:to>
                                    </p:set>
                                    <p:animEffect transition="in" filter="wipe(up)">
                                      <p:cBhvr>
                                        <p:cTn id="29" dur="750"/>
                                        <p:tgtEl>
                                          <p:spTgt spid="64"/>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37"/>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3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4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0"/>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4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45"/>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46"/>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48"/>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49"/>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50"/>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51"/>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53"/>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52"/>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54"/>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55"/>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56"/>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57"/>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58"/>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59"/>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60"/>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62"/>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grpId="0" nodeType="clickEffect">
                                  <p:stCondLst>
                                    <p:cond delay="0"/>
                                  </p:stCondLst>
                                  <p:childTnLst>
                                    <p:set>
                                      <p:cBhvr>
                                        <p:cTn id="117"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1" grpId="0"/>
      <p:bldP spid="22" grpId="0"/>
      <p:bldP spid="26" grpId="0"/>
      <p:bldP spid="37" grpId="0"/>
      <p:bldP spid="39" grpId="0"/>
      <p:bldP spid="40" grpId="0"/>
      <p:bldP spid="42" grpId="0"/>
      <p:bldP spid="43" grpId="0"/>
      <p:bldP spid="45" grpId="0"/>
      <p:bldP spid="46" grpId="0"/>
      <p:bldP spid="48" grpId="0"/>
      <p:bldP spid="49" grpId="0"/>
      <p:bldP spid="50" grpId="0"/>
      <p:bldP spid="51" grpId="0"/>
      <p:bldP spid="52" grpId="0"/>
      <p:bldP spid="53" grpId="0"/>
      <p:bldP spid="54" grpId="0"/>
      <p:bldP spid="55" grpId="0"/>
      <p:bldP spid="56" grpId="0"/>
      <p:bldP spid="57" grpId="0"/>
      <p:bldP spid="58" grpId="0"/>
      <p:bldP spid="59" grpId="0"/>
      <p:bldP spid="60" grpId="0"/>
      <p:bldP spid="62" grpId="0"/>
      <p:bldP spid="63" grpId="0"/>
      <p:bldP spid="67"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8 (</a:t>
            </a:r>
            <a:r>
              <a:rPr lang="en-IN" dirty="0"/>
              <a:t>Continue</a:t>
            </a:r>
            <a:r>
              <a:rPr lang="en-GB" dirty="0"/>
              <a:t>)</a:t>
            </a:r>
            <a:endParaRPr lang="en-US" dirty="0"/>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88824859-8889-45E4-8709-FF7014A6050A}"/>
                  </a:ext>
                </a:extLst>
              </p:cNvPr>
              <p:cNvSpPr txBox="1"/>
              <p:nvPr/>
            </p:nvSpPr>
            <p:spPr>
              <a:xfrm>
                <a:off x="8167714" y="787431"/>
                <a:ext cx="1121547" cy="477054"/>
              </a:xfrm>
              <a:prstGeom prst="rect">
                <a:avLst/>
              </a:prstGeom>
              <a:noFill/>
            </p:spPr>
            <p:txBody>
              <a:bodyPr wrap="square" rtlCol="0">
                <a:spAutoFit/>
              </a:bodyPr>
              <a:lstStyle/>
              <a:p>
                <a14:m>
                  <m:oMath xmlns:m="http://schemas.openxmlformats.org/officeDocument/2006/math">
                    <m:r>
                      <a:rPr lang="en-IN" sz="2500" i="1" dirty="0" smtClean="0">
                        <a:solidFill>
                          <a:srgbClr val="002060"/>
                        </a:solidFill>
                        <a:latin typeface="Cambria Math" panose="02040503050406030204" pitchFamily="18" charset="0"/>
                      </a:rPr>
                      <m:t>6</m:t>
                    </m:r>
                  </m:oMath>
                </a14:m>
                <a:r>
                  <a:rPr lang="en-IN" sz="2500" dirty="0">
                    <a:solidFill>
                      <a:srgbClr val="002060"/>
                    </a:solidFill>
                    <a:latin typeface="+mj-lt"/>
                  </a:rPr>
                  <a:t> white </a:t>
                </a:r>
              </a:p>
            </p:txBody>
          </p:sp>
        </mc:Choice>
        <mc:Fallback xmlns="">
          <p:sp>
            <p:nvSpPr>
              <p:cNvPr id="28" name="TextBox 27">
                <a:extLst>
                  <a:ext uri="{FF2B5EF4-FFF2-40B4-BE49-F238E27FC236}">
                    <a16:creationId xmlns:a16="http://schemas.microsoft.com/office/drawing/2014/main" id="{88824859-8889-45E4-8709-FF7014A6050A}"/>
                  </a:ext>
                </a:extLst>
              </p:cNvPr>
              <p:cNvSpPr txBox="1">
                <a:spLocks noRot="1" noChangeAspect="1" noMove="1" noResize="1" noEditPoints="1" noAdjustHandles="1" noChangeArrowheads="1" noChangeShapeType="1" noTextEdit="1"/>
              </p:cNvSpPr>
              <p:nvPr/>
            </p:nvSpPr>
            <p:spPr>
              <a:xfrm>
                <a:off x="8167714" y="787431"/>
                <a:ext cx="1121547" cy="477054"/>
              </a:xfrm>
              <a:prstGeom prst="rect">
                <a:avLst/>
              </a:prstGeom>
              <a:blipFill>
                <a:blip r:embed="rId2"/>
                <a:stretch>
                  <a:fillRect l="-1630" t="-8974" r="-13043" b="-3076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D6276BD-5FD9-4AFF-BC07-67B0416244EE}"/>
                  </a:ext>
                </a:extLst>
              </p:cNvPr>
              <p:cNvSpPr txBox="1"/>
              <p:nvPr/>
            </p:nvSpPr>
            <p:spPr>
              <a:xfrm>
                <a:off x="9206370" y="787431"/>
                <a:ext cx="445859" cy="47705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500" b="0" i="1" dirty="0" smtClean="0">
                          <a:solidFill>
                            <a:srgbClr val="002060"/>
                          </a:solidFill>
                          <a:latin typeface="Cambria Math" panose="02040503050406030204" pitchFamily="18" charset="0"/>
                        </a:rPr>
                        <m:t>+</m:t>
                      </m:r>
                    </m:oMath>
                  </m:oMathPara>
                </a14:m>
                <a:endParaRPr lang="en-IN" sz="2500" dirty="0">
                  <a:solidFill>
                    <a:srgbClr val="002060"/>
                  </a:solidFill>
                  <a:latin typeface="+mj-lt"/>
                </a:endParaRPr>
              </a:p>
            </p:txBody>
          </p:sp>
        </mc:Choice>
        <mc:Fallback xmlns="">
          <p:sp>
            <p:nvSpPr>
              <p:cNvPr id="29" name="TextBox 28">
                <a:extLst>
                  <a:ext uri="{FF2B5EF4-FFF2-40B4-BE49-F238E27FC236}">
                    <a16:creationId xmlns:a16="http://schemas.microsoft.com/office/drawing/2014/main" id="{0D6276BD-5FD9-4AFF-BC07-67B0416244EE}"/>
                  </a:ext>
                </a:extLst>
              </p:cNvPr>
              <p:cNvSpPr txBox="1">
                <a:spLocks noRot="1" noChangeAspect="1" noMove="1" noResize="1" noEditPoints="1" noAdjustHandles="1" noChangeArrowheads="1" noChangeShapeType="1" noTextEdit="1"/>
              </p:cNvSpPr>
              <p:nvPr/>
            </p:nvSpPr>
            <p:spPr>
              <a:xfrm>
                <a:off x="9206370" y="787431"/>
                <a:ext cx="445859" cy="477054"/>
              </a:xfrm>
              <a:prstGeom prst="rect">
                <a:avLst/>
              </a:prstGeom>
              <a:blipFill>
                <a:blip r:embed="rId3"/>
                <a:stretch>
                  <a:fillRect l="-274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CE178AC-B18F-4B11-938D-C485558BB98E}"/>
                  </a:ext>
                </a:extLst>
              </p:cNvPr>
              <p:cNvSpPr txBox="1"/>
              <p:nvPr/>
            </p:nvSpPr>
            <p:spPr>
              <a:xfrm>
                <a:off x="9569338" y="787431"/>
                <a:ext cx="1092312" cy="477054"/>
              </a:xfrm>
              <a:prstGeom prst="rect">
                <a:avLst/>
              </a:prstGeom>
              <a:noFill/>
            </p:spPr>
            <p:txBody>
              <a:bodyPr wrap="square" rtlCol="0">
                <a:spAutoFit/>
              </a:bodyPr>
              <a:lstStyle/>
              <a:p>
                <a14:m>
                  <m:oMath xmlns:m="http://schemas.openxmlformats.org/officeDocument/2006/math">
                    <m:r>
                      <a:rPr lang="en-IN" sz="2500" b="0" i="1" dirty="0" smtClean="0">
                        <a:solidFill>
                          <a:srgbClr val="002060"/>
                        </a:solidFill>
                        <a:latin typeface="Cambria Math" panose="02040503050406030204" pitchFamily="18" charset="0"/>
                      </a:rPr>
                      <m:t>9</m:t>
                    </m:r>
                  </m:oMath>
                </a14:m>
                <a:r>
                  <a:rPr lang="en-IN" sz="2500" dirty="0">
                    <a:solidFill>
                      <a:srgbClr val="002060"/>
                    </a:solidFill>
                    <a:latin typeface="+mj-lt"/>
                  </a:rPr>
                  <a:t> black </a:t>
                </a:r>
              </a:p>
            </p:txBody>
          </p:sp>
        </mc:Choice>
        <mc:Fallback xmlns="">
          <p:sp>
            <p:nvSpPr>
              <p:cNvPr id="30" name="TextBox 29">
                <a:extLst>
                  <a:ext uri="{FF2B5EF4-FFF2-40B4-BE49-F238E27FC236}">
                    <a16:creationId xmlns:a16="http://schemas.microsoft.com/office/drawing/2014/main" id="{DCE178AC-B18F-4B11-938D-C485558BB98E}"/>
                  </a:ext>
                </a:extLst>
              </p:cNvPr>
              <p:cNvSpPr txBox="1">
                <a:spLocks noRot="1" noChangeAspect="1" noMove="1" noResize="1" noEditPoints="1" noAdjustHandles="1" noChangeArrowheads="1" noChangeShapeType="1" noTextEdit="1"/>
              </p:cNvSpPr>
              <p:nvPr/>
            </p:nvSpPr>
            <p:spPr>
              <a:xfrm>
                <a:off x="9569338" y="787431"/>
                <a:ext cx="1092312" cy="477054"/>
              </a:xfrm>
              <a:prstGeom prst="rect">
                <a:avLst/>
              </a:prstGeom>
              <a:blipFill>
                <a:blip r:embed="rId4"/>
                <a:stretch>
                  <a:fillRect l="-1676" t="-8974" r="-15084" b="-3076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7EB4910F-7DCE-47C8-B736-C816F6318FDD}"/>
                  </a:ext>
                </a:extLst>
              </p:cNvPr>
              <p:cNvSpPr txBox="1"/>
              <p:nvPr/>
            </p:nvSpPr>
            <p:spPr>
              <a:xfrm>
                <a:off x="1594216" y="787431"/>
                <a:ext cx="5309504" cy="523220"/>
              </a:xfrm>
              <a:prstGeom prst="rect">
                <a:avLst/>
              </a:prstGeom>
              <a:noFill/>
            </p:spPr>
            <p:txBody>
              <a:bodyPr wrap="square" rtlCol="0">
                <a:spAutoFit/>
              </a:bodyPr>
              <a:lstStyle/>
              <a:p>
                <a14:m>
                  <m:oMath xmlns:m="http://schemas.openxmlformats.org/officeDocument/2006/math">
                    <m:r>
                      <m:rPr>
                        <m:sty m:val="p"/>
                      </m:rPr>
                      <a:rPr lang="en-IN" sz="2800" i="0" dirty="0" smtClean="0">
                        <a:solidFill>
                          <a:srgbClr val="002060"/>
                        </a:solidFill>
                        <a:latin typeface="Cambria Math" panose="02040503050406030204" pitchFamily="18" charset="0"/>
                      </a:rPr>
                      <m:t>A</m:t>
                    </m:r>
                  </m:oMath>
                </a14:m>
                <a:r>
                  <a:rPr lang="en-IN" sz="2800" dirty="0">
                    <a:solidFill>
                      <a:srgbClr val="002060"/>
                    </a:solidFill>
                    <a:latin typeface="+mj-lt"/>
                  </a:rPr>
                  <a:t> : </a:t>
                </a:r>
                <a:r>
                  <a:rPr lang="en-GB" sz="2800" dirty="0">
                    <a:solidFill>
                      <a:srgbClr val="002060"/>
                    </a:solidFill>
                    <a:latin typeface="+mj-lt"/>
                  </a:rPr>
                  <a:t>The first draw gives </a:t>
                </a:r>
                <a14:m>
                  <m:oMath xmlns:m="http://schemas.openxmlformats.org/officeDocument/2006/math">
                    <m:r>
                      <a:rPr lang="en-GB" sz="2800" i="1" dirty="0" smtClean="0">
                        <a:solidFill>
                          <a:srgbClr val="002060"/>
                        </a:solidFill>
                        <a:latin typeface="Cambria Math" panose="02040503050406030204" pitchFamily="18" charset="0"/>
                      </a:rPr>
                      <m:t>4</m:t>
                    </m:r>
                  </m:oMath>
                </a14:m>
                <a:r>
                  <a:rPr lang="en-GB" sz="2800" dirty="0">
                    <a:solidFill>
                      <a:srgbClr val="002060"/>
                    </a:solidFill>
                    <a:latin typeface="+mj-lt"/>
                  </a:rPr>
                  <a:t> white balls.</a:t>
                </a:r>
                <a:endParaRPr lang="en-IN" sz="2800" dirty="0">
                  <a:solidFill>
                    <a:srgbClr val="002060"/>
                  </a:solidFill>
                  <a:latin typeface="+mj-lt"/>
                </a:endParaRPr>
              </a:p>
            </p:txBody>
          </p:sp>
        </mc:Choice>
        <mc:Fallback xmlns="">
          <p:sp>
            <p:nvSpPr>
              <p:cNvPr id="33" name="TextBox 32">
                <a:extLst>
                  <a:ext uri="{FF2B5EF4-FFF2-40B4-BE49-F238E27FC236}">
                    <a16:creationId xmlns:a16="http://schemas.microsoft.com/office/drawing/2014/main" id="{7EB4910F-7DCE-47C8-B736-C816F6318FDD}"/>
                  </a:ext>
                </a:extLst>
              </p:cNvPr>
              <p:cNvSpPr txBox="1">
                <a:spLocks noRot="1" noChangeAspect="1" noMove="1" noResize="1" noEditPoints="1" noAdjustHandles="1" noChangeArrowheads="1" noChangeShapeType="1" noTextEdit="1"/>
              </p:cNvSpPr>
              <p:nvPr/>
            </p:nvSpPr>
            <p:spPr>
              <a:xfrm>
                <a:off x="1594216" y="787431"/>
                <a:ext cx="5309504" cy="523220"/>
              </a:xfrm>
              <a:prstGeom prst="rect">
                <a:avLst/>
              </a:prstGeom>
              <a:blipFill>
                <a:blip r:embed="rId5"/>
                <a:stretch>
                  <a:fillRect t="-10465" r="-137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7BDCC1E-190E-456B-8C15-4E03E52F5EF5}"/>
                  </a:ext>
                </a:extLst>
              </p:cNvPr>
              <p:cNvSpPr txBox="1"/>
              <p:nvPr/>
            </p:nvSpPr>
            <p:spPr>
              <a:xfrm>
                <a:off x="1594216" y="1330129"/>
                <a:ext cx="5764528" cy="523220"/>
              </a:xfrm>
              <a:prstGeom prst="rect">
                <a:avLst/>
              </a:prstGeom>
              <a:noFill/>
            </p:spPr>
            <p:txBody>
              <a:bodyPr wrap="square" rtlCol="0">
                <a:spAutoFit/>
              </a:bodyPr>
              <a:lstStyle/>
              <a:p>
                <a14:m>
                  <m:oMath xmlns:m="http://schemas.openxmlformats.org/officeDocument/2006/math">
                    <m:r>
                      <m:rPr>
                        <m:sty m:val="p"/>
                      </m:rPr>
                      <a:rPr lang="en-IN" sz="2800" b="0" i="0" dirty="0" smtClean="0">
                        <a:solidFill>
                          <a:srgbClr val="002060"/>
                        </a:solidFill>
                        <a:latin typeface="Cambria Math" panose="02040503050406030204" pitchFamily="18" charset="0"/>
                      </a:rPr>
                      <m:t>B</m:t>
                    </m:r>
                  </m:oMath>
                </a14:m>
                <a:r>
                  <a:rPr lang="en-IN" sz="2800" dirty="0">
                    <a:solidFill>
                      <a:srgbClr val="002060"/>
                    </a:solidFill>
                    <a:latin typeface="+mj-lt"/>
                  </a:rPr>
                  <a:t> : </a:t>
                </a:r>
                <a:r>
                  <a:rPr lang="en-GB" sz="2800" dirty="0">
                    <a:solidFill>
                      <a:srgbClr val="002060"/>
                    </a:solidFill>
                    <a:latin typeface="+mj-lt"/>
                  </a:rPr>
                  <a:t>The second draw gives </a:t>
                </a:r>
                <a14:m>
                  <m:oMath xmlns:m="http://schemas.openxmlformats.org/officeDocument/2006/math">
                    <m:r>
                      <a:rPr lang="en-GB" sz="2800" i="0" dirty="0" smtClean="0">
                        <a:solidFill>
                          <a:srgbClr val="002060"/>
                        </a:solidFill>
                        <a:latin typeface="Cambria Math" panose="02040503050406030204" pitchFamily="18" charset="0"/>
                      </a:rPr>
                      <m:t>4</m:t>
                    </m:r>
                  </m:oMath>
                </a14:m>
                <a:r>
                  <a:rPr lang="en-GB" sz="2800" dirty="0">
                    <a:solidFill>
                      <a:srgbClr val="002060"/>
                    </a:solidFill>
                    <a:latin typeface="+mj-lt"/>
                  </a:rPr>
                  <a:t> black balls.</a:t>
                </a:r>
                <a:endParaRPr lang="en-IN" sz="2800" dirty="0">
                  <a:solidFill>
                    <a:srgbClr val="002060"/>
                  </a:solidFill>
                  <a:latin typeface="+mj-lt"/>
                </a:endParaRPr>
              </a:p>
            </p:txBody>
          </p:sp>
        </mc:Choice>
        <mc:Fallback xmlns="">
          <p:sp>
            <p:nvSpPr>
              <p:cNvPr id="35" name="TextBox 34">
                <a:extLst>
                  <a:ext uri="{FF2B5EF4-FFF2-40B4-BE49-F238E27FC236}">
                    <a16:creationId xmlns:a16="http://schemas.microsoft.com/office/drawing/2014/main" id="{57BDCC1E-190E-456B-8C15-4E03E52F5EF5}"/>
                  </a:ext>
                </a:extLst>
              </p:cNvPr>
              <p:cNvSpPr txBox="1">
                <a:spLocks noRot="1" noChangeAspect="1" noMove="1" noResize="1" noEditPoints="1" noAdjustHandles="1" noChangeArrowheads="1" noChangeShapeType="1" noTextEdit="1"/>
              </p:cNvSpPr>
              <p:nvPr/>
            </p:nvSpPr>
            <p:spPr>
              <a:xfrm>
                <a:off x="1594216" y="1330129"/>
                <a:ext cx="5764528" cy="523220"/>
              </a:xfrm>
              <a:prstGeom prst="rect">
                <a:avLst/>
              </a:prstGeom>
              <a:blipFill>
                <a:blip r:embed="rId6"/>
                <a:stretch>
                  <a:fillRect t="-10465" r="-741" b="-32558"/>
                </a:stretch>
              </a:blipFill>
            </p:spPr>
            <p:txBody>
              <a:bodyPr/>
              <a:lstStyle/>
              <a:p>
                <a:r>
                  <a:rPr lang="en-IN">
                    <a:noFill/>
                  </a:rPr>
                  <a:t> </a:t>
                </a:r>
              </a:p>
            </p:txBody>
          </p:sp>
        </mc:Fallback>
      </mc:AlternateContent>
      <p:sp>
        <p:nvSpPr>
          <p:cNvPr id="18" name="TextBox 17">
            <a:extLst>
              <a:ext uri="{FF2B5EF4-FFF2-40B4-BE49-F238E27FC236}">
                <a16:creationId xmlns:a16="http://schemas.microsoft.com/office/drawing/2014/main" id="{3B4D0FB6-8000-4DF3-84FA-1E008D6278EF}"/>
              </a:ext>
            </a:extLst>
          </p:cNvPr>
          <p:cNvSpPr txBox="1"/>
          <p:nvPr/>
        </p:nvSpPr>
        <p:spPr>
          <a:xfrm>
            <a:off x="1594216" y="2396047"/>
            <a:ext cx="4860090" cy="523220"/>
          </a:xfrm>
          <a:prstGeom prst="rect">
            <a:avLst/>
          </a:prstGeom>
          <a:noFill/>
        </p:spPr>
        <p:txBody>
          <a:bodyPr wrap="square" rtlCol="0">
            <a:spAutoFit/>
          </a:bodyPr>
          <a:lstStyle/>
          <a:p>
            <a:r>
              <a:rPr lang="en-GB" sz="2800" dirty="0">
                <a:solidFill>
                  <a:srgbClr val="002060"/>
                </a:solidFill>
                <a:latin typeface="+mj-lt"/>
              </a:rPr>
              <a:t>Since the balls are not replaced,</a:t>
            </a:r>
            <a:endParaRPr lang="en-IN" sz="2800" dirty="0">
              <a:solidFill>
                <a:srgbClr val="002060"/>
              </a:solidFill>
              <a:latin typeface="+mj-lt"/>
            </a:endParaRPr>
          </a:p>
        </p:txBody>
      </p:sp>
      <p:sp>
        <p:nvSpPr>
          <p:cNvPr id="20" name="TextBox 19">
            <a:extLst>
              <a:ext uri="{FF2B5EF4-FFF2-40B4-BE49-F238E27FC236}">
                <a16:creationId xmlns:a16="http://schemas.microsoft.com/office/drawing/2014/main" id="{70DCAC13-B951-46C9-B911-57CCDB7EEF32}"/>
              </a:ext>
            </a:extLst>
          </p:cNvPr>
          <p:cNvSpPr txBox="1"/>
          <p:nvPr/>
        </p:nvSpPr>
        <p:spPr>
          <a:xfrm>
            <a:off x="6137410" y="2396047"/>
            <a:ext cx="4619490" cy="523220"/>
          </a:xfrm>
          <a:prstGeom prst="rect">
            <a:avLst/>
          </a:prstGeom>
          <a:noFill/>
        </p:spPr>
        <p:txBody>
          <a:bodyPr wrap="square" rtlCol="0">
            <a:spAutoFit/>
          </a:bodyPr>
          <a:lstStyle/>
          <a:p>
            <a:r>
              <a:rPr lang="en-GB" sz="2800" dirty="0">
                <a:solidFill>
                  <a:srgbClr val="002060"/>
                </a:solidFill>
                <a:latin typeface="+mj-lt"/>
              </a:rPr>
              <a:t>sample is </a:t>
            </a:r>
            <a:r>
              <a:rPr lang="en-IN" sz="2800" dirty="0">
                <a:solidFill>
                  <a:srgbClr val="002060"/>
                </a:solidFill>
                <a:latin typeface="+mj-lt"/>
              </a:rPr>
              <a:t>affected by first draw</a:t>
            </a:r>
            <a:r>
              <a:rPr lang="en-GB" sz="2800" dirty="0">
                <a:solidFill>
                  <a:srgbClr val="002060"/>
                </a:solidFill>
                <a:latin typeface="+mj-lt"/>
              </a:rPr>
              <a:t>.</a:t>
            </a:r>
            <a:endParaRPr lang="en-IN" sz="2800" dirty="0">
              <a:solidFill>
                <a:srgbClr val="002060"/>
              </a:solidFill>
              <a:latin typeface="+mj-lt"/>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FCF220D-929F-4FAF-B4AA-C8690214D523}"/>
                  </a:ext>
                </a:extLst>
              </p:cNvPr>
              <p:cNvSpPr txBox="1"/>
              <p:nvPr/>
            </p:nvSpPr>
            <p:spPr>
              <a:xfrm>
                <a:off x="1594216" y="3420314"/>
                <a:ext cx="9003568" cy="523220"/>
              </a:xfrm>
              <a:prstGeom prst="rect">
                <a:avLst/>
              </a:prstGeom>
              <a:noFill/>
            </p:spPr>
            <p:txBody>
              <a:bodyPr wrap="square" rtlCol="0">
                <a:spAutoFit/>
              </a:bodyPr>
              <a:lstStyle/>
              <a:p>
                <a:pPr algn="just"/>
                <a:r>
                  <a:rPr lang="en-GB" sz="2800" dirty="0">
                    <a:solidFill>
                      <a:srgbClr val="002060"/>
                    </a:solidFill>
                    <a:latin typeface="+mj-lt"/>
                  </a:rPr>
                  <a:t>The probability of drawing </a:t>
                </a:r>
                <a14:m>
                  <m:oMath xmlns:m="http://schemas.openxmlformats.org/officeDocument/2006/math">
                    <m:r>
                      <a:rPr lang="en-GB" sz="2800" i="1" dirty="0" smtClean="0">
                        <a:solidFill>
                          <a:srgbClr val="002060"/>
                        </a:solidFill>
                        <a:latin typeface="Cambria Math" panose="02040503050406030204" pitchFamily="18" charset="0"/>
                      </a:rPr>
                      <m:t>4</m:t>
                    </m:r>
                  </m:oMath>
                </a14:m>
                <a:r>
                  <a:rPr lang="en-GB" sz="2800" dirty="0">
                    <a:solidFill>
                      <a:srgbClr val="002060"/>
                    </a:solidFill>
                    <a:latin typeface="+mj-lt"/>
                  </a:rPr>
                  <a:t> black balls from these </a:t>
                </a:r>
                <a14:m>
                  <m:oMath xmlns:m="http://schemas.openxmlformats.org/officeDocument/2006/math">
                    <m:r>
                      <a:rPr lang="en-GB" sz="2800" i="1" dirty="0" smtClean="0">
                        <a:solidFill>
                          <a:srgbClr val="002060"/>
                        </a:solidFill>
                        <a:latin typeface="Cambria Math" panose="02040503050406030204" pitchFamily="18" charset="0"/>
                      </a:rPr>
                      <m:t>11</m:t>
                    </m:r>
                  </m:oMath>
                </a14:m>
                <a:r>
                  <a:rPr lang="en-GB" sz="2800" dirty="0">
                    <a:solidFill>
                      <a:srgbClr val="002060"/>
                    </a:solidFill>
                    <a:latin typeface="+mj-lt"/>
                  </a:rPr>
                  <a:t> balls is:</a:t>
                </a:r>
                <a:endParaRPr lang="en-IN" sz="2800" dirty="0">
                  <a:solidFill>
                    <a:srgbClr val="002060"/>
                  </a:solidFill>
                  <a:latin typeface="+mj-lt"/>
                </a:endParaRPr>
              </a:p>
            </p:txBody>
          </p:sp>
        </mc:Choice>
        <mc:Fallback xmlns="">
          <p:sp>
            <p:nvSpPr>
              <p:cNvPr id="21" name="TextBox 20">
                <a:extLst>
                  <a:ext uri="{FF2B5EF4-FFF2-40B4-BE49-F238E27FC236}">
                    <a16:creationId xmlns:a16="http://schemas.microsoft.com/office/drawing/2014/main" id="{0FCF220D-929F-4FAF-B4AA-C8690214D523}"/>
                  </a:ext>
                </a:extLst>
              </p:cNvPr>
              <p:cNvSpPr txBox="1">
                <a:spLocks noRot="1" noChangeAspect="1" noMove="1" noResize="1" noEditPoints="1" noAdjustHandles="1" noChangeArrowheads="1" noChangeShapeType="1" noTextEdit="1"/>
              </p:cNvSpPr>
              <p:nvPr/>
            </p:nvSpPr>
            <p:spPr>
              <a:xfrm>
                <a:off x="1594216" y="3420314"/>
                <a:ext cx="9003568" cy="523220"/>
              </a:xfrm>
              <a:prstGeom prst="rect">
                <a:avLst/>
              </a:prstGeom>
              <a:blipFill>
                <a:blip r:embed="rId7"/>
                <a:stretch>
                  <a:fillRect l="-1423"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58D58C9-0AEE-49E3-87A8-2739169BB059}"/>
                  </a:ext>
                </a:extLst>
              </p:cNvPr>
              <p:cNvSpPr txBox="1"/>
              <p:nvPr/>
            </p:nvSpPr>
            <p:spPr>
              <a:xfrm>
                <a:off x="8789602" y="4051749"/>
                <a:ext cx="2398016"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r>
                        <a:rPr lang="en-IN" sz="2800" b="0" i="0"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r>
                            <a:rPr lang="en-IN" sz="2800" b="0" i="0" dirty="0" smtClean="0">
                              <a:solidFill>
                                <a:srgbClr val="002060"/>
                              </a:solidFill>
                              <a:latin typeface="Cambria Math" panose="02040503050406030204" pitchFamily="18" charset="0"/>
                            </a:rPr>
                            <m:t> </m:t>
                          </m:r>
                        </m:e>
                        <m:e>
                          <m:r>
                            <a:rPr lang="en-IN" sz="2800" b="0" i="0" dirty="0" smtClean="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A</m:t>
                          </m:r>
                        </m:e>
                      </m:d>
                    </m:oMath>
                  </m:oMathPara>
                </a14:m>
                <a:endParaRPr lang="en-IN" sz="2800" dirty="0">
                  <a:solidFill>
                    <a:srgbClr val="002060"/>
                  </a:solidFill>
                  <a:latin typeface="+mj-lt"/>
                </a:endParaRPr>
              </a:p>
            </p:txBody>
          </p:sp>
        </mc:Choice>
        <mc:Fallback xmlns="">
          <p:sp>
            <p:nvSpPr>
              <p:cNvPr id="26" name="TextBox 25">
                <a:extLst>
                  <a:ext uri="{FF2B5EF4-FFF2-40B4-BE49-F238E27FC236}">
                    <a16:creationId xmlns:a16="http://schemas.microsoft.com/office/drawing/2014/main" id="{F58D58C9-0AEE-49E3-87A8-2739169BB059}"/>
                  </a:ext>
                </a:extLst>
              </p:cNvPr>
              <p:cNvSpPr txBox="1">
                <a:spLocks noRot="1" noChangeAspect="1" noMove="1" noResize="1" noEditPoints="1" noAdjustHandles="1" noChangeArrowheads="1" noChangeShapeType="1" noTextEdit="1"/>
              </p:cNvSpPr>
              <p:nvPr/>
            </p:nvSpPr>
            <p:spPr>
              <a:xfrm>
                <a:off x="8789602" y="4051749"/>
                <a:ext cx="2398016"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15E71A7-55AB-4B31-A104-6547673ED5C2}"/>
                  </a:ext>
                </a:extLst>
              </p:cNvPr>
              <p:cNvSpPr txBox="1"/>
              <p:nvPr/>
            </p:nvSpPr>
            <p:spPr>
              <a:xfrm>
                <a:off x="10107392" y="1542255"/>
                <a:ext cx="95243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IN" sz="2800" dirty="0">
                  <a:solidFill>
                    <a:srgbClr val="002060"/>
                  </a:solidFill>
                  <a:latin typeface="+mj-lt"/>
                </a:endParaRPr>
              </a:p>
            </p:txBody>
          </p:sp>
        </mc:Choice>
        <mc:Fallback xmlns="">
          <p:sp>
            <p:nvSpPr>
              <p:cNvPr id="37" name="TextBox 36">
                <a:extLst>
                  <a:ext uri="{FF2B5EF4-FFF2-40B4-BE49-F238E27FC236}">
                    <a16:creationId xmlns:a16="http://schemas.microsoft.com/office/drawing/2014/main" id="{115E71A7-55AB-4B31-A104-6547673ED5C2}"/>
                  </a:ext>
                </a:extLst>
              </p:cNvPr>
              <p:cNvSpPr txBox="1">
                <a:spLocks noRot="1" noChangeAspect="1" noMove="1" noResize="1" noEditPoints="1" noAdjustHandles="1" noChangeArrowheads="1" noChangeShapeType="1" noTextEdit="1"/>
              </p:cNvSpPr>
              <p:nvPr/>
            </p:nvSpPr>
            <p:spPr>
              <a:xfrm>
                <a:off x="10107392" y="1542255"/>
                <a:ext cx="952430"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A">
                <a:extLst>
                  <a:ext uri="{FF2B5EF4-FFF2-40B4-BE49-F238E27FC236}">
                    <a16:creationId xmlns:a16="http://schemas.microsoft.com/office/drawing/2014/main" id="{36F835BA-D730-4F26-A2F6-565CCA45F5D0}"/>
                  </a:ext>
                </a:extLst>
              </p:cNvPr>
              <p:cNvSpPr txBox="1"/>
              <p:nvPr/>
            </p:nvSpPr>
            <p:spPr>
              <a:xfrm>
                <a:off x="10907213" y="1542255"/>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48" name="!!A">
                <a:extLst>
                  <a:ext uri="{FF2B5EF4-FFF2-40B4-BE49-F238E27FC236}">
                    <a16:creationId xmlns:a16="http://schemas.microsoft.com/office/drawing/2014/main" id="{36F835BA-D730-4F26-A2F6-565CCA45F5D0}"/>
                  </a:ext>
                </a:extLst>
              </p:cNvPr>
              <p:cNvSpPr txBox="1">
                <a:spLocks noRot="1" noChangeAspect="1" noMove="1" noResize="1" noEditPoints="1" noAdjustHandles="1" noChangeArrowheads="1" noChangeShapeType="1" noTextEdit="1"/>
              </p:cNvSpPr>
              <p:nvPr/>
            </p:nvSpPr>
            <p:spPr>
              <a:xfrm>
                <a:off x="10907213" y="1542255"/>
                <a:ext cx="488584"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CB232F2-EA42-4159-AF3E-00E64C43C696}"/>
                  </a:ext>
                </a:extLst>
              </p:cNvPr>
              <p:cNvSpPr txBox="1"/>
              <p:nvPr/>
            </p:nvSpPr>
            <p:spPr>
              <a:xfrm>
                <a:off x="11275134" y="1349991"/>
                <a:ext cx="764706" cy="907749"/>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91 </m:t>
                          </m:r>
                        </m:den>
                      </m:f>
                    </m:oMath>
                  </m:oMathPara>
                </a14:m>
                <a:endParaRPr lang="en-IN" sz="2800" dirty="0">
                  <a:solidFill>
                    <a:srgbClr val="002060"/>
                  </a:solidFill>
                  <a:latin typeface="+mj-lt"/>
                </a:endParaRPr>
              </a:p>
            </p:txBody>
          </p:sp>
        </mc:Choice>
        <mc:Fallback xmlns="">
          <p:sp>
            <p:nvSpPr>
              <p:cNvPr id="49" name="TextBox 48">
                <a:extLst>
                  <a:ext uri="{FF2B5EF4-FFF2-40B4-BE49-F238E27FC236}">
                    <a16:creationId xmlns:a16="http://schemas.microsoft.com/office/drawing/2014/main" id="{6CB232F2-EA42-4159-AF3E-00E64C43C696}"/>
                  </a:ext>
                </a:extLst>
              </p:cNvPr>
              <p:cNvSpPr txBox="1">
                <a:spLocks noRot="1" noChangeAspect="1" noMove="1" noResize="1" noEditPoints="1" noAdjustHandles="1" noChangeArrowheads="1" noChangeShapeType="1" noTextEdit="1"/>
              </p:cNvSpPr>
              <p:nvPr/>
            </p:nvSpPr>
            <p:spPr>
              <a:xfrm>
                <a:off x="11275134" y="1349991"/>
                <a:ext cx="764706" cy="907749"/>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FAF899D7-6E58-4CCD-897B-01E84B7CFFAF}"/>
                  </a:ext>
                </a:extLst>
              </p:cNvPr>
              <p:cNvSpPr txBox="1"/>
              <p:nvPr/>
            </p:nvSpPr>
            <p:spPr>
              <a:xfrm>
                <a:off x="1594216" y="4363013"/>
                <a:ext cx="1405209"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B</m:t>
                          </m:r>
                          <m:r>
                            <a:rPr lang="en-IN" sz="2800" dirty="0">
                              <a:solidFill>
                                <a:srgbClr val="002060"/>
                              </a:solidFill>
                              <a:latin typeface="Cambria Math" panose="02040503050406030204" pitchFamily="18" charset="0"/>
                            </a:rPr>
                            <m:t> </m:t>
                          </m:r>
                        </m:e>
                        <m:e>
                          <m:r>
                            <a:rPr lang="en-IN" sz="2800" dirty="0">
                              <a:solidFill>
                                <a:srgbClr val="002060"/>
                              </a:solidFill>
                              <a:latin typeface="Cambria Math" panose="02040503050406030204" pitchFamily="18" charset="0"/>
                            </a:rPr>
                            <m:t> </m:t>
                          </m:r>
                          <m:r>
                            <m:rPr>
                              <m:sty m:val="p"/>
                            </m:rPr>
                            <a:rPr lang="en-IN" sz="2800" dirty="0">
                              <a:solidFill>
                                <a:srgbClr val="002060"/>
                              </a:solidFill>
                              <a:latin typeface="Cambria Math" panose="02040503050406030204" pitchFamily="18" charset="0"/>
                            </a:rPr>
                            <m:t>A</m:t>
                          </m:r>
                        </m:e>
                      </m:d>
                    </m:oMath>
                  </m:oMathPara>
                </a14:m>
                <a:endParaRPr lang="en-IN" sz="2800" dirty="0">
                  <a:solidFill>
                    <a:srgbClr val="002060"/>
                  </a:solidFill>
                  <a:latin typeface="+mj-lt"/>
                </a:endParaRPr>
              </a:p>
            </p:txBody>
          </p:sp>
        </mc:Choice>
        <mc:Fallback xmlns="">
          <p:sp>
            <p:nvSpPr>
              <p:cNvPr id="50" name="TextBox 49">
                <a:extLst>
                  <a:ext uri="{FF2B5EF4-FFF2-40B4-BE49-F238E27FC236}">
                    <a16:creationId xmlns:a16="http://schemas.microsoft.com/office/drawing/2014/main" id="{FAF899D7-6E58-4CCD-897B-01E84B7CFFAF}"/>
                  </a:ext>
                </a:extLst>
              </p:cNvPr>
              <p:cNvSpPr txBox="1">
                <a:spLocks noRot="1" noChangeAspect="1" noMove="1" noResize="1" noEditPoints="1" noAdjustHandles="1" noChangeArrowheads="1" noChangeShapeType="1" noTextEdit="1"/>
              </p:cNvSpPr>
              <p:nvPr/>
            </p:nvSpPr>
            <p:spPr>
              <a:xfrm>
                <a:off x="1594216" y="4363013"/>
                <a:ext cx="1405209"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634FDBD3-D9CD-439D-B6E6-E1862129A4BC}"/>
                  </a:ext>
                </a:extLst>
              </p:cNvPr>
              <p:cNvSpPr txBox="1"/>
              <p:nvPr/>
            </p:nvSpPr>
            <p:spPr>
              <a:xfrm>
                <a:off x="2935220" y="4363013"/>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51" name="TextBox 50">
                <a:extLst>
                  <a:ext uri="{FF2B5EF4-FFF2-40B4-BE49-F238E27FC236}">
                    <a16:creationId xmlns:a16="http://schemas.microsoft.com/office/drawing/2014/main" id="{634FDBD3-D9CD-439D-B6E6-E1862129A4BC}"/>
                  </a:ext>
                </a:extLst>
              </p:cNvPr>
              <p:cNvSpPr txBox="1">
                <a:spLocks noRot="1" noChangeAspect="1" noMove="1" noResize="1" noEditPoints="1" noAdjustHandles="1" noChangeArrowheads="1" noChangeShapeType="1" noTextEdit="1"/>
              </p:cNvSpPr>
              <p:nvPr/>
            </p:nvSpPr>
            <p:spPr>
              <a:xfrm>
                <a:off x="2935220" y="4363013"/>
                <a:ext cx="488584"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6FE31CEE-D831-418D-ADBD-3F6A2EF6EFE8}"/>
                  </a:ext>
                </a:extLst>
              </p:cNvPr>
              <p:cNvSpPr txBox="1"/>
              <p:nvPr/>
            </p:nvSpPr>
            <p:spPr>
              <a:xfrm>
                <a:off x="3273683" y="4363013"/>
                <a:ext cx="1119606" cy="67390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 </m:t>
                          </m:r>
                        </m:num>
                        <m:den>
                          <m:r>
                            <a:rPr lang="en-IN" sz="2800" b="0" i="1" dirty="0" smtClean="0">
                              <a:solidFill>
                                <a:srgbClr val="002060"/>
                              </a:solidFill>
                              <a:latin typeface="Cambria Math" panose="02040503050406030204" pitchFamily="18" charset="0"/>
                            </a:rPr>
                            <m:t>           </m:t>
                          </m:r>
                        </m:den>
                      </m:f>
                    </m:oMath>
                  </m:oMathPara>
                </a14:m>
                <a:endParaRPr lang="en-IN" sz="2800" dirty="0">
                  <a:solidFill>
                    <a:srgbClr val="002060"/>
                  </a:solidFill>
                  <a:latin typeface="+mj-lt"/>
                </a:endParaRPr>
              </a:p>
            </p:txBody>
          </p:sp>
        </mc:Choice>
        <mc:Fallback xmlns="">
          <p:sp>
            <p:nvSpPr>
              <p:cNvPr id="52" name="TextBox 51">
                <a:extLst>
                  <a:ext uri="{FF2B5EF4-FFF2-40B4-BE49-F238E27FC236}">
                    <a16:creationId xmlns:a16="http://schemas.microsoft.com/office/drawing/2014/main" id="{6FE31CEE-D831-418D-ADBD-3F6A2EF6EFE8}"/>
                  </a:ext>
                </a:extLst>
              </p:cNvPr>
              <p:cNvSpPr txBox="1">
                <a:spLocks noRot="1" noChangeAspect="1" noMove="1" noResize="1" noEditPoints="1" noAdjustHandles="1" noChangeArrowheads="1" noChangeShapeType="1" noTextEdit="1"/>
              </p:cNvSpPr>
              <p:nvPr/>
            </p:nvSpPr>
            <p:spPr>
              <a:xfrm>
                <a:off x="3273683" y="4363013"/>
                <a:ext cx="1119606" cy="673902"/>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1BE29CD5-7683-4736-A1A4-2349393D3F4C}"/>
                  </a:ext>
                </a:extLst>
              </p:cNvPr>
              <p:cNvSpPr txBox="1"/>
              <p:nvPr/>
            </p:nvSpPr>
            <p:spPr>
              <a:xfrm>
                <a:off x="3471178" y="4101403"/>
                <a:ext cx="776114"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9</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53" name="TextBox 52">
                <a:extLst>
                  <a:ext uri="{FF2B5EF4-FFF2-40B4-BE49-F238E27FC236}">
                    <a16:creationId xmlns:a16="http://schemas.microsoft.com/office/drawing/2014/main" id="{1BE29CD5-7683-4736-A1A4-2349393D3F4C}"/>
                  </a:ext>
                </a:extLst>
              </p:cNvPr>
              <p:cNvSpPr txBox="1">
                <a:spLocks noRot="1" noChangeAspect="1" noMove="1" noResize="1" noEditPoints="1" noAdjustHandles="1" noChangeArrowheads="1" noChangeShapeType="1" noTextEdit="1"/>
              </p:cNvSpPr>
              <p:nvPr/>
            </p:nvSpPr>
            <p:spPr>
              <a:xfrm>
                <a:off x="3471178" y="4101403"/>
                <a:ext cx="776114"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43CADE91-A8F9-4E48-AA83-2295FAC25998}"/>
                  </a:ext>
                </a:extLst>
              </p:cNvPr>
              <p:cNvSpPr txBox="1"/>
              <p:nvPr/>
            </p:nvSpPr>
            <p:spPr>
              <a:xfrm>
                <a:off x="3432373" y="4654935"/>
                <a:ext cx="853725"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11</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54" name="TextBox 53">
                <a:extLst>
                  <a:ext uri="{FF2B5EF4-FFF2-40B4-BE49-F238E27FC236}">
                    <a16:creationId xmlns:a16="http://schemas.microsoft.com/office/drawing/2014/main" id="{43CADE91-A8F9-4E48-AA83-2295FAC25998}"/>
                  </a:ext>
                </a:extLst>
              </p:cNvPr>
              <p:cNvSpPr txBox="1">
                <a:spLocks noRot="1" noChangeAspect="1" noMove="1" noResize="1" noEditPoints="1" noAdjustHandles="1" noChangeArrowheads="1" noChangeShapeType="1" noTextEdit="1"/>
              </p:cNvSpPr>
              <p:nvPr/>
            </p:nvSpPr>
            <p:spPr>
              <a:xfrm>
                <a:off x="3432373" y="4654935"/>
                <a:ext cx="853725"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FFE91E5A-1C2B-4AFE-9F9C-3904B251799F}"/>
                  </a:ext>
                </a:extLst>
              </p:cNvPr>
              <p:cNvSpPr txBox="1"/>
              <p:nvPr/>
            </p:nvSpPr>
            <p:spPr>
              <a:xfrm>
                <a:off x="4291568" y="4363013"/>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55" name="TextBox 54">
                <a:extLst>
                  <a:ext uri="{FF2B5EF4-FFF2-40B4-BE49-F238E27FC236}">
                    <a16:creationId xmlns:a16="http://schemas.microsoft.com/office/drawing/2014/main" id="{FFE91E5A-1C2B-4AFE-9F9C-3904B251799F}"/>
                  </a:ext>
                </a:extLst>
              </p:cNvPr>
              <p:cNvSpPr txBox="1">
                <a:spLocks noRot="1" noChangeAspect="1" noMove="1" noResize="1" noEditPoints="1" noAdjustHandles="1" noChangeArrowheads="1" noChangeShapeType="1" noTextEdit="1"/>
              </p:cNvSpPr>
              <p:nvPr/>
            </p:nvSpPr>
            <p:spPr>
              <a:xfrm>
                <a:off x="4291568" y="4363013"/>
                <a:ext cx="488584"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3BD93C6-E206-4AF1-BA95-2AB4A6360A72}"/>
                  </a:ext>
                </a:extLst>
              </p:cNvPr>
              <p:cNvSpPr txBox="1"/>
              <p:nvPr/>
            </p:nvSpPr>
            <p:spPr>
              <a:xfrm>
                <a:off x="4670684" y="4147718"/>
                <a:ext cx="1119606" cy="907749"/>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126 </m:t>
                          </m:r>
                        </m:num>
                        <m:den>
                          <m:r>
                            <a:rPr lang="en-IN" sz="2800" b="0" i="1" dirty="0" smtClean="0">
                              <a:solidFill>
                                <a:srgbClr val="002060"/>
                              </a:solidFill>
                              <a:latin typeface="Cambria Math" panose="02040503050406030204" pitchFamily="18" charset="0"/>
                            </a:rPr>
                            <m:t> 330 </m:t>
                          </m:r>
                        </m:den>
                      </m:f>
                    </m:oMath>
                  </m:oMathPara>
                </a14:m>
                <a:endParaRPr lang="en-IN" sz="2800" dirty="0">
                  <a:solidFill>
                    <a:srgbClr val="002060"/>
                  </a:solidFill>
                  <a:latin typeface="+mj-lt"/>
                </a:endParaRPr>
              </a:p>
            </p:txBody>
          </p:sp>
        </mc:Choice>
        <mc:Fallback xmlns="">
          <p:sp>
            <p:nvSpPr>
              <p:cNvPr id="56" name="TextBox 55">
                <a:extLst>
                  <a:ext uri="{FF2B5EF4-FFF2-40B4-BE49-F238E27FC236}">
                    <a16:creationId xmlns:a16="http://schemas.microsoft.com/office/drawing/2014/main" id="{F3BD93C6-E206-4AF1-BA95-2AB4A6360A72}"/>
                  </a:ext>
                </a:extLst>
              </p:cNvPr>
              <p:cNvSpPr txBox="1">
                <a:spLocks noRot="1" noChangeAspect="1" noMove="1" noResize="1" noEditPoints="1" noAdjustHandles="1" noChangeArrowheads="1" noChangeShapeType="1" noTextEdit="1"/>
              </p:cNvSpPr>
              <p:nvPr/>
            </p:nvSpPr>
            <p:spPr>
              <a:xfrm>
                <a:off x="4670684" y="4147718"/>
                <a:ext cx="1119606" cy="907749"/>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6AF8A85B-BE8A-4742-8A7A-8599B38EE767}"/>
                  </a:ext>
                </a:extLst>
              </p:cNvPr>
              <p:cNvSpPr txBox="1"/>
              <p:nvPr/>
            </p:nvSpPr>
            <p:spPr>
              <a:xfrm>
                <a:off x="5619173" y="4359689"/>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57" name="TextBox 56">
                <a:extLst>
                  <a:ext uri="{FF2B5EF4-FFF2-40B4-BE49-F238E27FC236}">
                    <a16:creationId xmlns:a16="http://schemas.microsoft.com/office/drawing/2014/main" id="{6AF8A85B-BE8A-4742-8A7A-8599B38EE767}"/>
                  </a:ext>
                </a:extLst>
              </p:cNvPr>
              <p:cNvSpPr txBox="1">
                <a:spLocks noRot="1" noChangeAspect="1" noMove="1" noResize="1" noEditPoints="1" noAdjustHandles="1" noChangeArrowheads="1" noChangeShapeType="1" noTextEdit="1"/>
              </p:cNvSpPr>
              <p:nvPr/>
            </p:nvSpPr>
            <p:spPr>
              <a:xfrm>
                <a:off x="5619173" y="4359689"/>
                <a:ext cx="488584"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AA1B6327-E05C-4847-807F-DEBF794E00D6}"/>
                  </a:ext>
                </a:extLst>
              </p:cNvPr>
              <p:cNvSpPr txBox="1"/>
              <p:nvPr/>
            </p:nvSpPr>
            <p:spPr>
              <a:xfrm>
                <a:off x="5987094" y="4147717"/>
                <a:ext cx="764706" cy="907749"/>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21</m:t>
                          </m:r>
                        </m:num>
                        <m:den>
                          <m:r>
                            <a:rPr lang="en-IN" sz="2800" b="0" i="1" dirty="0" smtClean="0">
                              <a:solidFill>
                                <a:srgbClr val="002060"/>
                              </a:solidFill>
                              <a:latin typeface="Cambria Math" panose="02040503050406030204" pitchFamily="18" charset="0"/>
                            </a:rPr>
                            <m:t> 55 </m:t>
                          </m:r>
                        </m:den>
                      </m:f>
                    </m:oMath>
                  </m:oMathPara>
                </a14:m>
                <a:endParaRPr lang="en-IN" sz="2800" dirty="0">
                  <a:solidFill>
                    <a:srgbClr val="002060"/>
                  </a:solidFill>
                  <a:latin typeface="+mj-lt"/>
                </a:endParaRPr>
              </a:p>
            </p:txBody>
          </p:sp>
        </mc:Choice>
        <mc:Fallback xmlns="">
          <p:sp>
            <p:nvSpPr>
              <p:cNvPr id="58" name="TextBox 57">
                <a:extLst>
                  <a:ext uri="{FF2B5EF4-FFF2-40B4-BE49-F238E27FC236}">
                    <a16:creationId xmlns:a16="http://schemas.microsoft.com/office/drawing/2014/main" id="{AA1B6327-E05C-4847-807F-DEBF794E00D6}"/>
                  </a:ext>
                </a:extLst>
              </p:cNvPr>
              <p:cNvSpPr txBox="1">
                <a:spLocks noRot="1" noChangeAspect="1" noMove="1" noResize="1" noEditPoints="1" noAdjustHandles="1" noChangeArrowheads="1" noChangeShapeType="1" noTextEdit="1"/>
              </p:cNvSpPr>
              <p:nvPr/>
            </p:nvSpPr>
            <p:spPr>
              <a:xfrm>
                <a:off x="5987094" y="4147717"/>
                <a:ext cx="764706" cy="907749"/>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F292D294-5EF5-4208-B368-A1F22CBDF411}"/>
                  </a:ext>
                </a:extLst>
              </p:cNvPr>
              <p:cNvSpPr txBox="1"/>
              <p:nvPr/>
            </p:nvSpPr>
            <p:spPr>
              <a:xfrm>
                <a:off x="8447172" y="4893280"/>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59" name="TextBox 58">
                <a:extLst>
                  <a:ext uri="{FF2B5EF4-FFF2-40B4-BE49-F238E27FC236}">
                    <a16:creationId xmlns:a16="http://schemas.microsoft.com/office/drawing/2014/main" id="{F292D294-5EF5-4208-B368-A1F22CBDF411}"/>
                  </a:ext>
                </a:extLst>
              </p:cNvPr>
              <p:cNvSpPr txBox="1">
                <a:spLocks noRot="1" noChangeAspect="1" noMove="1" noResize="1" noEditPoints="1" noAdjustHandles="1" noChangeArrowheads="1" noChangeShapeType="1" noTextEdit="1"/>
              </p:cNvSpPr>
              <p:nvPr/>
            </p:nvSpPr>
            <p:spPr>
              <a:xfrm>
                <a:off x="8447172" y="4893280"/>
                <a:ext cx="488584"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0BD733C9-6BFC-438C-97AF-5549EBF3A3BF}"/>
                  </a:ext>
                </a:extLst>
              </p:cNvPr>
              <p:cNvSpPr txBox="1"/>
              <p:nvPr/>
            </p:nvSpPr>
            <p:spPr>
              <a:xfrm>
                <a:off x="8780974" y="4671947"/>
                <a:ext cx="1555901" cy="90178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91 </m:t>
                          </m:r>
                        </m:den>
                      </m:f>
                      <m:r>
                        <a:rPr lang="en-IN" sz="2800" b="0" i="1"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21</m:t>
                          </m:r>
                        </m:num>
                        <m:den>
                          <m:r>
                            <a:rPr lang="en-IN" sz="2800" b="0" i="1" dirty="0" smtClean="0">
                              <a:solidFill>
                                <a:srgbClr val="002060"/>
                              </a:solidFill>
                              <a:latin typeface="Cambria Math" panose="02040503050406030204" pitchFamily="18" charset="0"/>
                            </a:rPr>
                            <m:t> 55 </m:t>
                          </m:r>
                        </m:den>
                      </m:f>
                    </m:oMath>
                  </m:oMathPara>
                </a14:m>
                <a:endParaRPr lang="en-IN" sz="2800" dirty="0">
                  <a:solidFill>
                    <a:srgbClr val="002060"/>
                  </a:solidFill>
                  <a:latin typeface="+mj-lt"/>
                </a:endParaRPr>
              </a:p>
            </p:txBody>
          </p:sp>
        </mc:Choice>
        <mc:Fallback xmlns="">
          <p:sp>
            <p:nvSpPr>
              <p:cNvPr id="60" name="TextBox 59">
                <a:extLst>
                  <a:ext uri="{FF2B5EF4-FFF2-40B4-BE49-F238E27FC236}">
                    <a16:creationId xmlns:a16="http://schemas.microsoft.com/office/drawing/2014/main" id="{0BD733C9-6BFC-438C-97AF-5549EBF3A3BF}"/>
                  </a:ext>
                </a:extLst>
              </p:cNvPr>
              <p:cNvSpPr txBox="1">
                <a:spLocks noRot="1" noChangeAspect="1" noMove="1" noResize="1" noEditPoints="1" noAdjustHandles="1" noChangeArrowheads="1" noChangeShapeType="1" noTextEdit="1"/>
              </p:cNvSpPr>
              <p:nvPr/>
            </p:nvSpPr>
            <p:spPr>
              <a:xfrm>
                <a:off x="8780974" y="4671947"/>
                <a:ext cx="1555901" cy="901785"/>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40254DD-617A-4D74-A0AE-228472270899}"/>
                  </a:ext>
                </a:extLst>
              </p:cNvPr>
              <p:cNvSpPr txBox="1"/>
              <p:nvPr/>
            </p:nvSpPr>
            <p:spPr>
              <a:xfrm>
                <a:off x="8447172" y="5888314"/>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62" name="TextBox 61">
                <a:extLst>
                  <a:ext uri="{FF2B5EF4-FFF2-40B4-BE49-F238E27FC236}">
                    <a16:creationId xmlns:a16="http://schemas.microsoft.com/office/drawing/2014/main" id="{640254DD-617A-4D74-A0AE-228472270899}"/>
                  </a:ext>
                </a:extLst>
              </p:cNvPr>
              <p:cNvSpPr txBox="1">
                <a:spLocks noRot="1" noChangeAspect="1" noMove="1" noResize="1" noEditPoints="1" noAdjustHandles="1" noChangeArrowheads="1" noChangeShapeType="1" noTextEdit="1"/>
              </p:cNvSpPr>
              <p:nvPr/>
            </p:nvSpPr>
            <p:spPr>
              <a:xfrm>
                <a:off x="8447172" y="5888314"/>
                <a:ext cx="488584" cy="523220"/>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E5D23B52-72F9-4A6E-8C5D-11DE14F31FBA}"/>
                  </a:ext>
                </a:extLst>
              </p:cNvPr>
              <p:cNvSpPr txBox="1"/>
              <p:nvPr/>
            </p:nvSpPr>
            <p:spPr>
              <a:xfrm>
                <a:off x="8852131" y="5666981"/>
                <a:ext cx="1157729" cy="90178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3</m:t>
                          </m:r>
                        </m:num>
                        <m:den>
                          <m:r>
                            <a:rPr lang="en-IN" sz="2800" b="0" i="1" dirty="0" smtClean="0">
                              <a:solidFill>
                                <a:srgbClr val="002060"/>
                              </a:solidFill>
                              <a:latin typeface="Cambria Math" panose="02040503050406030204" pitchFamily="18" charset="0"/>
                            </a:rPr>
                            <m:t> 715 </m:t>
                          </m:r>
                        </m:den>
                      </m:f>
                    </m:oMath>
                  </m:oMathPara>
                </a14:m>
                <a:endParaRPr lang="en-IN" sz="2800" dirty="0">
                  <a:solidFill>
                    <a:srgbClr val="002060"/>
                  </a:solidFill>
                  <a:latin typeface="+mj-lt"/>
                </a:endParaRPr>
              </a:p>
            </p:txBody>
          </p:sp>
        </mc:Choice>
        <mc:Fallback xmlns="">
          <p:sp>
            <p:nvSpPr>
              <p:cNvPr id="63" name="TextBox 62">
                <a:extLst>
                  <a:ext uri="{FF2B5EF4-FFF2-40B4-BE49-F238E27FC236}">
                    <a16:creationId xmlns:a16="http://schemas.microsoft.com/office/drawing/2014/main" id="{E5D23B52-72F9-4A6E-8C5D-11DE14F31FBA}"/>
                  </a:ext>
                </a:extLst>
              </p:cNvPr>
              <p:cNvSpPr txBox="1">
                <a:spLocks noRot="1" noChangeAspect="1" noMove="1" noResize="1" noEditPoints="1" noAdjustHandles="1" noChangeArrowheads="1" noChangeShapeType="1" noTextEdit="1"/>
              </p:cNvSpPr>
              <p:nvPr/>
            </p:nvSpPr>
            <p:spPr>
              <a:xfrm>
                <a:off x="8852131" y="5666981"/>
                <a:ext cx="1157729" cy="901785"/>
              </a:xfrm>
              <a:prstGeom prst="rect">
                <a:avLst/>
              </a:prstGeom>
              <a:blipFill>
                <a:blip r:embed="rId24"/>
                <a:stretch>
                  <a:fillRect/>
                </a:stretch>
              </a:blipFill>
            </p:spPr>
            <p:txBody>
              <a:bodyPr/>
              <a:lstStyle/>
              <a:p>
                <a:r>
                  <a:rPr lang="en-IN">
                    <a:noFill/>
                  </a:rPr>
                  <a:t> </a:t>
                </a:r>
              </a:p>
            </p:txBody>
          </p:sp>
        </mc:Fallback>
      </mc:AlternateContent>
      <p:cxnSp>
        <p:nvCxnSpPr>
          <p:cNvPr id="64" name="Straight Connector 63">
            <a:extLst>
              <a:ext uri="{FF2B5EF4-FFF2-40B4-BE49-F238E27FC236}">
                <a16:creationId xmlns:a16="http://schemas.microsoft.com/office/drawing/2014/main" id="{6D37AA16-3AA0-4033-91A9-61DECD64AC43}"/>
              </a:ext>
            </a:extLst>
          </p:cNvPr>
          <p:cNvCxnSpPr>
            <a:cxnSpLocks/>
          </p:cNvCxnSpPr>
          <p:nvPr/>
        </p:nvCxnSpPr>
        <p:spPr>
          <a:xfrm>
            <a:off x="6903720" y="4147717"/>
            <a:ext cx="0" cy="242104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93DE53EF-AE35-485F-A855-D74A95F25A1E}"/>
                  </a:ext>
                </a:extLst>
              </p:cNvPr>
              <p:cNvSpPr txBox="1"/>
              <p:nvPr/>
            </p:nvSpPr>
            <p:spPr>
              <a:xfrm>
                <a:off x="7056246" y="4059879"/>
                <a:ext cx="1612567"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r>
                            <a:rPr lang="en-IN" sz="2800" b="0" i="0"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B</m:t>
                          </m:r>
                        </m:e>
                      </m:d>
                    </m:oMath>
                  </m:oMathPara>
                </a14:m>
                <a:endParaRPr lang="en-IN" sz="2800" dirty="0">
                  <a:solidFill>
                    <a:srgbClr val="002060"/>
                  </a:solidFill>
                  <a:latin typeface="+mj-lt"/>
                </a:endParaRPr>
              </a:p>
            </p:txBody>
          </p:sp>
        </mc:Choice>
        <mc:Fallback xmlns="">
          <p:sp>
            <p:nvSpPr>
              <p:cNvPr id="65" name="TextBox 64">
                <a:extLst>
                  <a:ext uri="{FF2B5EF4-FFF2-40B4-BE49-F238E27FC236}">
                    <a16:creationId xmlns:a16="http://schemas.microsoft.com/office/drawing/2014/main" id="{93DE53EF-AE35-485F-A855-D74A95F25A1E}"/>
                  </a:ext>
                </a:extLst>
              </p:cNvPr>
              <p:cNvSpPr txBox="1">
                <a:spLocks noRot="1" noChangeAspect="1" noMove="1" noResize="1" noEditPoints="1" noAdjustHandles="1" noChangeArrowheads="1" noChangeShapeType="1" noTextEdit="1"/>
              </p:cNvSpPr>
              <p:nvPr/>
            </p:nvSpPr>
            <p:spPr>
              <a:xfrm>
                <a:off x="7056246" y="4059879"/>
                <a:ext cx="1612567" cy="523220"/>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B">
                <a:extLst>
                  <a:ext uri="{FF2B5EF4-FFF2-40B4-BE49-F238E27FC236}">
                    <a16:creationId xmlns:a16="http://schemas.microsoft.com/office/drawing/2014/main" id="{2527F2FC-BECD-415E-B982-B5F1AC5C836F}"/>
                  </a:ext>
                </a:extLst>
              </p:cNvPr>
              <p:cNvSpPr txBox="1"/>
              <p:nvPr/>
            </p:nvSpPr>
            <p:spPr>
              <a:xfrm>
                <a:off x="8453247" y="4059879"/>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66" name="!!B">
                <a:extLst>
                  <a:ext uri="{FF2B5EF4-FFF2-40B4-BE49-F238E27FC236}">
                    <a16:creationId xmlns:a16="http://schemas.microsoft.com/office/drawing/2014/main" id="{2527F2FC-BECD-415E-B982-B5F1AC5C836F}"/>
                  </a:ext>
                </a:extLst>
              </p:cNvPr>
              <p:cNvSpPr txBox="1">
                <a:spLocks noRot="1" noChangeAspect="1" noMove="1" noResize="1" noEditPoints="1" noAdjustHandles="1" noChangeArrowheads="1" noChangeShapeType="1" noTextEdit="1"/>
              </p:cNvSpPr>
              <p:nvPr/>
            </p:nvSpPr>
            <p:spPr>
              <a:xfrm>
                <a:off x="8453247" y="4059879"/>
                <a:ext cx="488584" cy="523220"/>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13AC87CE-C216-43CD-9D23-4028F2E7C748}"/>
                  </a:ext>
                </a:extLst>
              </p:cNvPr>
              <p:cNvSpPr txBox="1"/>
              <p:nvPr/>
            </p:nvSpPr>
            <p:spPr>
              <a:xfrm>
                <a:off x="8806099" y="4059879"/>
                <a:ext cx="367080" cy="523220"/>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67" name="TextBox 66">
                <a:extLst>
                  <a:ext uri="{FF2B5EF4-FFF2-40B4-BE49-F238E27FC236}">
                    <a16:creationId xmlns:a16="http://schemas.microsoft.com/office/drawing/2014/main" id="{13AC87CE-C216-43CD-9D23-4028F2E7C748}"/>
                  </a:ext>
                </a:extLst>
              </p:cNvPr>
              <p:cNvSpPr txBox="1">
                <a:spLocks noRot="1" noChangeAspect="1" noMove="1" noResize="1" noEditPoints="1" noAdjustHandles="1" noChangeArrowheads="1" noChangeShapeType="1" noTextEdit="1"/>
              </p:cNvSpPr>
              <p:nvPr/>
            </p:nvSpPr>
            <p:spPr>
              <a:xfrm>
                <a:off x="8806099" y="4059879"/>
                <a:ext cx="367080" cy="523220"/>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88D15564-7C37-4F44-821F-3239B9409678}"/>
                  </a:ext>
                </a:extLst>
              </p:cNvPr>
              <p:cNvSpPr txBox="1"/>
              <p:nvPr/>
            </p:nvSpPr>
            <p:spPr>
              <a:xfrm>
                <a:off x="10597784" y="782138"/>
                <a:ext cx="1744578" cy="477054"/>
              </a:xfrm>
              <a:prstGeom prst="rect">
                <a:avLst/>
              </a:prstGeom>
              <a:noFill/>
            </p:spPr>
            <p:txBody>
              <a:bodyPr wrap="square" rtlCol="0">
                <a:spAutoFit/>
              </a:bodyPr>
              <a:lstStyle>
                <a:defPPr>
                  <a:defRPr lang="en-US"/>
                </a:defPPr>
                <a:lvl1pPr>
                  <a:defRPr sz="2500" b="0" i="1">
                    <a:solidFill>
                      <a:srgbClr val="002060"/>
                    </a:solidFill>
                    <a:latin typeface="Cambria Math" panose="02040503050406030204" pitchFamily="18" charset="0"/>
                  </a:defRPr>
                </a:lvl1pPr>
              </a:lstStyle>
              <a:p>
                <a14:m>
                  <m:oMath xmlns:m="http://schemas.openxmlformats.org/officeDocument/2006/math">
                    <m:r>
                      <a:rPr lang="en-IN" i="0" dirty="0" smtClean="0">
                        <a:latin typeface="Cambria Math" panose="02040503050406030204" pitchFamily="18" charset="0"/>
                      </a:rPr>
                      <m:t>=15</m:t>
                    </m:r>
                  </m:oMath>
                </a14:m>
                <a:r>
                  <a:rPr lang="en-IN" i="0" dirty="0">
                    <a:latin typeface="+mj-lt"/>
                  </a:rPr>
                  <a:t> balls</a:t>
                </a:r>
              </a:p>
            </p:txBody>
          </p:sp>
        </mc:Choice>
        <mc:Fallback xmlns="">
          <p:sp>
            <p:nvSpPr>
              <p:cNvPr id="68" name="TextBox 67">
                <a:extLst>
                  <a:ext uri="{FF2B5EF4-FFF2-40B4-BE49-F238E27FC236}">
                    <a16:creationId xmlns:a16="http://schemas.microsoft.com/office/drawing/2014/main" id="{88D15564-7C37-4F44-821F-3239B9409678}"/>
                  </a:ext>
                </a:extLst>
              </p:cNvPr>
              <p:cNvSpPr txBox="1">
                <a:spLocks noRot="1" noChangeAspect="1" noMove="1" noResize="1" noEditPoints="1" noAdjustHandles="1" noChangeArrowheads="1" noChangeShapeType="1" noTextEdit="1"/>
              </p:cNvSpPr>
              <p:nvPr/>
            </p:nvSpPr>
            <p:spPr>
              <a:xfrm>
                <a:off x="10597784" y="782138"/>
                <a:ext cx="1744578" cy="477054"/>
              </a:xfrm>
              <a:prstGeom prst="rect">
                <a:avLst/>
              </a:prstGeom>
              <a:blipFill>
                <a:blip r:embed="rId28"/>
                <a:stretch>
                  <a:fillRect t="-8861" b="-29114"/>
                </a:stretch>
              </a:blipFill>
            </p:spPr>
            <p:txBody>
              <a:bodyPr/>
              <a:lstStyle/>
              <a:p>
                <a:r>
                  <a:rPr lang="en-IN">
                    <a:noFill/>
                  </a:rPr>
                  <a:t> </a:t>
                </a:r>
              </a:p>
            </p:txBody>
          </p:sp>
        </mc:Fallback>
      </mc:AlternateContent>
      <p:sp>
        <p:nvSpPr>
          <p:cNvPr id="44" name="TextBox 43">
            <a:extLst>
              <a:ext uri="{FF2B5EF4-FFF2-40B4-BE49-F238E27FC236}">
                <a16:creationId xmlns:a16="http://schemas.microsoft.com/office/drawing/2014/main" id="{B33DBABD-463C-405B-9DBD-E68EC02E729A}"/>
              </a:ext>
            </a:extLst>
          </p:cNvPr>
          <p:cNvSpPr txBox="1"/>
          <p:nvPr/>
        </p:nvSpPr>
        <p:spPr>
          <a:xfrm>
            <a:off x="1594216" y="1853101"/>
            <a:ext cx="7791469" cy="523220"/>
          </a:xfrm>
          <a:prstGeom prst="rect">
            <a:avLst/>
          </a:prstGeom>
          <a:noFill/>
        </p:spPr>
        <p:txBody>
          <a:bodyPr wrap="square">
            <a:spAutoFit/>
          </a:bodyPr>
          <a:lstStyle/>
          <a:p>
            <a:r>
              <a:rPr lang="en-US" sz="2800" b="1" dirty="0">
                <a:solidFill>
                  <a:srgbClr val="002060"/>
                </a:solidFill>
              </a:rPr>
              <a:t>(2)  The balls are not replaced before the second draw.</a:t>
            </a:r>
            <a:endParaRPr lang="en-IN" sz="2800" b="1" dirty="0">
              <a:solidFill>
                <a:srgbClr val="002060"/>
              </a:solidFill>
            </a:endParaRPr>
          </a:p>
        </p:txBody>
      </p:sp>
      <p:sp>
        <p:nvSpPr>
          <p:cNvPr id="61" name="TextBox 60">
            <a:extLst>
              <a:ext uri="{FF2B5EF4-FFF2-40B4-BE49-F238E27FC236}">
                <a16:creationId xmlns:a16="http://schemas.microsoft.com/office/drawing/2014/main" id="{0999EA16-1812-4EBF-8392-87BF295B9D32}"/>
              </a:ext>
            </a:extLst>
          </p:cNvPr>
          <p:cNvSpPr txBox="1"/>
          <p:nvPr/>
        </p:nvSpPr>
        <p:spPr>
          <a:xfrm>
            <a:off x="1594216" y="2876991"/>
            <a:ext cx="4753244" cy="523220"/>
          </a:xfrm>
          <a:prstGeom prst="rect">
            <a:avLst/>
          </a:prstGeom>
          <a:noFill/>
        </p:spPr>
        <p:txBody>
          <a:bodyPr wrap="square" rtlCol="0">
            <a:spAutoFit/>
          </a:bodyPr>
          <a:lstStyle/>
          <a:p>
            <a:r>
              <a:rPr lang="en-IN" sz="2800" dirty="0">
                <a:solidFill>
                  <a:srgbClr val="002060"/>
                </a:solidFill>
                <a:latin typeface="+mj-lt"/>
              </a:rPr>
              <a:t>Total balls in bag after first draw</a:t>
            </a:r>
          </a:p>
        </p:txBody>
      </p: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714B068E-925A-466A-991B-2455401CAE4D}"/>
                  </a:ext>
                </a:extLst>
              </p:cNvPr>
              <p:cNvSpPr txBox="1"/>
              <p:nvPr/>
            </p:nvSpPr>
            <p:spPr>
              <a:xfrm>
                <a:off x="6249680" y="2876991"/>
                <a:ext cx="995653"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dirty="0">
                          <a:solidFill>
                            <a:srgbClr val="002060"/>
                          </a:solidFill>
                          <a:latin typeface="Cambria Math" panose="02040503050406030204" pitchFamily="18" charset="0"/>
                        </a:rPr>
                        <m:t>=11</m:t>
                      </m:r>
                    </m:oMath>
                  </m:oMathPara>
                </a14:m>
                <a:endParaRPr lang="en-IN" sz="2800" dirty="0">
                  <a:solidFill>
                    <a:srgbClr val="002060"/>
                  </a:solidFill>
                  <a:latin typeface="+mj-lt"/>
                </a:endParaRPr>
              </a:p>
            </p:txBody>
          </p:sp>
        </mc:Choice>
        <mc:Fallback xmlns="">
          <p:sp>
            <p:nvSpPr>
              <p:cNvPr id="69" name="TextBox 68">
                <a:extLst>
                  <a:ext uri="{FF2B5EF4-FFF2-40B4-BE49-F238E27FC236}">
                    <a16:creationId xmlns:a16="http://schemas.microsoft.com/office/drawing/2014/main" id="{714B068E-925A-466A-991B-2455401CAE4D}"/>
                  </a:ext>
                </a:extLst>
              </p:cNvPr>
              <p:cNvSpPr txBox="1">
                <a:spLocks noRot="1" noChangeAspect="1" noMove="1" noResize="1" noEditPoints="1" noAdjustHandles="1" noChangeArrowheads="1" noChangeShapeType="1" noTextEdit="1"/>
              </p:cNvSpPr>
              <p:nvPr/>
            </p:nvSpPr>
            <p:spPr>
              <a:xfrm>
                <a:off x="6249680" y="2876991"/>
                <a:ext cx="995653" cy="523220"/>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0F9B5859-A3B5-491E-9EE3-31AF0757581C}"/>
                  </a:ext>
                </a:extLst>
              </p:cNvPr>
              <p:cNvSpPr txBox="1"/>
              <p:nvPr/>
            </p:nvSpPr>
            <p:spPr>
              <a:xfrm>
                <a:off x="10357217" y="3399145"/>
                <a:ext cx="1405209"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B</m:t>
                          </m:r>
                          <m:r>
                            <a:rPr lang="en-IN" sz="2800" dirty="0">
                              <a:solidFill>
                                <a:srgbClr val="002060"/>
                              </a:solidFill>
                              <a:latin typeface="Cambria Math" panose="02040503050406030204" pitchFamily="18" charset="0"/>
                            </a:rPr>
                            <m:t> </m:t>
                          </m:r>
                        </m:e>
                        <m:e>
                          <m:r>
                            <a:rPr lang="en-IN" sz="2800" dirty="0">
                              <a:solidFill>
                                <a:srgbClr val="002060"/>
                              </a:solidFill>
                              <a:latin typeface="Cambria Math" panose="02040503050406030204" pitchFamily="18" charset="0"/>
                            </a:rPr>
                            <m:t> </m:t>
                          </m:r>
                          <m:r>
                            <m:rPr>
                              <m:sty m:val="p"/>
                            </m:rPr>
                            <a:rPr lang="en-IN" sz="2800" dirty="0">
                              <a:solidFill>
                                <a:srgbClr val="002060"/>
                              </a:solidFill>
                              <a:latin typeface="Cambria Math" panose="02040503050406030204" pitchFamily="18" charset="0"/>
                            </a:rPr>
                            <m:t>A</m:t>
                          </m:r>
                        </m:e>
                      </m:d>
                    </m:oMath>
                  </m:oMathPara>
                </a14:m>
                <a:endParaRPr lang="en-IN" sz="2800" dirty="0">
                  <a:solidFill>
                    <a:srgbClr val="002060"/>
                  </a:solidFill>
                  <a:latin typeface="+mj-lt"/>
                </a:endParaRPr>
              </a:p>
            </p:txBody>
          </p:sp>
        </mc:Choice>
        <mc:Fallback xmlns="">
          <p:sp>
            <p:nvSpPr>
              <p:cNvPr id="70" name="TextBox 69">
                <a:extLst>
                  <a:ext uri="{FF2B5EF4-FFF2-40B4-BE49-F238E27FC236}">
                    <a16:creationId xmlns:a16="http://schemas.microsoft.com/office/drawing/2014/main" id="{0F9B5859-A3B5-491E-9EE3-31AF0757581C}"/>
                  </a:ext>
                </a:extLst>
              </p:cNvPr>
              <p:cNvSpPr txBox="1">
                <a:spLocks noRot="1" noChangeAspect="1" noMove="1" noResize="1" noEditPoints="1" noAdjustHandles="1" noChangeArrowheads="1" noChangeShapeType="1" noTextEdit="1"/>
              </p:cNvSpPr>
              <p:nvPr/>
            </p:nvSpPr>
            <p:spPr>
              <a:xfrm>
                <a:off x="10357217" y="3399145"/>
                <a:ext cx="1405209" cy="523220"/>
              </a:xfrm>
              <a:prstGeom prst="rect">
                <a:avLst/>
              </a:prstGeom>
              <a:blipFill>
                <a:blip r:embed="rId30"/>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9930378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67"/>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64"/>
                                        </p:tgtEl>
                                        <p:attrNameLst>
                                          <p:attrName>style.visibility</p:attrName>
                                        </p:attrNameLst>
                                      </p:cBhvr>
                                      <p:to>
                                        <p:strVal val="visible"/>
                                      </p:to>
                                    </p:set>
                                    <p:animEffect transition="in" filter="wipe(up)">
                                      <p:cBhvr>
                                        <p:cTn id="37" dur="750"/>
                                        <p:tgtEl>
                                          <p:spTgt spid="64"/>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50"/>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51"/>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5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52"/>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54"/>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55"/>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56"/>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57"/>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58"/>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59"/>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60"/>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62"/>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1" grpId="0"/>
      <p:bldP spid="26" grpId="0"/>
      <p:bldP spid="50" grpId="0"/>
      <p:bldP spid="51" grpId="0"/>
      <p:bldP spid="52" grpId="0"/>
      <p:bldP spid="53" grpId="0"/>
      <p:bldP spid="54" grpId="0"/>
      <p:bldP spid="55" grpId="0"/>
      <p:bldP spid="56" grpId="0"/>
      <p:bldP spid="57" grpId="0"/>
      <p:bldP spid="58" grpId="0"/>
      <p:bldP spid="59" grpId="0"/>
      <p:bldP spid="60" grpId="0"/>
      <p:bldP spid="62" grpId="0"/>
      <p:bldP spid="63" grpId="0"/>
      <p:bldP spid="67" grpId="0"/>
      <p:bldP spid="61" grpId="0"/>
      <p:bldP spid="69" grpId="0"/>
      <p:bldP spid="70"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9951A2-01C1-4D0C-80E5-17B57CAA2CA6}"/>
              </a:ext>
            </a:extLst>
          </p:cNvPr>
          <p:cNvSpPr>
            <a:spLocks noGrp="1"/>
          </p:cNvSpPr>
          <p:nvPr>
            <p:ph type="title"/>
          </p:nvPr>
        </p:nvSpPr>
        <p:spPr/>
        <p:txBody>
          <a:bodyPr/>
          <a:lstStyle/>
          <a:p>
            <a:r>
              <a:rPr lang="en-IN" dirty="0"/>
              <a:t>Method 4</a:t>
            </a:r>
            <a:br>
              <a:rPr lang="en-IN" dirty="0"/>
            </a:br>
            <a:r>
              <a:rPr lang="en-IN" dirty="0"/>
              <a:t>Bayes’ Theorem</a:t>
            </a:r>
          </a:p>
        </p:txBody>
      </p:sp>
      <p:sp>
        <p:nvSpPr>
          <p:cNvPr id="5" name="Text Placeholder 4">
            <a:extLst>
              <a:ext uri="{FF2B5EF4-FFF2-40B4-BE49-F238E27FC236}">
                <a16:creationId xmlns:a16="http://schemas.microsoft.com/office/drawing/2014/main" id="{2519E3D0-8028-4C02-9FE0-4E21C1CEA3F3}"/>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63946394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9951A2-01C1-4D0C-80E5-17B57CAA2CA6}"/>
              </a:ext>
            </a:extLst>
          </p:cNvPr>
          <p:cNvSpPr>
            <a:spLocks noGrp="1"/>
          </p:cNvSpPr>
          <p:nvPr>
            <p:ph type="title"/>
          </p:nvPr>
        </p:nvSpPr>
        <p:spPr/>
        <p:txBody>
          <a:bodyPr>
            <a:normAutofit/>
          </a:bodyPr>
          <a:lstStyle/>
          <a:p>
            <a:r>
              <a:rPr lang="en-IN" dirty="0"/>
              <a:t>Total Probability</a:t>
            </a:r>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6CB9492A-E923-46D8-9496-CC97B9EE6EC7}"/>
                  </a:ext>
                </a:extLst>
              </p:cNvPr>
              <p:cNvSpPr>
                <a:spLocks noGrp="1"/>
              </p:cNvSpPr>
              <p:nvPr>
                <p:ph idx="1"/>
              </p:nvPr>
            </p:nvSpPr>
            <p:spPr>
              <a:xfrm>
                <a:off x="131180" y="863445"/>
                <a:ext cx="11929641" cy="1238032"/>
              </a:xfrm>
            </p:spPr>
            <p:txBody>
              <a:bodyPr/>
              <a:lstStyle/>
              <a:p>
                <a:r>
                  <a:rPr lang="en-US" dirty="0">
                    <a:effectLst/>
                    <a:ea typeface="Calibri" panose="020F0502020204030204" pitchFamily="34" charset="0"/>
                    <a:cs typeface="Shruti" panose="020B0502040204020203" pitchFamily="34" charset="0"/>
                  </a:rPr>
                  <a:t>Let </a:t>
                </a:r>
                <a14:m>
                  <m:oMath xmlns:m="http://schemas.openxmlformats.org/officeDocument/2006/math">
                    <m:sSub>
                      <m:sSubPr>
                        <m:ctrlPr>
                          <a:rPr lang="en-IN" i="1">
                            <a:effectLst/>
                            <a:latin typeface="Cambria Math" panose="02040503050406030204" pitchFamily="18" charset="0"/>
                          </a:rPr>
                        </m:ctrlPr>
                      </m:sSubPr>
                      <m:e>
                        <m:r>
                          <m:rPr>
                            <m:sty m:val="p"/>
                          </m:rPr>
                          <a:rPr lang="en-US">
                            <a:effectLst/>
                            <a:latin typeface="Cambria Math" panose="02040503050406030204" pitchFamily="18" charset="0"/>
                            <a:ea typeface="Calibri" panose="020F0502020204030204" pitchFamily="34" charset="0"/>
                            <a:cs typeface="Shruti" panose="020B0502040204020203" pitchFamily="34" charset="0"/>
                          </a:rPr>
                          <m:t>A</m:t>
                        </m:r>
                      </m:e>
                      <m:sub>
                        <m:r>
                          <a:rPr lang="en-US">
                            <a:effectLst/>
                            <a:latin typeface="Cambria Math" panose="02040503050406030204" pitchFamily="18" charset="0"/>
                            <a:ea typeface="Calibri" panose="020F0502020204030204" pitchFamily="34" charset="0"/>
                            <a:cs typeface="Shruti" panose="020B0502040204020203" pitchFamily="34" charset="0"/>
                          </a:rPr>
                          <m:t>1</m:t>
                        </m:r>
                      </m:sub>
                    </m:sSub>
                    <m:r>
                      <a:rPr lang="en-IN" b="0" i="1" smtClean="0">
                        <a:effectLst/>
                        <a:latin typeface="Cambria Math" panose="02040503050406030204" pitchFamily="18" charset="0"/>
                        <a:ea typeface="Calibri" panose="020F0502020204030204" pitchFamily="34" charset="0"/>
                        <a:cs typeface="Shruti" panose="020B0502040204020203" pitchFamily="34" charset="0"/>
                      </a:rPr>
                      <m:t>, </m:t>
                    </m:r>
                    <m:sSub>
                      <m:sSubPr>
                        <m:ctrlPr>
                          <a:rPr lang="en-IN" i="1">
                            <a:effectLst/>
                            <a:latin typeface="Cambria Math" panose="02040503050406030204" pitchFamily="18" charset="0"/>
                          </a:rPr>
                        </m:ctrlPr>
                      </m:sSubPr>
                      <m:e>
                        <m:r>
                          <m:rPr>
                            <m:sty m:val="p"/>
                          </m:rPr>
                          <a:rPr lang="en-US">
                            <a:effectLst/>
                            <a:latin typeface="Cambria Math" panose="02040503050406030204" pitchFamily="18" charset="0"/>
                            <a:ea typeface="Calibri" panose="020F0502020204030204" pitchFamily="34" charset="0"/>
                            <a:cs typeface="Shruti" panose="020B0502040204020203" pitchFamily="34" charset="0"/>
                          </a:rPr>
                          <m:t>A</m:t>
                        </m:r>
                      </m:e>
                      <m:sub>
                        <m:r>
                          <a:rPr lang="en-US">
                            <a:effectLst/>
                            <a:latin typeface="Cambria Math" panose="02040503050406030204" pitchFamily="18" charset="0"/>
                            <a:ea typeface="Calibri" panose="020F0502020204030204" pitchFamily="34" charset="0"/>
                            <a:cs typeface="Shruti" panose="020B0502040204020203" pitchFamily="34" charset="0"/>
                          </a:rPr>
                          <m:t>2</m:t>
                        </m:r>
                      </m:sub>
                    </m:sSub>
                    <m:r>
                      <a:rPr lang="en-IN" i="1">
                        <a:latin typeface="Cambria Math" panose="02040503050406030204" pitchFamily="18" charset="0"/>
                        <a:ea typeface="Calibri" panose="020F0502020204030204" pitchFamily="34" charset="0"/>
                        <a:cs typeface="Shruti" panose="020B0502040204020203" pitchFamily="34" charset="0"/>
                      </a:rPr>
                      <m:t>, </m:t>
                    </m:r>
                    <m:r>
                      <a:rPr lang="en-US">
                        <a:effectLst/>
                        <a:latin typeface="Cambria Math" panose="02040503050406030204" pitchFamily="18" charset="0"/>
                        <a:ea typeface="Calibri" panose="020F0502020204030204" pitchFamily="34" charset="0"/>
                        <a:cs typeface="Shruti" panose="020B0502040204020203" pitchFamily="34" charset="0"/>
                      </a:rPr>
                      <m:t>…</m:t>
                    </m:r>
                    <m:r>
                      <a:rPr lang="en-IN" i="1">
                        <a:latin typeface="Cambria Math" panose="02040503050406030204" pitchFamily="18" charset="0"/>
                        <a:ea typeface="Calibri" panose="020F0502020204030204" pitchFamily="34" charset="0"/>
                        <a:cs typeface="Shruti" panose="020B0502040204020203" pitchFamily="34" charset="0"/>
                      </a:rPr>
                      <m:t>, </m:t>
                    </m:r>
                    <m:sSub>
                      <m:sSubPr>
                        <m:ctrlPr>
                          <a:rPr lang="en-IN" i="1">
                            <a:effectLst/>
                            <a:latin typeface="Cambria Math" panose="02040503050406030204" pitchFamily="18" charset="0"/>
                          </a:rPr>
                        </m:ctrlPr>
                      </m:sSubPr>
                      <m:e>
                        <m:r>
                          <m:rPr>
                            <m:sty m:val="p"/>
                          </m:rPr>
                          <a:rPr lang="en-US">
                            <a:effectLst/>
                            <a:latin typeface="Cambria Math" panose="02040503050406030204" pitchFamily="18" charset="0"/>
                            <a:ea typeface="Calibri" panose="020F0502020204030204" pitchFamily="34" charset="0"/>
                            <a:cs typeface="Shruti" panose="020B0502040204020203" pitchFamily="34" charset="0"/>
                          </a:rPr>
                          <m:t>A</m:t>
                        </m:r>
                      </m:e>
                      <m:sub>
                        <m:r>
                          <m:rPr>
                            <m:sty m:val="p"/>
                          </m:rPr>
                          <a:rPr lang="en-US">
                            <a:effectLst/>
                            <a:latin typeface="Cambria Math" panose="02040503050406030204" pitchFamily="18" charset="0"/>
                            <a:ea typeface="Calibri" panose="020F0502020204030204" pitchFamily="34" charset="0"/>
                            <a:cs typeface="Shruti" panose="020B0502040204020203" pitchFamily="34" charset="0"/>
                          </a:rPr>
                          <m:t>n</m:t>
                        </m:r>
                      </m:sub>
                    </m:sSub>
                  </m:oMath>
                </a14:m>
                <a:r>
                  <a:rPr lang="en-US" dirty="0">
                    <a:effectLst/>
                    <a:ea typeface="Calibri" panose="020F0502020204030204" pitchFamily="34" charset="0"/>
                    <a:cs typeface="Shruti" panose="020B0502040204020203" pitchFamily="34" charset="0"/>
                  </a:rPr>
                  <a:t> be </a:t>
                </a:r>
                <a:r>
                  <a:rPr lang="en-IN" dirty="0">
                    <a:effectLst/>
                    <a:ea typeface="Calibri" panose="020F0502020204030204" pitchFamily="34" charset="0"/>
                    <a:cs typeface="Shruti" panose="020B0502040204020203" pitchFamily="34" charset="0"/>
                  </a:rPr>
                  <a:t>mutually exclusive and exhaustive events of the sample space </a:t>
                </a:r>
                <a14:m>
                  <m:oMath xmlns:m="http://schemas.openxmlformats.org/officeDocument/2006/math">
                    <m:r>
                      <m:rPr>
                        <m:sty m:val="p"/>
                      </m:rPr>
                      <a:rPr lang="en-IN" i="0" dirty="0" smtClean="0">
                        <a:effectLst/>
                        <a:latin typeface="Cambria Math" panose="02040503050406030204" pitchFamily="18" charset="0"/>
                        <a:ea typeface="Calibri" panose="020F0502020204030204" pitchFamily="34" charset="0"/>
                        <a:cs typeface="Shruti" panose="020B0502040204020203" pitchFamily="34" charset="0"/>
                      </a:rPr>
                      <m:t>S</m:t>
                    </m:r>
                  </m:oMath>
                </a14:m>
                <a:r>
                  <a:rPr lang="en-IN" dirty="0">
                    <a:effectLst/>
                    <a:ea typeface="Calibri" panose="020F0502020204030204" pitchFamily="34" charset="0"/>
                    <a:cs typeface="Shruti" panose="020B0502040204020203" pitchFamily="34" charset="0"/>
                  </a:rPr>
                  <a:t> with </a:t>
                </a:r>
                <a14:m>
                  <m:oMath xmlns:m="http://schemas.openxmlformats.org/officeDocument/2006/math">
                    <m:r>
                      <m:rPr>
                        <m:sty m:val="p"/>
                      </m:rPr>
                      <a:rPr lang="en-IN">
                        <a:effectLst/>
                        <a:latin typeface="Cambria Math" panose="02040503050406030204" pitchFamily="18" charset="0"/>
                        <a:ea typeface="Calibri" panose="020F0502020204030204" pitchFamily="34" charset="0"/>
                        <a:cs typeface="Shruti" panose="020B0502040204020203" pitchFamily="34" charset="0"/>
                      </a:rPr>
                      <m:t>P</m:t>
                    </m:r>
                    <m:d>
                      <m:dPr>
                        <m:ctrlPr>
                          <a:rPr lang="en-IN" i="1">
                            <a:effectLst/>
                            <a:latin typeface="Cambria Math" panose="02040503050406030204" pitchFamily="18" charset="0"/>
                          </a:rPr>
                        </m:ctrlPr>
                      </m:dPr>
                      <m:e>
                        <m:sSub>
                          <m:sSubPr>
                            <m:ctrlPr>
                              <a:rPr lang="en-IN" i="1">
                                <a:effectLst/>
                                <a:latin typeface="Cambria Math" panose="02040503050406030204" pitchFamily="18" charset="0"/>
                              </a:rPr>
                            </m:ctrlPr>
                          </m:sSubPr>
                          <m:e>
                            <m:r>
                              <m:rPr>
                                <m:sty m:val="p"/>
                              </m:rPr>
                              <a:rPr lang="en-IN">
                                <a:effectLst/>
                                <a:latin typeface="Cambria Math" panose="02040503050406030204" pitchFamily="18" charset="0"/>
                                <a:ea typeface="Calibri" panose="020F0502020204030204" pitchFamily="34" charset="0"/>
                                <a:cs typeface="Shruti" panose="020B0502040204020203" pitchFamily="34" charset="0"/>
                              </a:rPr>
                              <m:t>A</m:t>
                            </m:r>
                          </m:e>
                          <m:sub>
                            <m:r>
                              <m:rPr>
                                <m:sty m:val="p"/>
                              </m:rPr>
                              <a:rPr lang="en-IN">
                                <a:effectLst/>
                                <a:latin typeface="Cambria Math" panose="02040503050406030204" pitchFamily="18" charset="0"/>
                                <a:ea typeface="Calibri" panose="020F0502020204030204" pitchFamily="34" charset="0"/>
                                <a:cs typeface="Shruti" panose="020B0502040204020203" pitchFamily="34" charset="0"/>
                              </a:rPr>
                              <m:t>i</m:t>
                            </m:r>
                          </m:sub>
                        </m:sSub>
                      </m:e>
                    </m:d>
                    <m:r>
                      <a:rPr lang="en-IN">
                        <a:effectLst/>
                        <a:latin typeface="Cambria Math" panose="02040503050406030204" pitchFamily="18" charset="0"/>
                        <a:ea typeface="Calibri" panose="020F0502020204030204" pitchFamily="34" charset="0"/>
                        <a:cs typeface="Shruti" panose="020B0502040204020203" pitchFamily="34" charset="0"/>
                      </a:rPr>
                      <m:t>≠0,</m:t>
                    </m:r>
                  </m:oMath>
                </a14:m>
                <a:r>
                  <a:rPr lang="en-IN" i="0" dirty="0">
                    <a:effectLst/>
                    <a:latin typeface="+mj-lt"/>
                    <a:ea typeface="Calibri" panose="020F0502020204030204" pitchFamily="34" charset="0"/>
                    <a:cs typeface="Shruti" panose="020B0502040204020203" pitchFamily="34" charset="0"/>
                  </a:rPr>
                  <a:t> for </a:t>
                </a:r>
                <a14:m>
                  <m:oMath xmlns:m="http://schemas.openxmlformats.org/officeDocument/2006/math">
                    <m:r>
                      <m:rPr>
                        <m:sty m:val="p"/>
                      </m:rPr>
                      <a:rPr lang="en-IN">
                        <a:effectLst/>
                        <a:latin typeface="Cambria Math" panose="02040503050406030204" pitchFamily="18" charset="0"/>
                        <a:ea typeface="Calibri" panose="020F0502020204030204" pitchFamily="34" charset="0"/>
                        <a:cs typeface="Shruti" panose="020B0502040204020203" pitchFamily="34" charset="0"/>
                      </a:rPr>
                      <m:t>i</m:t>
                    </m:r>
                    <m:r>
                      <a:rPr lang="en-IN">
                        <a:effectLst/>
                        <a:latin typeface="Cambria Math" panose="02040503050406030204" pitchFamily="18" charset="0"/>
                        <a:ea typeface="Calibri" panose="020F0502020204030204" pitchFamily="34" charset="0"/>
                        <a:cs typeface="Shruti" panose="020B0502040204020203" pitchFamily="34" charset="0"/>
                      </a:rPr>
                      <m:t>=1</m:t>
                    </m:r>
                    <m:r>
                      <a:rPr lang="en-IN" b="0" i="1" smtClean="0">
                        <a:effectLst/>
                        <a:latin typeface="Cambria Math" panose="02040503050406030204" pitchFamily="18" charset="0"/>
                        <a:ea typeface="Calibri" panose="020F0502020204030204" pitchFamily="34" charset="0"/>
                        <a:cs typeface="Shruti" panose="020B0502040204020203" pitchFamily="34" charset="0"/>
                      </a:rPr>
                      <m:t>, </m:t>
                    </m:r>
                    <m:r>
                      <a:rPr lang="en-IN">
                        <a:effectLst/>
                        <a:latin typeface="Cambria Math" panose="02040503050406030204" pitchFamily="18" charset="0"/>
                        <a:ea typeface="Calibri" panose="020F0502020204030204" pitchFamily="34" charset="0"/>
                        <a:cs typeface="Shruti" panose="020B0502040204020203" pitchFamily="34" charset="0"/>
                      </a:rPr>
                      <m:t>2</m:t>
                    </m:r>
                    <m:r>
                      <a:rPr lang="en-IN" i="1">
                        <a:latin typeface="Cambria Math" panose="02040503050406030204" pitchFamily="18" charset="0"/>
                        <a:ea typeface="Calibri" panose="020F0502020204030204" pitchFamily="34" charset="0"/>
                        <a:cs typeface="Shruti" panose="020B0502040204020203" pitchFamily="34" charset="0"/>
                      </a:rPr>
                      <m:t>, </m:t>
                    </m:r>
                    <m:r>
                      <a:rPr lang="en-IN">
                        <a:effectLst/>
                        <a:latin typeface="Cambria Math" panose="02040503050406030204" pitchFamily="18" charset="0"/>
                        <a:ea typeface="Calibri" panose="020F0502020204030204" pitchFamily="34" charset="0"/>
                        <a:cs typeface="Shruti" panose="020B0502040204020203" pitchFamily="34" charset="0"/>
                      </a:rPr>
                      <m:t>…</m:t>
                    </m:r>
                    <m:r>
                      <a:rPr lang="en-IN" i="1">
                        <a:latin typeface="Cambria Math" panose="02040503050406030204" pitchFamily="18" charset="0"/>
                        <a:ea typeface="Calibri" panose="020F0502020204030204" pitchFamily="34" charset="0"/>
                        <a:cs typeface="Shruti" panose="020B0502040204020203" pitchFamily="34" charset="0"/>
                      </a:rPr>
                      <m:t>, </m:t>
                    </m:r>
                    <m:r>
                      <m:rPr>
                        <m:sty m:val="p"/>
                      </m:rPr>
                      <a:rPr lang="en-IN">
                        <a:effectLst/>
                        <a:latin typeface="Cambria Math" panose="02040503050406030204" pitchFamily="18" charset="0"/>
                        <a:ea typeface="Calibri" panose="020F0502020204030204" pitchFamily="34" charset="0"/>
                        <a:cs typeface="Shruti" panose="020B0502040204020203" pitchFamily="34" charset="0"/>
                      </a:rPr>
                      <m:t>n</m:t>
                    </m:r>
                    <m:r>
                      <a:rPr lang="en-IN">
                        <a:effectLst/>
                        <a:latin typeface="Cambria Math" panose="02040503050406030204" pitchFamily="18" charset="0"/>
                        <a:ea typeface="Calibri" panose="020F0502020204030204" pitchFamily="34" charset="0"/>
                        <a:cs typeface="Shruti" panose="020B0502040204020203" pitchFamily="34" charset="0"/>
                      </a:rPr>
                      <m:t>.</m:t>
                    </m:r>
                  </m:oMath>
                </a14:m>
                <a:r>
                  <a:rPr lang="en-IN" dirty="0">
                    <a:effectLst/>
                    <a:ea typeface="Calibri" panose="020F0502020204030204" pitchFamily="34" charset="0"/>
                    <a:cs typeface="Shruti" panose="020B0502040204020203" pitchFamily="34" charset="0"/>
                  </a:rPr>
                  <a:t> Let </a:t>
                </a:r>
                <a14:m>
                  <m:oMath xmlns:m="http://schemas.openxmlformats.org/officeDocument/2006/math">
                    <m:r>
                      <m:rPr>
                        <m:sty m:val="p"/>
                      </m:rPr>
                      <a:rPr lang="en-IN" i="0" dirty="0" smtClean="0">
                        <a:effectLst/>
                        <a:latin typeface="Cambria Math" panose="02040503050406030204" pitchFamily="18" charset="0"/>
                        <a:ea typeface="Calibri" panose="020F0502020204030204" pitchFamily="34" charset="0"/>
                        <a:cs typeface="Shruti" panose="020B0502040204020203" pitchFamily="34" charset="0"/>
                      </a:rPr>
                      <m:t>B</m:t>
                    </m:r>
                  </m:oMath>
                </a14:m>
                <a:r>
                  <a:rPr lang="en-IN" dirty="0">
                    <a:effectLst/>
                    <a:ea typeface="Calibri" panose="020F0502020204030204" pitchFamily="34" charset="0"/>
                    <a:cs typeface="Shruti" panose="020B0502040204020203" pitchFamily="34" charset="0"/>
                  </a:rPr>
                  <a:t> be any event associated with </a:t>
                </a:r>
                <a14:m>
                  <m:oMath xmlns:m="http://schemas.openxmlformats.org/officeDocument/2006/math">
                    <m:r>
                      <m:rPr>
                        <m:sty m:val="p"/>
                      </m:rPr>
                      <a:rPr lang="en-IN" i="0" dirty="0" smtClean="0">
                        <a:effectLst/>
                        <a:latin typeface="Cambria Math" panose="02040503050406030204" pitchFamily="18" charset="0"/>
                        <a:ea typeface="Calibri" panose="020F0502020204030204" pitchFamily="34" charset="0"/>
                        <a:cs typeface="Shruti" panose="020B0502040204020203" pitchFamily="34" charset="0"/>
                      </a:rPr>
                      <m:t>S</m:t>
                    </m:r>
                    <m:r>
                      <a:rPr lang="en-IN" b="0" i="0" dirty="0" smtClean="0">
                        <a:effectLst/>
                        <a:latin typeface="Cambria Math" panose="02040503050406030204" pitchFamily="18" charset="0"/>
                        <a:ea typeface="Calibri" panose="020F0502020204030204" pitchFamily="34" charset="0"/>
                        <a:cs typeface="Shruti" panose="020B0502040204020203" pitchFamily="34" charset="0"/>
                      </a:rPr>
                      <m:t>.</m:t>
                    </m:r>
                  </m:oMath>
                </a14:m>
                <a:endParaRPr lang="en-IN" dirty="0"/>
              </a:p>
            </p:txBody>
          </p:sp>
        </mc:Choice>
        <mc:Fallback xmlns="">
          <p:sp>
            <p:nvSpPr>
              <p:cNvPr id="2" name="Content Placeholder 1">
                <a:extLst>
                  <a:ext uri="{FF2B5EF4-FFF2-40B4-BE49-F238E27FC236}">
                    <a16:creationId xmlns:a16="http://schemas.microsoft.com/office/drawing/2014/main" id="{6CB9492A-E923-46D8-9496-CC97B9EE6EC7}"/>
                  </a:ext>
                </a:extLst>
              </p:cNvPr>
              <p:cNvSpPr>
                <a:spLocks noGrp="1" noRot="1" noChangeAspect="1" noMove="1" noResize="1" noEditPoints="1" noAdjustHandles="1" noChangeArrowheads="1" noChangeShapeType="1" noTextEdit="1"/>
              </p:cNvSpPr>
              <p:nvPr>
                <p:ph idx="1"/>
              </p:nvPr>
            </p:nvSpPr>
            <p:spPr>
              <a:xfrm>
                <a:off x="131180" y="863445"/>
                <a:ext cx="11929641" cy="1238032"/>
              </a:xfrm>
              <a:blipFill>
                <a:blip r:embed="rId2"/>
                <a:stretch>
                  <a:fillRect l="-971" r="-1074" b="-3941"/>
                </a:stretch>
              </a:blipFill>
            </p:spPr>
            <p:txBody>
              <a:bodyPr/>
              <a:lstStyle/>
              <a:p>
                <a:r>
                  <a:rPr lang="en-IN">
                    <a:noFill/>
                  </a:rPr>
                  <a:t> </a:t>
                </a:r>
              </a:p>
            </p:txBody>
          </p:sp>
        </mc:Fallback>
      </mc:AlternateContent>
      <p:sp>
        <p:nvSpPr>
          <p:cNvPr id="8" name="Oval 7">
            <a:extLst>
              <a:ext uri="{FF2B5EF4-FFF2-40B4-BE49-F238E27FC236}">
                <a16:creationId xmlns:a16="http://schemas.microsoft.com/office/drawing/2014/main" id="{E4BB2372-65CF-491E-BD3D-00E875029130}"/>
              </a:ext>
            </a:extLst>
          </p:cNvPr>
          <p:cNvSpPr/>
          <p:nvPr/>
        </p:nvSpPr>
        <p:spPr>
          <a:xfrm>
            <a:off x="2926011" y="3296985"/>
            <a:ext cx="6339976" cy="2214015"/>
          </a:xfrm>
          <a:prstGeom prst="ellipse">
            <a:avLst/>
          </a:prstGeom>
          <a:solidFill>
            <a:schemeClr val="accent1">
              <a:lumMod val="20000"/>
              <a:lumOff val="80000"/>
            </a:schemeClr>
          </a:solid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sz="2800"/>
          </a:p>
        </p:txBody>
      </p:sp>
      <p:cxnSp>
        <p:nvCxnSpPr>
          <p:cNvPr id="9" name="Straight Connector 8">
            <a:extLst>
              <a:ext uri="{FF2B5EF4-FFF2-40B4-BE49-F238E27FC236}">
                <a16:creationId xmlns:a16="http://schemas.microsoft.com/office/drawing/2014/main" id="{D6D9F646-768A-4F3B-8FDB-B7F828927AAA}"/>
              </a:ext>
            </a:extLst>
          </p:cNvPr>
          <p:cNvCxnSpPr>
            <a:cxnSpLocks/>
          </p:cNvCxnSpPr>
          <p:nvPr/>
        </p:nvCxnSpPr>
        <p:spPr>
          <a:xfrm>
            <a:off x="4146539" y="2651079"/>
            <a:ext cx="0" cy="3401282"/>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8444E53-6181-4C72-80F6-583B19CAE7E1}"/>
              </a:ext>
            </a:extLst>
          </p:cNvPr>
          <p:cNvCxnSpPr>
            <a:cxnSpLocks/>
          </p:cNvCxnSpPr>
          <p:nvPr/>
        </p:nvCxnSpPr>
        <p:spPr>
          <a:xfrm>
            <a:off x="5461077" y="2651079"/>
            <a:ext cx="0" cy="3411798"/>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BE6CBEC7-7E1D-4E46-8994-F1BF5593DA03}"/>
              </a:ext>
            </a:extLst>
          </p:cNvPr>
          <p:cNvSpPr/>
          <p:nvPr/>
        </p:nvSpPr>
        <p:spPr>
          <a:xfrm>
            <a:off x="2832001" y="2651080"/>
            <a:ext cx="6527997" cy="3401282"/>
          </a:xfrm>
          <a:prstGeom prst="rect">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sz="2800"/>
          </a:p>
        </p:txBody>
      </p:sp>
      <mc:AlternateContent xmlns:mc="http://schemas.openxmlformats.org/markup-compatibility/2006" xmlns:a14="http://schemas.microsoft.com/office/drawing/2010/main">
        <mc:Choice Requires="a14">
          <p:sp>
            <p:nvSpPr>
              <p:cNvPr id="12" name="Text Box 2">
                <a:extLst>
                  <a:ext uri="{FF2B5EF4-FFF2-40B4-BE49-F238E27FC236}">
                    <a16:creationId xmlns:a16="http://schemas.microsoft.com/office/drawing/2014/main" id="{8F37E607-2C05-412E-BC2F-FE9B3F0E68CA}"/>
                  </a:ext>
                </a:extLst>
              </p:cNvPr>
              <p:cNvSpPr txBox="1">
                <a:spLocks noChangeArrowheads="1"/>
              </p:cNvSpPr>
              <p:nvPr/>
            </p:nvSpPr>
            <p:spPr bwMode="auto">
              <a:xfrm>
                <a:off x="5787478" y="5964777"/>
                <a:ext cx="573357"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800" b="1" i="1" smtClean="0">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𝐒</m:t>
                      </m:r>
                    </m:oMath>
                  </m:oMathPara>
                </a14:m>
                <a:endParaRPr lang="en-IN" sz="2800" b="1" dirty="0">
                  <a:solidFill>
                    <a:srgbClr val="FF0000"/>
                  </a:solidFill>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12" name="Text Box 2">
                <a:extLst>
                  <a:ext uri="{FF2B5EF4-FFF2-40B4-BE49-F238E27FC236}">
                    <a16:creationId xmlns:a16="http://schemas.microsoft.com/office/drawing/2014/main" id="{8F37E607-2C05-412E-BC2F-FE9B3F0E68CA}"/>
                  </a:ext>
                </a:extLst>
              </p:cNvPr>
              <p:cNvSpPr txBox="1">
                <a:spLocks noRot="1" noChangeAspect="1" noMove="1" noResize="1" noEditPoints="1" noAdjustHandles="1" noChangeArrowheads="1" noChangeShapeType="1" noTextEdit="1"/>
              </p:cNvSpPr>
              <p:nvPr/>
            </p:nvSpPr>
            <p:spPr bwMode="auto">
              <a:xfrm>
                <a:off x="5787478" y="5964777"/>
                <a:ext cx="573357" cy="469067"/>
              </a:xfrm>
              <a:prstGeom prst="rect">
                <a:avLst/>
              </a:prstGeom>
              <a:blipFill>
                <a:blip r:embed="rId3"/>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 Box 2">
                <a:extLst>
                  <a:ext uri="{FF2B5EF4-FFF2-40B4-BE49-F238E27FC236}">
                    <a16:creationId xmlns:a16="http://schemas.microsoft.com/office/drawing/2014/main" id="{87195F13-50A8-4A0F-B773-8A5C4FF9CFCD}"/>
                  </a:ext>
                </a:extLst>
              </p:cNvPr>
              <p:cNvSpPr txBox="1">
                <a:spLocks noChangeArrowheads="1"/>
              </p:cNvSpPr>
              <p:nvPr/>
            </p:nvSpPr>
            <p:spPr bwMode="auto">
              <a:xfrm>
                <a:off x="3185159" y="2094447"/>
                <a:ext cx="714893"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1</m:t>
                          </m:r>
                        </m:sub>
                      </m:sSub>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13" name="Text Box 2">
                <a:extLst>
                  <a:ext uri="{FF2B5EF4-FFF2-40B4-BE49-F238E27FC236}">
                    <a16:creationId xmlns:a16="http://schemas.microsoft.com/office/drawing/2014/main" id="{87195F13-50A8-4A0F-B773-8A5C4FF9CFCD}"/>
                  </a:ext>
                </a:extLst>
              </p:cNvPr>
              <p:cNvSpPr txBox="1">
                <a:spLocks noRot="1" noChangeAspect="1" noMove="1" noResize="1" noEditPoints="1" noAdjustHandles="1" noChangeArrowheads="1" noChangeShapeType="1" noTextEdit="1"/>
              </p:cNvSpPr>
              <p:nvPr/>
            </p:nvSpPr>
            <p:spPr bwMode="auto">
              <a:xfrm>
                <a:off x="3185159" y="2094447"/>
                <a:ext cx="714893" cy="469067"/>
              </a:xfrm>
              <a:prstGeom prst="rect">
                <a:avLst/>
              </a:prstGeom>
              <a:blipFill>
                <a:blip r:embed="rId4"/>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 Box 2">
                <a:extLst>
                  <a:ext uri="{FF2B5EF4-FFF2-40B4-BE49-F238E27FC236}">
                    <a16:creationId xmlns:a16="http://schemas.microsoft.com/office/drawing/2014/main" id="{E2EF67B9-D313-478B-B4C7-DA120BE44AFF}"/>
                  </a:ext>
                </a:extLst>
              </p:cNvPr>
              <p:cNvSpPr txBox="1">
                <a:spLocks noChangeArrowheads="1"/>
              </p:cNvSpPr>
              <p:nvPr/>
            </p:nvSpPr>
            <p:spPr bwMode="auto">
              <a:xfrm>
                <a:off x="4538937" y="2094447"/>
                <a:ext cx="713458"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2</m:t>
                          </m:r>
                        </m:sub>
                      </m:sSub>
                    </m:oMath>
                  </m:oMathPara>
                </a14:m>
                <a:endParaRPr lang="en-IN" sz="280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14" name="Text Box 2">
                <a:extLst>
                  <a:ext uri="{FF2B5EF4-FFF2-40B4-BE49-F238E27FC236}">
                    <a16:creationId xmlns:a16="http://schemas.microsoft.com/office/drawing/2014/main" id="{E2EF67B9-D313-478B-B4C7-DA120BE44AFF}"/>
                  </a:ext>
                </a:extLst>
              </p:cNvPr>
              <p:cNvSpPr txBox="1">
                <a:spLocks noRot="1" noChangeAspect="1" noMove="1" noResize="1" noEditPoints="1" noAdjustHandles="1" noChangeArrowheads="1" noChangeShapeType="1" noTextEdit="1"/>
              </p:cNvSpPr>
              <p:nvPr/>
            </p:nvSpPr>
            <p:spPr bwMode="auto">
              <a:xfrm>
                <a:off x="4538937" y="2094447"/>
                <a:ext cx="713458" cy="469067"/>
              </a:xfrm>
              <a:prstGeom prst="rect">
                <a:avLst/>
              </a:prstGeom>
              <a:blipFill>
                <a:blip r:embed="rId5"/>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 Box 2">
                <a:extLst>
                  <a:ext uri="{FF2B5EF4-FFF2-40B4-BE49-F238E27FC236}">
                    <a16:creationId xmlns:a16="http://schemas.microsoft.com/office/drawing/2014/main" id="{B88118E5-873D-414E-9E40-6B8D04F8045D}"/>
                  </a:ext>
                </a:extLst>
              </p:cNvPr>
              <p:cNvSpPr txBox="1">
                <a:spLocks noChangeArrowheads="1"/>
              </p:cNvSpPr>
              <p:nvPr/>
            </p:nvSpPr>
            <p:spPr bwMode="auto">
              <a:xfrm>
                <a:off x="5716135" y="2094447"/>
                <a:ext cx="713458"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3</m:t>
                          </m:r>
                        </m:sub>
                      </m:sSub>
                    </m:oMath>
                  </m:oMathPara>
                </a14:m>
                <a:endParaRPr lang="en-IN" sz="280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15" name="Text Box 2">
                <a:extLst>
                  <a:ext uri="{FF2B5EF4-FFF2-40B4-BE49-F238E27FC236}">
                    <a16:creationId xmlns:a16="http://schemas.microsoft.com/office/drawing/2014/main" id="{B88118E5-873D-414E-9E40-6B8D04F8045D}"/>
                  </a:ext>
                </a:extLst>
              </p:cNvPr>
              <p:cNvSpPr txBox="1">
                <a:spLocks noRot="1" noChangeAspect="1" noMove="1" noResize="1" noEditPoints="1" noAdjustHandles="1" noChangeArrowheads="1" noChangeShapeType="1" noTextEdit="1"/>
              </p:cNvSpPr>
              <p:nvPr/>
            </p:nvSpPr>
            <p:spPr bwMode="auto">
              <a:xfrm>
                <a:off x="5716135" y="2094447"/>
                <a:ext cx="713458" cy="469067"/>
              </a:xfrm>
              <a:prstGeom prst="rect">
                <a:avLst/>
              </a:prstGeom>
              <a:blipFill>
                <a:blip r:embed="rId6"/>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 Box 2">
                <a:extLst>
                  <a:ext uri="{FF2B5EF4-FFF2-40B4-BE49-F238E27FC236}">
                    <a16:creationId xmlns:a16="http://schemas.microsoft.com/office/drawing/2014/main" id="{462A71F6-57C0-4ACC-82FE-D44570931585}"/>
                  </a:ext>
                </a:extLst>
              </p:cNvPr>
              <p:cNvSpPr txBox="1">
                <a:spLocks noChangeArrowheads="1"/>
              </p:cNvSpPr>
              <p:nvPr/>
            </p:nvSpPr>
            <p:spPr bwMode="auto">
              <a:xfrm>
                <a:off x="3087060" y="3231658"/>
                <a:ext cx="573357"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800" b="1" i="1" smtClean="0">
                          <a:solidFill>
                            <a:srgbClr val="0070C0"/>
                          </a:solidFill>
                          <a:effectLst/>
                          <a:latin typeface="Cambria Math" panose="02040503050406030204" pitchFamily="18" charset="0"/>
                          <a:ea typeface="Calibri" panose="020F0502020204030204" pitchFamily="34" charset="0"/>
                          <a:cs typeface="Shruti" panose="020B0502040204020203" pitchFamily="34" charset="0"/>
                        </a:rPr>
                        <m:t>𝐁</m:t>
                      </m:r>
                    </m:oMath>
                  </m:oMathPara>
                </a14:m>
                <a:endParaRPr lang="en-IN" sz="2800" b="1">
                  <a:solidFill>
                    <a:srgbClr val="0070C0"/>
                  </a:solidFill>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16" name="Text Box 2">
                <a:extLst>
                  <a:ext uri="{FF2B5EF4-FFF2-40B4-BE49-F238E27FC236}">
                    <a16:creationId xmlns:a16="http://schemas.microsoft.com/office/drawing/2014/main" id="{462A71F6-57C0-4ACC-82FE-D44570931585}"/>
                  </a:ext>
                </a:extLst>
              </p:cNvPr>
              <p:cNvSpPr txBox="1">
                <a:spLocks noRot="1" noChangeAspect="1" noMove="1" noResize="1" noEditPoints="1" noAdjustHandles="1" noChangeArrowheads="1" noChangeShapeType="1" noTextEdit="1"/>
              </p:cNvSpPr>
              <p:nvPr/>
            </p:nvSpPr>
            <p:spPr bwMode="auto">
              <a:xfrm>
                <a:off x="3087060" y="3231658"/>
                <a:ext cx="573357" cy="469067"/>
              </a:xfrm>
              <a:prstGeom prst="rect">
                <a:avLst/>
              </a:prstGeom>
              <a:blipFill>
                <a:blip r:embed="rId7"/>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 Box 2">
                <a:extLst>
                  <a:ext uri="{FF2B5EF4-FFF2-40B4-BE49-F238E27FC236}">
                    <a16:creationId xmlns:a16="http://schemas.microsoft.com/office/drawing/2014/main" id="{7465CACD-6B4F-4B57-B8C0-7DA149408035}"/>
                  </a:ext>
                </a:extLst>
              </p:cNvPr>
              <p:cNvSpPr txBox="1">
                <a:spLocks noChangeArrowheads="1"/>
              </p:cNvSpPr>
              <p:nvPr/>
            </p:nvSpPr>
            <p:spPr bwMode="auto">
              <a:xfrm>
                <a:off x="2893017" y="4126580"/>
                <a:ext cx="1224000"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B</m:t>
                      </m:r>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1</m:t>
                          </m:r>
                        </m:sub>
                      </m:sSub>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17" name="Text Box 2">
                <a:extLst>
                  <a:ext uri="{FF2B5EF4-FFF2-40B4-BE49-F238E27FC236}">
                    <a16:creationId xmlns:a16="http://schemas.microsoft.com/office/drawing/2014/main" id="{7465CACD-6B4F-4B57-B8C0-7DA149408035}"/>
                  </a:ext>
                </a:extLst>
              </p:cNvPr>
              <p:cNvSpPr txBox="1">
                <a:spLocks noRot="1" noChangeAspect="1" noMove="1" noResize="1" noEditPoints="1" noAdjustHandles="1" noChangeArrowheads="1" noChangeShapeType="1" noTextEdit="1"/>
              </p:cNvSpPr>
              <p:nvPr/>
            </p:nvSpPr>
            <p:spPr bwMode="auto">
              <a:xfrm>
                <a:off x="2893017" y="4126580"/>
                <a:ext cx="1224000" cy="469067"/>
              </a:xfrm>
              <a:prstGeom prst="rect">
                <a:avLst/>
              </a:prstGeom>
              <a:blipFill>
                <a:blip r:embed="rId8"/>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 Box 2">
                <a:extLst>
                  <a:ext uri="{FF2B5EF4-FFF2-40B4-BE49-F238E27FC236}">
                    <a16:creationId xmlns:a16="http://schemas.microsoft.com/office/drawing/2014/main" id="{1A4700CD-7D79-47A4-9D61-FE3E51A32AA7}"/>
                  </a:ext>
                </a:extLst>
              </p:cNvPr>
              <p:cNvSpPr txBox="1">
                <a:spLocks noChangeArrowheads="1"/>
              </p:cNvSpPr>
              <p:nvPr/>
            </p:nvSpPr>
            <p:spPr bwMode="auto">
              <a:xfrm>
                <a:off x="4188508" y="4126580"/>
                <a:ext cx="1224000" cy="469067"/>
              </a:xfrm>
              <a:prstGeom prst="rect">
                <a:avLst/>
              </a:prstGeom>
              <a:noFill/>
              <a:ln w="9525">
                <a:noFill/>
                <a:miter lim="800000"/>
                <a:headEnd/>
                <a:tailEnd/>
              </a:ln>
            </p:spPr>
            <p:txBody>
              <a:bodyPr rot="0" vert="horz" wrap="square" lIns="91440" tIns="45720" rIns="91440" bIns="45720" anchor="t" anchorCtr="0">
                <a:noAutofit/>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B</m:t>
                      </m:r>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2</m:t>
                          </m:r>
                        </m:sub>
                      </m:sSub>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18" name="Text Box 2">
                <a:extLst>
                  <a:ext uri="{FF2B5EF4-FFF2-40B4-BE49-F238E27FC236}">
                    <a16:creationId xmlns:a16="http://schemas.microsoft.com/office/drawing/2014/main" id="{1A4700CD-7D79-47A4-9D61-FE3E51A32AA7}"/>
                  </a:ext>
                </a:extLst>
              </p:cNvPr>
              <p:cNvSpPr txBox="1">
                <a:spLocks noRot="1" noChangeAspect="1" noMove="1" noResize="1" noEditPoints="1" noAdjustHandles="1" noChangeArrowheads="1" noChangeShapeType="1" noTextEdit="1"/>
              </p:cNvSpPr>
              <p:nvPr/>
            </p:nvSpPr>
            <p:spPr bwMode="auto">
              <a:xfrm>
                <a:off x="4188508" y="4126580"/>
                <a:ext cx="1224000" cy="469067"/>
              </a:xfrm>
              <a:prstGeom prst="rect">
                <a:avLst/>
              </a:prstGeom>
              <a:blipFill>
                <a:blip r:embed="rId9"/>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 Box 2">
                <a:extLst>
                  <a:ext uri="{FF2B5EF4-FFF2-40B4-BE49-F238E27FC236}">
                    <a16:creationId xmlns:a16="http://schemas.microsoft.com/office/drawing/2014/main" id="{356FB0C0-FDF0-4595-9835-0875D019E9D6}"/>
                  </a:ext>
                </a:extLst>
              </p:cNvPr>
              <p:cNvSpPr txBox="1">
                <a:spLocks noChangeArrowheads="1"/>
              </p:cNvSpPr>
              <p:nvPr/>
            </p:nvSpPr>
            <p:spPr bwMode="auto">
              <a:xfrm>
                <a:off x="5483999" y="4126580"/>
                <a:ext cx="1224000"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B</m:t>
                      </m:r>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3</m:t>
                          </m:r>
                        </m:sub>
                      </m:sSub>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19" name="Text Box 2">
                <a:extLst>
                  <a:ext uri="{FF2B5EF4-FFF2-40B4-BE49-F238E27FC236}">
                    <a16:creationId xmlns:a16="http://schemas.microsoft.com/office/drawing/2014/main" id="{356FB0C0-FDF0-4595-9835-0875D019E9D6}"/>
                  </a:ext>
                </a:extLst>
              </p:cNvPr>
              <p:cNvSpPr txBox="1">
                <a:spLocks noRot="1" noChangeAspect="1" noMove="1" noResize="1" noEditPoints="1" noAdjustHandles="1" noChangeArrowheads="1" noChangeShapeType="1" noTextEdit="1"/>
              </p:cNvSpPr>
              <p:nvPr/>
            </p:nvSpPr>
            <p:spPr bwMode="auto">
              <a:xfrm>
                <a:off x="5483999" y="4126580"/>
                <a:ext cx="1224000" cy="469067"/>
              </a:xfrm>
              <a:prstGeom prst="rect">
                <a:avLst/>
              </a:prstGeom>
              <a:blipFill>
                <a:blip r:embed="rId10"/>
                <a:stretch>
                  <a:fillRect/>
                </a:stretch>
              </a:blipFill>
              <a:ln w="9525">
                <a:noFill/>
                <a:miter lim="800000"/>
                <a:headEnd/>
                <a:tailEnd/>
              </a:ln>
            </p:spPr>
            <p:txBody>
              <a:bodyPr/>
              <a:lstStyle/>
              <a:p>
                <a:r>
                  <a:rPr lang="en-IN">
                    <a:noFill/>
                  </a:rPr>
                  <a:t> </a:t>
                </a:r>
              </a:p>
            </p:txBody>
          </p:sp>
        </mc:Fallback>
      </mc:AlternateContent>
      <p:cxnSp>
        <p:nvCxnSpPr>
          <p:cNvPr id="20" name="Straight Connector 19">
            <a:extLst>
              <a:ext uri="{FF2B5EF4-FFF2-40B4-BE49-F238E27FC236}">
                <a16:creationId xmlns:a16="http://schemas.microsoft.com/office/drawing/2014/main" id="{77BD054F-0364-44FC-89BD-17434DBFB969}"/>
              </a:ext>
            </a:extLst>
          </p:cNvPr>
          <p:cNvCxnSpPr>
            <a:cxnSpLocks/>
          </p:cNvCxnSpPr>
          <p:nvPr/>
        </p:nvCxnSpPr>
        <p:spPr>
          <a:xfrm>
            <a:off x="6755993" y="2651079"/>
            <a:ext cx="0" cy="3411798"/>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5F539F0-9FDE-441D-B055-BE71422DE20A}"/>
              </a:ext>
            </a:extLst>
          </p:cNvPr>
          <p:cNvCxnSpPr>
            <a:cxnSpLocks/>
          </p:cNvCxnSpPr>
          <p:nvPr/>
        </p:nvCxnSpPr>
        <p:spPr>
          <a:xfrm>
            <a:off x="8050910" y="2651079"/>
            <a:ext cx="0" cy="3411798"/>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 Box 2">
                <a:extLst>
                  <a:ext uri="{FF2B5EF4-FFF2-40B4-BE49-F238E27FC236}">
                    <a16:creationId xmlns:a16="http://schemas.microsoft.com/office/drawing/2014/main" id="{9C7BE820-8CB0-44B2-85B1-992104B9D9DD}"/>
                  </a:ext>
                </a:extLst>
              </p:cNvPr>
              <p:cNvSpPr txBox="1">
                <a:spLocks noChangeArrowheads="1"/>
              </p:cNvSpPr>
              <p:nvPr/>
            </p:nvSpPr>
            <p:spPr bwMode="auto">
              <a:xfrm>
                <a:off x="8325590" y="2094447"/>
                <a:ext cx="713458"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n</m:t>
                          </m:r>
                        </m:sub>
                      </m:sSub>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22" name="Text Box 2">
                <a:extLst>
                  <a:ext uri="{FF2B5EF4-FFF2-40B4-BE49-F238E27FC236}">
                    <a16:creationId xmlns:a16="http://schemas.microsoft.com/office/drawing/2014/main" id="{9C7BE820-8CB0-44B2-85B1-992104B9D9DD}"/>
                  </a:ext>
                </a:extLst>
              </p:cNvPr>
              <p:cNvSpPr txBox="1">
                <a:spLocks noRot="1" noChangeAspect="1" noMove="1" noResize="1" noEditPoints="1" noAdjustHandles="1" noChangeArrowheads="1" noChangeShapeType="1" noTextEdit="1"/>
              </p:cNvSpPr>
              <p:nvPr/>
            </p:nvSpPr>
            <p:spPr bwMode="auto">
              <a:xfrm>
                <a:off x="8325590" y="2094447"/>
                <a:ext cx="713458" cy="469067"/>
              </a:xfrm>
              <a:prstGeom prst="rect">
                <a:avLst/>
              </a:prstGeom>
              <a:blipFill>
                <a:blip r:embed="rId11"/>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 Box 2">
                <a:extLst>
                  <a:ext uri="{FF2B5EF4-FFF2-40B4-BE49-F238E27FC236}">
                    <a16:creationId xmlns:a16="http://schemas.microsoft.com/office/drawing/2014/main" id="{54A7D8A6-F998-4735-872C-0B5955F886F0}"/>
                  </a:ext>
                </a:extLst>
              </p:cNvPr>
              <p:cNvSpPr txBox="1">
                <a:spLocks noChangeArrowheads="1"/>
              </p:cNvSpPr>
              <p:nvPr/>
            </p:nvSpPr>
            <p:spPr bwMode="auto">
              <a:xfrm>
                <a:off x="7089532" y="2094447"/>
                <a:ext cx="713458"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oMath>
                  </m:oMathPara>
                </a14:m>
                <a:endParaRPr lang="en-IN" sz="280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23" name="Text Box 2">
                <a:extLst>
                  <a:ext uri="{FF2B5EF4-FFF2-40B4-BE49-F238E27FC236}">
                    <a16:creationId xmlns:a16="http://schemas.microsoft.com/office/drawing/2014/main" id="{54A7D8A6-F998-4735-872C-0B5955F886F0}"/>
                  </a:ext>
                </a:extLst>
              </p:cNvPr>
              <p:cNvSpPr txBox="1">
                <a:spLocks noRot="1" noChangeAspect="1" noMove="1" noResize="1" noEditPoints="1" noAdjustHandles="1" noChangeArrowheads="1" noChangeShapeType="1" noTextEdit="1"/>
              </p:cNvSpPr>
              <p:nvPr/>
            </p:nvSpPr>
            <p:spPr bwMode="auto">
              <a:xfrm>
                <a:off x="7089532" y="2094447"/>
                <a:ext cx="713458" cy="469067"/>
              </a:xfrm>
              <a:prstGeom prst="rect">
                <a:avLst/>
              </a:prstGeom>
              <a:blipFill>
                <a:blip r:embed="rId12"/>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 Box 2">
                <a:extLst>
                  <a:ext uri="{FF2B5EF4-FFF2-40B4-BE49-F238E27FC236}">
                    <a16:creationId xmlns:a16="http://schemas.microsoft.com/office/drawing/2014/main" id="{AFD9898E-C3A8-4ADF-88ED-302C4259417B}"/>
                  </a:ext>
                </a:extLst>
              </p:cNvPr>
              <p:cNvSpPr txBox="1">
                <a:spLocks noChangeArrowheads="1"/>
              </p:cNvSpPr>
              <p:nvPr/>
            </p:nvSpPr>
            <p:spPr bwMode="auto">
              <a:xfrm>
                <a:off x="8074982" y="4126580"/>
                <a:ext cx="1224000"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B</m:t>
                      </m:r>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n</m:t>
                          </m:r>
                        </m:sub>
                      </m:sSub>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24" name="Text Box 2">
                <a:extLst>
                  <a:ext uri="{FF2B5EF4-FFF2-40B4-BE49-F238E27FC236}">
                    <a16:creationId xmlns:a16="http://schemas.microsoft.com/office/drawing/2014/main" id="{AFD9898E-C3A8-4ADF-88ED-302C4259417B}"/>
                  </a:ext>
                </a:extLst>
              </p:cNvPr>
              <p:cNvSpPr txBox="1">
                <a:spLocks noRot="1" noChangeAspect="1" noMove="1" noResize="1" noEditPoints="1" noAdjustHandles="1" noChangeArrowheads="1" noChangeShapeType="1" noTextEdit="1"/>
              </p:cNvSpPr>
              <p:nvPr/>
            </p:nvSpPr>
            <p:spPr bwMode="auto">
              <a:xfrm>
                <a:off x="8074982" y="4126580"/>
                <a:ext cx="1224000" cy="469067"/>
              </a:xfrm>
              <a:prstGeom prst="rect">
                <a:avLst/>
              </a:prstGeom>
              <a:blipFill>
                <a:blip r:embed="rId13"/>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 Box 2">
                <a:extLst>
                  <a:ext uri="{FF2B5EF4-FFF2-40B4-BE49-F238E27FC236}">
                    <a16:creationId xmlns:a16="http://schemas.microsoft.com/office/drawing/2014/main" id="{0F4099B9-5AA9-441E-8299-623327E12BB3}"/>
                  </a:ext>
                </a:extLst>
              </p:cNvPr>
              <p:cNvSpPr txBox="1">
                <a:spLocks noChangeArrowheads="1"/>
              </p:cNvSpPr>
              <p:nvPr/>
            </p:nvSpPr>
            <p:spPr bwMode="auto">
              <a:xfrm>
                <a:off x="6779490" y="4126580"/>
                <a:ext cx="1224000"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25" name="Text Box 2">
                <a:extLst>
                  <a:ext uri="{FF2B5EF4-FFF2-40B4-BE49-F238E27FC236}">
                    <a16:creationId xmlns:a16="http://schemas.microsoft.com/office/drawing/2014/main" id="{0F4099B9-5AA9-441E-8299-623327E12BB3}"/>
                  </a:ext>
                </a:extLst>
              </p:cNvPr>
              <p:cNvSpPr txBox="1">
                <a:spLocks noRot="1" noChangeAspect="1" noMove="1" noResize="1" noEditPoints="1" noAdjustHandles="1" noChangeArrowheads="1" noChangeShapeType="1" noTextEdit="1"/>
              </p:cNvSpPr>
              <p:nvPr/>
            </p:nvSpPr>
            <p:spPr bwMode="auto">
              <a:xfrm>
                <a:off x="6779490" y="4126580"/>
                <a:ext cx="1224000" cy="469067"/>
              </a:xfrm>
              <a:prstGeom prst="rect">
                <a:avLst/>
              </a:prstGeom>
              <a:blipFill>
                <a:blip r:embed="rId14"/>
                <a:stretch>
                  <a:fillRect/>
                </a:stretch>
              </a:blipFill>
              <a:ln w="9525">
                <a:noFill/>
                <a:miter lim="800000"/>
                <a:headEnd/>
                <a:tailEnd/>
              </a:ln>
            </p:spPr>
            <p:txBody>
              <a:bodyPr/>
              <a:lstStyle/>
              <a:p>
                <a:r>
                  <a:rPr lang="en-IN">
                    <a:noFill/>
                  </a:rPr>
                  <a:t> </a:t>
                </a:r>
              </a:p>
            </p:txBody>
          </p:sp>
        </mc:Fallback>
      </mc:AlternateContent>
    </p:spTree>
    <p:extLst>
      <p:ext uri="{BB962C8B-B14F-4D97-AF65-F5344CB8AC3E}">
        <p14:creationId xmlns:p14="http://schemas.microsoft.com/office/powerpoint/2010/main" val="809337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heel(1)">
                                      <p:cBhvr>
                                        <p:cTn id="11" dur="1000"/>
                                        <p:tgtEl>
                                          <p:spTgt spid="11"/>
                                        </p:tgtEl>
                                      </p:cBhvr>
                                    </p:animEffect>
                                  </p:childTnLst>
                                </p:cTn>
                              </p:par>
                            </p:childTnLst>
                          </p:cTn>
                        </p:par>
                        <p:par>
                          <p:cTn id="12" fill="hold">
                            <p:stCondLst>
                              <p:cond delay="1000"/>
                            </p:stCondLst>
                            <p:childTnLst>
                              <p:par>
                                <p:cTn id="13" presetID="1" presetClass="entr" presetSubtype="0"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up)">
                                      <p:cBhvr>
                                        <p:cTn id="19" dur="750"/>
                                        <p:tgtEl>
                                          <p:spTgt spid="9"/>
                                        </p:tgtEl>
                                      </p:cBhvr>
                                    </p:animEffect>
                                  </p:childTnLst>
                                </p:cTn>
                              </p:par>
                            </p:childTnLst>
                          </p:cTn>
                        </p:par>
                        <p:par>
                          <p:cTn id="20" fill="hold">
                            <p:stCondLst>
                              <p:cond delay="750"/>
                            </p:stCondLst>
                            <p:childTnLst>
                              <p:par>
                                <p:cTn id="21" presetID="1" presetClass="entr" presetSubtype="0" fill="hold" grpId="0" nodeType="afterEffect">
                                  <p:stCondLst>
                                    <p:cond delay="250"/>
                                  </p:stCondLst>
                                  <p:childTnLst>
                                    <p:set>
                                      <p:cBhvr>
                                        <p:cTn id="22" dur="1" fill="hold">
                                          <p:stCondLst>
                                            <p:cond delay="0"/>
                                          </p:stCondLst>
                                        </p:cTn>
                                        <p:tgtEl>
                                          <p:spTgt spid="13"/>
                                        </p:tgtEl>
                                        <p:attrNameLst>
                                          <p:attrName>style.visibility</p:attrName>
                                        </p:attrNameLst>
                                      </p:cBhvr>
                                      <p:to>
                                        <p:strVal val="visible"/>
                                      </p:to>
                                    </p:set>
                                  </p:childTnLst>
                                </p:cTn>
                              </p:par>
                            </p:childTnLst>
                          </p:cTn>
                        </p:par>
                        <p:par>
                          <p:cTn id="23" fill="hold">
                            <p:stCondLst>
                              <p:cond delay="1000"/>
                            </p:stCondLst>
                            <p:childTnLst>
                              <p:par>
                                <p:cTn id="24" presetID="22" presetClass="entr" presetSubtype="1" fill="hold" nodeType="afterEffect">
                                  <p:stCondLst>
                                    <p:cond delay="250"/>
                                  </p:stCondLst>
                                  <p:childTnLst>
                                    <p:set>
                                      <p:cBhvr>
                                        <p:cTn id="25" dur="1" fill="hold">
                                          <p:stCondLst>
                                            <p:cond delay="0"/>
                                          </p:stCondLst>
                                        </p:cTn>
                                        <p:tgtEl>
                                          <p:spTgt spid="10"/>
                                        </p:tgtEl>
                                        <p:attrNameLst>
                                          <p:attrName>style.visibility</p:attrName>
                                        </p:attrNameLst>
                                      </p:cBhvr>
                                      <p:to>
                                        <p:strVal val="visible"/>
                                      </p:to>
                                    </p:set>
                                    <p:animEffect transition="in" filter="wipe(up)">
                                      <p:cBhvr>
                                        <p:cTn id="26" dur="750"/>
                                        <p:tgtEl>
                                          <p:spTgt spid="10"/>
                                        </p:tgtEl>
                                      </p:cBhvr>
                                    </p:animEffect>
                                  </p:childTnLst>
                                </p:cTn>
                              </p:par>
                            </p:childTnLst>
                          </p:cTn>
                        </p:par>
                        <p:par>
                          <p:cTn id="27" fill="hold">
                            <p:stCondLst>
                              <p:cond delay="2000"/>
                            </p:stCondLst>
                            <p:childTnLst>
                              <p:par>
                                <p:cTn id="28" presetID="1" presetClass="entr" presetSubtype="0" fill="hold" grpId="0" nodeType="afterEffect">
                                  <p:stCondLst>
                                    <p:cond delay="250"/>
                                  </p:stCondLst>
                                  <p:childTnLst>
                                    <p:set>
                                      <p:cBhvr>
                                        <p:cTn id="29" dur="1" fill="hold">
                                          <p:stCondLst>
                                            <p:cond delay="0"/>
                                          </p:stCondLst>
                                        </p:cTn>
                                        <p:tgtEl>
                                          <p:spTgt spid="14"/>
                                        </p:tgtEl>
                                        <p:attrNameLst>
                                          <p:attrName>style.visibility</p:attrName>
                                        </p:attrNameLst>
                                      </p:cBhvr>
                                      <p:to>
                                        <p:strVal val="visible"/>
                                      </p:to>
                                    </p:set>
                                  </p:childTnLst>
                                </p:cTn>
                              </p:par>
                            </p:childTnLst>
                          </p:cTn>
                        </p:par>
                        <p:par>
                          <p:cTn id="30" fill="hold">
                            <p:stCondLst>
                              <p:cond delay="2250"/>
                            </p:stCondLst>
                            <p:childTnLst>
                              <p:par>
                                <p:cTn id="31" presetID="22" presetClass="entr" presetSubtype="1" fill="hold" nodeType="afterEffect">
                                  <p:stCondLst>
                                    <p:cond delay="250"/>
                                  </p:stCondLst>
                                  <p:childTnLst>
                                    <p:set>
                                      <p:cBhvr>
                                        <p:cTn id="32" dur="1" fill="hold">
                                          <p:stCondLst>
                                            <p:cond delay="0"/>
                                          </p:stCondLst>
                                        </p:cTn>
                                        <p:tgtEl>
                                          <p:spTgt spid="20"/>
                                        </p:tgtEl>
                                        <p:attrNameLst>
                                          <p:attrName>style.visibility</p:attrName>
                                        </p:attrNameLst>
                                      </p:cBhvr>
                                      <p:to>
                                        <p:strVal val="visible"/>
                                      </p:to>
                                    </p:set>
                                    <p:animEffect transition="in" filter="wipe(up)">
                                      <p:cBhvr>
                                        <p:cTn id="33" dur="750"/>
                                        <p:tgtEl>
                                          <p:spTgt spid="20"/>
                                        </p:tgtEl>
                                      </p:cBhvr>
                                    </p:animEffect>
                                  </p:childTnLst>
                                </p:cTn>
                              </p:par>
                            </p:childTnLst>
                          </p:cTn>
                        </p:par>
                        <p:par>
                          <p:cTn id="34" fill="hold">
                            <p:stCondLst>
                              <p:cond delay="3250"/>
                            </p:stCondLst>
                            <p:childTnLst>
                              <p:par>
                                <p:cTn id="35" presetID="1" presetClass="entr" presetSubtype="0" fill="hold" grpId="0" nodeType="afterEffect">
                                  <p:stCondLst>
                                    <p:cond delay="250"/>
                                  </p:stCondLst>
                                  <p:childTnLst>
                                    <p:set>
                                      <p:cBhvr>
                                        <p:cTn id="36" dur="1" fill="hold">
                                          <p:stCondLst>
                                            <p:cond delay="0"/>
                                          </p:stCondLst>
                                        </p:cTn>
                                        <p:tgtEl>
                                          <p:spTgt spid="15"/>
                                        </p:tgtEl>
                                        <p:attrNameLst>
                                          <p:attrName>style.visibility</p:attrName>
                                        </p:attrNameLst>
                                      </p:cBhvr>
                                      <p:to>
                                        <p:strVal val="visible"/>
                                      </p:to>
                                    </p:set>
                                  </p:childTnLst>
                                </p:cTn>
                              </p:par>
                            </p:childTnLst>
                          </p:cTn>
                        </p:par>
                        <p:par>
                          <p:cTn id="37" fill="hold">
                            <p:stCondLst>
                              <p:cond delay="3500"/>
                            </p:stCondLst>
                            <p:childTnLst>
                              <p:par>
                                <p:cTn id="38" presetID="1" presetClass="entr" presetSubtype="0" fill="hold" grpId="0" nodeType="afterEffect">
                                  <p:stCondLst>
                                    <p:cond delay="250"/>
                                  </p:stCondLst>
                                  <p:childTnLst>
                                    <p:set>
                                      <p:cBhvr>
                                        <p:cTn id="39" dur="1" fill="hold">
                                          <p:stCondLst>
                                            <p:cond delay="0"/>
                                          </p:stCondLst>
                                        </p:cTn>
                                        <p:tgtEl>
                                          <p:spTgt spid="23"/>
                                        </p:tgtEl>
                                        <p:attrNameLst>
                                          <p:attrName>style.visibility</p:attrName>
                                        </p:attrNameLst>
                                      </p:cBhvr>
                                      <p:to>
                                        <p:strVal val="visible"/>
                                      </p:to>
                                    </p:set>
                                  </p:childTnLst>
                                </p:cTn>
                              </p:par>
                            </p:childTnLst>
                          </p:cTn>
                        </p:par>
                        <p:par>
                          <p:cTn id="40" fill="hold">
                            <p:stCondLst>
                              <p:cond delay="3750"/>
                            </p:stCondLst>
                            <p:childTnLst>
                              <p:par>
                                <p:cTn id="41" presetID="22" presetClass="entr" presetSubtype="1" fill="hold" nodeType="afterEffect">
                                  <p:stCondLst>
                                    <p:cond delay="250"/>
                                  </p:stCondLst>
                                  <p:childTnLst>
                                    <p:set>
                                      <p:cBhvr>
                                        <p:cTn id="42" dur="1" fill="hold">
                                          <p:stCondLst>
                                            <p:cond delay="0"/>
                                          </p:stCondLst>
                                        </p:cTn>
                                        <p:tgtEl>
                                          <p:spTgt spid="21"/>
                                        </p:tgtEl>
                                        <p:attrNameLst>
                                          <p:attrName>style.visibility</p:attrName>
                                        </p:attrNameLst>
                                      </p:cBhvr>
                                      <p:to>
                                        <p:strVal val="visible"/>
                                      </p:to>
                                    </p:set>
                                    <p:animEffect transition="in" filter="wipe(up)">
                                      <p:cBhvr>
                                        <p:cTn id="43" dur="750"/>
                                        <p:tgtEl>
                                          <p:spTgt spid="21"/>
                                        </p:tgtEl>
                                      </p:cBhvr>
                                    </p:animEffect>
                                  </p:childTnLst>
                                </p:cTn>
                              </p:par>
                            </p:childTnLst>
                          </p:cTn>
                        </p:par>
                        <p:par>
                          <p:cTn id="44" fill="hold">
                            <p:stCondLst>
                              <p:cond delay="4750"/>
                            </p:stCondLst>
                            <p:childTnLst>
                              <p:par>
                                <p:cTn id="45" presetID="1" presetClass="entr" presetSubtype="0" fill="hold" grpId="0" nodeType="afterEffect">
                                  <p:stCondLst>
                                    <p:cond delay="25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childTnLst>
                                </p:cTn>
                              </p:par>
                            </p:childTnLst>
                          </p:cTn>
                        </p:par>
                        <p:par>
                          <p:cTn id="51" fill="hold">
                            <p:stCondLst>
                              <p:cond delay="0"/>
                            </p:stCondLst>
                            <p:childTnLst>
                              <p:par>
                                <p:cTn id="52" presetID="1" presetClass="entr" presetSubtype="0" fill="hold" grpId="0" nodeType="afterEffect">
                                  <p:stCondLst>
                                    <p:cond delay="250"/>
                                  </p:stCondLst>
                                  <p:childTnLst>
                                    <p:set>
                                      <p:cBhvr>
                                        <p:cTn id="53" dur="1" fill="hold">
                                          <p:stCondLst>
                                            <p:cond delay="0"/>
                                          </p:stCondLst>
                                        </p:cTn>
                                        <p:tgtEl>
                                          <p:spTgt spid="16"/>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7"/>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8"/>
                                        </p:tgtEl>
                                        <p:attrNameLst>
                                          <p:attrName>style.visibility</p:attrName>
                                        </p:attrNameLst>
                                      </p:cBhvr>
                                      <p:to>
                                        <p:strVal val="visible"/>
                                      </p:to>
                                    </p:set>
                                  </p:childTnLst>
                                </p:cTn>
                              </p:par>
                            </p:childTnLst>
                          </p:cTn>
                        </p:par>
                        <p:par>
                          <p:cTn id="62" fill="hold">
                            <p:stCondLst>
                              <p:cond delay="0"/>
                            </p:stCondLst>
                            <p:childTnLst>
                              <p:par>
                                <p:cTn id="63" presetID="1" presetClass="entr" presetSubtype="0" fill="hold" grpId="0" nodeType="afterEffect">
                                  <p:stCondLst>
                                    <p:cond delay="250"/>
                                  </p:stCondLst>
                                  <p:childTnLst>
                                    <p:set>
                                      <p:cBhvr>
                                        <p:cTn id="64" dur="1" fill="hold">
                                          <p:stCondLst>
                                            <p:cond delay="0"/>
                                          </p:stCondLst>
                                        </p:cTn>
                                        <p:tgtEl>
                                          <p:spTgt spid="19"/>
                                        </p:tgtEl>
                                        <p:attrNameLst>
                                          <p:attrName>style.visibility</p:attrName>
                                        </p:attrNameLst>
                                      </p:cBhvr>
                                      <p:to>
                                        <p:strVal val="visible"/>
                                      </p:to>
                                    </p:set>
                                  </p:childTnLst>
                                </p:cTn>
                              </p:par>
                            </p:childTnLst>
                          </p:cTn>
                        </p:par>
                        <p:par>
                          <p:cTn id="65" fill="hold">
                            <p:stCondLst>
                              <p:cond delay="250"/>
                            </p:stCondLst>
                            <p:childTnLst>
                              <p:par>
                                <p:cTn id="66" presetID="1" presetClass="entr" presetSubtype="0" fill="hold" grpId="0" nodeType="afterEffect">
                                  <p:stCondLst>
                                    <p:cond delay="250"/>
                                  </p:stCondLst>
                                  <p:childTnLst>
                                    <p:set>
                                      <p:cBhvr>
                                        <p:cTn id="67" dur="1" fill="hold">
                                          <p:stCondLst>
                                            <p:cond delay="0"/>
                                          </p:stCondLst>
                                        </p:cTn>
                                        <p:tgtEl>
                                          <p:spTgt spid="25"/>
                                        </p:tgtEl>
                                        <p:attrNameLst>
                                          <p:attrName>style.visibility</p:attrName>
                                        </p:attrNameLst>
                                      </p:cBhvr>
                                      <p:to>
                                        <p:strVal val="visible"/>
                                      </p:to>
                                    </p:set>
                                  </p:childTnLst>
                                </p:cTn>
                              </p:par>
                            </p:childTnLst>
                          </p:cTn>
                        </p:par>
                        <p:par>
                          <p:cTn id="68" fill="hold">
                            <p:stCondLst>
                              <p:cond delay="500"/>
                            </p:stCondLst>
                            <p:childTnLst>
                              <p:par>
                                <p:cTn id="69" presetID="1" presetClass="entr" presetSubtype="0" fill="hold" grpId="0" nodeType="afterEffect">
                                  <p:stCondLst>
                                    <p:cond delay="250"/>
                                  </p:stCondLst>
                                  <p:childTnLst>
                                    <p:set>
                                      <p:cBhvr>
                                        <p:cTn id="7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8" grpId="0" animBg="1"/>
      <p:bldP spid="11" grpId="0" animBg="1"/>
      <p:bldP spid="12" grpId="0"/>
      <p:bldP spid="13" grpId="0"/>
      <p:bldP spid="14" grpId="0"/>
      <p:bldP spid="15" grpId="0"/>
      <p:bldP spid="16" grpId="0"/>
      <p:bldP spid="17" grpId="0"/>
      <p:bldP spid="18" grpId="0"/>
      <p:bldP spid="19" grpId="0"/>
      <p:bldP spid="22" grpId="0"/>
      <p:bldP spid="23" grpId="0"/>
      <p:bldP spid="24" grpId="0"/>
      <p:bldP spid="25"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9951A2-01C1-4D0C-80E5-17B57CAA2CA6}"/>
              </a:ext>
            </a:extLst>
          </p:cNvPr>
          <p:cNvSpPr>
            <a:spLocks noGrp="1"/>
          </p:cNvSpPr>
          <p:nvPr>
            <p:ph type="title"/>
          </p:nvPr>
        </p:nvSpPr>
        <p:spPr/>
        <p:txBody>
          <a:bodyPr>
            <a:normAutofit/>
          </a:bodyPr>
          <a:lstStyle/>
          <a:p>
            <a:r>
              <a:rPr lang="en-IN" dirty="0"/>
              <a:t>Total Probability</a:t>
            </a:r>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6CB9492A-E923-46D8-9496-CC97B9EE6EC7}"/>
                  </a:ext>
                </a:extLst>
              </p:cNvPr>
              <p:cNvSpPr>
                <a:spLocks noGrp="1"/>
              </p:cNvSpPr>
              <p:nvPr>
                <p:ph idx="1"/>
              </p:nvPr>
            </p:nvSpPr>
            <p:spPr/>
            <p:txBody>
              <a:bodyPr/>
              <a:lstStyle/>
              <a:p>
                <a14:m>
                  <m:oMath xmlns:m="http://schemas.openxmlformats.org/officeDocument/2006/math">
                    <m:r>
                      <m:rPr>
                        <m:sty m:val="p"/>
                      </m:rPr>
                      <a:rPr lang="en-IN" b="0" i="0" smtClean="0">
                        <a:solidFill>
                          <a:srgbClr val="002060"/>
                        </a:solidFill>
                        <a:latin typeface="Cambria Math" panose="02040503050406030204" pitchFamily="18" charset="0"/>
                      </a:rPr>
                      <m:t>P</m:t>
                    </m:r>
                    <m:d>
                      <m:dPr>
                        <m:ctrlPr>
                          <a:rPr lang="en-IN" i="1">
                            <a:solidFill>
                              <a:srgbClr val="002060"/>
                            </a:solidFill>
                            <a:latin typeface="Cambria Math" panose="02040503050406030204" pitchFamily="18" charset="0"/>
                          </a:rPr>
                        </m:ctrlPr>
                      </m:dPr>
                      <m:e>
                        <m:r>
                          <m:rPr>
                            <m:sty m:val="p"/>
                          </m:rPr>
                          <a:rPr lang="en-IN" b="0" i="0">
                            <a:solidFill>
                              <a:srgbClr val="002060"/>
                            </a:solidFill>
                            <a:latin typeface="Cambria Math" panose="02040503050406030204" pitchFamily="18" charset="0"/>
                          </a:rPr>
                          <m:t>B</m:t>
                        </m:r>
                      </m:e>
                    </m:d>
                  </m:oMath>
                </a14:m>
                <a:endParaRPr lang="en-IN" dirty="0">
                  <a:solidFill>
                    <a:srgbClr val="002060"/>
                  </a:solidFill>
                </a:endParaRPr>
              </a:p>
            </p:txBody>
          </p:sp>
        </mc:Choice>
        <mc:Fallback xmlns="">
          <p:sp>
            <p:nvSpPr>
              <p:cNvPr id="2" name="Content Placeholder 1">
                <a:extLst>
                  <a:ext uri="{FF2B5EF4-FFF2-40B4-BE49-F238E27FC236}">
                    <a16:creationId xmlns:a16="http://schemas.microsoft.com/office/drawing/2014/main" id="{6CB9492A-E923-46D8-9496-CC97B9EE6EC7}"/>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12D9601-9EDA-4C5A-966F-C264B7742B96}"/>
                  </a:ext>
                </a:extLst>
              </p:cNvPr>
              <p:cNvSpPr txBox="1"/>
              <p:nvPr/>
            </p:nvSpPr>
            <p:spPr>
              <a:xfrm>
                <a:off x="1202967" y="1600286"/>
                <a:ext cx="1020196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1" smtClean="0">
                          <a:solidFill>
                            <a:srgbClr val="FF0000"/>
                          </a:solidFill>
                          <a:latin typeface="Cambria Math" panose="02040503050406030204" pitchFamily="18" charset="0"/>
                        </a:rPr>
                        <m:t>=</m:t>
                      </m:r>
                      <m:r>
                        <a:rPr lang="en-IN" sz="2800" b="1" i="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sSub>
                            <m:sSubPr>
                              <m:ctrlPr>
                                <a:rPr lang="en-IN" sz="2800" b="1" i="1">
                                  <a:solidFill>
                                    <a:srgbClr val="FF0000"/>
                                  </a:solidFill>
                                  <a:latin typeface="Cambria Math" panose="02040503050406030204" pitchFamily="18" charset="0"/>
                                </a:rPr>
                              </m:ctrlPr>
                            </m:sSubPr>
                            <m:e>
                              <m:r>
                                <a:rPr lang="en-IN" sz="2800" b="1" i="1">
                                  <a:solidFill>
                                    <a:srgbClr val="FF0000"/>
                                  </a:solidFill>
                                  <a:latin typeface="Cambria Math" panose="02040503050406030204" pitchFamily="18" charset="0"/>
                                </a:rPr>
                                <m:t>𝐀</m:t>
                              </m:r>
                            </m:e>
                            <m:sub>
                              <m:r>
                                <a:rPr lang="en-IN" sz="2800" b="1" i="1">
                                  <a:solidFill>
                                    <a:srgbClr val="FF0000"/>
                                  </a:solidFill>
                                  <a:latin typeface="Cambria Math" panose="02040503050406030204" pitchFamily="18" charset="0"/>
                                </a:rPr>
                                <m:t>𝟏</m:t>
                              </m:r>
                            </m:sub>
                          </m:sSub>
                        </m:e>
                      </m:d>
                      <m:r>
                        <a:rPr lang="en-IN" sz="2800" b="1">
                          <a:solidFill>
                            <a:srgbClr val="FF0000"/>
                          </a:solidFill>
                          <a:latin typeface="Cambria Math" panose="02040503050406030204" pitchFamily="18" charset="0"/>
                        </a:rPr>
                        <m:t>⋅</m:t>
                      </m:r>
                      <m:r>
                        <a:rPr lang="en-IN" sz="2800" b="1" i="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IN" sz="2800" b="1" i="1">
                              <a:solidFill>
                                <a:srgbClr val="FF0000"/>
                              </a:solidFill>
                              <a:latin typeface="Cambria Math" panose="02040503050406030204" pitchFamily="18" charset="0"/>
                            </a:rPr>
                            <m:t>𝐁</m:t>
                          </m:r>
                          <m:r>
                            <a:rPr lang="en-IN" sz="2800" b="1">
                              <a:solidFill>
                                <a:srgbClr val="FF0000"/>
                              </a:solidFill>
                              <a:latin typeface="Cambria Math" panose="02040503050406030204" pitchFamily="18" charset="0"/>
                            </a:rPr>
                            <m:t> </m:t>
                          </m:r>
                        </m:e>
                        <m:e>
                          <m:sSub>
                            <m:sSubPr>
                              <m:ctrlPr>
                                <a:rPr lang="en-IN" sz="2800" b="1" i="1">
                                  <a:solidFill>
                                    <a:srgbClr val="FF0000"/>
                                  </a:solidFill>
                                  <a:latin typeface="Cambria Math" panose="02040503050406030204" pitchFamily="18" charset="0"/>
                                </a:rPr>
                              </m:ctrlPr>
                            </m:sSubPr>
                            <m:e>
                              <m:r>
                                <a:rPr lang="en-IN" sz="2800" b="1" i="1">
                                  <a:solidFill>
                                    <a:srgbClr val="FF0000"/>
                                  </a:solidFill>
                                  <a:latin typeface="Cambria Math" panose="02040503050406030204" pitchFamily="18" charset="0"/>
                                </a:rPr>
                                <m:t>𝐀</m:t>
                              </m:r>
                            </m:e>
                            <m:sub>
                              <m:r>
                                <a:rPr lang="en-IN" sz="2800" b="1" i="1">
                                  <a:solidFill>
                                    <a:srgbClr val="FF0000"/>
                                  </a:solidFill>
                                  <a:latin typeface="Cambria Math" panose="02040503050406030204" pitchFamily="18" charset="0"/>
                                </a:rPr>
                                <m:t>𝟏</m:t>
                              </m:r>
                            </m:sub>
                          </m:sSub>
                        </m:e>
                      </m:d>
                      <m:r>
                        <a:rPr lang="en-IN" sz="2800" b="1" i="1">
                          <a:solidFill>
                            <a:srgbClr val="FF0000"/>
                          </a:solidFill>
                          <a:latin typeface="Cambria Math" panose="02040503050406030204" pitchFamily="18" charset="0"/>
                        </a:rPr>
                        <m:t> </m:t>
                      </m:r>
                      <m:r>
                        <a:rPr lang="en-IN" sz="2800" b="1">
                          <a:solidFill>
                            <a:srgbClr val="FF0000"/>
                          </a:solidFill>
                          <a:latin typeface="Cambria Math" panose="02040503050406030204" pitchFamily="18" charset="0"/>
                        </a:rPr>
                        <m:t>+</m:t>
                      </m:r>
                      <m:r>
                        <a:rPr lang="en-IN" sz="2800" b="1" i="1">
                          <a:solidFill>
                            <a:srgbClr val="FF0000"/>
                          </a:solidFill>
                          <a:latin typeface="Cambria Math" panose="02040503050406030204" pitchFamily="18" charset="0"/>
                        </a:rPr>
                        <m:t> </m:t>
                      </m:r>
                      <m:r>
                        <a:rPr lang="en-IN" sz="2800" b="1" i="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sSub>
                            <m:sSubPr>
                              <m:ctrlPr>
                                <a:rPr lang="en-IN" sz="2800" b="1" i="1">
                                  <a:solidFill>
                                    <a:srgbClr val="FF0000"/>
                                  </a:solidFill>
                                  <a:latin typeface="Cambria Math" panose="02040503050406030204" pitchFamily="18" charset="0"/>
                                </a:rPr>
                              </m:ctrlPr>
                            </m:sSubPr>
                            <m:e>
                              <m:r>
                                <a:rPr lang="en-IN" sz="2800" b="1" i="1">
                                  <a:solidFill>
                                    <a:srgbClr val="FF0000"/>
                                  </a:solidFill>
                                  <a:latin typeface="Cambria Math" panose="02040503050406030204" pitchFamily="18" charset="0"/>
                                </a:rPr>
                                <m:t>𝐀</m:t>
                              </m:r>
                            </m:e>
                            <m:sub>
                              <m:r>
                                <a:rPr lang="en-IN" sz="2800" b="1" i="1">
                                  <a:solidFill>
                                    <a:srgbClr val="FF0000"/>
                                  </a:solidFill>
                                  <a:latin typeface="Cambria Math" panose="02040503050406030204" pitchFamily="18" charset="0"/>
                                </a:rPr>
                                <m:t>𝟐</m:t>
                              </m:r>
                            </m:sub>
                          </m:sSub>
                        </m:e>
                      </m:d>
                      <m:r>
                        <a:rPr lang="en-IN" sz="2800" b="1">
                          <a:solidFill>
                            <a:srgbClr val="FF0000"/>
                          </a:solidFill>
                          <a:latin typeface="Cambria Math" panose="02040503050406030204" pitchFamily="18" charset="0"/>
                        </a:rPr>
                        <m:t>⋅</m:t>
                      </m:r>
                      <m:r>
                        <a:rPr lang="en-IN" sz="2800" b="1" i="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IN" sz="2800" b="1" i="1">
                              <a:solidFill>
                                <a:srgbClr val="FF0000"/>
                              </a:solidFill>
                              <a:latin typeface="Cambria Math" panose="02040503050406030204" pitchFamily="18" charset="0"/>
                            </a:rPr>
                            <m:t>𝐁</m:t>
                          </m:r>
                          <m:r>
                            <a:rPr lang="en-IN" sz="2800" b="1">
                              <a:solidFill>
                                <a:srgbClr val="FF0000"/>
                              </a:solidFill>
                              <a:latin typeface="Cambria Math" panose="02040503050406030204" pitchFamily="18" charset="0"/>
                            </a:rPr>
                            <m:t> </m:t>
                          </m:r>
                        </m:e>
                        <m:e>
                          <m:sSub>
                            <m:sSubPr>
                              <m:ctrlPr>
                                <a:rPr lang="en-IN" sz="2800" b="1" i="1">
                                  <a:solidFill>
                                    <a:srgbClr val="FF0000"/>
                                  </a:solidFill>
                                  <a:latin typeface="Cambria Math" panose="02040503050406030204" pitchFamily="18" charset="0"/>
                                </a:rPr>
                              </m:ctrlPr>
                            </m:sSubPr>
                            <m:e>
                              <m:r>
                                <a:rPr lang="en-IN" sz="2800" b="1" i="1">
                                  <a:solidFill>
                                    <a:srgbClr val="FF0000"/>
                                  </a:solidFill>
                                  <a:latin typeface="Cambria Math" panose="02040503050406030204" pitchFamily="18" charset="0"/>
                                </a:rPr>
                                <m:t>𝐀</m:t>
                              </m:r>
                            </m:e>
                            <m:sub>
                              <m:r>
                                <a:rPr lang="en-IN" sz="2800" b="1" i="1">
                                  <a:solidFill>
                                    <a:srgbClr val="FF0000"/>
                                  </a:solidFill>
                                  <a:latin typeface="Cambria Math" panose="02040503050406030204" pitchFamily="18" charset="0"/>
                                </a:rPr>
                                <m:t>𝟐</m:t>
                              </m:r>
                            </m:sub>
                          </m:sSub>
                        </m:e>
                      </m:d>
                      <m:r>
                        <a:rPr lang="en-IN" sz="2800" b="1" i="1">
                          <a:solidFill>
                            <a:srgbClr val="FF0000"/>
                          </a:solidFill>
                          <a:latin typeface="Cambria Math" panose="02040503050406030204" pitchFamily="18" charset="0"/>
                        </a:rPr>
                        <m:t> </m:t>
                      </m:r>
                      <m:r>
                        <a:rPr lang="en-IN" sz="2800" b="1">
                          <a:solidFill>
                            <a:srgbClr val="FF0000"/>
                          </a:solidFill>
                          <a:latin typeface="Cambria Math" panose="02040503050406030204" pitchFamily="18" charset="0"/>
                        </a:rPr>
                        <m:t>+…+</m:t>
                      </m:r>
                      <m:r>
                        <a:rPr lang="en-IN" sz="2800" b="1" i="1">
                          <a:solidFill>
                            <a:srgbClr val="FF0000"/>
                          </a:solidFill>
                          <a:latin typeface="Cambria Math" panose="02040503050406030204" pitchFamily="18" charset="0"/>
                        </a:rPr>
                        <m:t> </m:t>
                      </m:r>
                      <m:r>
                        <a:rPr lang="en-IN" sz="2800" b="1" i="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sSub>
                            <m:sSubPr>
                              <m:ctrlPr>
                                <a:rPr lang="en-IN" sz="2800" b="1" i="1">
                                  <a:solidFill>
                                    <a:srgbClr val="FF0000"/>
                                  </a:solidFill>
                                  <a:latin typeface="Cambria Math" panose="02040503050406030204" pitchFamily="18" charset="0"/>
                                </a:rPr>
                              </m:ctrlPr>
                            </m:sSubPr>
                            <m:e>
                              <m:r>
                                <a:rPr lang="en-IN" sz="2800" b="1" i="1">
                                  <a:solidFill>
                                    <a:srgbClr val="FF0000"/>
                                  </a:solidFill>
                                  <a:latin typeface="Cambria Math" panose="02040503050406030204" pitchFamily="18" charset="0"/>
                                </a:rPr>
                                <m:t>𝐀</m:t>
                              </m:r>
                            </m:e>
                            <m:sub>
                              <m:r>
                                <a:rPr lang="en-IN" sz="2800" b="1" i="1">
                                  <a:solidFill>
                                    <a:srgbClr val="FF0000"/>
                                  </a:solidFill>
                                  <a:latin typeface="Cambria Math" panose="02040503050406030204" pitchFamily="18" charset="0"/>
                                </a:rPr>
                                <m:t>𝐧</m:t>
                              </m:r>
                            </m:sub>
                          </m:sSub>
                        </m:e>
                      </m:d>
                      <m:r>
                        <a:rPr lang="en-IN" sz="2800" b="1">
                          <a:solidFill>
                            <a:srgbClr val="FF0000"/>
                          </a:solidFill>
                          <a:latin typeface="Cambria Math" panose="02040503050406030204" pitchFamily="18" charset="0"/>
                        </a:rPr>
                        <m:t>⋅</m:t>
                      </m:r>
                      <m:r>
                        <a:rPr lang="en-IN" sz="2800" b="1" i="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IN" sz="2800" b="1" i="1">
                              <a:solidFill>
                                <a:srgbClr val="FF0000"/>
                              </a:solidFill>
                              <a:latin typeface="Cambria Math" panose="02040503050406030204" pitchFamily="18" charset="0"/>
                            </a:rPr>
                            <m:t>𝐁</m:t>
                          </m:r>
                          <m:r>
                            <a:rPr lang="en-IN" sz="2800" b="1">
                              <a:solidFill>
                                <a:srgbClr val="FF0000"/>
                              </a:solidFill>
                              <a:latin typeface="Cambria Math" panose="02040503050406030204" pitchFamily="18" charset="0"/>
                            </a:rPr>
                            <m:t> </m:t>
                          </m:r>
                        </m:e>
                        <m:e>
                          <m:sSub>
                            <m:sSubPr>
                              <m:ctrlPr>
                                <a:rPr lang="en-IN" sz="2800" b="1" i="1">
                                  <a:solidFill>
                                    <a:srgbClr val="FF0000"/>
                                  </a:solidFill>
                                  <a:latin typeface="Cambria Math" panose="02040503050406030204" pitchFamily="18" charset="0"/>
                                </a:rPr>
                              </m:ctrlPr>
                            </m:sSubPr>
                            <m:e>
                              <m:r>
                                <a:rPr lang="en-IN" sz="2800" b="1" i="1">
                                  <a:solidFill>
                                    <a:srgbClr val="FF0000"/>
                                  </a:solidFill>
                                  <a:latin typeface="Cambria Math" panose="02040503050406030204" pitchFamily="18" charset="0"/>
                                </a:rPr>
                                <m:t>𝐀</m:t>
                              </m:r>
                            </m:e>
                            <m:sub>
                              <m:r>
                                <a:rPr lang="en-IN" sz="2800" b="1" i="1">
                                  <a:solidFill>
                                    <a:srgbClr val="FF0000"/>
                                  </a:solidFill>
                                  <a:latin typeface="Cambria Math" panose="02040503050406030204" pitchFamily="18" charset="0"/>
                                </a:rPr>
                                <m:t>𝐧</m:t>
                              </m:r>
                            </m:sub>
                          </m:sSub>
                        </m:e>
                      </m:d>
                    </m:oMath>
                  </m:oMathPara>
                </a14:m>
                <a:endParaRPr lang="en-IN" sz="2800" dirty="0"/>
              </a:p>
            </p:txBody>
          </p:sp>
        </mc:Choice>
        <mc:Fallback xmlns="">
          <p:sp>
            <p:nvSpPr>
              <p:cNvPr id="26" name="TextBox 25">
                <a:extLst>
                  <a:ext uri="{FF2B5EF4-FFF2-40B4-BE49-F238E27FC236}">
                    <a16:creationId xmlns:a16="http://schemas.microsoft.com/office/drawing/2014/main" id="{A12D9601-9EDA-4C5A-966F-C264B7742B96}"/>
                  </a:ext>
                </a:extLst>
              </p:cNvPr>
              <p:cNvSpPr txBox="1">
                <a:spLocks noRot="1" noChangeAspect="1" noMove="1" noResize="1" noEditPoints="1" noAdjustHandles="1" noChangeArrowheads="1" noChangeShapeType="1" noTextEdit="1"/>
              </p:cNvSpPr>
              <p:nvPr/>
            </p:nvSpPr>
            <p:spPr>
              <a:xfrm>
                <a:off x="1202967" y="1600286"/>
                <a:ext cx="10201965" cy="523220"/>
              </a:xfrm>
              <a:prstGeom prst="rect">
                <a:avLst/>
              </a:prstGeom>
              <a:blipFill>
                <a:blip r:embed="rId3"/>
                <a:stretch>
                  <a:fillRect/>
                </a:stretch>
              </a:blipFill>
            </p:spPr>
            <p:txBody>
              <a:bodyPr/>
              <a:lstStyle/>
              <a:p>
                <a:r>
                  <a:rPr lang="en-IN">
                    <a:noFill/>
                  </a:rPr>
                  <a:t> </a:t>
                </a:r>
              </a:p>
            </p:txBody>
          </p:sp>
        </mc:Fallback>
      </mc:AlternateContent>
      <p:sp>
        <p:nvSpPr>
          <p:cNvPr id="27" name="TextBox 26">
            <a:extLst>
              <a:ext uri="{FF2B5EF4-FFF2-40B4-BE49-F238E27FC236}">
                <a16:creationId xmlns:a16="http://schemas.microsoft.com/office/drawing/2014/main" id="{CB712306-1A05-4DF6-93DE-2707EAA21972}"/>
              </a:ext>
            </a:extLst>
          </p:cNvPr>
          <p:cNvSpPr txBox="1"/>
          <p:nvPr/>
        </p:nvSpPr>
        <p:spPr>
          <a:xfrm>
            <a:off x="7309961" y="2799913"/>
            <a:ext cx="4835924" cy="1143711"/>
          </a:xfrm>
          <a:prstGeom prst="rect">
            <a:avLst/>
          </a:prstGeom>
          <a:noFill/>
        </p:spPr>
        <p:txBody>
          <a:bodyPr wrap="square">
            <a:spAutoFit/>
          </a:bodyPr>
          <a:lstStyle/>
          <a:p>
            <a:pPr marR="0">
              <a:lnSpc>
                <a:spcPct val="115000"/>
              </a:lnSpc>
              <a:spcBef>
                <a:spcPts val="0"/>
              </a:spcBef>
              <a:spcAft>
                <a:spcPts val="800"/>
              </a:spcAft>
            </a:pPr>
            <a:r>
              <a:rPr lang="en-US" sz="2800" dirty="0">
                <a:solidFill>
                  <a:srgbClr val="002060"/>
                </a:solidFill>
                <a:effectLst/>
                <a:latin typeface="+mj-lt"/>
                <a:ea typeface="Times New Roman" panose="02020603050405020304" pitchFamily="18" charset="0"/>
                <a:cs typeface="Shruti" panose="020B0502040204020203" pitchFamily="34" charset="0"/>
              </a:rPr>
              <a:t>Using multiplicative law of </a:t>
            </a:r>
          </a:p>
          <a:p>
            <a:pPr marR="0">
              <a:lnSpc>
                <a:spcPct val="115000"/>
              </a:lnSpc>
              <a:spcBef>
                <a:spcPts val="0"/>
              </a:spcBef>
              <a:spcAft>
                <a:spcPts val="800"/>
              </a:spcAft>
            </a:pPr>
            <a:r>
              <a:rPr lang="en-US" sz="2800" dirty="0">
                <a:solidFill>
                  <a:srgbClr val="002060"/>
                </a:solidFill>
                <a:effectLst/>
                <a:latin typeface="+mj-lt"/>
                <a:ea typeface="Times New Roman" panose="02020603050405020304" pitchFamily="18" charset="0"/>
                <a:cs typeface="Shruti" panose="020B0502040204020203" pitchFamily="34" charset="0"/>
              </a:rPr>
              <a:t>probability, we get</a:t>
            </a:r>
            <a:endParaRPr lang="en-IN" sz="2800" dirty="0">
              <a:solidFill>
                <a:srgbClr val="002060"/>
              </a:solidFill>
              <a:effectLst/>
              <a:latin typeface="+mj-lt"/>
              <a:ea typeface="Times New Roman" panose="02020603050405020304" pitchFamily="18" charset="0"/>
              <a:cs typeface="Shruti" panose="020B0502040204020203" pitchFamily="34" charset="0"/>
            </a:endParaRP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A45318E-659B-4EF6-B9CB-614164A1F19E}"/>
                  </a:ext>
                </a:extLst>
              </p:cNvPr>
              <p:cNvSpPr txBox="1"/>
              <p:nvPr/>
            </p:nvSpPr>
            <p:spPr>
              <a:xfrm>
                <a:off x="7309961" y="4124380"/>
                <a:ext cx="484978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effectLst/>
                          <a:latin typeface="Cambria Math" panose="02040503050406030204" pitchFamily="18" charset="0"/>
                          <a:ea typeface="Calibri" panose="020F0502020204030204" pitchFamily="34" charset="0"/>
                          <a:cs typeface="Shruti" panose="020B0502040204020203" pitchFamily="34" charset="0"/>
                        </a:rPr>
                        <m:t>P</m:t>
                      </m:r>
                      <m:d>
                        <m:dPr>
                          <m:ctrlPr>
                            <a:rPr lang="en-IN" sz="2800" i="1">
                              <a:solidFill>
                                <a:srgbClr val="002060"/>
                              </a:solidFill>
                              <a:effectLst/>
                              <a:latin typeface="Cambria Math" panose="02040503050406030204" pitchFamily="18" charset="0"/>
                            </a:rPr>
                          </m:ctrlPr>
                        </m:d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B</m:t>
                          </m:r>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sSub>
                            <m:sSubPr>
                              <m:ctrlPr>
                                <a:rPr lang="en-IN" sz="2800" i="1">
                                  <a:solidFill>
                                    <a:srgbClr val="002060"/>
                                  </a:solidFill>
                                  <a:effectLst/>
                                  <a:latin typeface="Cambria Math" panose="02040503050406030204" pitchFamily="18"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i</m:t>
                              </m:r>
                            </m:sub>
                          </m:sSub>
                        </m:e>
                      </m:d>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P</m:t>
                      </m:r>
                      <m:d>
                        <m:dPr>
                          <m:ctrlPr>
                            <a:rPr lang="en-IN" sz="2800" i="1">
                              <a:solidFill>
                                <a:srgbClr val="002060"/>
                              </a:solidFill>
                              <a:effectLst/>
                              <a:latin typeface="Cambria Math" panose="02040503050406030204" pitchFamily="18" charset="0"/>
                            </a:rPr>
                          </m:ctrlPr>
                        </m:dPr>
                        <m:e>
                          <m:sSub>
                            <m:sSubPr>
                              <m:ctrlPr>
                                <a:rPr lang="en-IN" sz="2800" i="1">
                                  <a:solidFill>
                                    <a:srgbClr val="002060"/>
                                  </a:solidFill>
                                  <a:effectLst/>
                                  <a:latin typeface="Cambria Math" panose="02040503050406030204" pitchFamily="18"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i</m:t>
                              </m:r>
                            </m:sub>
                          </m:sSub>
                        </m:e>
                      </m:d>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 </m:t>
                      </m:r>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P</m:t>
                      </m:r>
                      <m:d>
                        <m:dPr>
                          <m:ctrlPr>
                            <a:rPr lang="en-IN" sz="2800" i="1">
                              <a:solidFill>
                                <a:srgbClr val="002060"/>
                              </a:solidFill>
                              <a:effectLst/>
                              <a:latin typeface="Cambria Math" panose="02040503050406030204" pitchFamily="18" charset="0"/>
                            </a:rPr>
                          </m:ctrlPr>
                        </m:d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B</m:t>
                          </m:r>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 </m:t>
                          </m:r>
                          <m:sSub>
                            <m:sSubPr>
                              <m:ctrlPr>
                                <a:rPr lang="en-IN" sz="2800" i="1">
                                  <a:solidFill>
                                    <a:srgbClr val="002060"/>
                                  </a:solidFill>
                                  <a:effectLst/>
                                  <a:latin typeface="Cambria Math" panose="02040503050406030204" pitchFamily="18"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i</m:t>
                              </m:r>
                            </m:sub>
                          </m:sSub>
                        </m:e>
                      </m:d>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oMath>
                  </m:oMathPara>
                </a14:m>
                <a:endParaRPr lang="en-IN" sz="2800" dirty="0">
                  <a:solidFill>
                    <a:srgbClr val="002060"/>
                  </a:solidFill>
                </a:endParaRPr>
              </a:p>
            </p:txBody>
          </p:sp>
        </mc:Choice>
        <mc:Fallback xmlns="">
          <p:sp>
            <p:nvSpPr>
              <p:cNvPr id="28" name="TextBox 27">
                <a:extLst>
                  <a:ext uri="{FF2B5EF4-FFF2-40B4-BE49-F238E27FC236}">
                    <a16:creationId xmlns:a16="http://schemas.microsoft.com/office/drawing/2014/main" id="{FA45318E-659B-4EF6-B9CB-614164A1F19E}"/>
                  </a:ext>
                </a:extLst>
              </p:cNvPr>
              <p:cNvSpPr txBox="1">
                <a:spLocks noRot="1" noChangeAspect="1" noMove="1" noResize="1" noEditPoints="1" noAdjustHandles="1" noChangeArrowheads="1" noChangeShapeType="1" noTextEdit="1"/>
              </p:cNvSpPr>
              <p:nvPr/>
            </p:nvSpPr>
            <p:spPr>
              <a:xfrm>
                <a:off x="7309961" y="4124380"/>
                <a:ext cx="4849781" cy="523220"/>
              </a:xfrm>
              <a:prstGeom prst="rect">
                <a:avLst/>
              </a:prstGeom>
              <a:blipFill>
                <a:blip r:embed="rId4"/>
                <a:stretch>
                  <a:fillRect/>
                </a:stretch>
              </a:blipFill>
            </p:spPr>
            <p:txBody>
              <a:bodyPr/>
              <a:lstStyle/>
              <a:p>
                <a:r>
                  <a:rPr lang="en-IN">
                    <a:noFill/>
                  </a:rPr>
                  <a:t> </a:t>
                </a:r>
              </a:p>
            </p:txBody>
          </p:sp>
        </mc:Fallback>
      </mc:AlternateContent>
      <p:sp>
        <p:nvSpPr>
          <p:cNvPr id="29" name="Oval 28">
            <a:extLst>
              <a:ext uri="{FF2B5EF4-FFF2-40B4-BE49-F238E27FC236}">
                <a16:creationId xmlns:a16="http://schemas.microsoft.com/office/drawing/2014/main" id="{B1DE697A-37BF-4906-943A-5DF3C1031E90}"/>
              </a:ext>
            </a:extLst>
          </p:cNvPr>
          <p:cNvSpPr/>
          <p:nvPr/>
        </p:nvSpPr>
        <p:spPr>
          <a:xfrm>
            <a:off x="550582" y="3469393"/>
            <a:ext cx="6339976" cy="2214015"/>
          </a:xfrm>
          <a:prstGeom prst="ellipse">
            <a:avLst/>
          </a:prstGeom>
          <a:solidFill>
            <a:schemeClr val="accent1">
              <a:lumMod val="20000"/>
              <a:lumOff val="80000"/>
            </a:schemeClr>
          </a:solid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sz="2800"/>
          </a:p>
        </p:txBody>
      </p:sp>
      <p:cxnSp>
        <p:nvCxnSpPr>
          <p:cNvPr id="30" name="Straight Connector 29">
            <a:extLst>
              <a:ext uri="{FF2B5EF4-FFF2-40B4-BE49-F238E27FC236}">
                <a16:creationId xmlns:a16="http://schemas.microsoft.com/office/drawing/2014/main" id="{1AFDCF86-1246-4605-865A-467C5B1DF71C}"/>
              </a:ext>
            </a:extLst>
          </p:cNvPr>
          <p:cNvCxnSpPr>
            <a:cxnSpLocks/>
          </p:cNvCxnSpPr>
          <p:nvPr/>
        </p:nvCxnSpPr>
        <p:spPr>
          <a:xfrm>
            <a:off x="1771110" y="2823487"/>
            <a:ext cx="0" cy="3401282"/>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C4D4CE4-59CE-4114-B4EC-AD73ECFC3586}"/>
              </a:ext>
            </a:extLst>
          </p:cNvPr>
          <p:cNvCxnSpPr>
            <a:cxnSpLocks/>
          </p:cNvCxnSpPr>
          <p:nvPr/>
        </p:nvCxnSpPr>
        <p:spPr>
          <a:xfrm>
            <a:off x="3085648" y="2823487"/>
            <a:ext cx="0" cy="3411798"/>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E5209176-32C4-4830-86F1-53B34673C8E5}"/>
              </a:ext>
            </a:extLst>
          </p:cNvPr>
          <p:cNvSpPr/>
          <p:nvPr/>
        </p:nvSpPr>
        <p:spPr>
          <a:xfrm>
            <a:off x="456572" y="2823488"/>
            <a:ext cx="6527997" cy="3401282"/>
          </a:xfrm>
          <a:prstGeom prst="rect">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sz="2800"/>
          </a:p>
        </p:txBody>
      </p:sp>
      <mc:AlternateContent xmlns:mc="http://schemas.openxmlformats.org/markup-compatibility/2006" xmlns:a14="http://schemas.microsoft.com/office/drawing/2010/main">
        <mc:Choice Requires="a14">
          <p:sp>
            <p:nvSpPr>
              <p:cNvPr id="33" name="Text Box 2">
                <a:extLst>
                  <a:ext uri="{FF2B5EF4-FFF2-40B4-BE49-F238E27FC236}">
                    <a16:creationId xmlns:a16="http://schemas.microsoft.com/office/drawing/2014/main" id="{3F48BE63-2852-4F4D-850A-D28917340FB0}"/>
                  </a:ext>
                </a:extLst>
              </p:cNvPr>
              <p:cNvSpPr txBox="1">
                <a:spLocks noChangeArrowheads="1"/>
              </p:cNvSpPr>
              <p:nvPr/>
            </p:nvSpPr>
            <p:spPr bwMode="auto">
              <a:xfrm>
                <a:off x="3412049" y="6137185"/>
                <a:ext cx="573357"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800" b="1" i="1" smtClean="0">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𝐒</m:t>
                      </m:r>
                    </m:oMath>
                  </m:oMathPara>
                </a14:m>
                <a:endParaRPr lang="en-IN" sz="2800" b="1" dirty="0">
                  <a:solidFill>
                    <a:srgbClr val="FF0000"/>
                  </a:solidFill>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33" name="Text Box 2">
                <a:extLst>
                  <a:ext uri="{FF2B5EF4-FFF2-40B4-BE49-F238E27FC236}">
                    <a16:creationId xmlns:a16="http://schemas.microsoft.com/office/drawing/2014/main" id="{3F48BE63-2852-4F4D-850A-D28917340FB0}"/>
                  </a:ext>
                </a:extLst>
              </p:cNvPr>
              <p:cNvSpPr txBox="1">
                <a:spLocks noRot="1" noChangeAspect="1" noMove="1" noResize="1" noEditPoints="1" noAdjustHandles="1" noChangeArrowheads="1" noChangeShapeType="1" noTextEdit="1"/>
              </p:cNvSpPr>
              <p:nvPr/>
            </p:nvSpPr>
            <p:spPr bwMode="auto">
              <a:xfrm>
                <a:off x="3412049" y="6137185"/>
                <a:ext cx="573357" cy="469067"/>
              </a:xfrm>
              <a:prstGeom prst="rect">
                <a:avLst/>
              </a:prstGeom>
              <a:blipFill>
                <a:blip r:embed="rId5"/>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 Box 2">
                <a:extLst>
                  <a:ext uri="{FF2B5EF4-FFF2-40B4-BE49-F238E27FC236}">
                    <a16:creationId xmlns:a16="http://schemas.microsoft.com/office/drawing/2014/main" id="{CDB172A8-42E8-43F2-ABBE-96D93DCF0BBF}"/>
                  </a:ext>
                </a:extLst>
              </p:cNvPr>
              <p:cNvSpPr txBox="1">
                <a:spLocks noChangeArrowheads="1"/>
              </p:cNvSpPr>
              <p:nvPr/>
            </p:nvSpPr>
            <p:spPr bwMode="auto">
              <a:xfrm>
                <a:off x="809730" y="2266855"/>
                <a:ext cx="714893"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1</m:t>
                          </m:r>
                        </m:sub>
                      </m:sSub>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34" name="Text Box 2">
                <a:extLst>
                  <a:ext uri="{FF2B5EF4-FFF2-40B4-BE49-F238E27FC236}">
                    <a16:creationId xmlns:a16="http://schemas.microsoft.com/office/drawing/2014/main" id="{CDB172A8-42E8-43F2-ABBE-96D93DCF0BBF}"/>
                  </a:ext>
                </a:extLst>
              </p:cNvPr>
              <p:cNvSpPr txBox="1">
                <a:spLocks noRot="1" noChangeAspect="1" noMove="1" noResize="1" noEditPoints="1" noAdjustHandles="1" noChangeArrowheads="1" noChangeShapeType="1" noTextEdit="1"/>
              </p:cNvSpPr>
              <p:nvPr/>
            </p:nvSpPr>
            <p:spPr bwMode="auto">
              <a:xfrm>
                <a:off x="809730" y="2266855"/>
                <a:ext cx="714893" cy="469067"/>
              </a:xfrm>
              <a:prstGeom prst="rect">
                <a:avLst/>
              </a:prstGeom>
              <a:blipFill>
                <a:blip r:embed="rId6"/>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 Box 2">
                <a:extLst>
                  <a:ext uri="{FF2B5EF4-FFF2-40B4-BE49-F238E27FC236}">
                    <a16:creationId xmlns:a16="http://schemas.microsoft.com/office/drawing/2014/main" id="{411046EC-E37C-4950-A019-E2229D588F3E}"/>
                  </a:ext>
                </a:extLst>
              </p:cNvPr>
              <p:cNvSpPr txBox="1">
                <a:spLocks noChangeArrowheads="1"/>
              </p:cNvSpPr>
              <p:nvPr/>
            </p:nvSpPr>
            <p:spPr bwMode="auto">
              <a:xfrm>
                <a:off x="2163508" y="2266855"/>
                <a:ext cx="713458"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2</m:t>
                          </m:r>
                        </m:sub>
                      </m:sSub>
                    </m:oMath>
                  </m:oMathPara>
                </a14:m>
                <a:endParaRPr lang="en-IN" sz="280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35" name="Text Box 2">
                <a:extLst>
                  <a:ext uri="{FF2B5EF4-FFF2-40B4-BE49-F238E27FC236}">
                    <a16:creationId xmlns:a16="http://schemas.microsoft.com/office/drawing/2014/main" id="{411046EC-E37C-4950-A019-E2229D588F3E}"/>
                  </a:ext>
                </a:extLst>
              </p:cNvPr>
              <p:cNvSpPr txBox="1">
                <a:spLocks noRot="1" noChangeAspect="1" noMove="1" noResize="1" noEditPoints="1" noAdjustHandles="1" noChangeArrowheads="1" noChangeShapeType="1" noTextEdit="1"/>
              </p:cNvSpPr>
              <p:nvPr/>
            </p:nvSpPr>
            <p:spPr bwMode="auto">
              <a:xfrm>
                <a:off x="2163508" y="2266855"/>
                <a:ext cx="713458" cy="469067"/>
              </a:xfrm>
              <a:prstGeom prst="rect">
                <a:avLst/>
              </a:prstGeom>
              <a:blipFill>
                <a:blip r:embed="rId7"/>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 Box 2">
                <a:extLst>
                  <a:ext uri="{FF2B5EF4-FFF2-40B4-BE49-F238E27FC236}">
                    <a16:creationId xmlns:a16="http://schemas.microsoft.com/office/drawing/2014/main" id="{3D0CF81B-8C12-4A83-BAEF-659CA33DA4D0}"/>
                  </a:ext>
                </a:extLst>
              </p:cNvPr>
              <p:cNvSpPr txBox="1">
                <a:spLocks noChangeArrowheads="1"/>
              </p:cNvSpPr>
              <p:nvPr/>
            </p:nvSpPr>
            <p:spPr bwMode="auto">
              <a:xfrm>
                <a:off x="3340706" y="2266855"/>
                <a:ext cx="713458"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3</m:t>
                          </m:r>
                        </m:sub>
                      </m:sSub>
                    </m:oMath>
                  </m:oMathPara>
                </a14:m>
                <a:endParaRPr lang="en-IN" sz="280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36" name="Text Box 2">
                <a:extLst>
                  <a:ext uri="{FF2B5EF4-FFF2-40B4-BE49-F238E27FC236}">
                    <a16:creationId xmlns:a16="http://schemas.microsoft.com/office/drawing/2014/main" id="{3D0CF81B-8C12-4A83-BAEF-659CA33DA4D0}"/>
                  </a:ext>
                </a:extLst>
              </p:cNvPr>
              <p:cNvSpPr txBox="1">
                <a:spLocks noRot="1" noChangeAspect="1" noMove="1" noResize="1" noEditPoints="1" noAdjustHandles="1" noChangeArrowheads="1" noChangeShapeType="1" noTextEdit="1"/>
              </p:cNvSpPr>
              <p:nvPr/>
            </p:nvSpPr>
            <p:spPr bwMode="auto">
              <a:xfrm>
                <a:off x="3340706" y="2266855"/>
                <a:ext cx="713458" cy="469067"/>
              </a:xfrm>
              <a:prstGeom prst="rect">
                <a:avLst/>
              </a:prstGeom>
              <a:blipFill>
                <a:blip r:embed="rId8"/>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 Box 2">
                <a:extLst>
                  <a:ext uri="{FF2B5EF4-FFF2-40B4-BE49-F238E27FC236}">
                    <a16:creationId xmlns:a16="http://schemas.microsoft.com/office/drawing/2014/main" id="{A73AFE36-D039-46DD-8B72-C1344A448576}"/>
                  </a:ext>
                </a:extLst>
              </p:cNvPr>
              <p:cNvSpPr txBox="1">
                <a:spLocks noChangeArrowheads="1"/>
              </p:cNvSpPr>
              <p:nvPr/>
            </p:nvSpPr>
            <p:spPr bwMode="auto">
              <a:xfrm>
                <a:off x="711631" y="3404066"/>
                <a:ext cx="573357"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800" b="1" i="1" smtClean="0">
                          <a:solidFill>
                            <a:srgbClr val="0070C0"/>
                          </a:solidFill>
                          <a:effectLst/>
                          <a:latin typeface="Cambria Math" panose="02040503050406030204" pitchFamily="18" charset="0"/>
                          <a:ea typeface="Calibri" panose="020F0502020204030204" pitchFamily="34" charset="0"/>
                          <a:cs typeface="Shruti" panose="020B0502040204020203" pitchFamily="34" charset="0"/>
                        </a:rPr>
                        <m:t>𝐁</m:t>
                      </m:r>
                    </m:oMath>
                  </m:oMathPara>
                </a14:m>
                <a:endParaRPr lang="en-IN" sz="2800" b="1" dirty="0">
                  <a:solidFill>
                    <a:srgbClr val="0070C0"/>
                  </a:solidFill>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37" name="Text Box 2">
                <a:extLst>
                  <a:ext uri="{FF2B5EF4-FFF2-40B4-BE49-F238E27FC236}">
                    <a16:creationId xmlns:a16="http://schemas.microsoft.com/office/drawing/2014/main" id="{A73AFE36-D039-46DD-8B72-C1344A448576}"/>
                  </a:ext>
                </a:extLst>
              </p:cNvPr>
              <p:cNvSpPr txBox="1">
                <a:spLocks noRot="1" noChangeAspect="1" noMove="1" noResize="1" noEditPoints="1" noAdjustHandles="1" noChangeArrowheads="1" noChangeShapeType="1" noTextEdit="1"/>
              </p:cNvSpPr>
              <p:nvPr/>
            </p:nvSpPr>
            <p:spPr bwMode="auto">
              <a:xfrm>
                <a:off x="711631" y="3404066"/>
                <a:ext cx="573357" cy="469067"/>
              </a:xfrm>
              <a:prstGeom prst="rect">
                <a:avLst/>
              </a:prstGeom>
              <a:blipFill>
                <a:blip r:embed="rId9"/>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 Box 2">
                <a:extLst>
                  <a:ext uri="{FF2B5EF4-FFF2-40B4-BE49-F238E27FC236}">
                    <a16:creationId xmlns:a16="http://schemas.microsoft.com/office/drawing/2014/main" id="{DFFAD09C-B499-4D28-B99C-E02E29296B3A}"/>
                  </a:ext>
                </a:extLst>
              </p:cNvPr>
              <p:cNvSpPr txBox="1">
                <a:spLocks noChangeArrowheads="1"/>
              </p:cNvSpPr>
              <p:nvPr/>
            </p:nvSpPr>
            <p:spPr bwMode="auto">
              <a:xfrm>
                <a:off x="517588" y="4298988"/>
                <a:ext cx="1224000"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B</m:t>
                      </m:r>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1</m:t>
                          </m:r>
                        </m:sub>
                      </m:sSub>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38" name="Text Box 2">
                <a:extLst>
                  <a:ext uri="{FF2B5EF4-FFF2-40B4-BE49-F238E27FC236}">
                    <a16:creationId xmlns:a16="http://schemas.microsoft.com/office/drawing/2014/main" id="{DFFAD09C-B499-4D28-B99C-E02E29296B3A}"/>
                  </a:ext>
                </a:extLst>
              </p:cNvPr>
              <p:cNvSpPr txBox="1">
                <a:spLocks noRot="1" noChangeAspect="1" noMove="1" noResize="1" noEditPoints="1" noAdjustHandles="1" noChangeArrowheads="1" noChangeShapeType="1" noTextEdit="1"/>
              </p:cNvSpPr>
              <p:nvPr/>
            </p:nvSpPr>
            <p:spPr bwMode="auto">
              <a:xfrm>
                <a:off x="517588" y="4298988"/>
                <a:ext cx="1224000" cy="469067"/>
              </a:xfrm>
              <a:prstGeom prst="rect">
                <a:avLst/>
              </a:prstGeom>
              <a:blipFill>
                <a:blip r:embed="rId10"/>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 Box 2">
                <a:extLst>
                  <a:ext uri="{FF2B5EF4-FFF2-40B4-BE49-F238E27FC236}">
                    <a16:creationId xmlns:a16="http://schemas.microsoft.com/office/drawing/2014/main" id="{F35EA4D9-9249-40B5-85C9-0144F8C3573D}"/>
                  </a:ext>
                </a:extLst>
              </p:cNvPr>
              <p:cNvSpPr txBox="1">
                <a:spLocks noChangeArrowheads="1"/>
              </p:cNvSpPr>
              <p:nvPr/>
            </p:nvSpPr>
            <p:spPr bwMode="auto">
              <a:xfrm>
                <a:off x="1813079" y="4298988"/>
                <a:ext cx="1224000" cy="469067"/>
              </a:xfrm>
              <a:prstGeom prst="rect">
                <a:avLst/>
              </a:prstGeom>
              <a:noFill/>
              <a:ln w="9525">
                <a:noFill/>
                <a:miter lim="800000"/>
                <a:headEnd/>
                <a:tailEnd/>
              </a:ln>
            </p:spPr>
            <p:txBody>
              <a:bodyPr rot="0" vert="horz" wrap="square" lIns="91440" tIns="45720" rIns="91440" bIns="45720" anchor="t" anchorCtr="0">
                <a:noAutofit/>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B</m:t>
                      </m:r>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2</m:t>
                          </m:r>
                        </m:sub>
                      </m:sSub>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39" name="Text Box 2">
                <a:extLst>
                  <a:ext uri="{FF2B5EF4-FFF2-40B4-BE49-F238E27FC236}">
                    <a16:creationId xmlns:a16="http://schemas.microsoft.com/office/drawing/2014/main" id="{F35EA4D9-9249-40B5-85C9-0144F8C3573D}"/>
                  </a:ext>
                </a:extLst>
              </p:cNvPr>
              <p:cNvSpPr txBox="1">
                <a:spLocks noRot="1" noChangeAspect="1" noMove="1" noResize="1" noEditPoints="1" noAdjustHandles="1" noChangeArrowheads="1" noChangeShapeType="1" noTextEdit="1"/>
              </p:cNvSpPr>
              <p:nvPr/>
            </p:nvSpPr>
            <p:spPr bwMode="auto">
              <a:xfrm>
                <a:off x="1813079" y="4298988"/>
                <a:ext cx="1224000" cy="469067"/>
              </a:xfrm>
              <a:prstGeom prst="rect">
                <a:avLst/>
              </a:prstGeom>
              <a:blipFill>
                <a:blip r:embed="rId11"/>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 Box 2">
                <a:extLst>
                  <a:ext uri="{FF2B5EF4-FFF2-40B4-BE49-F238E27FC236}">
                    <a16:creationId xmlns:a16="http://schemas.microsoft.com/office/drawing/2014/main" id="{688C63F5-3AAA-4429-88BF-0220113F8132}"/>
                  </a:ext>
                </a:extLst>
              </p:cNvPr>
              <p:cNvSpPr txBox="1">
                <a:spLocks noChangeArrowheads="1"/>
              </p:cNvSpPr>
              <p:nvPr/>
            </p:nvSpPr>
            <p:spPr bwMode="auto">
              <a:xfrm>
                <a:off x="3108570" y="4298988"/>
                <a:ext cx="1224000"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B</m:t>
                      </m:r>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3</m:t>
                          </m:r>
                        </m:sub>
                      </m:sSub>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40" name="Text Box 2">
                <a:extLst>
                  <a:ext uri="{FF2B5EF4-FFF2-40B4-BE49-F238E27FC236}">
                    <a16:creationId xmlns:a16="http://schemas.microsoft.com/office/drawing/2014/main" id="{688C63F5-3AAA-4429-88BF-0220113F8132}"/>
                  </a:ext>
                </a:extLst>
              </p:cNvPr>
              <p:cNvSpPr txBox="1">
                <a:spLocks noRot="1" noChangeAspect="1" noMove="1" noResize="1" noEditPoints="1" noAdjustHandles="1" noChangeArrowheads="1" noChangeShapeType="1" noTextEdit="1"/>
              </p:cNvSpPr>
              <p:nvPr/>
            </p:nvSpPr>
            <p:spPr bwMode="auto">
              <a:xfrm>
                <a:off x="3108570" y="4298988"/>
                <a:ext cx="1224000" cy="469067"/>
              </a:xfrm>
              <a:prstGeom prst="rect">
                <a:avLst/>
              </a:prstGeom>
              <a:blipFill>
                <a:blip r:embed="rId12"/>
                <a:stretch>
                  <a:fillRect/>
                </a:stretch>
              </a:blipFill>
              <a:ln w="9525">
                <a:noFill/>
                <a:miter lim="800000"/>
                <a:headEnd/>
                <a:tailEnd/>
              </a:ln>
            </p:spPr>
            <p:txBody>
              <a:bodyPr/>
              <a:lstStyle/>
              <a:p>
                <a:r>
                  <a:rPr lang="en-IN">
                    <a:noFill/>
                  </a:rPr>
                  <a:t> </a:t>
                </a:r>
              </a:p>
            </p:txBody>
          </p:sp>
        </mc:Fallback>
      </mc:AlternateContent>
      <p:cxnSp>
        <p:nvCxnSpPr>
          <p:cNvPr id="41" name="Straight Connector 40">
            <a:extLst>
              <a:ext uri="{FF2B5EF4-FFF2-40B4-BE49-F238E27FC236}">
                <a16:creationId xmlns:a16="http://schemas.microsoft.com/office/drawing/2014/main" id="{F87A0236-9208-4670-8CBE-A488FC582C06}"/>
              </a:ext>
            </a:extLst>
          </p:cNvPr>
          <p:cNvCxnSpPr>
            <a:cxnSpLocks/>
          </p:cNvCxnSpPr>
          <p:nvPr/>
        </p:nvCxnSpPr>
        <p:spPr>
          <a:xfrm>
            <a:off x="4380564" y="2823487"/>
            <a:ext cx="0" cy="3411798"/>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CB20FBC4-4A38-48CB-8CA5-62EA38228CA3}"/>
              </a:ext>
            </a:extLst>
          </p:cNvPr>
          <p:cNvCxnSpPr>
            <a:cxnSpLocks/>
          </p:cNvCxnSpPr>
          <p:nvPr/>
        </p:nvCxnSpPr>
        <p:spPr>
          <a:xfrm>
            <a:off x="5675481" y="2823487"/>
            <a:ext cx="0" cy="3411798"/>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 Box 2">
                <a:extLst>
                  <a:ext uri="{FF2B5EF4-FFF2-40B4-BE49-F238E27FC236}">
                    <a16:creationId xmlns:a16="http://schemas.microsoft.com/office/drawing/2014/main" id="{6BBC39B6-81C4-4236-8FB1-9246AD429E02}"/>
                  </a:ext>
                </a:extLst>
              </p:cNvPr>
              <p:cNvSpPr txBox="1">
                <a:spLocks noChangeArrowheads="1"/>
              </p:cNvSpPr>
              <p:nvPr/>
            </p:nvSpPr>
            <p:spPr bwMode="auto">
              <a:xfrm>
                <a:off x="5950161" y="2266855"/>
                <a:ext cx="713458"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n</m:t>
                          </m:r>
                        </m:sub>
                      </m:sSub>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43" name="Text Box 2">
                <a:extLst>
                  <a:ext uri="{FF2B5EF4-FFF2-40B4-BE49-F238E27FC236}">
                    <a16:creationId xmlns:a16="http://schemas.microsoft.com/office/drawing/2014/main" id="{6BBC39B6-81C4-4236-8FB1-9246AD429E02}"/>
                  </a:ext>
                </a:extLst>
              </p:cNvPr>
              <p:cNvSpPr txBox="1">
                <a:spLocks noRot="1" noChangeAspect="1" noMove="1" noResize="1" noEditPoints="1" noAdjustHandles="1" noChangeArrowheads="1" noChangeShapeType="1" noTextEdit="1"/>
              </p:cNvSpPr>
              <p:nvPr/>
            </p:nvSpPr>
            <p:spPr bwMode="auto">
              <a:xfrm>
                <a:off x="5950161" y="2266855"/>
                <a:ext cx="713458" cy="469067"/>
              </a:xfrm>
              <a:prstGeom prst="rect">
                <a:avLst/>
              </a:prstGeom>
              <a:blipFill>
                <a:blip r:embed="rId13"/>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 Box 2">
                <a:extLst>
                  <a:ext uri="{FF2B5EF4-FFF2-40B4-BE49-F238E27FC236}">
                    <a16:creationId xmlns:a16="http://schemas.microsoft.com/office/drawing/2014/main" id="{D914EA72-A5F5-4644-81E0-117CE7418BE3}"/>
                  </a:ext>
                </a:extLst>
              </p:cNvPr>
              <p:cNvSpPr txBox="1">
                <a:spLocks noChangeArrowheads="1"/>
              </p:cNvSpPr>
              <p:nvPr/>
            </p:nvSpPr>
            <p:spPr bwMode="auto">
              <a:xfrm>
                <a:off x="4714103" y="2266855"/>
                <a:ext cx="713458"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oMath>
                  </m:oMathPara>
                </a14:m>
                <a:endParaRPr lang="en-IN" sz="280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44" name="Text Box 2">
                <a:extLst>
                  <a:ext uri="{FF2B5EF4-FFF2-40B4-BE49-F238E27FC236}">
                    <a16:creationId xmlns:a16="http://schemas.microsoft.com/office/drawing/2014/main" id="{D914EA72-A5F5-4644-81E0-117CE7418BE3}"/>
                  </a:ext>
                </a:extLst>
              </p:cNvPr>
              <p:cNvSpPr txBox="1">
                <a:spLocks noRot="1" noChangeAspect="1" noMove="1" noResize="1" noEditPoints="1" noAdjustHandles="1" noChangeArrowheads="1" noChangeShapeType="1" noTextEdit="1"/>
              </p:cNvSpPr>
              <p:nvPr/>
            </p:nvSpPr>
            <p:spPr bwMode="auto">
              <a:xfrm>
                <a:off x="4714103" y="2266855"/>
                <a:ext cx="713458" cy="469067"/>
              </a:xfrm>
              <a:prstGeom prst="rect">
                <a:avLst/>
              </a:prstGeom>
              <a:blipFill>
                <a:blip r:embed="rId14"/>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 Box 2">
                <a:extLst>
                  <a:ext uri="{FF2B5EF4-FFF2-40B4-BE49-F238E27FC236}">
                    <a16:creationId xmlns:a16="http://schemas.microsoft.com/office/drawing/2014/main" id="{692CD581-8B4C-489B-9ABC-50DCDDABADD1}"/>
                  </a:ext>
                </a:extLst>
              </p:cNvPr>
              <p:cNvSpPr txBox="1">
                <a:spLocks noChangeArrowheads="1"/>
              </p:cNvSpPr>
              <p:nvPr/>
            </p:nvSpPr>
            <p:spPr bwMode="auto">
              <a:xfrm>
                <a:off x="5699553" y="4298988"/>
                <a:ext cx="1224000"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B</m:t>
                      </m:r>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n</m:t>
                          </m:r>
                        </m:sub>
                      </m:sSub>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45" name="Text Box 2">
                <a:extLst>
                  <a:ext uri="{FF2B5EF4-FFF2-40B4-BE49-F238E27FC236}">
                    <a16:creationId xmlns:a16="http://schemas.microsoft.com/office/drawing/2014/main" id="{692CD581-8B4C-489B-9ABC-50DCDDABADD1}"/>
                  </a:ext>
                </a:extLst>
              </p:cNvPr>
              <p:cNvSpPr txBox="1">
                <a:spLocks noRot="1" noChangeAspect="1" noMove="1" noResize="1" noEditPoints="1" noAdjustHandles="1" noChangeArrowheads="1" noChangeShapeType="1" noTextEdit="1"/>
              </p:cNvSpPr>
              <p:nvPr/>
            </p:nvSpPr>
            <p:spPr bwMode="auto">
              <a:xfrm>
                <a:off x="5699553" y="4298988"/>
                <a:ext cx="1224000" cy="469067"/>
              </a:xfrm>
              <a:prstGeom prst="rect">
                <a:avLst/>
              </a:prstGeom>
              <a:blipFill>
                <a:blip r:embed="rId15"/>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 Box 2">
                <a:extLst>
                  <a:ext uri="{FF2B5EF4-FFF2-40B4-BE49-F238E27FC236}">
                    <a16:creationId xmlns:a16="http://schemas.microsoft.com/office/drawing/2014/main" id="{00697CE2-7638-43FA-8DD8-556A9C4C7FD5}"/>
                  </a:ext>
                </a:extLst>
              </p:cNvPr>
              <p:cNvSpPr txBox="1">
                <a:spLocks noChangeArrowheads="1"/>
              </p:cNvSpPr>
              <p:nvPr/>
            </p:nvSpPr>
            <p:spPr bwMode="auto">
              <a:xfrm>
                <a:off x="4404061" y="4298988"/>
                <a:ext cx="1224000"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46" name="Text Box 2">
                <a:extLst>
                  <a:ext uri="{FF2B5EF4-FFF2-40B4-BE49-F238E27FC236}">
                    <a16:creationId xmlns:a16="http://schemas.microsoft.com/office/drawing/2014/main" id="{00697CE2-7638-43FA-8DD8-556A9C4C7FD5}"/>
                  </a:ext>
                </a:extLst>
              </p:cNvPr>
              <p:cNvSpPr txBox="1">
                <a:spLocks noRot="1" noChangeAspect="1" noMove="1" noResize="1" noEditPoints="1" noAdjustHandles="1" noChangeArrowheads="1" noChangeShapeType="1" noTextEdit="1"/>
              </p:cNvSpPr>
              <p:nvPr/>
            </p:nvSpPr>
            <p:spPr bwMode="auto">
              <a:xfrm>
                <a:off x="4404061" y="4298988"/>
                <a:ext cx="1224000" cy="469067"/>
              </a:xfrm>
              <a:prstGeom prst="rect">
                <a:avLst/>
              </a:prstGeom>
              <a:blipFill>
                <a:blip r:embed="rId16"/>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76E9E059-CC05-44CB-A63E-DBF702EA7D00}"/>
                  </a:ext>
                </a:extLst>
              </p:cNvPr>
              <p:cNvSpPr txBox="1"/>
              <p:nvPr/>
            </p:nvSpPr>
            <p:spPr>
              <a:xfrm>
                <a:off x="1225361" y="933717"/>
                <a:ext cx="1020196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P</m:t>
                      </m:r>
                      <m:d>
                        <m:dPr>
                          <m:ctrlPr>
                            <a:rPr lang="en-IN" sz="280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m:t>
                          </m:r>
                          <m:sSub>
                            <m:sSubPr>
                              <m:ctrlPr>
                                <a:rPr lang="en-IN" sz="280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P</m:t>
                      </m:r>
                      <m:d>
                        <m:dPr>
                          <m:ctrlPr>
                            <a:rPr lang="en-IN" sz="280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m:t>
                          </m:r>
                          <m:sSub>
                            <m:sSubPr>
                              <m:ctrlPr>
                                <a:rPr lang="en-IN" sz="280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a:solidFill>
                                <a:srgbClr val="002060"/>
                              </a:solidFill>
                              <a:latin typeface="Cambria Math" panose="02040503050406030204" pitchFamily="18" charset="0"/>
                            </a:rPr>
                            <m:t>B</m:t>
                          </m:r>
                          <m:r>
                            <a:rPr lang="en-IN" sz="2800" b="0" i="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A</m:t>
                              </m:r>
                            </m:e>
                            <m:sub>
                              <m:r>
                                <m:rPr>
                                  <m:sty m:val="p"/>
                                </m:rPr>
                                <a:rPr lang="en-IN" sz="2800" b="0" i="0">
                                  <a:solidFill>
                                    <a:srgbClr val="002060"/>
                                  </a:solidFill>
                                  <a:latin typeface="Cambria Math" panose="02040503050406030204" pitchFamily="18" charset="0"/>
                                </a:rPr>
                                <m:t>i</m:t>
                              </m:r>
                            </m:sub>
                          </m:sSub>
                        </m:e>
                      </m:d>
                    </m:oMath>
                  </m:oMathPara>
                </a14:m>
                <a:endParaRPr lang="en-IN" sz="2800" dirty="0">
                  <a:solidFill>
                    <a:srgbClr val="002060"/>
                  </a:solidFill>
                </a:endParaRPr>
              </a:p>
            </p:txBody>
          </p:sp>
        </mc:Choice>
        <mc:Fallback xmlns="">
          <p:sp>
            <p:nvSpPr>
              <p:cNvPr id="25" name="TextBox 24">
                <a:extLst>
                  <a:ext uri="{FF2B5EF4-FFF2-40B4-BE49-F238E27FC236}">
                    <a16:creationId xmlns:a16="http://schemas.microsoft.com/office/drawing/2014/main" id="{76E9E059-CC05-44CB-A63E-DBF702EA7D00}"/>
                  </a:ext>
                </a:extLst>
              </p:cNvPr>
              <p:cNvSpPr txBox="1">
                <a:spLocks noRot="1" noChangeAspect="1" noMove="1" noResize="1" noEditPoints="1" noAdjustHandles="1" noChangeArrowheads="1" noChangeShapeType="1" noTextEdit="1"/>
              </p:cNvSpPr>
              <p:nvPr/>
            </p:nvSpPr>
            <p:spPr>
              <a:xfrm>
                <a:off x="1225361" y="933717"/>
                <a:ext cx="10201965"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D2DA83D0-271B-4D4B-8E88-B4BD5B51047C}"/>
                  </a:ext>
                </a:extLst>
              </p:cNvPr>
              <p:cNvSpPr txBox="1"/>
              <p:nvPr/>
            </p:nvSpPr>
            <p:spPr>
              <a:xfrm>
                <a:off x="389897" y="1600286"/>
                <a:ext cx="103576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1" i="0" smtClean="0">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IN" sz="2800" b="1" i="0" smtClean="0">
                              <a:solidFill>
                                <a:srgbClr val="FF0000"/>
                              </a:solidFill>
                              <a:latin typeface="Cambria Math" panose="02040503050406030204" pitchFamily="18" charset="0"/>
                            </a:rPr>
                            <m:t>𝐁</m:t>
                          </m:r>
                        </m:e>
                      </m:d>
                    </m:oMath>
                  </m:oMathPara>
                </a14:m>
                <a:endParaRPr lang="en-IN" sz="2800" dirty="0"/>
              </a:p>
            </p:txBody>
          </p:sp>
        </mc:Choice>
        <mc:Fallback xmlns="">
          <p:sp>
            <p:nvSpPr>
              <p:cNvPr id="48" name="TextBox 47">
                <a:extLst>
                  <a:ext uri="{FF2B5EF4-FFF2-40B4-BE49-F238E27FC236}">
                    <a16:creationId xmlns:a16="http://schemas.microsoft.com/office/drawing/2014/main" id="{D2DA83D0-271B-4D4B-8E88-B4BD5B51047C}"/>
                  </a:ext>
                </a:extLst>
              </p:cNvPr>
              <p:cNvSpPr txBox="1">
                <a:spLocks noRot="1" noChangeAspect="1" noMove="1" noResize="1" noEditPoints="1" noAdjustHandles="1" noChangeArrowheads="1" noChangeShapeType="1" noTextEdit="1"/>
              </p:cNvSpPr>
              <p:nvPr/>
            </p:nvSpPr>
            <p:spPr>
              <a:xfrm>
                <a:off x="389897" y="1600286"/>
                <a:ext cx="1035760" cy="523220"/>
              </a:xfrm>
              <a:prstGeom prst="rect">
                <a:avLst/>
              </a:prstGeom>
              <a:blipFill>
                <a:blip r:embed="rId18"/>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504961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5" grpId="0"/>
      <p:bldP spid="48"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9951A2-01C1-4D0C-80E5-17B57CAA2CA6}"/>
              </a:ext>
            </a:extLst>
          </p:cNvPr>
          <p:cNvSpPr>
            <a:spLocks noGrp="1"/>
          </p:cNvSpPr>
          <p:nvPr>
            <p:ph type="title"/>
          </p:nvPr>
        </p:nvSpPr>
        <p:spPr/>
        <p:txBody>
          <a:bodyPr>
            <a:normAutofit/>
          </a:bodyPr>
          <a:lstStyle/>
          <a:p>
            <a:r>
              <a:rPr lang="en-IN"/>
              <a:t>Example</a:t>
            </a:r>
            <a:endParaRPr lang="en-IN"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CC0E8A2D-7BBD-408A-AA22-7BDA78E6250F}"/>
                  </a:ext>
                </a:extLst>
              </p:cNvPr>
              <p:cNvSpPr>
                <a:spLocks noGrp="1"/>
              </p:cNvSpPr>
              <p:nvPr>
                <p:ph idx="1"/>
              </p:nvPr>
            </p:nvSpPr>
            <p:spPr/>
            <p:txBody>
              <a:bodyPr/>
              <a:lstStyle/>
              <a:p>
                <a:r>
                  <a:rPr lang="en-US" dirty="0"/>
                  <a:t>Factory </a:t>
                </a:r>
                <a14:m>
                  <m:oMath xmlns:m="http://schemas.openxmlformats.org/officeDocument/2006/math">
                    <m:r>
                      <m:rPr>
                        <m:sty m:val="p"/>
                      </m:rPr>
                      <a:rPr lang="en-US" dirty="0">
                        <a:latin typeface="Cambria Math" panose="02040503050406030204" pitchFamily="18" charset="0"/>
                      </a:rPr>
                      <m:t>A</m:t>
                    </m:r>
                  </m:oMath>
                </a14:m>
                <a:r>
                  <a:rPr lang="en-US" dirty="0"/>
                  <a:t> and Factory </a:t>
                </a:r>
                <a14:m>
                  <m:oMath xmlns:m="http://schemas.openxmlformats.org/officeDocument/2006/math">
                    <m:r>
                      <m:rPr>
                        <m:sty m:val="p"/>
                      </m:rPr>
                      <a:rPr lang="en-US" dirty="0">
                        <a:latin typeface="Cambria Math" panose="02040503050406030204" pitchFamily="18" charset="0"/>
                      </a:rPr>
                      <m:t>B</m:t>
                    </m:r>
                  </m:oMath>
                </a14:m>
                <a:r>
                  <a:rPr lang="en-US" dirty="0"/>
                  <a:t>, that produce electronic components. Factory </a:t>
                </a:r>
                <a14:m>
                  <m:oMath xmlns:m="http://schemas.openxmlformats.org/officeDocument/2006/math">
                    <m:r>
                      <m:rPr>
                        <m:sty m:val="p"/>
                      </m:rPr>
                      <a:rPr lang="en-US" dirty="0">
                        <a:latin typeface="Cambria Math" panose="02040503050406030204" pitchFamily="18" charset="0"/>
                      </a:rPr>
                      <m:t>A</m:t>
                    </m:r>
                  </m:oMath>
                </a14:m>
                <a:r>
                  <a:rPr lang="en-US" dirty="0"/>
                  <a:t> produces </a:t>
                </a:r>
                <a14:m>
                  <m:oMath xmlns:m="http://schemas.openxmlformats.org/officeDocument/2006/math">
                    <m:r>
                      <a:rPr lang="en-US" i="1" dirty="0">
                        <a:latin typeface="Cambria Math" panose="02040503050406030204" pitchFamily="18" charset="0"/>
                      </a:rPr>
                      <m:t>60%</m:t>
                    </m:r>
                  </m:oMath>
                </a14:m>
                <a:r>
                  <a:rPr lang="en-US" dirty="0"/>
                  <a:t> of the components and among those, </a:t>
                </a:r>
                <a14:m>
                  <m:oMath xmlns:m="http://schemas.openxmlformats.org/officeDocument/2006/math">
                    <m:r>
                      <a:rPr lang="en-US" dirty="0">
                        <a:latin typeface="Cambria Math" panose="02040503050406030204" pitchFamily="18" charset="0"/>
                      </a:rPr>
                      <m:t>10%</m:t>
                    </m:r>
                  </m:oMath>
                </a14:m>
                <a:r>
                  <a:rPr lang="en-US" dirty="0"/>
                  <a:t> are defective. Factory </a:t>
                </a:r>
                <a14:m>
                  <m:oMath xmlns:m="http://schemas.openxmlformats.org/officeDocument/2006/math">
                    <m:r>
                      <m:rPr>
                        <m:sty m:val="p"/>
                      </m:rPr>
                      <a:rPr lang="en-US" dirty="0">
                        <a:latin typeface="Cambria Math" panose="02040503050406030204" pitchFamily="18" charset="0"/>
                      </a:rPr>
                      <m:t>B</m:t>
                    </m:r>
                  </m:oMath>
                </a14:m>
                <a:r>
                  <a:rPr lang="en-US" dirty="0"/>
                  <a:t> produces the remaining </a:t>
                </a:r>
                <a14:m>
                  <m:oMath xmlns:m="http://schemas.openxmlformats.org/officeDocument/2006/math">
                    <m:r>
                      <a:rPr lang="en-US" i="1" dirty="0">
                        <a:latin typeface="Cambria Math" panose="02040503050406030204" pitchFamily="18" charset="0"/>
                      </a:rPr>
                      <m:t>40%</m:t>
                    </m:r>
                  </m:oMath>
                </a14:m>
                <a:r>
                  <a:rPr lang="en-US" dirty="0"/>
                  <a:t> of the components and among those, </a:t>
                </a:r>
                <a14:m>
                  <m:oMath xmlns:m="http://schemas.openxmlformats.org/officeDocument/2006/math">
                    <m:r>
                      <a:rPr lang="en-US" dirty="0">
                        <a:latin typeface="Cambria Math" panose="02040503050406030204" pitchFamily="18" charset="0"/>
                      </a:rPr>
                      <m:t>5%</m:t>
                    </m:r>
                  </m:oMath>
                </a14:m>
                <a:r>
                  <a:rPr lang="en-US" dirty="0"/>
                  <a:t> are defective. Find the probability that a randomly selected electronic component is defective.</a:t>
                </a:r>
                <a:endParaRPr lang="en-IN" dirty="0"/>
              </a:p>
            </p:txBody>
          </p:sp>
        </mc:Choice>
        <mc:Fallback xmlns="">
          <p:sp>
            <p:nvSpPr>
              <p:cNvPr id="5" name="Content Placeholder 4">
                <a:extLst>
                  <a:ext uri="{FF2B5EF4-FFF2-40B4-BE49-F238E27FC236}">
                    <a16:creationId xmlns:a16="http://schemas.microsoft.com/office/drawing/2014/main" id="{CC0E8A2D-7BBD-408A-AA22-7BDA78E6250F}"/>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35ACB69E-6B8C-4A24-BF28-A09F855CC7F4}"/>
                  </a:ext>
                </a:extLst>
              </p:cNvPr>
              <p:cNvSpPr txBox="1"/>
              <p:nvPr/>
            </p:nvSpPr>
            <p:spPr>
              <a:xfrm>
                <a:off x="412177" y="3304759"/>
                <a:ext cx="6398304" cy="1719445"/>
              </a:xfrm>
              <a:prstGeom prst="rect">
                <a:avLst/>
              </a:prstGeom>
              <a:noFill/>
            </p:spPr>
            <p:txBody>
              <a:bodyPr wrap="square">
                <a:spAutoFit/>
              </a:bodyPr>
              <a:lstStyle/>
              <a:p>
                <a:pPr marR="0">
                  <a:lnSpc>
                    <a:spcPct val="115000"/>
                  </a:lnSpc>
                  <a:spcBef>
                    <a:spcPts val="0"/>
                  </a:spcBef>
                  <a:spcAft>
                    <a:spcPts val="800"/>
                  </a:spcAft>
                  <a:tabLst>
                    <a:tab pos="1071563" algn="l"/>
                    <a:tab pos="1260475" algn="l"/>
                  </a:tabLst>
                </a:pPr>
                <a:r>
                  <a:rPr lang="en-US" sz="2800" dirty="0">
                    <a:solidFill>
                      <a:srgbClr val="002060"/>
                    </a:solidFill>
                    <a:effectLst/>
                    <a:ea typeface="Times New Roman" panose="02020603050405020304" pitchFamily="18" charset="0"/>
                    <a:cs typeface="Shruti" panose="020B0502040204020203" pitchFamily="34" charset="0"/>
                  </a:rPr>
                  <a:t>Let  </a:t>
                </a:r>
                <a14:m>
                  <m:oMath xmlns:m="http://schemas.openxmlformats.org/officeDocument/2006/math">
                    <m:sSub>
                      <m:sSubPr>
                        <m:ctrlPr>
                          <a:rPr lang="en-IN" sz="2800" i="1">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A</m:t>
                        </m:r>
                      </m:e>
                      <m:sub>
                        <m: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1</m:t>
                        </m:r>
                      </m:sub>
                    </m:sSub>
                  </m:oMath>
                </a14:m>
                <a:r>
                  <a:rPr lang="en-US" sz="2800" dirty="0">
                    <a:solidFill>
                      <a:srgbClr val="002060"/>
                    </a:solidFill>
                    <a:effectLst/>
                    <a:ea typeface="Times New Roman" panose="02020603050405020304" pitchFamily="18" charset="0"/>
                    <a:cs typeface="Shruti" panose="020B0502040204020203" pitchFamily="34" charset="0"/>
                  </a:rPr>
                  <a:t>	:	The component is from Factory </a:t>
                </a:r>
                <a14:m>
                  <m:oMath xmlns:m="http://schemas.openxmlformats.org/officeDocument/2006/math">
                    <m:r>
                      <m:rPr>
                        <m:sty m:val="p"/>
                      </m:rPr>
                      <a:rPr lang="en-US" sz="2800" i="0" dirty="0" smtClean="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A</m:t>
                    </m:r>
                  </m:oMath>
                </a14:m>
                <a:endParaRPr lang="en-IN" sz="2800" dirty="0">
                  <a:solidFill>
                    <a:srgbClr val="002060"/>
                  </a:solidFill>
                  <a:effectLst/>
                  <a:ea typeface="Times New Roman" panose="02020603050405020304" pitchFamily="18" charset="0"/>
                  <a:cs typeface="Shruti" panose="020B0502040204020203" pitchFamily="34" charset="0"/>
                </a:endParaRPr>
              </a:p>
              <a:p>
                <a:pPr marL="538163" marR="0">
                  <a:lnSpc>
                    <a:spcPct val="115000"/>
                  </a:lnSpc>
                  <a:spcBef>
                    <a:spcPts val="0"/>
                  </a:spcBef>
                  <a:spcAft>
                    <a:spcPts val="800"/>
                  </a:spcAft>
                  <a:tabLst>
                    <a:tab pos="1071563" algn="l"/>
                    <a:tab pos="1260475" algn="l"/>
                  </a:tabLst>
                </a:pPr>
                <a14:m>
                  <m:oMath xmlns:m="http://schemas.openxmlformats.org/officeDocument/2006/math">
                    <m:r>
                      <a:rPr lang="en-IN" sz="2800" b="0" i="1" smtClean="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 </m:t>
                    </m:r>
                    <m:sSub>
                      <m:sSubPr>
                        <m:ctrlPr>
                          <a:rPr lang="en-IN" sz="2800" i="1">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A</m:t>
                        </m:r>
                      </m:e>
                      <m:sub>
                        <m: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2</m:t>
                        </m:r>
                      </m:sub>
                    </m:sSub>
                  </m:oMath>
                </a14:m>
                <a:r>
                  <a:rPr lang="en-US" sz="2800" dirty="0">
                    <a:solidFill>
                      <a:srgbClr val="002060"/>
                    </a:solidFill>
                    <a:effectLst/>
                    <a:ea typeface="Times New Roman" panose="02020603050405020304" pitchFamily="18" charset="0"/>
                    <a:cs typeface="Shruti" panose="020B0502040204020203" pitchFamily="34" charset="0"/>
                  </a:rPr>
                  <a:t>	:	The component is from Factory </a:t>
                </a:r>
                <a14:m>
                  <m:oMath xmlns:m="http://schemas.openxmlformats.org/officeDocument/2006/math">
                    <m:r>
                      <m:rPr>
                        <m:sty m:val="p"/>
                      </m:rPr>
                      <a:rPr lang="en-US" sz="2800" i="0" dirty="0" smtClean="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B</m:t>
                    </m:r>
                  </m:oMath>
                </a14:m>
                <a:endParaRPr lang="en-IN" sz="2800" dirty="0">
                  <a:solidFill>
                    <a:srgbClr val="002060"/>
                  </a:solidFill>
                  <a:effectLst/>
                  <a:ea typeface="Times New Roman" panose="02020603050405020304" pitchFamily="18" charset="0"/>
                  <a:cs typeface="Shruti" panose="020B0502040204020203" pitchFamily="34" charset="0"/>
                </a:endParaRPr>
              </a:p>
              <a:p>
                <a:pPr marL="538163">
                  <a:tabLst>
                    <a:tab pos="1071563" algn="l"/>
                    <a:tab pos="1260475" algn="l"/>
                  </a:tabLst>
                </a:pPr>
                <a14:m>
                  <m:oMath xmlns:m="http://schemas.openxmlformats.org/officeDocument/2006/math">
                    <m:r>
                      <a:rPr lang="en-IN" sz="2800" b="0" i="0" dirty="0" smtClean="0">
                        <a:solidFill>
                          <a:srgbClr val="002060"/>
                        </a:solidFill>
                        <a:effectLst/>
                        <a:latin typeface="Cambria Math" panose="02040503050406030204" pitchFamily="18" charset="0"/>
                        <a:ea typeface="Calibri" panose="020F0502020204030204" pitchFamily="34" charset="0"/>
                        <a:cs typeface="Shruti" panose="020B0502040204020203" pitchFamily="34" charset="0"/>
                      </a:rPr>
                      <m:t> </m:t>
                    </m:r>
                    <m:r>
                      <m:rPr>
                        <m:sty m:val="p"/>
                      </m:rPr>
                      <a:rPr lang="en-US" sz="2800" i="0" dirty="0" smtClean="0">
                        <a:solidFill>
                          <a:srgbClr val="002060"/>
                        </a:solidFill>
                        <a:effectLst/>
                        <a:latin typeface="Cambria Math" panose="02040503050406030204" pitchFamily="18" charset="0"/>
                        <a:ea typeface="Calibri" panose="020F0502020204030204" pitchFamily="34" charset="0"/>
                        <a:cs typeface="Shruti" panose="020B0502040204020203" pitchFamily="34" charset="0"/>
                      </a:rPr>
                      <m:t>B</m:t>
                    </m:r>
                  </m:oMath>
                </a14:m>
                <a:r>
                  <a:rPr lang="en-US" sz="2800" dirty="0">
                    <a:solidFill>
                      <a:srgbClr val="002060"/>
                    </a:solidFill>
                    <a:effectLst/>
                    <a:ea typeface="Calibri" panose="020F0502020204030204" pitchFamily="34" charset="0"/>
                    <a:cs typeface="Shruti" panose="020B0502040204020203" pitchFamily="34" charset="0"/>
                  </a:rPr>
                  <a:t>	:	The component is defective</a:t>
                </a:r>
                <a:endParaRPr lang="en-IN" sz="2800" dirty="0">
                  <a:solidFill>
                    <a:srgbClr val="002060"/>
                  </a:solidFill>
                </a:endParaRPr>
              </a:p>
            </p:txBody>
          </p:sp>
        </mc:Choice>
        <mc:Fallback xmlns="">
          <p:sp>
            <p:nvSpPr>
              <p:cNvPr id="27" name="TextBox 26">
                <a:extLst>
                  <a:ext uri="{FF2B5EF4-FFF2-40B4-BE49-F238E27FC236}">
                    <a16:creationId xmlns:a16="http://schemas.microsoft.com/office/drawing/2014/main" id="{35ACB69E-6B8C-4A24-BF28-A09F855CC7F4}"/>
                  </a:ext>
                </a:extLst>
              </p:cNvPr>
              <p:cNvSpPr txBox="1">
                <a:spLocks noRot="1" noChangeAspect="1" noMove="1" noResize="1" noEditPoints="1" noAdjustHandles="1" noChangeArrowheads="1" noChangeShapeType="1" noTextEdit="1"/>
              </p:cNvSpPr>
              <p:nvPr/>
            </p:nvSpPr>
            <p:spPr>
              <a:xfrm>
                <a:off x="412177" y="3304759"/>
                <a:ext cx="6398304" cy="1719445"/>
              </a:xfrm>
              <a:prstGeom prst="rect">
                <a:avLst/>
              </a:prstGeom>
              <a:blipFill>
                <a:blip r:embed="rId3"/>
                <a:stretch>
                  <a:fillRect l="-2002" t="-1773" b="-9220"/>
                </a:stretch>
              </a:blipFill>
            </p:spPr>
            <p:txBody>
              <a:bodyPr/>
              <a:lstStyle/>
              <a:p>
                <a:r>
                  <a:rPr lang="en-IN">
                    <a:noFill/>
                  </a:rPr>
                  <a:t> </a:t>
                </a:r>
              </a:p>
            </p:txBody>
          </p:sp>
        </mc:Fallback>
      </mc:AlternateContent>
      <p:cxnSp>
        <p:nvCxnSpPr>
          <p:cNvPr id="9" name="Straight Connector 8">
            <a:extLst>
              <a:ext uri="{FF2B5EF4-FFF2-40B4-BE49-F238E27FC236}">
                <a16:creationId xmlns:a16="http://schemas.microsoft.com/office/drawing/2014/main" id="{61E00989-7CB3-4810-B05D-A0D5E1C4073C}"/>
              </a:ext>
            </a:extLst>
          </p:cNvPr>
          <p:cNvCxnSpPr>
            <a:cxnSpLocks/>
            <a:endCxn id="20" idx="2"/>
          </p:cNvCxnSpPr>
          <p:nvPr/>
        </p:nvCxnSpPr>
        <p:spPr>
          <a:xfrm>
            <a:off x="7731664" y="4963121"/>
            <a:ext cx="1023738" cy="732723"/>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p:cxnSp>
        <p:nvCxnSpPr>
          <p:cNvPr id="13" name="Straight Connector 12">
            <a:extLst>
              <a:ext uri="{FF2B5EF4-FFF2-40B4-BE49-F238E27FC236}">
                <a16:creationId xmlns:a16="http://schemas.microsoft.com/office/drawing/2014/main" id="{02695AE0-CAF0-44E3-A45F-A87B43CF6396}"/>
              </a:ext>
            </a:extLst>
          </p:cNvPr>
          <p:cNvCxnSpPr>
            <a:cxnSpLocks/>
            <a:endCxn id="17" idx="2"/>
          </p:cNvCxnSpPr>
          <p:nvPr/>
        </p:nvCxnSpPr>
        <p:spPr>
          <a:xfrm flipV="1">
            <a:off x="7731664" y="4159491"/>
            <a:ext cx="1023738" cy="803632"/>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p:sp>
        <p:nvSpPr>
          <p:cNvPr id="17" name="Oval 16">
            <a:extLst>
              <a:ext uri="{FF2B5EF4-FFF2-40B4-BE49-F238E27FC236}">
                <a16:creationId xmlns:a16="http://schemas.microsoft.com/office/drawing/2014/main" id="{8F9A198C-D1A8-493A-95AE-DBDB16FEC598}"/>
              </a:ext>
            </a:extLst>
          </p:cNvPr>
          <p:cNvSpPr>
            <a:spLocks noChangeAspect="1"/>
          </p:cNvSpPr>
          <p:nvPr/>
        </p:nvSpPr>
        <p:spPr>
          <a:xfrm>
            <a:off x="8755402" y="4069491"/>
            <a:ext cx="180000" cy="180000"/>
          </a:xfrm>
          <a:prstGeom prst="ellips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IN"/>
          </a:p>
        </p:txBody>
      </p:sp>
      <p:sp>
        <p:nvSpPr>
          <p:cNvPr id="20" name="Oval 19">
            <a:extLst>
              <a:ext uri="{FF2B5EF4-FFF2-40B4-BE49-F238E27FC236}">
                <a16:creationId xmlns:a16="http://schemas.microsoft.com/office/drawing/2014/main" id="{BCF075BD-3FCB-4AF4-BE2D-41CCEBBB0DAF}"/>
              </a:ext>
            </a:extLst>
          </p:cNvPr>
          <p:cNvSpPr>
            <a:spLocks noChangeAspect="1"/>
          </p:cNvSpPr>
          <p:nvPr/>
        </p:nvSpPr>
        <p:spPr>
          <a:xfrm>
            <a:off x="8755402" y="5605844"/>
            <a:ext cx="180000" cy="180000"/>
          </a:xfrm>
          <a:prstGeom prst="ellips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IN"/>
          </a:p>
        </p:txBody>
      </p:sp>
      <p:cxnSp>
        <p:nvCxnSpPr>
          <p:cNvPr id="22" name="Straight Connector 21">
            <a:extLst>
              <a:ext uri="{FF2B5EF4-FFF2-40B4-BE49-F238E27FC236}">
                <a16:creationId xmlns:a16="http://schemas.microsoft.com/office/drawing/2014/main" id="{07ACDB6D-2F13-40F5-A864-50775A5974F5}"/>
              </a:ext>
            </a:extLst>
          </p:cNvPr>
          <p:cNvCxnSpPr>
            <a:cxnSpLocks/>
            <a:stCxn id="17" idx="6"/>
            <a:endCxn id="26" idx="2"/>
          </p:cNvCxnSpPr>
          <p:nvPr/>
        </p:nvCxnSpPr>
        <p:spPr>
          <a:xfrm>
            <a:off x="8935402" y="4159491"/>
            <a:ext cx="1248994" cy="0"/>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p:cxnSp>
        <p:nvCxnSpPr>
          <p:cNvPr id="24" name="Straight Connector 23">
            <a:extLst>
              <a:ext uri="{FF2B5EF4-FFF2-40B4-BE49-F238E27FC236}">
                <a16:creationId xmlns:a16="http://schemas.microsoft.com/office/drawing/2014/main" id="{EDCF0165-3149-472C-A00F-C47C9DA9AC19}"/>
              </a:ext>
            </a:extLst>
          </p:cNvPr>
          <p:cNvCxnSpPr>
            <a:cxnSpLocks/>
            <a:stCxn id="20" idx="6"/>
            <a:endCxn id="29" idx="2"/>
          </p:cNvCxnSpPr>
          <p:nvPr/>
        </p:nvCxnSpPr>
        <p:spPr>
          <a:xfrm>
            <a:off x="8935402" y="5695844"/>
            <a:ext cx="1248994" cy="0"/>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p:sp>
        <p:nvSpPr>
          <p:cNvPr id="26" name="Oval 25">
            <a:extLst>
              <a:ext uri="{FF2B5EF4-FFF2-40B4-BE49-F238E27FC236}">
                <a16:creationId xmlns:a16="http://schemas.microsoft.com/office/drawing/2014/main" id="{24119057-ABCC-4CCD-97BD-8A2368564F8E}"/>
              </a:ext>
            </a:extLst>
          </p:cNvPr>
          <p:cNvSpPr>
            <a:spLocks noChangeAspect="1"/>
          </p:cNvSpPr>
          <p:nvPr/>
        </p:nvSpPr>
        <p:spPr>
          <a:xfrm>
            <a:off x="10184396" y="4069491"/>
            <a:ext cx="180000" cy="180000"/>
          </a:xfrm>
          <a:prstGeom prst="ellips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IN"/>
          </a:p>
        </p:txBody>
      </p:sp>
      <p:sp>
        <p:nvSpPr>
          <p:cNvPr id="29" name="Oval 28">
            <a:extLst>
              <a:ext uri="{FF2B5EF4-FFF2-40B4-BE49-F238E27FC236}">
                <a16:creationId xmlns:a16="http://schemas.microsoft.com/office/drawing/2014/main" id="{1283BEFC-90B6-4DFC-92B4-7D284A22658F}"/>
              </a:ext>
            </a:extLst>
          </p:cNvPr>
          <p:cNvSpPr>
            <a:spLocks noChangeAspect="1"/>
          </p:cNvSpPr>
          <p:nvPr/>
        </p:nvSpPr>
        <p:spPr>
          <a:xfrm>
            <a:off x="10184396" y="5605844"/>
            <a:ext cx="180000" cy="180000"/>
          </a:xfrm>
          <a:prstGeom prst="ellips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D2D3786-E9A0-4576-83FD-4852C3D5D373}"/>
                  </a:ext>
                </a:extLst>
              </p:cNvPr>
              <p:cNvSpPr txBox="1"/>
              <p:nvPr/>
            </p:nvSpPr>
            <p:spPr>
              <a:xfrm>
                <a:off x="8614430" y="3632024"/>
                <a:ext cx="623761" cy="4924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IN" sz="2600" i="1" dirty="0" smtClean="0">
                              <a:solidFill>
                                <a:srgbClr val="002060"/>
                              </a:solidFill>
                              <a:latin typeface="Cambria Math" panose="02040503050406030204" pitchFamily="18" charset="0"/>
                            </a:rPr>
                          </m:ctrlPr>
                        </m:sSubPr>
                        <m:e>
                          <m:r>
                            <m:rPr>
                              <m:sty m:val="p"/>
                            </m:rPr>
                            <a:rPr lang="en-IN" sz="2600" i="0" dirty="0" smtClean="0">
                              <a:solidFill>
                                <a:srgbClr val="002060"/>
                              </a:solidFill>
                              <a:latin typeface="Cambria Math" panose="02040503050406030204" pitchFamily="18" charset="0"/>
                            </a:rPr>
                            <m:t>A</m:t>
                          </m:r>
                        </m:e>
                        <m:sub>
                          <m:r>
                            <a:rPr lang="en-IN" sz="2600" i="0" dirty="0" smtClean="0">
                              <a:solidFill>
                                <a:srgbClr val="002060"/>
                              </a:solidFill>
                              <a:latin typeface="Cambria Math" panose="02040503050406030204" pitchFamily="18" charset="0"/>
                            </a:rPr>
                            <m:t>1</m:t>
                          </m:r>
                        </m:sub>
                      </m:sSub>
                    </m:oMath>
                  </m:oMathPara>
                </a14:m>
                <a:endParaRPr lang="en-IN" sz="2600" dirty="0">
                  <a:solidFill>
                    <a:srgbClr val="002060"/>
                  </a:solidFill>
                </a:endParaRPr>
              </a:p>
            </p:txBody>
          </p:sp>
        </mc:Choice>
        <mc:Fallback xmlns="">
          <p:sp>
            <p:nvSpPr>
              <p:cNvPr id="31" name="TextBox 30">
                <a:extLst>
                  <a:ext uri="{FF2B5EF4-FFF2-40B4-BE49-F238E27FC236}">
                    <a16:creationId xmlns:a16="http://schemas.microsoft.com/office/drawing/2014/main" id="{BD2D3786-E9A0-4576-83FD-4852C3D5D373}"/>
                  </a:ext>
                </a:extLst>
              </p:cNvPr>
              <p:cNvSpPr txBox="1">
                <a:spLocks noRot="1" noChangeAspect="1" noMove="1" noResize="1" noEditPoints="1" noAdjustHandles="1" noChangeArrowheads="1" noChangeShapeType="1" noTextEdit="1"/>
              </p:cNvSpPr>
              <p:nvPr/>
            </p:nvSpPr>
            <p:spPr>
              <a:xfrm>
                <a:off x="8614430" y="3632024"/>
                <a:ext cx="623761" cy="492443"/>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02991267-E0E3-407E-A5F5-1C6ED7AE8540}"/>
                  </a:ext>
                </a:extLst>
              </p:cNvPr>
              <p:cNvSpPr txBox="1"/>
              <p:nvPr/>
            </p:nvSpPr>
            <p:spPr>
              <a:xfrm>
                <a:off x="8610582" y="5717537"/>
                <a:ext cx="631455" cy="4924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IN" sz="2600" i="1" dirty="0" smtClean="0">
                              <a:solidFill>
                                <a:srgbClr val="002060"/>
                              </a:solidFill>
                              <a:latin typeface="Cambria Math" panose="02040503050406030204" pitchFamily="18" charset="0"/>
                            </a:rPr>
                          </m:ctrlPr>
                        </m:sSubPr>
                        <m:e>
                          <m:r>
                            <m:rPr>
                              <m:sty m:val="p"/>
                            </m:rPr>
                            <a:rPr lang="en-IN" sz="2600" i="0" dirty="0" smtClean="0">
                              <a:solidFill>
                                <a:srgbClr val="002060"/>
                              </a:solidFill>
                              <a:latin typeface="Cambria Math" panose="02040503050406030204" pitchFamily="18" charset="0"/>
                            </a:rPr>
                            <m:t>A</m:t>
                          </m:r>
                        </m:e>
                        <m:sub>
                          <m:r>
                            <a:rPr lang="en-IN" sz="2600" b="0" i="0" dirty="0" smtClean="0">
                              <a:solidFill>
                                <a:srgbClr val="002060"/>
                              </a:solidFill>
                              <a:latin typeface="Cambria Math" panose="02040503050406030204" pitchFamily="18" charset="0"/>
                            </a:rPr>
                            <m:t>2</m:t>
                          </m:r>
                        </m:sub>
                      </m:sSub>
                    </m:oMath>
                  </m:oMathPara>
                </a14:m>
                <a:endParaRPr lang="en-IN" sz="2600" dirty="0">
                  <a:solidFill>
                    <a:srgbClr val="002060"/>
                  </a:solidFill>
                </a:endParaRPr>
              </a:p>
            </p:txBody>
          </p:sp>
        </mc:Choice>
        <mc:Fallback xmlns="">
          <p:sp>
            <p:nvSpPr>
              <p:cNvPr id="32" name="TextBox 31">
                <a:extLst>
                  <a:ext uri="{FF2B5EF4-FFF2-40B4-BE49-F238E27FC236}">
                    <a16:creationId xmlns:a16="http://schemas.microsoft.com/office/drawing/2014/main" id="{02991267-E0E3-407E-A5F5-1C6ED7AE8540}"/>
                  </a:ext>
                </a:extLst>
              </p:cNvPr>
              <p:cNvSpPr txBox="1">
                <a:spLocks noRot="1" noChangeAspect="1" noMove="1" noResize="1" noEditPoints="1" noAdjustHandles="1" noChangeArrowheads="1" noChangeShapeType="1" noTextEdit="1"/>
              </p:cNvSpPr>
              <p:nvPr/>
            </p:nvSpPr>
            <p:spPr>
              <a:xfrm>
                <a:off x="8610582" y="5717537"/>
                <a:ext cx="631455" cy="492443"/>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ACA130F-6652-48CA-B37C-DCED9B98BF4B}"/>
                  </a:ext>
                </a:extLst>
              </p:cNvPr>
              <p:cNvSpPr txBox="1"/>
              <p:nvPr/>
            </p:nvSpPr>
            <p:spPr>
              <a:xfrm>
                <a:off x="10041799" y="3657424"/>
                <a:ext cx="465191" cy="4924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IN" sz="2600" b="0" i="0" dirty="0" smtClean="0">
                          <a:solidFill>
                            <a:srgbClr val="002060"/>
                          </a:solidFill>
                          <a:latin typeface="Cambria Math" panose="02040503050406030204" pitchFamily="18" charset="0"/>
                        </a:rPr>
                        <m:t>B</m:t>
                      </m:r>
                    </m:oMath>
                  </m:oMathPara>
                </a14:m>
                <a:endParaRPr lang="en-IN" sz="2600" dirty="0">
                  <a:solidFill>
                    <a:srgbClr val="002060"/>
                  </a:solidFill>
                </a:endParaRPr>
              </a:p>
            </p:txBody>
          </p:sp>
        </mc:Choice>
        <mc:Fallback xmlns="">
          <p:sp>
            <p:nvSpPr>
              <p:cNvPr id="33" name="TextBox 32">
                <a:extLst>
                  <a:ext uri="{FF2B5EF4-FFF2-40B4-BE49-F238E27FC236}">
                    <a16:creationId xmlns:a16="http://schemas.microsoft.com/office/drawing/2014/main" id="{FACA130F-6652-48CA-B37C-DCED9B98BF4B}"/>
                  </a:ext>
                </a:extLst>
              </p:cNvPr>
              <p:cNvSpPr txBox="1">
                <a:spLocks noRot="1" noChangeAspect="1" noMove="1" noResize="1" noEditPoints="1" noAdjustHandles="1" noChangeArrowheads="1" noChangeShapeType="1" noTextEdit="1"/>
              </p:cNvSpPr>
              <p:nvPr/>
            </p:nvSpPr>
            <p:spPr>
              <a:xfrm>
                <a:off x="10041799" y="3657424"/>
                <a:ext cx="465191" cy="492443"/>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59488B0A-43E3-45DF-849A-DFC4928F09FE}"/>
                  </a:ext>
                </a:extLst>
              </p:cNvPr>
              <p:cNvSpPr txBox="1"/>
              <p:nvPr/>
            </p:nvSpPr>
            <p:spPr>
              <a:xfrm>
                <a:off x="10041800" y="5730236"/>
                <a:ext cx="465191" cy="4924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IN" sz="2600" b="0" i="0" dirty="0" smtClean="0">
                          <a:solidFill>
                            <a:srgbClr val="002060"/>
                          </a:solidFill>
                          <a:latin typeface="Cambria Math" panose="02040503050406030204" pitchFamily="18" charset="0"/>
                        </a:rPr>
                        <m:t>B</m:t>
                      </m:r>
                    </m:oMath>
                  </m:oMathPara>
                </a14:m>
                <a:endParaRPr lang="en-IN" sz="2600" dirty="0">
                  <a:solidFill>
                    <a:srgbClr val="002060"/>
                  </a:solidFill>
                </a:endParaRPr>
              </a:p>
            </p:txBody>
          </p:sp>
        </mc:Choice>
        <mc:Fallback xmlns="">
          <p:sp>
            <p:nvSpPr>
              <p:cNvPr id="34" name="TextBox 33">
                <a:extLst>
                  <a:ext uri="{FF2B5EF4-FFF2-40B4-BE49-F238E27FC236}">
                    <a16:creationId xmlns:a16="http://schemas.microsoft.com/office/drawing/2014/main" id="{59488B0A-43E3-45DF-849A-DFC4928F09FE}"/>
                  </a:ext>
                </a:extLst>
              </p:cNvPr>
              <p:cNvSpPr txBox="1">
                <a:spLocks noRot="1" noChangeAspect="1" noMove="1" noResize="1" noEditPoints="1" noAdjustHandles="1" noChangeArrowheads="1" noChangeShapeType="1" noTextEdit="1"/>
              </p:cNvSpPr>
              <p:nvPr/>
            </p:nvSpPr>
            <p:spPr>
              <a:xfrm>
                <a:off x="10041800" y="5730236"/>
                <a:ext cx="465191" cy="492443"/>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86079AA-EC00-4152-AD40-B6DB735578D6}"/>
                  </a:ext>
                </a:extLst>
              </p:cNvPr>
              <p:cNvSpPr txBox="1"/>
              <p:nvPr/>
            </p:nvSpPr>
            <p:spPr>
              <a:xfrm>
                <a:off x="7590852" y="4003269"/>
                <a:ext cx="883575" cy="4924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IN" sz="2600" b="0" i="1" dirty="0" smtClean="0">
                          <a:solidFill>
                            <a:srgbClr val="0070C0"/>
                          </a:solidFill>
                          <a:latin typeface="Cambria Math" panose="02040503050406030204" pitchFamily="18" charset="0"/>
                        </a:rPr>
                        <m:t>0.60</m:t>
                      </m:r>
                    </m:oMath>
                  </m:oMathPara>
                </a14:m>
                <a:endParaRPr lang="en-IN" sz="2600" dirty="0">
                  <a:solidFill>
                    <a:srgbClr val="0070C0"/>
                  </a:solidFill>
                </a:endParaRPr>
              </a:p>
            </p:txBody>
          </p:sp>
        </mc:Choice>
        <mc:Fallback xmlns="">
          <p:sp>
            <p:nvSpPr>
              <p:cNvPr id="35" name="TextBox 34">
                <a:extLst>
                  <a:ext uri="{FF2B5EF4-FFF2-40B4-BE49-F238E27FC236}">
                    <a16:creationId xmlns:a16="http://schemas.microsoft.com/office/drawing/2014/main" id="{C86079AA-EC00-4152-AD40-B6DB735578D6}"/>
                  </a:ext>
                </a:extLst>
              </p:cNvPr>
              <p:cNvSpPr txBox="1">
                <a:spLocks noRot="1" noChangeAspect="1" noMove="1" noResize="1" noEditPoints="1" noAdjustHandles="1" noChangeArrowheads="1" noChangeShapeType="1" noTextEdit="1"/>
              </p:cNvSpPr>
              <p:nvPr/>
            </p:nvSpPr>
            <p:spPr>
              <a:xfrm>
                <a:off x="7590852" y="4003269"/>
                <a:ext cx="883575" cy="492443"/>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E9DCFD5-322E-4965-A03F-3056DCDFE58F}"/>
                  </a:ext>
                </a:extLst>
              </p:cNvPr>
              <p:cNvSpPr txBox="1"/>
              <p:nvPr/>
            </p:nvSpPr>
            <p:spPr>
              <a:xfrm>
                <a:off x="7588947" y="5329482"/>
                <a:ext cx="883575" cy="492443"/>
              </a:xfrm>
              <a:prstGeom prst="rect">
                <a:avLst/>
              </a:prstGeom>
              <a:noFill/>
            </p:spPr>
            <p:txBody>
              <a:bodyPr wrap="none" rtlCol="0">
                <a:spAutoFit/>
              </a:bodyPr>
              <a:lstStyle>
                <a:defPPr>
                  <a:defRPr lang="en-US"/>
                </a:defPPr>
                <a:lvl1pPr>
                  <a:defRPr sz="2600" b="0" i="1">
                    <a:solidFill>
                      <a:srgbClr val="0070C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dirty="0">
                          <a:latin typeface="Cambria Math" panose="02040503050406030204" pitchFamily="18" charset="0"/>
                        </a:rPr>
                        <m:t>0.40</m:t>
                      </m:r>
                    </m:oMath>
                  </m:oMathPara>
                </a14:m>
                <a:endParaRPr lang="en-IN" dirty="0"/>
              </a:p>
            </p:txBody>
          </p:sp>
        </mc:Choice>
        <mc:Fallback xmlns="">
          <p:sp>
            <p:nvSpPr>
              <p:cNvPr id="36" name="TextBox 35">
                <a:extLst>
                  <a:ext uri="{FF2B5EF4-FFF2-40B4-BE49-F238E27FC236}">
                    <a16:creationId xmlns:a16="http://schemas.microsoft.com/office/drawing/2014/main" id="{7E9DCFD5-322E-4965-A03F-3056DCDFE58F}"/>
                  </a:ext>
                </a:extLst>
              </p:cNvPr>
              <p:cNvSpPr txBox="1">
                <a:spLocks noRot="1" noChangeAspect="1" noMove="1" noResize="1" noEditPoints="1" noAdjustHandles="1" noChangeArrowheads="1" noChangeShapeType="1" noTextEdit="1"/>
              </p:cNvSpPr>
              <p:nvPr/>
            </p:nvSpPr>
            <p:spPr>
              <a:xfrm>
                <a:off x="7588947" y="5329482"/>
                <a:ext cx="883575" cy="492443"/>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DC4D588-8EBC-474A-8893-55BEF6F6983F}"/>
                  </a:ext>
                </a:extLst>
              </p:cNvPr>
              <p:cNvSpPr txBox="1"/>
              <p:nvPr/>
            </p:nvSpPr>
            <p:spPr>
              <a:xfrm>
                <a:off x="9136062" y="3669760"/>
                <a:ext cx="883575" cy="492443"/>
              </a:xfrm>
              <a:prstGeom prst="rect">
                <a:avLst/>
              </a:prstGeom>
              <a:noFill/>
            </p:spPr>
            <p:txBody>
              <a:bodyPr wrap="none" rtlCol="0">
                <a:spAutoFit/>
              </a:bodyPr>
              <a:lstStyle>
                <a:defPPr>
                  <a:defRPr lang="en-US"/>
                </a:defPPr>
                <a:lvl1pPr>
                  <a:defRPr sz="2600" b="0" i="1">
                    <a:solidFill>
                      <a:srgbClr val="0070C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dirty="0">
                          <a:latin typeface="Cambria Math" panose="02040503050406030204" pitchFamily="18" charset="0"/>
                        </a:rPr>
                        <m:t>0.10</m:t>
                      </m:r>
                    </m:oMath>
                  </m:oMathPara>
                </a14:m>
                <a:endParaRPr lang="en-IN" dirty="0"/>
              </a:p>
            </p:txBody>
          </p:sp>
        </mc:Choice>
        <mc:Fallback xmlns="">
          <p:sp>
            <p:nvSpPr>
              <p:cNvPr id="37" name="TextBox 36">
                <a:extLst>
                  <a:ext uri="{FF2B5EF4-FFF2-40B4-BE49-F238E27FC236}">
                    <a16:creationId xmlns:a16="http://schemas.microsoft.com/office/drawing/2014/main" id="{1DC4D588-8EBC-474A-8893-55BEF6F6983F}"/>
                  </a:ext>
                </a:extLst>
              </p:cNvPr>
              <p:cNvSpPr txBox="1">
                <a:spLocks noRot="1" noChangeAspect="1" noMove="1" noResize="1" noEditPoints="1" noAdjustHandles="1" noChangeArrowheads="1" noChangeShapeType="1" noTextEdit="1"/>
              </p:cNvSpPr>
              <p:nvPr/>
            </p:nvSpPr>
            <p:spPr>
              <a:xfrm>
                <a:off x="9136062" y="3669760"/>
                <a:ext cx="883575" cy="492443"/>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40E346CF-FBC5-4EF5-ABD4-DF68F048DFCB}"/>
                  </a:ext>
                </a:extLst>
              </p:cNvPr>
              <p:cNvSpPr txBox="1"/>
              <p:nvPr/>
            </p:nvSpPr>
            <p:spPr>
              <a:xfrm>
                <a:off x="9174058" y="5675172"/>
                <a:ext cx="883575" cy="492443"/>
              </a:xfrm>
              <a:prstGeom prst="rect">
                <a:avLst/>
              </a:prstGeom>
              <a:noFill/>
            </p:spPr>
            <p:txBody>
              <a:bodyPr wrap="none" rtlCol="0">
                <a:spAutoFit/>
              </a:bodyPr>
              <a:lstStyle>
                <a:defPPr>
                  <a:defRPr lang="en-US"/>
                </a:defPPr>
                <a:lvl1pPr>
                  <a:defRPr sz="2600" b="0" i="1">
                    <a:solidFill>
                      <a:srgbClr val="0070C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dirty="0">
                          <a:latin typeface="Cambria Math" panose="02040503050406030204" pitchFamily="18" charset="0"/>
                        </a:rPr>
                        <m:t>0.05</m:t>
                      </m:r>
                    </m:oMath>
                  </m:oMathPara>
                </a14:m>
                <a:endParaRPr lang="en-IN" dirty="0"/>
              </a:p>
            </p:txBody>
          </p:sp>
        </mc:Choice>
        <mc:Fallback xmlns="">
          <p:sp>
            <p:nvSpPr>
              <p:cNvPr id="38" name="TextBox 37">
                <a:extLst>
                  <a:ext uri="{FF2B5EF4-FFF2-40B4-BE49-F238E27FC236}">
                    <a16:creationId xmlns:a16="http://schemas.microsoft.com/office/drawing/2014/main" id="{40E346CF-FBC5-4EF5-ABD4-DF68F048DFCB}"/>
                  </a:ext>
                </a:extLst>
              </p:cNvPr>
              <p:cNvSpPr txBox="1">
                <a:spLocks noRot="1" noChangeAspect="1" noMove="1" noResize="1" noEditPoints="1" noAdjustHandles="1" noChangeArrowheads="1" noChangeShapeType="1" noTextEdit="1"/>
              </p:cNvSpPr>
              <p:nvPr/>
            </p:nvSpPr>
            <p:spPr>
              <a:xfrm>
                <a:off x="9174058" y="5675172"/>
                <a:ext cx="883575" cy="492443"/>
              </a:xfrm>
              <a:prstGeom prst="rect">
                <a:avLst/>
              </a:prstGeom>
              <a:blipFill>
                <a:blip r:embed="rId11"/>
                <a:stretch>
                  <a:fillRect/>
                </a:stretch>
              </a:blipFill>
            </p:spPr>
            <p:txBody>
              <a:bodyPr/>
              <a:lstStyle/>
              <a:p>
                <a:r>
                  <a:rPr lang="en-IN">
                    <a:noFill/>
                  </a:rPr>
                  <a:t> </a:t>
                </a:r>
              </a:p>
            </p:txBody>
          </p:sp>
        </mc:Fallback>
      </mc:AlternateContent>
      <p:cxnSp>
        <p:nvCxnSpPr>
          <p:cNvPr id="40" name="Straight Connector 39">
            <a:extLst>
              <a:ext uri="{FF2B5EF4-FFF2-40B4-BE49-F238E27FC236}">
                <a16:creationId xmlns:a16="http://schemas.microsoft.com/office/drawing/2014/main" id="{7655A25A-9B88-43BA-A48B-C9E36E3FC85D}"/>
              </a:ext>
            </a:extLst>
          </p:cNvPr>
          <p:cNvCxnSpPr>
            <a:cxnSpLocks/>
          </p:cNvCxnSpPr>
          <p:nvPr/>
        </p:nvCxnSpPr>
        <p:spPr>
          <a:xfrm>
            <a:off x="9259957" y="1409700"/>
            <a:ext cx="2690305" cy="0"/>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p:cxnSp>
        <p:nvCxnSpPr>
          <p:cNvPr id="41" name="Straight Connector 40">
            <a:extLst>
              <a:ext uri="{FF2B5EF4-FFF2-40B4-BE49-F238E27FC236}">
                <a16:creationId xmlns:a16="http://schemas.microsoft.com/office/drawing/2014/main" id="{869D4CB8-FD10-4474-A74C-6F1F1B4250E0}"/>
              </a:ext>
            </a:extLst>
          </p:cNvPr>
          <p:cNvCxnSpPr>
            <a:cxnSpLocks/>
          </p:cNvCxnSpPr>
          <p:nvPr/>
        </p:nvCxnSpPr>
        <p:spPr>
          <a:xfrm>
            <a:off x="507754" y="1953078"/>
            <a:ext cx="3386329" cy="0"/>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p:cxnSp>
        <p:nvCxnSpPr>
          <p:cNvPr id="43" name="Straight Connector 42">
            <a:extLst>
              <a:ext uri="{FF2B5EF4-FFF2-40B4-BE49-F238E27FC236}">
                <a16:creationId xmlns:a16="http://schemas.microsoft.com/office/drawing/2014/main" id="{41307AF6-629C-48B3-A374-F86BBA90D60C}"/>
              </a:ext>
            </a:extLst>
          </p:cNvPr>
          <p:cNvCxnSpPr>
            <a:cxnSpLocks/>
          </p:cNvCxnSpPr>
          <p:nvPr/>
        </p:nvCxnSpPr>
        <p:spPr>
          <a:xfrm>
            <a:off x="524988" y="2482850"/>
            <a:ext cx="5454898" cy="0"/>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p:cxnSp>
        <p:nvCxnSpPr>
          <p:cNvPr id="45" name="Straight Connector 44">
            <a:extLst>
              <a:ext uri="{FF2B5EF4-FFF2-40B4-BE49-F238E27FC236}">
                <a16:creationId xmlns:a16="http://schemas.microsoft.com/office/drawing/2014/main" id="{AC28E2A6-32B2-4D8F-A13D-4F52869B493C}"/>
              </a:ext>
            </a:extLst>
          </p:cNvPr>
          <p:cNvCxnSpPr>
            <a:cxnSpLocks/>
          </p:cNvCxnSpPr>
          <p:nvPr/>
        </p:nvCxnSpPr>
        <p:spPr>
          <a:xfrm>
            <a:off x="6529388" y="1953078"/>
            <a:ext cx="2586037" cy="0"/>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p:cxnSp>
        <p:nvCxnSpPr>
          <p:cNvPr id="47" name="Straight Connector 46">
            <a:extLst>
              <a:ext uri="{FF2B5EF4-FFF2-40B4-BE49-F238E27FC236}">
                <a16:creationId xmlns:a16="http://schemas.microsoft.com/office/drawing/2014/main" id="{2750802D-8EED-480F-A0EA-2BA593EC7932}"/>
              </a:ext>
            </a:extLst>
          </p:cNvPr>
          <p:cNvCxnSpPr>
            <a:cxnSpLocks/>
          </p:cNvCxnSpPr>
          <p:nvPr/>
        </p:nvCxnSpPr>
        <p:spPr>
          <a:xfrm>
            <a:off x="8718911" y="2482850"/>
            <a:ext cx="2579192" cy="0"/>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p:cxnSp>
        <p:nvCxnSpPr>
          <p:cNvPr id="39" name="Straight Connector 38">
            <a:extLst>
              <a:ext uri="{FF2B5EF4-FFF2-40B4-BE49-F238E27FC236}">
                <a16:creationId xmlns:a16="http://schemas.microsoft.com/office/drawing/2014/main" id="{1E291C99-4536-407C-BFF1-C06D6A0FBA33}"/>
              </a:ext>
            </a:extLst>
          </p:cNvPr>
          <p:cNvCxnSpPr>
            <a:cxnSpLocks/>
          </p:cNvCxnSpPr>
          <p:nvPr/>
        </p:nvCxnSpPr>
        <p:spPr>
          <a:xfrm>
            <a:off x="9259957" y="1953078"/>
            <a:ext cx="2690305" cy="0"/>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8C5F0BE9-13FE-4409-A379-24CBD237DCF9}"/>
                  </a:ext>
                </a:extLst>
              </p:cNvPr>
              <p:cNvSpPr txBox="1"/>
              <p:nvPr/>
            </p:nvSpPr>
            <p:spPr>
              <a:xfrm>
                <a:off x="412177" y="5176447"/>
                <a:ext cx="225256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1</m:t>
                              </m:r>
                            </m:sub>
                          </m:sSub>
                        </m:e>
                      </m:d>
                      <m:r>
                        <a:rPr lang="en-US" sz="2800" i="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.60</m:t>
                      </m:r>
                    </m:oMath>
                  </m:oMathPara>
                </a14:m>
                <a:endParaRPr lang="en-IN" sz="2800" dirty="0">
                  <a:solidFill>
                    <a:srgbClr val="002060"/>
                  </a:solidFill>
                  <a:latin typeface="Cambria Math" panose="02040503050406030204" pitchFamily="18" charset="0"/>
                </a:endParaRPr>
              </a:p>
            </p:txBody>
          </p:sp>
        </mc:Choice>
        <mc:Fallback xmlns="">
          <p:sp>
            <p:nvSpPr>
              <p:cNvPr id="44" name="TextBox 43">
                <a:extLst>
                  <a:ext uri="{FF2B5EF4-FFF2-40B4-BE49-F238E27FC236}">
                    <a16:creationId xmlns:a16="http://schemas.microsoft.com/office/drawing/2014/main" id="{8C5F0BE9-13FE-4409-A379-24CBD237DCF9}"/>
                  </a:ext>
                </a:extLst>
              </p:cNvPr>
              <p:cNvSpPr txBox="1">
                <a:spLocks noRot="1" noChangeAspect="1" noMove="1" noResize="1" noEditPoints="1" noAdjustHandles="1" noChangeArrowheads="1" noChangeShapeType="1" noTextEdit="1"/>
              </p:cNvSpPr>
              <p:nvPr/>
            </p:nvSpPr>
            <p:spPr>
              <a:xfrm>
                <a:off x="412177" y="5176447"/>
                <a:ext cx="2252560"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6F03FECF-2AA8-4D40-B0EF-CD17664126C8}"/>
                  </a:ext>
                </a:extLst>
              </p:cNvPr>
              <p:cNvSpPr txBox="1"/>
              <p:nvPr/>
            </p:nvSpPr>
            <p:spPr>
              <a:xfrm>
                <a:off x="412177" y="5785408"/>
                <a:ext cx="225256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2</m:t>
                              </m:r>
                            </m:sub>
                          </m:sSub>
                        </m:e>
                      </m:d>
                      <m:r>
                        <a:rPr lang="en-US" sz="2800" i="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.40</m:t>
                      </m:r>
                    </m:oMath>
                  </m:oMathPara>
                </a14:m>
                <a:endParaRPr lang="en-IN" sz="2800" dirty="0">
                  <a:solidFill>
                    <a:srgbClr val="002060"/>
                  </a:solidFill>
                  <a:latin typeface="Cambria Math" panose="02040503050406030204" pitchFamily="18" charset="0"/>
                </a:endParaRPr>
              </a:p>
            </p:txBody>
          </p:sp>
        </mc:Choice>
        <mc:Fallback xmlns="">
          <p:sp>
            <p:nvSpPr>
              <p:cNvPr id="46" name="TextBox 45">
                <a:extLst>
                  <a:ext uri="{FF2B5EF4-FFF2-40B4-BE49-F238E27FC236}">
                    <a16:creationId xmlns:a16="http://schemas.microsoft.com/office/drawing/2014/main" id="{6F03FECF-2AA8-4D40-B0EF-CD17664126C8}"/>
                  </a:ext>
                </a:extLst>
              </p:cNvPr>
              <p:cNvSpPr txBox="1">
                <a:spLocks noRot="1" noChangeAspect="1" noMove="1" noResize="1" noEditPoints="1" noAdjustHandles="1" noChangeArrowheads="1" noChangeShapeType="1" noTextEdit="1"/>
              </p:cNvSpPr>
              <p:nvPr/>
            </p:nvSpPr>
            <p:spPr>
              <a:xfrm>
                <a:off x="412177" y="5785408"/>
                <a:ext cx="2252560"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30BFD6D7-6F14-4F0C-91C1-95F09619EC81}"/>
                  </a:ext>
                </a:extLst>
              </p:cNvPr>
              <p:cNvSpPr txBox="1"/>
              <p:nvPr/>
            </p:nvSpPr>
            <p:spPr>
              <a:xfrm>
                <a:off x="3252437" y="5176447"/>
                <a:ext cx="278268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r>
                        <a:rPr lang="en-US" sz="2800" i="0">
                          <a:solidFill>
                            <a:srgbClr val="002060"/>
                          </a:solidFill>
                          <a:latin typeface="Cambria Math" panose="02040503050406030204" pitchFamily="18" charset="0"/>
                        </a:rPr>
                        <m:t>=</m:t>
                      </m:r>
                      <m:r>
                        <a:rPr lang="en-IN" sz="2800" i="0" smtClean="0">
                          <a:solidFill>
                            <a:srgbClr val="002060"/>
                          </a:solidFill>
                          <a:latin typeface="Cambria Math" panose="02040503050406030204" pitchFamily="18" charset="0"/>
                        </a:rPr>
                        <m:t>0</m:t>
                      </m:r>
                      <m:r>
                        <a:rPr lang="en-IN" sz="2800" b="0" i="0" smtClean="0">
                          <a:solidFill>
                            <a:srgbClr val="002060"/>
                          </a:solidFill>
                          <a:latin typeface="Cambria Math" panose="02040503050406030204" pitchFamily="18" charset="0"/>
                        </a:rPr>
                        <m:t>.10</m:t>
                      </m:r>
                    </m:oMath>
                  </m:oMathPara>
                </a14:m>
                <a:endParaRPr lang="en-IN" sz="2800" dirty="0">
                  <a:solidFill>
                    <a:srgbClr val="002060"/>
                  </a:solidFill>
                  <a:latin typeface="Cambria Math" panose="02040503050406030204" pitchFamily="18" charset="0"/>
                </a:endParaRPr>
              </a:p>
            </p:txBody>
          </p:sp>
        </mc:Choice>
        <mc:Fallback xmlns="">
          <p:sp>
            <p:nvSpPr>
              <p:cNvPr id="48" name="TextBox 47">
                <a:extLst>
                  <a:ext uri="{FF2B5EF4-FFF2-40B4-BE49-F238E27FC236}">
                    <a16:creationId xmlns:a16="http://schemas.microsoft.com/office/drawing/2014/main" id="{30BFD6D7-6F14-4F0C-91C1-95F09619EC81}"/>
                  </a:ext>
                </a:extLst>
              </p:cNvPr>
              <p:cNvSpPr txBox="1">
                <a:spLocks noRot="1" noChangeAspect="1" noMove="1" noResize="1" noEditPoints="1" noAdjustHandles="1" noChangeArrowheads="1" noChangeShapeType="1" noTextEdit="1"/>
              </p:cNvSpPr>
              <p:nvPr/>
            </p:nvSpPr>
            <p:spPr>
              <a:xfrm>
                <a:off x="3252437" y="5176447"/>
                <a:ext cx="2782680"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9A750EC-F13C-410B-9A02-5F623C2F4147}"/>
                  </a:ext>
                </a:extLst>
              </p:cNvPr>
              <p:cNvSpPr txBox="1"/>
              <p:nvPr/>
            </p:nvSpPr>
            <p:spPr>
              <a:xfrm>
                <a:off x="3252437" y="5785408"/>
                <a:ext cx="278268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r>
                        <a:rPr lang="en-US" sz="2800" i="0">
                          <a:solidFill>
                            <a:srgbClr val="002060"/>
                          </a:solidFill>
                          <a:latin typeface="Cambria Math" panose="02040503050406030204" pitchFamily="18" charset="0"/>
                        </a:rPr>
                        <m:t>=</m:t>
                      </m:r>
                      <m:r>
                        <a:rPr lang="en-IN" sz="2800" i="0" smtClean="0">
                          <a:solidFill>
                            <a:srgbClr val="002060"/>
                          </a:solidFill>
                          <a:latin typeface="Cambria Math" panose="02040503050406030204" pitchFamily="18" charset="0"/>
                        </a:rPr>
                        <m:t>0</m:t>
                      </m:r>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 </m:t>
                      </m:r>
                      <m:r>
                        <a:rPr lang="en-IN" sz="2800" b="0" i="0" smtClean="0">
                          <a:solidFill>
                            <a:srgbClr val="002060"/>
                          </a:solidFill>
                          <a:latin typeface="Cambria Math" panose="02040503050406030204" pitchFamily="18" charset="0"/>
                        </a:rPr>
                        <m:t>05</m:t>
                      </m:r>
                    </m:oMath>
                  </m:oMathPara>
                </a14:m>
                <a:endParaRPr lang="en-IN" sz="2800" dirty="0">
                  <a:solidFill>
                    <a:srgbClr val="002060"/>
                  </a:solidFill>
                  <a:latin typeface="Cambria Math" panose="02040503050406030204" pitchFamily="18" charset="0"/>
                </a:endParaRPr>
              </a:p>
            </p:txBody>
          </p:sp>
        </mc:Choice>
        <mc:Fallback xmlns="">
          <p:sp>
            <p:nvSpPr>
              <p:cNvPr id="49" name="TextBox 48">
                <a:extLst>
                  <a:ext uri="{FF2B5EF4-FFF2-40B4-BE49-F238E27FC236}">
                    <a16:creationId xmlns:a16="http://schemas.microsoft.com/office/drawing/2014/main" id="{99A750EC-F13C-410B-9A02-5F623C2F4147}"/>
                  </a:ext>
                </a:extLst>
              </p:cNvPr>
              <p:cNvSpPr txBox="1">
                <a:spLocks noRot="1" noChangeAspect="1" noMove="1" noResize="1" noEditPoints="1" noAdjustHandles="1" noChangeArrowheads="1" noChangeShapeType="1" noTextEdit="1"/>
              </p:cNvSpPr>
              <p:nvPr/>
            </p:nvSpPr>
            <p:spPr>
              <a:xfrm>
                <a:off x="3252437" y="5785408"/>
                <a:ext cx="2782680" cy="523220"/>
              </a:xfrm>
              <a:prstGeom prst="rect">
                <a:avLst/>
              </a:prstGeom>
              <a:blipFill>
                <a:blip r:embed="rId1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944290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par>
                          <p:cTn id="20" fill="hold">
                            <p:stCondLst>
                              <p:cond delay="500"/>
                            </p:stCondLst>
                            <p:childTnLst>
                              <p:par>
                                <p:cTn id="21" presetID="22" presetClass="entr" presetSubtype="8"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childTnLst>
                          </p:cTn>
                        </p:par>
                        <p:par>
                          <p:cTn id="24" fill="hold">
                            <p:stCondLst>
                              <p:cond delay="1000"/>
                            </p:stCondLst>
                            <p:childTnLst>
                              <p:par>
                                <p:cTn id="25" presetID="1"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par>
                          <p:cTn id="27" fill="hold">
                            <p:stCondLst>
                              <p:cond delay="1000"/>
                            </p:stCondLst>
                            <p:childTnLst>
                              <p:par>
                                <p:cTn id="28" presetID="1" presetClass="entr" presetSubtype="0" fill="hold" grpId="0" nodeType="afterEffect">
                                  <p:stCondLst>
                                    <p:cond delay="250"/>
                                  </p:stCondLst>
                                  <p:childTnLst>
                                    <p:set>
                                      <p:cBhvr>
                                        <p:cTn id="29" dur="1" fill="hold">
                                          <p:stCondLst>
                                            <p:cond delay="0"/>
                                          </p:stCondLst>
                                        </p:cTn>
                                        <p:tgtEl>
                                          <p:spTgt spid="31"/>
                                        </p:tgtEl>
                                        <p:attrNameLst>
                                          <p:attrName>style.visibility</p:attrName>
                                        </p:attrNameLst>
                                      </p:cBhvr>
                                      <p:to>
                                        <p:strVal val="visible"/>
                                      </p:to>
                                    </p:set>
                                  </p:childTnLst>
                                </p:cTn>
                              </p:par>
                            </p:childTnLst>
                          </p:cTn>
                        </p:par>
                        <p:par>
                          <p:cTn id="30" fill="hold">
                            <p:stCondLst>
                              <p:cond delay="1250"/>
                            </p:stCondLst>
                            <p:childTnLst>
                              <p:par>
                                <p:cTn id="31" presetID="1" presetClass="entr" presetSubtype="0" fill="hold" grpId="0" nodeType="afterEffect">
                                  <p:stCondLst>
                                    <p:cond delay="250"/>
                                  </p:stCondLst>
                                  <p:childTnLst>
                                    <p:set>
                                      <p:cBhvr>
                                        <p:cTn id="32" dur="1" fill="hold">
                                          <p:stCondLst>
                                            <p:cond delay="0"/>
                                          </p:stCondLst>
                                        </p:cTn>
                                        <p:tgtEl>
                                          <p:spTgt spid="20"/>
                                        </p:tgtEl>
                                        <p:attrNameLst>
                                          <p:attrName>style.visibility</p:attrName>
                                        </p:attrNameLst>
                                      </p:cBhvr>
                                      <p:to>
                                        <p:strVal val="visible"/>
                                      </p:to>
                                    </p:set>
                                  </p:childTnLst>
                                </p:cTn>
                              </p:par>
                            </p:childTnLst>
                          </p:cTn>
                        </p:par>
                        <p:par>
                          <p:cTn id="33" fill="hold">
                            <p:stCondLst>
                              <p:cond delay="1500"/>
                            </p:stCondLst>
                            <p:childTnLst>
                              <p:par>
                                <p:cTn id="34" presetID="1" presetClass="entr" presetSubtype="0" fill="hold" grpId="0" nodeType="afterEffect">
                                  <p:stCondLst>
                                    <p:cond delay="250"/>
                                  </p:stCondLst>
                                  <p:childTnLst>
                                    <p:set>
                                      <p:cBhvr>
                                        <p:cTn id="35" dur="1" fill="hold">
                                          <p:stCondLst>
                                            <p:cond delay="0"/>
                                          </p:stCondLst>
                                        </p:cTn>
                                        <p:tgtEl>
                                          <p:spTgt spid="3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wipe(left)">
                                      <p:cBhvr>
                                        <p:cTn id="40" dur="500"/>
                                        <p:tgtEl>
                                          <p:spTgt spid="22"/>
                                        </p:tgtEl>
                                      </p:cBhvr>
                                    </p:animEffect>
                                  </p:childTnLst>
                                </p:cTn>
                              </p:par>
                            </p:childTnLst>
                          </p:cTn>
                        </p:par>
                        <p:par>
                          <p:cTn id="41" fill="hold">
                            <p:stCondLst>
                              <p:cond delay="500"/>
                            </p:stCondLst>
                            <p:childTnLst>
                              <p:par>
                                <p:cTn id="42" presetID="1" presetClass="entr" presetSubtype="0" fill="hold" grpId="0" nodeType="afterEffect">
                                  <p:stCondLst>
                                    <p:cond delay="250"/>
                                  </p:stCondLst>
                                  <p:childTnLst>
                                    <p:set>
                                      <p:cBhvr>
                                        <p:cTn id="43" dur="1" fill="hold">
                                          <p:stCondLst>
                                            <p:cond delay="0"/>
                                          </p:stCondLst>
                                        </p:cTn>
                                        <p:tgtEl>
                                          <p:spTgt spid="26"/>
                                        </p:tgtEl>
                                        <p:attrNameLst>
                                          <p:attrName>style.visibility</p:attrName>
                                        </p:attrNameLst>
                                      </p:cBhvr>
                                      <p:to>
                                        <p:strVal val="visible"/>
                                      </p:to>
                                    </p:set>
                                  </p:childTnLst>
                                </p:cTn>
                              </p:par>
                            </p:childTnLst>
                          </p:cTn>
                        </p:par>
                        <p:par>
                          <p:cTn id="44" fill="hold">
                            <p:stCondLst>
                              <p:cond delay="750"/>
                            </p:stCondLst>
                            <p:childTnLst>
                              <p:par>
                                <p:cTn id="45" presetID="1" presetClass="entr" presetSubtype="0" fill="hold" grpId="0" nodeType="afterEffect">
                                  <p:stCondLst>
                                    <p:cond delay="250"/>
                                  </p:stCondLst>
                                  <p:childTnLst>
                                    <p:set>
                                      <p:cBhvr>
                                        <p:cTn id="46" dur="1" fill="hold">
                                          <p:stCondLst>
                                            <p:cond delay="0"/>
                                          </p:stCondLst>
                                        </p:cTn>
                                        <p:tgtEl>
                                          <p:spTgt spid="33"/>
                                        </p:tgtEl>
                                        <p:attrNameLst>
                                          <p:attrName>style.visibility</p:attrName>
                                        </p:attrNameLst>
                                      </p:cBhvr>
                                      <p:to>
                                        <p:strVal val="visible"/>
                                      </p:to>
                                    </p:set>
                                  </p:childTnLst>
                                </p:cTn>
                              </p:par>
                            </p:childTnLst>
                          </p:cTn>
                        </p:par>
                        <p:par>
                          <p:cTn id="47" fill="hold">
                            <p:stCondLst>
                              <p:cond delay="1000"/>
                            </p:stCondLst>
                            <p:childTnLst>
                              <p:par>
                                <p:cTn id="48" presetID="22" presetClass="entr" presetSubtype="8" fill="hold" nodeType="afterEffect">
                                  <p:stCondLst>
                                    <p:cond delay="250"/>
                                  </p:stCondLst>
                                  <p:childTnLst>
                                    <p:set>
                                      <p:cBhvr>
                                        <p:cTn id="49" dur="1" fill="hold">
                                          <p:stCondLst>
                                            <p:cond delay="0"/>
                                          </p:stCondLst>
                                        </p:cTn>
                                        <p:tgtEl>
                                          <p:spTgt spid="24"/>
                                        </p:tgtEl>
                                        <p:attrNameLst>
                                          <p:attrName>style.visibility</p:attrName>
                                        </p:attrNameLst>
                                      </p:cBhvr>
                                      <p:to>
                                        <p:strVal val="visible"/>
                                      </p:to>
                                    </p:set>
                                    <p:animEffect transition="in" filter="wipe(left)">
                                      <p:cBhvr>
                                        <p:cTn id="50" dur="500"/>
                                        <p:tgtEl>
                                          <p:spTgt spid="24"/>
                                        </p:tgtEl>
                                      </p:cBhvr>
                                    </p:animEffect>
                                  </p:childTnLst>
                                </p:cTn>
                              </p:par>
                            </p:childTnLst>
                          </p:cTn>
                        </p:par>
                        <p:par>
                          <p:cTn id="51" fill="hold">
                            <p:stCondLst>
                              <p:cond delay="1750"/>
                            </p:stCondLst>
                            <p:childTnLst>
                              <p:par>
                                <p:cTn id="52" presetID="1" presetClass="entr" presetSubtype="0" fill="hold" grpId="0" nodeType="afterEffect">
                                  <p:stCondLst>
                                    <p:cond delay="250"/>
                                  </p:stCondLst>
                                  <p:childTnLst>
                                    <p:set>
                                      <p:cBhvr>
                                        <p:cTn id="53" dur="1" fill="hold">
                                          <p:stCondLst>
                                            <p:cond delay="0"/>
                                          </p:stCondLst>
                                        </p:cTn>
                                        <p:tgtEl>
                                          <p:spTgt spid="29"/>
                                        </p:tgtEl>
                                        <p:attrNameLst>
                                          <p:attrName>style.visibility</p:attrName>
                                        </p:attrNameLst>
                                      </p:cBhvr>
                                      <p:to>
                                        <p:strVal val="visible"/>
                                      </p:to>
                                    </p:set>
                                  </p:childTnLst>
                                </p:cTn>
                              </p:par>
                            </p:childTnLst>
                          </p:cTn>
                        </p:par>
                        <p:par>
                          <p:cTn id="54" fill="hold">
                            <p:stCondLst>
                              <p:cond delay="2000"/>
                            </p:stCondLst>
                            <p:childTnLst>
                              <p:par>
                                <p:cTn id="55" presetID="1" presetClass="entr" presetSubtype="0" fill="hold" grpId="0" nodeType="afterEffect">
                                  <p:stCondLst>
                                    <p:cond delay="250"/>
                                  </p:stCondLst>
                                  <p:childTnLst>
                                    <p:set>
                                      <p:cBhvr>
                                        <p:cTn id="56" dur="1" fill="hold">
                                          <p:stCondLst>
                                            <p:cond delay="0"/>
                                          </p:stCondLst>
                                        </p:cTn>
                                        <p:tgtEl>
                                          <p:spTgt spid="3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40"/>
                                        </p:tgtEl>
                                        <p:attrNameLst>
                                          <p:attrName>style.visibility</p:attrName>
                                        </p:attrNameLst>
                                      </p:cBhvr>
                                      <p:to>
                                        <p:strVal val="visible"/>
                                      </p:to>
                                    </p:set>
                                    <p:animEffect transition="in" filter="wipe(left)">
                                      <p:cBhvr>
                                        <p:cTn id="61" dur="500"/>
                                        <p:tgtEl>
                                          <p:spTgt spid="40"/>
                                        </p:tgtEl>
                                      </p:cBhvr>
                                    </p:animEffect>
                                  </p:childTnLst>
                                </p:cTn>
                              </p:par>
                            </p:childTnLst>
                          </p:cTn>
                        </p:par>
                        <p:par>
                          <p:cTn id="62" fill="hold">
                            <p:stCondLst>
                              <p:cond delay="500"/>
                            </p:stCondLst>
                            <p:childTnLst>
                              <p:par>
                                <p:cTn id="63" presetID="22" presetClass="entr" presetSubtype="8" fill="hold" nodeType="afterEffect">
                                  <p:stCondLst>
                                    <p:cond delay="0"/>
                                  </p:stCondLst>
                                  <p:childTnLst>
                                    <p:set>
                                      <p:cBhvr>
                                        <p:cTn id="64" dur="1" fill="hold">
                                          <p:stCondLst>
                                            <p:cond delay="0"/>
                                          </p:stCondLst>
                                        </p:cTn>
                                        <p:tgtEl>
                                          <p:spTgt spid="41"/>
                                        </p:tgtEl>
                                        <p:attrNameLst>
                                          <p:attrName>style.visibility</p:attrName>
                                        </p:attrNameLst>
                                      </p:cBhvr>
                                      <p:to>
                                        <p:strVal val="visible"/>
                                      </p:to>
                                    </p:set>
                                    <p:animEffect transition="in" filter="wipe(left)">
                                      <p:cBhvr>
                                        <p:cTn id="65" dur="500"/>
                                        <p:tgtEl>
                                          <p:spTgt spid="41"/>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35"/>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xit" presetSubtype="0" fill="hold" nodeType="clickEffect">
                                  <p:stCondLst>
                                    <p:cond delay="0"/>
                                  </p:stCondLst>
                                  <p:childTnLst>
                                    <p:set>
                                      <p:cBhvr>
                                        <p:cTn id="73" dur="1" fill="hold">
                                          <p:stCondLst>
                                            <p:cond delay="0"/>
                                          </p:stCondLst>
                                        </p:cTn>
                                        <p:tgtEl>
                                          <p:spTgt spid="40"/>
                                        </p:tgtEl>
                                        <p:attrNameLst>
                                          <p:attrName>style.visibility</p:attrName>
                                        </p:attrNameLst>
                                      </p:cBhvr>
                                      <p:to>
                                        <p:strVal val="hidden"/>
                                      </p:to>
                                    </p:set>
                                  </p:childTnLst>
                                </p:cTn>
                              </p:par>
                            </p:childTnLst>
                          </p:cTn>
                        </p:par>
                        <p:par>
                          <p:cTn id="74" fill="hold">
                            <p:stCondLst>
                              <p:cond delay="0"/>
                            </p:stCondLst>
                            <p:childTnLst>
                              <p:par>
                                <p:cTn id="75" presetID="1" presetClass="exit" presetSubtype="0" fill="hold" nodeType="afterEffect">
                                  <p:stCondLst>
                                    <p:cond delay="0"/>
                                  </p:stCondLst>
                                  <p:childTnLst>
                                    <p:set>
                                      <p:cBhvr>
                                        <p:cTn id="76" dur="1" fill="hold">
                                          <p:stCondLst>
                                            <p:cond delay="0"/>
                                          </p:stCondLst>
                                        </p:cTn>
                                        <p:tgtEl>
                                          <p:spTgt spid="41"/>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39"/>
                                        </p:tgtEl>
                                        <p:attrNameLst>
                                          <p:attrName>style.visibility</p:attrName>
                                        </p:attrNameLst>
                                      </p:cBhvr>
                                      <p:to>
                                        <p:strVal val="visible"/>
                                      </p:to>
                                    </p:set>
                                    <p:animEffect transition="in" filter="wipe(left)">
                                      <p:cBhvr>
                                        <p:cTn id="81" dur="500"/>
                                        <p:tgtEl>
                                          <p:spTgt spid="39"/>
                                        </p:tgtEl>
                                      </p:cBhvr>
                                    </p:animEffect>
                                  </p:childTnLst>
                                </p:cTn>
                              </p:par>
                            </p:childTnLst>
                          </p:cTn>
                        </p:par>
                        <p:par>
                          <p:cTn id="82" fill="hold">
                            <p:stCondLst>
                              <p:cond delay="500"/>
                            </p:stCondLst>
                            <p:childTnLst>
                              <p:par>
                                <p:cTn id="83" presetID="22" presetClass="entr" presetSubtype="8" fill="hold" nodeType="afterEffect">
                                  <p:stCondLst>
                                    <p:cond delay="0"/>
                                  </p:stCondLst>
                                  <p:childTnLst>
                                    <p:set>
                                      <p:cBhvr>
                                        <p:cTn id="84" dur="1" fill="hold">
                                          <p:stCondLst>
                                            <p:cond delay="0"/>
                                          </p:stCondLst>
                                        </p:cTn>
                                        <p:tgtEl>
                                          <p:spTgt spid="43"/>
                                        </p:tgtEl>
                                        <p:attrNameLst>
                                          <p:attrName>style.visibility</p:attrName>
                                        </p:attrNameLst>
                                      </p:cBhvr>
                                      <p:to>
                                        <p:strVal val="visible"/>
                                      </p:to>
                                    </p:set>
                                    <p:animEffect transition="in" filter="wipe(left)">
                                      <p:cBhvr>
                                        <p:cTn id="85" dur="500"/>
                                        <p:tgtEl>
                                          <p:spTgt spid="43"/>
                                        </p:tgtEl>
                                      </p:cBhvr>
                                    </p:animEffect>
                                  </p:childTnLst>
                                </p:cTn>
                              </p:par>
                            </p:childTnLst>
                          </p:cTn>
                        </p:par>
                        <p:par>
                          <p:cTn id="86" fill="hold">
                            <p:stCondLst>
                              <p:cond delay="1000"/>
                            </p:stCondLst>
                            <p:childTnLst>
                              <p:par>
                                <p:cTn id="87" presetID="1" presetClass="entr" presetSubtype="0" fill="hold" grpId="0" nodeType="afterEffect">
                                  <p:stCondLst>
                                    <p:cond delay="250"/>
                                  </p:stCondLst>
                                  <p:childTnLst>
                                    <p:set>
                                      <p:cBhvr>
                                        <p:cTn id="88" dur="1" fill="hold">
                                          <p:stCondLst>
                                            <p:cond delay="0"/>
                                          </p:stCondLst>
                                        </p:cTn>
                                        <p:tgtEl>
                                          <p:spTgt spid="36"/>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nodeType="clickEffect">
                                  <p:stCondLst>
                                    <p:cond delay="0"/>
                                  </p:stCondLst>
                                  <p:childTnLst>
                                    <p:set>
                                      <p:cBhvr>
                                        <p:cTn id="92" dur="1" fill="hold">
                                          <p:stCondLst>
                                            <p:cond delay="0"/>
                                          </p:stCondLst>
                                        </p:cTn>
                                        <p:tgtEl>
                                          <p:spTgt spid="39"/>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43"/>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45"/>
                                        </p:tgtEl>
                                        <p:attrNameLst>
                                          <p:attrName>style.visibility</p:attrName>
                                        </p:attrNameLst>
                                      </p:cBhvr>
                                      <p:to>
                                        <p:strVal val="visible"/>
                                      </p:to>
                                    </p:set>
                                    <p:animEffect transition="in" filter="wipe(left)">
                                      <p:cBhvr>
                                        <p:cTn id="99" dur="500"/>
                                        <p:tgtEl>
                                          <p:spTgt spid="45"/>
                                        </p:tgtEl>
                                      </p:cBhvr>
                                    </p:animEffect>
                                  </p:childTnLst>
                                </p:cTn>
                              </p:par>
                            </p:childTnLst>
                          </p:cTn>
                        </p:par>
                        <p:par>
                          <p:cTn id="100" fill="hold">
                            <p:stCondLst>
                              <p:cond delay="500"/>
                            </p:stCondLst>
                            <p:childTnLst>
                              <p:par>
                                <p:cTn id="101" presetID="1" presetClass="entr" presetSubtype="0" fill="hold" grpId="0" nodeType="afterEffect">
                                  <p:stCondLst>
                                    <p:cond delay="0"/>
                                  </p:stCondLst>
                                  <p:childTnLst>
                                    <p:set>
                                      <p:cBhvr>
                                        <p:cTn id="102" dur="1" fill="hold">
                                          <p:stCondLst>
                                            <p:cond delay="0"/>
                                          </p:stCondLst>
                                        </p:cTn>
                                        <p:tgtEl>
                                          <p:spTgt spid="37"/>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xit" presetSubtype="0" fill="hold" nodeType="clickEffect">
                                  <p:stCondLst>
                                    <p:cond delay="0"/>
                                  </p:stCondLst>
                                  <p:childTnLst>
                                    <p:set>
                                      <p:cBhvr>
                                        <p:cTn id="106" dur="1" fill="hold">
                                          <p:stCondLst>
                                            <p:cond delay="0"/>
                                          </p:stCondLst>
                                        </p:cTn>
                                        <p:tgtEl>
                                          <p:spTgt spid="45"/>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nodeType="clickEffect">
                                  <p:stCondLst>
                                    <p:cond delay="0"/>
                                  </p:stCondLst>
                                  <p:childTnLst>
                                    <p:set>
                                      <p:cBhvr>
                                        <p:cTn id="110" dur="1" fill="hold">
                                          <p:stCondLst>
                                            <p:cond delay="0"/>
                                          </p:stCondLst>
                                        </p:cTn>
                                        <p:tgtEl>
                                          <p:spTgt spid="47"/>
                                        </p:tgtEl>
                                        <p:attrNameLst>
                                          <p:attrName>style.visibility</p:attrName>
                                        </p:attrNameLst>
                                      </p:cBhvr>
                                      <p:to>
                                        <p:strVal val="visible"/>
                                      </p:to>
                                    </p:set>
                                    <p:animEffect transition="in" filter="wipe(left)">
                                      <p:cBhvr>
                                        <p:cTn id="111" dur="500"/>
                                        <p:tgtEl>
                                          <p:spTgt spid="47"/>
                                        </p:tgtEl>
                                      </p:cBhvr>
                                    </p:animEffect>
                                  </p:childTnLst>
                                </p:cTn>
                              </p:par>
                            </p:childTnLst>
                          </p:cTn>
                        </p:par>
                        <p:par>
                          <p:cTn id="112" fill="hold">
                            <p:stCondLst>
                              <p:cond delay="500"/>
                            </p:stCondLst>
                            <p:childTnLst>
                              <p:par>
                                <p:cTn id="113" presetID="1" presetClass="entr" presetSubtype="0" fill="hold" grpId="0" nodeType="afterEffect">
                                  <p:stCondLst>
                                    <p:cond delay="0"/>
                                  </p:stCondLst>
                                  <p:childTnLst>
                                    <p:set>
                                      <p:cBhvr>
                                        <p:cTn id="114" dur="1" fill="hold">
                                          <p:stCondLst>
                                            <p:cond delay="0"/>
                                          </p:stCondLst>
                                        </p:cTn>
                                        <p:tgtEl>
                                          <p:spTgt spid="38"/>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xit" presetSubtype="0" fill="hold" nodeType="clickEffect">
                                  <p:stCondLst>
                                    <p:cond delay="0"/>
                                  </p:stCondLst>
                                  <p:childTnLst>
                                    <p:set>
                                      <p:cBhvr>
                                        <p:cTn id="118" dur="1" fill="hold">
                                          <p:stCondLst>
                                            <p:cond delay="0"/>
                                          </p:stCondLst>
                                        </p:cTn>
                                        <p:tgtEl>
                                          <p:spTgt spid="47"/>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44"/>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46"/>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48"/>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0" grpId="0" animBg="1"/>
      <p:bldP spid="26" grpId="0" animBg="1"/>
      <p:bldP spid="29" grpId="0" animBg="1"/>
      <p:bldP spid="31" grpId="0"/>
      <p:bldP spid="32" grpId="0"/>
      <p:bldP spid="33" grpId="0"/>
      <p:bldP spid="34" grpId="0"/>
      <p:bldP spid="35" grpId="0"/>
      <p:bldP spid="36" grpId="0"/>
      <p:bldP spid="37" grpId="0"/>
      <p:bldP spid="38" grpId="0"/>
      <p:bldP spid="44" grpId="0"/>
      <p:bldP spid="46" grpId="0"/>
      <p:bldP spid="48" grpId="0"/>
      <p:bldP spid="49"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9951A2-01C1-4D0C-80E5-17B57CAA2CA6}"/>
              </a:ext>
            </a:extLst>
          </p:cNvPr>
          <p:cNvSpPr>
            <a:spLocks noGrp="1"/>
          </p:cNvSpPr>
          <p:nvPr>
            <p:ph type="title"/>
          </p:nvPr>
        </p:nvSpPr>
        <p:spPr/>
        <p:txBody>
          <a:bodyPr>
            <a:normAutofit/>
          </a:bodyPr>
          <a:lstStyle/>
          <a:p>
            <a:r>
              <a:rPr lang="en-IN" dirty="0"/>
              <a:t>Example</a:t>
            </a: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23F450DE-D213-4EC5-A3DC-E76CF5501F23}"/>
                  </a:ext>
                </a:extLst>
              </p:cNvPr>
              <p:cNvSpPr txBox="1"/>
              <p:nvPr/>
            </p:nvSpPr>
            <p:spPr>
              <a:xfrm>
                <a:off x="1230742" y="2772507"/>
                <a:ext cx="616225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A</m:t>
                              </m:r>
                            </m:e>
                            <m:sub>
                              <m:r>
                                <a:rPr lang="en-IN" sz="2800" b="0" i="0">
                                  <a:solidFill>
                                    <a:srgbClr val="002060"/>
                                  </a:solidFill>
                                  <a:latin typeface="Cambria Math" panose="02040503050406030204" pitchFamily="18" charset="0"/>
                                </a:rPr>
                                <m:t>1</m:t>
                              </m:r>
                            </m:sub>
                          </m:sSub>
                        </m:e>
                      </m:d>
                      <m:r>
                        <a:rPr lang="en-IN" sz="2800" b="0" i="0">
                          <a:solidFill>
                            <a:srgbClr val="002060"/>
                          </a:solidFill>
                          <a:latin typeface="Cambria Math" panose="02040503050406030204" pitchFamily="18" charset="0"/>
                        </a:rPr>
                        <m:t>⋅</m:t>
                      </m:r>
                      <m:r>
                        <m:rPr>
                          <m:sty m:val="p"/>
                        </m:rPr>
                        <a:rPr lang="en-IN"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a:solidFill>
                                <a:srgbClr val="002060"/>
                              </a:solidFill>
                              <a:latin typeface="Cambria Math" panose="02040503050406030204" pitchFamily="18" charset="0"/>
                            </a:rPr>
                            <m:t>B</m:t>
                          </m:r>
                          <m:r>
                            <a:rPr lang="en-IN" sz="2800" b="0" i="0">
                              <a:solidFill>
                                <a:srgbClr val="002060"/>
                              </a:solidFill>
                              <a:latin typeface="Cambria Math" panose="02040503050406030204" pitchFamily="18" charset="0"/>
                            </a:rPr>
                            <m:t> </m:t>
                          </m:r>
                        </m:e>
                        <m:e>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A</m:t>
                              </m:r>
                            </m:e>
                            <m:sub>
                              <m:r>
                                <a:rPr lang="en-IN" sz="2800" b="0" i="0">
                                  <a:solidFill>
                                    <a:srgbClr val="002060"/>
                                  </a:solidFill>
                                  <a:latin typeface="Cambria Math" panose="02040503050406030204" pitchFamily="18" charset="0"/>
                                </a:rPr>
                                <m:t>1</m:t>
                              </m:r>
                            </m:sub>
                          </m:sSub>
                        </m:e>
                      </m:d>
                      <m:r>
                        <a:rPr lang="en-IN" sz="2800" b="0" i="0">
                          <a:solidFill>
                            <a:srgbClr val="002060"/>
                          </a:solidFill>
                          <a:latin typeface="Cambria Math" panose="02040503050406030204" pitchFamily="18" charset="0"/>
                        </a:rPr>
                        <m:t> + </m:t>
                      </m:r>
                      <m:r>
                        <m:rPr>
                          <m:sty m:val="p"/>
                        </m:rPr>
                        <a:rPr lang="en-IN"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A</m:t>
                              </m:r>
                            </m:e>
                            <m:sub>
                              <m:r>
                                <a:rPr lang="en-IN" sz="2800" b="0" i="0">
                                  <a:solidFill>
                                    <a:srgbClr val="002060"/>
                                  </a:solidFill>
                                  <a:latin typeface="Cambria Math" panose="02040503050406030204" pitchFamily="18" charset="0"/>
                                </a:rPr>
                                <m:t>2</m:t>
                              </m:r>
                            </m:sub>
                          </m:sSub>
                        </m:e>
                      </m:d>
                      <m:r>
                        <a:rPr lang="en-IN" sz="2800" b="0" i="0">
                          <a:solidFill>
                            <a:srgbClr val="002060"/>
                          </a:solidFill>
                          <a:latin typeface="Cambria Math" panose="02040503050406030204" pitchFamily="18" charset="0"/>
                        </a:rPr>
                        <m:t>⋅</m:t>
                      </m:r>
                      <m:r>
                        <m:rPr>
                          <m:sty m:val="p"/>
                        </m:rPr>
                        <a:rPr lang="en-IN"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a:solidFill>
                                <a:srgbClr val="002060"/>
                              </a:solidFill>
                              <a:latin typeface="Cambria Math" panose="02040503050406030204" pitchFamily="18" charset="0"/>
                            </a:rPr>
                            <m:t>B</m:t>
                          </m:r>
                          <m:r>
                            <a:rPr lang="en-IN" sz="2800" b="0" i="0">
                              <a:solidFill>
                                <a:srgbClr val="002060"/>
                              </a:solidFill>
                              <a:latin typeface="Cambria Math" panose="02040503050406030204" pitchFamily="18" charset="0"/>
                            </a:rPr>
                            <m:t> </m:t>
                          </m:r>
                        </m:e>
                        <m:e>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A</m:t>
                              </m:r>
                            </m:e>
                            <m:sub>
                              <m:r>
                                <a:rPr lang="en-IN" sz="2800" b="0" i="0">
                                  <a:solidFill>
                                    <a:srgbClr val="002060"/>
                                  </a:solidFill>
                                  <a:latin typeface="Cambria Math" panose="02040503050406030204" pitchFamily="18" charset="0"/>
                                </a:rPr>
                                <m:t>2</m:t>
                              </m:r>
                            </m:sub>
                          </m:sSub>
                        </m:e>
                      </m:d>
                    </m:oMath>
                  </m:oMathPara>
                </a14:m>
                <a:endParaRPr lang="en-IN" sz="2800" dirty="0">
                  <a:solidFill>
                    <a:srgbClr val="002060"/>
                  </a:solidFill>
                </a:endParaRPr>
              </a:p>
            </p:txBody>
          </p:sp>
        </mc:Choice>
        <mc:Fallback xmlns="">
          <p:sp>
            <p:nvSpPr>
              <p:cNvPr id="48" name="TextBox 47">
                <a:extLst>
                  <a:ext uri="{FF2B5EF4-FFF2-40B4-BE49-F238E27FC236}">
                    <a16:creationId xmlns:a16="http://schemas.microsoft.com/office/drawing/2014/main" id="{23F450DE-D213-4EC5-A3DC-E76CF5501F23}"/>
                  </a:ext>
                </a:extLst>
              </p:cNvPr>
              <p:cNvSpPr txBox="1">
                <a:spLocks noRot="1" noChangeAspect="1" noMove="1" noResize="1" noEditPoints="1" noAdjustHandles="1" noChangeArrowheads="1" noChangeShapeType="1" noTextEdit="1"/>
              </p:cNvSpPr>
              <p:nvPr/>
            </p:nvSpPr>
            <p:spPr>
              <a:xfrm>
                <a:off x="1230742" y="2772507"/>
                <a:ext cx="6162251"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57972130-4272-4991-AC4B-61D519875DBD}"/>
                  </a:ext>
                </a:extLst>
              </p:cNvPr>
              <p:cNvSpPr txBox="1"/>
              <p:nvPr/>
            </p:nvSpPr>
            <p:spPr>
              <a:xfrm>
                <a:off x="407759" y="2772507"/>
                <a:ext cx="82047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e>
                      </m:d>
                    </m:oMath>
                  </m:oMathPara>
                </a14:m>
                <a:endParaRPr lang="en-IN" sz="2800" dirty="0">
                  <a:solidFill>
                    <a:srgbClr val="002060"/>
                  </a:solidFill>
                  <a:latin typeface="Cambria Math" panose="02040503050406030204" pitchFamily="18" charset="0"/>
                </a:endParaRPr>
              </a:p>
            </p:txBody>
          </p:sp>
        </mc:Choice>
        <mc:Fallback xmlns="">
          <p:sp>
            <p:nvSpPr>
              <p:cNvPr id="49" name="TextBox 48">
                <a:extLst>
                  <a:ext uri="{FF2B5EF4-FFF2-40B4-BE49-F238E27FC236}">
                    <a16:creationId xmlns:a16="http://schemas.microsoft.com/office/drawing/2014/main" id="{57972130-4272-4991-AC4B-61D519875DBD}"/>
                  </a:ext>
                </a:extLst>
              </p:cNvPr>
              <p:cNvSpPr txBox="1">
                <a:spLocks noRot="1" noChangeAspect="1" noMove="1" noResize="1" noEditPoints="1" noAdjustHandles="1" noChangeArrowheads="1" noChangeShapeType="1" noTextEdit="1"/>
              </p:cNvSpPr>
              <p:nvPr/>
            </p:nvSpPr>
            <p:spPr>
              <a:xfrm>
                <a:off x="407759" y="2772507"/>
                <a:ext cx="820470"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87228207-708D-490C-9F54-47F28E103436}"/>
                  </a:ext>
                </a:extLst>
              </p:cNvPr>
              <p:cNvSpPr txBox="1"/>
              <p:nvPr/>
            </p:nvSpPr>
            <p:spPr>
              <a:xfrm>
                <a:off x="1230743" y="3416301"/>
                <a:ext cx="169486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IN" sz="280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.60</m:t>
                          </m:r>
                        </m:e>
                      </m:d>
                      <m:r>
                        <a:rPr lang="en-IN" sz="2800" b="0" i="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0" name="TextBox 49">
                <a:extLst>
                  <a:ext uri="{FF2B5EF4-FFF2-40B4-BE49-F238E27FC236}">
                    <a16:creationId xmlns:a16="http://schemas.microsoft.com/office/drawing/2014/main" id="{87228207-708D-490C-9F54-47F28E103436}"/>
                  </a:ext>
                </a:extLst>
              </p:cNvPr>
              <p:cNvSpPr txBox="1">
                <a:spLocks noRot="1" noChangeAspect="1" noMove="1" noResize="1" noEditPoints="1" noAdjustHandles="1" noChangeArrowheads="1" noChangeShapeType="1" noTextEdit="1"/>
              </p:cNvSpPr>
              <p:nvPr/>
            </p:nvSpPr>
            <p:spPr>
              <a:xfrm>
                <a:off x="1230743" y="3416301"/>
                <a:ext cx="1694865"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B1DF149B-88E3-4D7C-8C04-8491BDA3FF05}"/>
                  </a:ext>
                </a:extLst>
              </p:cNvPr>
              <p:cNvSpPr txBox="1"/>
              <p:nvPr/>
            </p:nvSpPr>
            <p:spPr>
              <a:xfrm>
                <a:off x="1230743" y="4060095"/>
                <a:ext cx="1218616"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US" smtClean="0">
                          <a:latin typeface="Cambria Math" panose="02040503050406030204" pitchFamily="18" charset="0"/>
                        </a:rPr>
                        <m:t>=0.06</m:t>
                      </m:r>
                    </m:oMath>
                  </m:oMathPara>
                </a14:m>
                <a:endParaRPr lang="en-IN" dirty="0"/>
              </a:p>
            </p:txBody>
          </p:sp>
        </mc:Choice>
        <mc:Fallback xmlns="">
          <p:sp>
            <p:nvSpPr>
              <p:cNvPr id="51" name="TextBox 50">
                <a:extLst>
                  <a:ext uri="{FF2B5EF4-FFF2-40B4-BE49-F238E27FC236}">
                    <a16:creationId xmlns:a16="http://schemas.microsoft.com/office/drawing/2014/main" id="{B1DF149B-88E3-4D7C-8C04-8491BDA3FF05}"/>
                  </a:ext>
                </a:extLst>
              </p:cNvPr>
              <p:cNvSpPr txBox="1">
                <a:spLocks noRot="1" noChangeAspect="1" noMove="1" noResize="1" noEditPoints="1" noAdjustHandles="1" noChangeArrowheads="1" noChangeShapeType="1" noTextEdit="1"/>
              </p:cNvSpPr>
              <p:nvPr/>
            </p:nvSpPr>
            <p:spPr>
              <a:xfrm>
                <a:off x="1230743" y="4060095"/>
                <a:ext cx="1218616"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9095C752-18F9-4C20-93E7-5A836245ED7C}"/>
                  </a:ext>
                </a:extLst>
              </p:cNvPr>
              <p:cNvSpPr txBox="1"/>
              <p:nvPr/>
            </p:nvSpPr>
            <p:spPr>
              <a:xfrm>
                <a:off x="1230742" y="4703889"/>
                <a:ext cx="1328579"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US" smtClean="0">
                          <a:latin typeface="Cambria Math" panose="02040503050406030204" pitchFamily="18" charset="0"/>
                        </a:rPr>
                        <m:t>=0.0</m:t>
                      </m:r>
                      <m:r>
                        <a:rPr lang="en-IN" b="0" i="0" smtClean="0">
                          <a:latin typeface="Cambria Math" panose="02040503050406030204" pitchFamily="18" charset="0"/>
                        </a:rPr>
                        <m:t>8</m:t>
                      </m:r>
                    </m:oMath>
                  </m:oMathPara>
                </a14:m>
                <a:endParaRPr lang="en-IN" dirty="0"/>
              </a:p>
            </p:txBody>
          </p:sp>
        </mc:Choice>
        <mc:Fallback xmlns="">
          <p:sp>
            <p:nvSpPr>
              <p:cNvPr id="52" name="TextBox 51">
                <a:extLst>
                  <a:ext uri="{FF2B5EF4-FFF2-40B4-BE49-F238E27FC236}">
                    <a16:creationId xmlns:a16="http://schemas.microsoft.com/office/drawing/2014/main" id="{9095C752-18F9-4C20-93E7-5A836245ED7C}"/>
                  </a:ext>
                </a:extLst>
              </p:cNvPr>
              <p:cNvSpPr txBox="1">
                <a:spLocks noRot="1" noChangeAspect="1" noMove="1" noResize="1" noEditPoints="1" noAdjustHandles="1" noChangeArrowheads="1" noChangeShapeType="1" noTextEdit="1"/>
              </p:cNvSpPr>
              <p:nvPr/>
            </p:nvSpPr>
            <p:spPr>
              <a:xfrm>
                <a:off x="1230742" y="4703889"/>
                <a:ext cx="1328579"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FE142F2-2367-4667-AC7B-E26FAE90B1FB}"/>
                  </a:ext>
                </a:extLst>
              </p:cNvPr>
              <p:cNvSpPr txBox="1"/>
              <p:nvPr/>
            </p:nvSpPr>
            <p:spPr>
              <a:xfrm>
                <a:off x="2906673" y="3416301"/>
                <a:ext cx="1132918"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0.10</m:t>
                          </m:r>
                        </m:e>
                      </m:d>
                    </m:oMath>
                  </m:oMathPara>
                </a14:m>
                <a:endParaRPr lang="en-IN" sz="2800" dirty="0">
                  <a:solidFill>
                    <a:srgbClr val="002060"/>
                  </a:solidFill>
                </a:endParaRPr>
              </a:p>
            </p:txBody>
          </p:sp>
        </mc:Choice>
        <mc:Fallback xmlns="">
          <p:sp>
            <p:nvSpPr>
              <p:cNvPr id="32" name="TextBox 31">
                <a:extLst>
                  <a:ext uri="{FF2B5EF4-FFF2-40B4-BE49-F238E27FC236}">
                    <a16:creationId xmlns:a16="http://schemas.microsoft.com/office/drawing/2014/main" id="{EFE142F2-2367-4667-AC7B-E26FAE90B1FB}"/>
                  </a:ext>
                </a:extLst>
              </p:cNvPr>
              <p:cNvSpPr txBox="1">
                <a:spLocks noRot="1" noChangeAspect="1" noMove="1" noResize="1" noEditPoints="1" noAdjustHandles="1" noChangeArrowheads="1" noChangeShapeType="1" noTextEdit="1"/>
              </p:cNvSpPr>
              <p:nvPr/>
            </p:nvSpPr>
            <p:spPr>
              <a:xfrm>
                <a:off x="2906673" y="3416301"/>
                <a:ext cx="1132918"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C8CD9B6-AAB4-426E-A1A0-0249F8711825}"/>
                  </a:ext>
                </a:extLst>
              </p:cNvPr>
              <p:cNvSpPr txBox="1"/>
              <p:nvPr/>
            </p:nvSpPr>
            <p:spPr>
              <a:xfrm>
                <a:off x="4020656" y="3416301"/>
                <a:ext cx="1676728"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0.40</m:t>
                          </m:r>
                        </m:e>
                      </m:d>
                      <m:r>
                        <a:rPr lang="en-IN" sz="280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33" name="TextBox 32">
                <a:extLst>
                  <a:ext uri="{FF2B5EF4-FFF2-40B4-BE49-F238E27FC236}">
                    <a16:creationId xmlns:a16="http://schemas.microsoft.com/office/drawing/2014/main" id="{2C8CD9B6-AAB4-426E-A1A0-0249F8711825}"/>
                  </a:ext>
                </a:extLst>
              </p:cNvPr>
              <p:cNvSpPr txBox="1">
                <a:spLocks noRot="1" noChangeAspect="1" noMove="1" noResize="1" noEditPoints="1" noAdjustHandles="1" noChangeArrowheads="1" noChangeShapeType="1" noTextEdit="1"/>
              </p:cNvSpPr>
              <p:nvPr/>
            </p:nvSpPr>
            <p:spPr>
              <a:xfrm>
                <a:off x="4020656" y="3416301"/>
                <a:ext cx="1676728"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023770ED-7262-46EA-80B2-B0E95615AC5F}"/>
                  </a:ext>
                </a:extLst>
              </p:cNvPr>
              <p:cNvSpPr txBox="1"/>
              <p:nvPr/>
            </p:nvSpPr>
            <p:spPr>
              <a:xfrm>
                <a:off x="5574290" y="3416301"/>
                <a:ext cx="104281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0.05</m:t>
                          </m:r>
                        </m:e>
                      </m:d>
                    </m:oMath>
                  </m:oMathPara>
                </a14:m>
                <a:endParaRPr lang="en-IN" sz="2800" dirty="0">
                  <a:solidFill>
                    <a:srgbClr val="002060"/>
                  </a:solidFill>
                </a:endParaRPr>
              </a:p>
            </p:txBody>
          </p:sp>
        </mc:Choice>
        <mc:Fallback xmlns="">
          <p:sp>
            <p:nvSpPr>
              <p:cNvPr id="34" name="TextBox 33">
                <a:extLst>
                  <a:ext uri="{FF2B5EF4-FFF2-40B4-BE49-F238E27FC236}">
                    <a16:creationId xmlns:a16="http://schemas.microsoft.com/office/drawing/2014/main" id="{023770ED-7262-46EA-80B2-B0E95615AC5F}"/>
                  </a:ext>
                </a:extLst>
              </p:cNvPr>
              <p:cNvSpPr txBox="1">
                <a:spLocks noRot="1" noChangeAspect="1" noMove="1" noResize="1" noEditPoints="1" noAdjustHandles="1" noChangeArrowheads="1" noChangeShapeType="1" noTextEdit="1"/>
              </p:cNvSpPr>
              <p:nvPr/>
            </p:nvSpPr>
            <p:spPr>
              <a:xfrm>
                <a:off x="5574290" y="3416301"/>
                <a:ext cx="1042812"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242E81DF-BE4D-4135-A55C-7BC41BAB643C}"/>
                  </a:ext>
                </a:extLst>
              </p:cNvPr>
              <p:cNvSpPr txBox="1"/>
              <p:nvPr/>
            </p:nvSpPr>
            <p:spPr>
              <a:xfrm>
                <a:off x="2316300" y="4060095"/>
                <a:ext cx="1218616"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US">
                          <a:latin typeface="Cambria Math" panose="02040503050406030204" pitchFamily="18" charset="0"/>
                        </a:rPr>
                        <m:t>+ 0.02</m:t>
                      </m:r>
                    </m:oMath>
                  </m:oMathPara>
                </a14:m>
                <a:endParaRPr lang="en-IN" dirty="0"/>
              </a:p>
            </p:txBody>
          </p:sp>
        </mc:Choice>
        <mc:Fallback xmlns="">
          <p:sp>
            <p:nvSpPr>
              <p:cNvPr id="37" name="TextBox 36">
                <a:extLst>
                  <a:ext uri="{FF2B5EF4-FFF2-40B4-BE49-F238E27FC236}">
                    <a16:creationId xmlns:a16="http://schemas.microsoft.com/office/drawing/2014/main" id="{242E81DF-BE4D-4135-A55C-7BC41BAB643C}"/>
                  </a:ext>
                </a:extLst>
              </p:cNvPr>
              <p:cNvSpPr txBox="1">
                <a:spLocks noRot="1" noChangeAspect="1" noMove="1" noResize="1" noEditPoints="1" noAdjustHandles="1" noChangeArrowheads="1" noChangeShapeType="1" noTextEdit="1"/>
              </p:cNvSpPr>
              <p:nvPr/>
            </p:nvSpPr>
            <p:spPr>
              <a:xfrm>
                <a:off x="2316300" y="4060095"/>
                <a:ext cx="1218616" cy="523220"/>
              </a:xfrm>
              <a:prstGeom prst="rect">
                <a:avLst/>
              </a:prstGeom>
              <a:blipFill>
                <a:blip r:embed="rId10"/>
                <a:stretch>
                  <a:fillRect/>
                </a:stretch>
              </a:blipFill>
            </p:spPr>
            <p:txBody>
              <a:bodyPr/>
              <a:lstStyle/>
              <a:p>
                <a:r>
                  <a:rPr lang="en-IN">
                    <a:noFill/>
                  </a:rPr>
                  <a:t> </a:t>
                </a:r>
              </a:p>
            </p:txBody>
          </p:sp>
        </mc:Fallback>
      </mc:AlternateContent>
      <p:cxnSp>
        <p:nvCxnSpPr>
          <p:cNvPr id="38" name="Straight Connector 37">
            <a:extLst>
              <a:ext uri="{FF2B5EF4-FFF2-40B4-BE49-F238E27FC236}">
                <a16:creationId xmlns:a16="http://schemas.microsoft.com/office/drawing/2014/main" id="{363916B3-325B-4898-BC33-546646CEA7E0}"/>
              </a:ext>
            </a:extLst>
          </p:cNvPr>
          <p:cNvCxnSpPr>
            <a:cxnSpLocks/>
            <a:endCxn id="43" idx="2"/>
          </p:cNvCxnSpPr>
          <p:nvPr/>
        </p:nvCxnSpPr>
        <p:spPr>
          <a:xfrm>
            <a:off x="8509679" y="2415663"/>
            <a:ext cx="1023738" cy="732723"/>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p:cxnSp>
        <p:nvCxnSpPr>
          <p:cNvPr id="40" name="Straight Connector 39">
            <a:extLst>
              <a:ext uri="{FF2B5EF4-FFF2-40B4-BE49-F238E27FC236}">
                <a16:creationId xmlns:a16="http://schemas.microsoft.com/office/drawing/2014/main" id="{A1BA9084-6B5B-488A-AEE3-8B5775E94E71}"/>
              </a:ext>
            </a:extLst>
          </p:cNvPr>
          <p:cNvCxnSpPr>
            <a:cxnSpLocks/>
            <a:endCxn id="41" idx="2"/>
          </p:cNvCxnSpPr>
          <p:nvPr/>
        </p:nvCxnSpPr>
        <p:spPr>
          <a:xfrm flipV="1">
            <a:off x="8509679" y="1612033"/>
            <a:ext cx="1023738" cy="803632"/>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p:sp>
        <p:nvSpPr>
          <p:cNvPr id="41" name="Oval 40">
            <a:extLst>
              <a:ext uri="{FF2B5EF4-FFF2-40B4-BE49-F238E27FC236}">
                <a16:creationId xmlns:a16="http://schemas.microsoft.com/office/drawing/2014/main" id="{297E9E3B-71D3-4064-9A2A-50D27C4E8ED9}"/>
              </a:ext>
            </a:extLst>
          </p:cNvPr>
          <p:cNvSpPr>
            <a:spLocks noChangeAspect="1"/>
          </p:cNvSpPr>
          <p:nvPr/>
        </p:nvSpPr>
        <p:spPr>
          <a:xfrm>
            <a:off x="9533417" y="1522033"/>
            <a:ext cx="180000" cy="180000"/>
          </a:xfrm>
          <a:prstGeom prst="ellips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IN"/>
          </a:p>
        </p:txBody>
      </p:sp>
      <p:sp>
        <p:nvSpPr>
          <p:cNvPr id="43" name="Oval 42">
            <a:extLst>
              <a:ext uri="{FF2B5EF4-FFF2-40B4-BE49-F238E27FC236}">
                <a16:creationId xmlns:a16="http://schemas.microsoft.com/office/drawing/2014/main" id="{6DA498B4-BDA1-47AC-8711-1280B0BBA704}"/>
              </a:ext>
            </a:extLst>
          </p:cNvPr>
          <p:cNvSpPr>
            <a:spLocks noChangeAspect="1"/>
          </p:cNvSpPr>
          <p:nvPr/>
        </p:nvSpPr>
        <p:spPr>
          <a:xfrm>
            <a:off x="9533417" y="3058386"/>
            <a:ext cx="180000" cy="180000"/>
          </a:xfrm>
          <a:prstGeom prst="ellips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IN"/>
          </a:p>
        </p:txBody>
      </p:sp>
      <p:cxnSp>
        <p:nvCxnSpPr>
          <p:cNvPr id="44" name="Straight Connector 43">
            <a:extLst>
              <a:ext uri="{FF2B5EF4-FFF2-40B4-BE49-F238E27FC236}">
                <a16:creationId xmlns:a16="http://schemas.microsoft.com/office/drawing/2014/main" id="{0DA55A7F-DDCF-4390-8209-8A2E53705FE7}"/>
              </a:ext>
            </a:extLst>
          </p:cNvPr>
          <p:cNvCxnSpPr>
            <a:cxnSpLocks/>
            <a:stCxn id="41" idx="6"/>
            <a:endCxn id="47" idx="2"/>
          </p:cNvCxnSpPr>
          <p:nvPr/>
        </p:nvCxnSpPr>
        <p:spPr>
          <a:xfrm>
            <a:off x="9713417" y="1612033"/>
            <a:ext cx="1248994" cy="0"/>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p:cxnSp>
        <p:nvCxnSpPr>
          <p:cNvPr id="45" name="Straight Connector 44">
            <a:extLst>
              <a:ext uri="{FF2B5EF4-FFF2-40B4-BE49-F238E27FC236}">
                <a16:creationId xmlns:a16="http://schemas.microsoft.com/office/drawing/2014/main" id="{4619109E-2942-49DF-853D-7F8A7C592CF0}"/>
              </a:ext>
            </a:extLst>
          </p:cNvPr>
          <p:cNvCxnSpPr>
            <a:cxnSpLocks/>
            <a:stCxn id="43" idx="6"/>
            <a:endCxn id="53" idx="2"/>
          </p:cNvCxnSpPr>
          <p:nvPr/>
        </p:nvCxnSpPr>
        <p:spPr>
          <a:xfrm>
            <a:off x="9713417" y="3148386"/>
            <a:ext cx="1248994" cy="0"/>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p:sp>
        <p:nvSpPr>
          <p:cNvPr id="47" name="Oval 46">
            <a:extLst>
              <a:ext uri="{FF2B5EF4-FFF2-40B4-BE49-F238E27FC236}">
                <a16:creationId xmlns:a16="http://schemas.microsoft.com/office/drawing/2014/main" id="{FD41B2EB-DA63-4A86-872C-65720BA4AF00}"/>
              </a:ext>
            </a:extLst>
          </p:cNvPr>
          <p:cNvSpPr>
            <a:spLocks noChangeAspect="1"/>
          </p:cNvSpPr>
          <p:nvPr/>
        </p:nvSpPr>
        <p:spPr>
          <a:xfrm>
            <a:off x="10962411" y="1522033"/>
            <a:ext cx="180000" cy="180000"/>
          </a:xfrm>
          <a:prstGeom prst="ellips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IN"/>
          </a:p>
        </p:txBody>
      </p:sp>
      <p:sp>
        <p:nvSpPr>
          <p:cNvPr id="53" name="Oval 52">
            <a:extLst>
              <a:ext uri="{FF2B5EF4-FFF2-40B4-BE49-F238E27FC236}">
                <a16:creationId xmlns:a16="http://schemas.microsoft.com/office/drawing/2014/main" id="{038E4956-1102-4430-802A-9BA8378535A5}"/>
              </a:ext>
            </a:extLst>
          </p:cNvPr>
          <p:cNvSpPr>
            <a:spLocks noChangeAspect="1"/>
          </p:cNvSpPr>
          <p:nvPr/>
        </p:nvSpPr>
        <p:spPr>
          <a:xfrm>
            <a:off x="10962411" y="3058386"/>
            <a:ext cx="180000" cy="180000"/>
          </a:xfrm>
          <a:prstGeom prst="ellips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AFD70CD4-4C02-429A-86C1-DBBBD55E0557}"/>
                  </a:ext>
                </a:extLst>
              </p:cNvPr>
              <p:cNvSpPr txBox="1"/>
              <p:nvPr/>
            </p:nvSpPr>
            <p:spPr>
              <a:xfrm>
                <a:off x="9392445" y="1084566"/>
                <a:ext cx="623761" cy="4924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IN" sz="2600" i="1" dirty="0" smtClean="0">
                              <a:solidFill>
                                <a:srgbClr val="002060"/>
                              </a:solidFill>
                              <a:latin typeface="Cambria Math" panose="02040503050406030204" pitchFamily="18" charset="0"/>
                            </a:rPr>
                          </m:ctrlPr>
                        </m:sSubPr>
                        <m:e>
                          <m:r>
                            <m:rPr>
                              <m:sty m:val="p"/>
                            </m:rPr>
                            <a:rPr lang="en-IN" sz="2600" i="0" dirty="0" smtClean="0">
                              <a:solidFill>
                                <a:srgbClr val="002060"/>
                              </a:solidFill>
                              <a:latin typeface="Cambria Math" panose="02040503050406030204" pitchFamily="18" charset="0"/>
                            </a:rPr>
                            <m:t>A</m:t>
                          </m:r>
                        </m:e>
                        <m:sub>
                          <m:r>
                            <a:rPr lang="en-IN" sz="2600" i="0" dirty="0" smtClean="0">
                              <a:solidFill>
                                <a:srgbClr val="002060"/>
                              </a:solidFill>
                              <a:latin typeface="Cambria Math" panose="02040503050406030204" pitchFamily="18" charset="0"/>
                            </a:rPr>
                            <m:t>1</m:t>
                          </m:r>
                        </m:sub>
                      </m:sSub>
                    </m:oMath>
                  </m:oMathPara>
                </a14:m>
                <a:endParaRPr lang="en-IN" sz="2600" dirty="0">
                  <a:solidFill>
                    <a:srgbClr val="002060"/>
                  </a:solidFill>
                </a:endParaRPr>
              </a:p>
            </p:txBody>
          </p:sp>
        </mc:Choice>
        <mc:Fallback xmlns="">
          <p:sp>
            <p:nvSpPr>
              <p:cNvPr id="54" name="TextBox 53">
                <a:extLst>
                  <a:ext uri="{FF2B5EF4-FFF2-40B4-BE49-F238E27FC236}">
                    <a16:creationId xmlns:a16="http://schemas.microsoft.com/office/drawing/2014/main" id="{AFD70CD4-4C02-429A-86C1-DBBBD55E0557}"/>
                  </a:ext>
                </a:extLst>
              </p:cNvPr>
              <p:cNvSpPr txBox="1">
                <a:spLocks noRot="1" noChangeAspect="1" noMove="1" noResize="1" noEditPoints="1" noAdjustHandles="1" noChangeArrowheads="1" noChangeShapeType="1" noTextEdit="1"/>
              </p:cNvSpPr>
              <p:nvPr/>
            </p:nvSpPr>
            <p:spPr>
              <a:xfrm>
                <a:off x="9392445" y="1084566"/>
                <a:ext cx="623761" cy="492443"/>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4751F401-E9C7-4133-9A0F-0549666907C3}"/>
                  </a:ext>
                </a:extLst>
              </p:cNvPr>
              <p:cNvSpPr txBox="1"/>
              <p:nvPr/>
            </p:nvSpPr>
            <p:spPr>
              <a:xfrm>
                <a:off x="9388597" y="3170079"/>
                <a:ext cx="631455" cy="4924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IN" sz="2600" i="1" dirty="0" smtClean="0">
                              <a:solidFill>
                                <a:srgbClr val="002060"/>
                              </a:solidFill>
                              <a:latin typeface="Cambria Math" panose="02040503050406030204" pitchFamily="18" charset="0"/>
                            </a:rPr>
                          </m:ctrlPr>
                        </m:sSubPr>
                        <m:e>
                          <m:r>
                            <m:rPr>
                              <m:sty m:val="p"/>
                            </m:rPr>
                            <a:rPr lang="en-IN" sz="2600" i="0" dirty="0" smtClean="0">
                              <a:solidFill>
                                <a:srgbClr val="002060"/>
                              </a:solidFill>
                              <a:latin typeface="Cambria Math" panose="02040503050406030204" pitchFamily="18" charset="0"/>
                            </a:rPr>
                            <m:t>A</m:t>
                          </m:r>
                        </m:e>
                        <m:sub>
                          <m:r>
                            <a:rPr lang="en-IN" sz="2600" b="0" i="0" dirty="0" smtClean="0">
                              <a:solidFill>
                                <a:srgbClr val="002060"/>
                              </a:solidFill>
                              <a:latin typeface="Cambria Math" panose="02040503050406030204" pitchFamily="18" charset="0"/>
                            </a:rPr>
                            <m:t>2</m:t>
                          </m:r>
                        </m:sub>
                      </m:sSub>
                    </m:oMath>
                  </m:oMathPara>
                </a14:m>
                <a:endParaRPr lang="en-IN" sz="2600" dirty="0">
                  <a:solidFill>
                    <a:srgbClr val="002060"/>
                  </a:solidFill>
                </a:endParaRPr>
              </a:p>
            </p:txBody>
          </p:sp>
        </mc:Choice>
        <mc:Fallback xmlns="">
          <p:sp>
            <p:nvSpPr>
              <p:cNvPr id="55" name="TextBox 54">
                <a:extLst>
                  <a:ext uri="{FF2B5EF4-FFF2-40B4-BE49-F238E27FC236}">
                    <a16:creationId xmlns:a16="http://schemas.microsoft.com/office/drawing/2014/main" id="{4751F401-E9C7-4133-9A0F-0549666907C3}"/>
                  </a:ext>
                </a:extLst>
              </p:cNvPr>
              <p:cNvSpPr txBox="1">
                <a:spLocks noRot="1" noChangeAspect="1" noMove="1" noResize="1" noEditPoints="1" noAdjustHandles="1" noChangeArrowheads="1" noChangeShapeType="1" noTextEdit="1"/>
              </p:cNvSpPr>
              <p:nvPr/>
            </p:nvSpPr>
            <p:spPr>
              <a:xfrm>
                <a:off x="9388597" y="3170079"/>
                <a:ext cx="631455" cy="492443"/>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DE52D197-219F-4762-A467-4856233D2A32}"/>
                  </a:ext>
                </a:extLst>
              </p:cNvPr>
              <p:cNvSpPr txBox="1"/>
              <p:nvPr/>
            </p:nvSpPr>
            <p:spPr>
              <a:xfrm>
                <a:off x="10819814" y="1109966"/>
                <a:ext cx="465191" cy="4924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IN" sz="2600" b="0" i="0" dirty="0" smtClean="0">
                          <a:solidFill>
                            <a:srgbClr val="002060"/>
                          </a:solidFill>
                          <a:latin typeface="Cambria Math" panose="02040503050406030204" pitchFamily="18" charset="0"/>
                        </a:rPr>
                        <m:t>B</m:t>
                      </m:r>
                    </m:oMath>
                  </m:oMathPara>
                </a14:m>
                <a:endParaRPr lang="en-IN" sz="2600" dirty="0">
                  <a:solidFill>
                    <a:srgbClr val="002060"/>
                  </a:solidFill>
                </a:endParaRPr>
              </a:p>
            </p:txBody>
          </p:sp>
        </mc:Choice>
        <mc:Fallback xmlns="">
          <p:sp>
            <p:nvSpPr>
              <p:cNvPr id="56" name="TextBox 55">
                <a:extLst>
                  <a:ext uri="{FF2B5EF4-FFF2-40B4-BE49-F238E27FC236}">
                    <a16:creationId xmlns:a16="http://schemas.microsoft.com/office/drawing/2014/main" id="{DE52D197-219F-4762-A467-4856233D2A32}"/>
                  </a:ext>
                </a:extLst>
              </p:cNvPr>
              <p:cNvSpPr txBox="1">
                <a:spLocks noRot="1" noChangeAspect="1" noMove="1" noResize="1" noEditPoints="1" noAdjustHandles="1" noChangeArrowheads="1" noChangeShapeType="1" noTextEdit="1"/>
              </p:cNvSpPr>
              <p:nvPr/>
            </p:nvSpPr>
            <p:spPr>
              <a:xfrm>
                <a:off x="10819814" y="1109966"/>
                <a:ext cx="465191" cy="492443"/>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A032C246-CFCC-4902-AFEE-DDE3DDEB7694}"/>
                  </a:ext>
                </a:extLst>
              </p:cNvPr>
              <p:cNvSpPr txBox="1"/>
              <p:nvPr/>
            </p:nvSpPr>
            <p:spPr>
              <a:xfrm>
                <a:off x="10819815" y="3182778"/>
                <a:ext cx="465191" cy="4924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IN" sz="2600" b="0" i="0" dirty="0" smtClean="0">
                          <a:solidFill>
                            <a:srgbClr val="002060"/>
                          </a:solidFill>
                          <a:latin typeface="Cambria Math" panose="02040503050406030204" pitchFamily="18" charset="0"/>
                        </a:rPr>
                        <m:t>B</m:t>
                      </m:r>
                    </m:oMath>
                  </m:oMathPara>
                </a14:m>
                <a:endParaRPr lang="en-IN" sz="2600" dirty="0">
                  <a:solidFill>
                    <a:srgbClr val="002060"/>
                  </a:solidFill>
                </a:endParaRPr>
              </a:p>
            </p:txBody>
          </p:sp>
        </mc:Choice>
        <mc:Fallback xmlns="">
          <p:sp>
            <p:nvSpPr>
              <p:cNvPr id="57" name="TextBox 56">
                <a:extLst>
                  <a:ext uri="{FF2B5EF4-FFF2-40B4-BE49-F238E27FC236}">
                    <a16:creationId xmlns:a16="http://schemas.microsoft.com/office/drawing/2014/main" id="{A032C246-CFCC-4902-AFEE-DDE3DDEB7694}"/>
                  </a:ext>
                </a:extLst>
              </p:cNvPr>
              <p:cNvSpPr txBox="1">
                <a:spLocks noRot="1" noChangeAspect="1" noMove="1" noResize="1" noEditPoints="1" noAdjustHandles="1" noChangeArrowheads="1" noChangeShapeType="1" noTextEdit="1"/>
              </p:cNvSpPr>
              <p:nvPr/>
            </p:nvSpPr>
            <p:spPr>
              <a:xfrm>
                <a:off x="10819815" y="3182778"/>
                <a:ext cx="465191" cy="492443"/>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4868BA0-6B10-4933-A104-E18B2B45DD53}"/>
                  </a:ext>
                </a:extLst>
              </p:cNvPr>
              <p:cNvSpPr txBox="1"/>
              <p:nvPr/>
            </p:nvSpPr>
            <p:spPr>
              <a:xfrm>
                <a:off x="8368867" y="1455811"/>
                <a:ext cx="883575" cy="4924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IN" sz="2600" b="0" i="1" dirty="0" smtClean="0">
                          <a:solidFill>
                            <a:srgbClr val="0070C0"/>
                          </a:solidFill>
                          <a:latin typeface="Cambria Math" panose="02040503050406030204" pitchFamily="18" charset="0"/>
                        </a:rPr>
                        <m:t>0.60</m:t>
                      </m:r>
                    </m:oMath>
                  </m:oMathPara>
                </a14:m>
                <a:endParaRPr lang="en-IN" sz="2600" dirty="0">
                  <a:solidFill>
                    <a:srgbClr val="0070C0"/>
                  </a:solidFill>
                </a:endParaRPr>
              </a:p>
            </p:txBody>
          </p:sp>
        </mc:Choice>
        <mc:Fallback xmlns="">
          <p:sp>
            <p:nvSpPr>
              <p:cNvPr id="58" name="TextBox 57">
                <a:extLst>
                  <a:ext uri="{FF2B5EF4-FFF2-40B4-BE49-F238E27FC236}">
                    <a16:creationId xmlns:a16="http://schemas.microsoft.com/office/drawing/2014/main" id="{34868BA0-6B10-4933-A104-E18B2B45DD53}"/>
                  </a:ext>
                </a:extLst>
              </p:cNvPr>
              <p:cNvSpPr txBox="1">
                <a:spLocks noRot="1" noChangeAspect="1" noMove="1" noResize="1" noEditPoints="1" noAdjustHandles="1" noChangeArrowheads="1" noChangeShapeType="1" noTextEdit="1"/>
              </p:cNvSpPr>
              <p:nvPr/>
            </p:nvSpPr>
            <p:spPr>
              <a:xfrm>
                <a:off x="8368867" y="1455811"/>
                <a:ext cx="883575" cy="492443"/>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ED0930FC-83E7-46DB-A24F-1E10FFE80CB5}"/>
                  </a:ext>
                </a:extLst>
              </p:cNvPr>
              <p:cNvSpPr txBox="1"/>
              <p:nvPr/>
            </p:nvSpPr>
            <p:spPr>
              <a:xfrm>
                <a:off x="8366962" y="2782024"/>
                <a:ext cx="883575" cy="492443"/>
              </a:xfrm>
              <a:prstGeom prst="rect">
                <a:avLst/>
              </a:prstGeom>
              <a:noFill/>
            </p:spPr>
            <p:txBody>
              <a:bodyPr wrap="none" rtlCol="0">
                <a:spAutoFit/>
              </a:bodyPr>
              <a:lstStyle>
                <a:defPPr>
                  <a:defRPr lang="en-US"/>
                </a:defPPr>
                <a:lvl1pPr>
                  <a:defRPr sz="2600" b="0" i="1">
                    <a:solidFill>
                      <a:srgbClr val="0070C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dirty="0">
                          <a:latin typeface="Cambria Math" panose="02040503050406030204" pitchFamily="18" charset="0"/>
                        </a:rPr>
                        <m:t>0.40</m:t>
                      </m:r>
                    </m:oMath>
                  </m:oMathPara>
                </a14:m>
                <a:endParaRPr lang="en-IN" dirty="0"/>
              </a:p>
            </p:txBody>
          </p:sp>
        </mc:Choice>
        <mc:Fallback xmlns="">
          <p:sp>
            <p:nvSpPr>
              <p:cNvPr id="59" name="TextBox 58">
                <a:extLst>
                  <a:ext uri="{FF2B5EF4-FFF2-40B4-BE49-F238E27FC236}">
                    <a16:creationId xmlns:a16="http://schemas.microsoft.com/office/drawing/2014/main" id="{ED0930FC-83E7-46DB-A24F-1E10FFE80CB5}"/>
                  </a:ext>
                </a:extLst>
              </p:cNvPr>
              <p:cNvSpPr txBox="1">
                <a:spLocks noRot="1" noChangeAspect="1" noMove="1" noResize="1" noEditPoints="1" noAdjustHandles="1" noChangeArrowheads="1" noChangeShapeType="1" noTextEdit="1"/>
              </p:cNvSpPr>
              <p:nvPr/>
            </p:nvSpPr>
            <p:spPr>
              <a:xfrm>
                <a:off x="8366962" y="2782024"/>
                <a:ext cx="883575" cy="492443"/>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940178F6-282B-40F0-8080-863DE18DF887}"/>
                  </a:ext>
                </a:extLst>
              </p:cNvPr>
              <p:cNvSpPr txBox="1"/>
              <p:nvPr/>
            </p:nvSpPr>
            <p:spPr>
              <a:xfrm>
                <a:off x="9914077" y="1122302"/>
                <a:ext cx="883575" cy="492443"/>
              </a:xfrm>
              <a:prstGeom prst="rect">
                <a:avLst/>
              </a:prstGeom>
              <a:noFill/>
            </p:spPr>
            <p:txBody>
              <a:bodyPr wrap="none" rtlCol="0">
                <a:spAutoFit/>
              </a:bodyPr>
              <a:lstStyle>
                <a:defPPr>
                  <a:defRPr lang="en-US"/>
                </a:defPPr>
                <a:lvl1pPr>
                  <a:defRPr sz="2600" b="0" i="1">
                    <a:solidFill>
                      <a:srgbClr val="0070C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dirty="0">
                          <a:latin typeface="Cambria Math" panose="02040503050406030204" pitchFamily="18" charset="0"/>
                        </a:rPr>
                        <m:t>0.10</m:t>
                      </m:r>
                    </m:oMath>
                  </m:oMathPara>
                </a14:m>
                <a:endParaRPr lang="en-IN" dirty="0"/>
              </a:p>
            </p:txBody>
          </p:sp>
        </mc:Choice>
        <mc:Fallback xmlns="">
          <p:sp>
            <p:nvSpPr>
              <p:cNvPr id="60" name="TextBox 59">
                <a:extLst>
                  <a:ext uri="{FF2B5EF4-FFF2-40B4-BE49-F238E27FC236}">
                    <a16:creationId xmlns:a16="http://schemas.microsoft.com/office/drawing/2014/main" id="{940178F6-282B-40F0-8080-863DE18DF887}"/>
                  </a:ext>
                </a:extLst>
              </p:cNvPr>
              <p:cNvSpPr txBox="1">
                <a:spLocks noRot="1" noChangeAspect="1" noMove="1" noResize="1" noEditPoints="1" noAdjustHandles="1" noChangeArrowheads="1" noChangeShapeType="1" noTextEdit="1"/>
              </p:cNvSpPr>
              <p:nvPr/>
            </p:nvSpPr>
            <p:spPr>
              <a:xfrm>
                <a:off x="9914077" y="1122302"/>
                <a:ext cx="883575" cy="492443"/>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51E1EFD9-D754-42C2-B89C-FC1F356D7B0D}"/>
                  </a:ext>
                </a:extLst>
              </p:cNvPr>
              <p:cNvSpPr txBox="1"/>
              <p:nvPr/>
            </p:nvSpPr>
            <p:spPr>
              <a:xfrm>
                <a:off x="9952073" y="3127714"/>
                <a:ext cx="883575" cy="492443"/>
              </a:xfrm>
              <a:prstGeom prst="rect">
                <a:avLst/>
              </a:prstGeom>
              <a:noFill/>
            </p:spPr>
            <p:txBody>
              <a:bodyPr wrap="none" rtlCol="0">
                <a:spAutoFit/>
              </a:bodyPr>
              <a:lstStyle>
                <a:defPPr>
                  <a:defRPr lang="en-US"/>
                </a:defPPr>
                <a:lvl1pPr>
                  <a:defRPr sz="2600" b="0" i="1">
                    <a:solidFill>
                      <a:srgbClr val="0070C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dirty="0">
                          <a:latin typeface="Cambria Math" panose="02040503050406030204" pitchFamily="18" charset="0"/>
                        </a:rPr>
                        <m:t>0.05</m:t>
                      </m:r>
                    </m:oMath>
                  </m:oMathPara>
                </a14:m>
                <a:endParaRPr lang="en-IN" dirty="0"/>
              </a:p>
            </p:txBody>
          </p:sp>
        </mc:Choice>
        <mc:Fallback xmlns="">
          <p:sp>
            <p:nvSpPr>
              <p:cNvPr id="61" name="TextBox 60">
                <a:extLst>
                  <a:ext uri="{FF2B5EF4-FFF2-40B4-BE49-F238E27FC236}">
                    <a16:creationId xmlns:a16="http://schemas.microsoft.com/office/drawing/2014/main" id="{51E1EFD9-D754-42C2-B89C-FC1F356D7B0D}"/>
                  </a:ext>
                </a:extLst>
              </p:cNvPr>
              <p:cNvSpPr txBox="1">
                <a:spLocks noRot="1" noChangeAspect="1" noMove="1" noResize="1" noEditPoints="1" noAdjustHandles="1" noChangeArrowheads="1" noChangeShapeType="1" noTextEdit="1"/>
              </p:cNvSpPr>
              <p:nvPr/>
            </p:nvSpPr>
            <p:spPr>
              <a:xfrm>
                <a:off x="9952073" y="3127714"/>
                <a:ext cx="883575" cy="492443"/>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B7C598F0-8AD7-4C70-B104-E2C7974D5282}"/>
                  </a:ext>
                </a:extLst>
              </p:cNvPr>
              <p:cNvSpPr txBox="1"/>
              <p:nvPr/>
            </p:nvSpPr>
            <p:spPr>
              <a:xfrm>
                <a:off x="412177" y="987182"/>
                <a:ext cx="225256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1</m:t>
                              </m:r>
                            </m:sub>
                          </m:sSub>
                        </m:e>
                      </m:d>
                      <m:r>
                        <a:rPr lang="en-US" sz="2800" i="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.60</m:t>
                      </m:r>
                    </m:oMath>
                  </m:oMathPara>
                </a14:m>
                <a:endParaRPr lang="en-IN" sz="2800" dirty="0">
                  <a:solidFill>
                    <a:srgbClr val="002060"/>
                  </a:solidFill>
                  <a:latin typeface="Cambria Math" panose="02040503050406030204" pitchFamily="18" charset="0"/>
                </a:endParaRPr>
              </a:p>
            </p:txBody>
          </p:sp>
        </mc:Choice>
        <mc:Fallback xmlns="">
          <p:sp>
            <p:nvSpPr>
              <p:cNvPr id="78" name="TextBox 77">
                <a:extLst>
                  <a:ext uri="{FF2B5EF4-FFF2-40B4-BE49-F238E27FC236}">
                    <a16:creationId xmlns:a16="http://schemas.microsoft.com/office/drawing/2014/main" id="{B7C598F0-8AD7-4C70-B104-E2C7974D5282}"/>
                  </a:ext>
                </a:extLst>
              </p:cNvPr>
              <p:cNvSpPr txBox="1">
                <a:spLocks noRot="1" noChangeAspect="1" noMove="1" noResize="1" noEditPoints="1" noAdjustHandles="1" noChangeArrowheads="1" noChangeShapeType="1" noTextEdit="1"/>
              </p:cNvSpPr>
              <p:nvPr/>
            </p:nvSpPr>
            <p:spPr>
              <a:xfrm>
                <a:off x="412177" y="987182"/>
                <a:ext cx="2252560"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00F4AE7F-4C39-49A9-9F33-49D10C6B93D2}"/>
                  </a:ext>
                </a:extLst>
              </p:cNvPr>
              <p:cNvSpPr txBox="1"/>
              <p:nvPr/>
            </p:nvSpPr>
            <p:spPr>
              <a:xfrm>
                <a:off x="412177" y="1596143"/>
                <a:ext cx="225256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2</m:t>
                              </m:r>
                            </m:sub>
                          </m:sSub>
                        </m:e>
                      </m:d>
                      <m:r>
                        <a:rPr lang="en-US" sz="2800" i="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.40</m:t>
                      </m:r>
                    </m:oMath>
                  </m:oMathPara>
                </a14:m>
                <a:endParaRPr lang="en-IN" sz="2800" dirty="0">
                  <a:solidFill>
                    <a:srgbClr val="002060"/>
                  </a:solidFill>
                  <a:latin typeface="Cambria Math" panose="02040503050406030204" pitchFamily="18" charset="0"/>
                </a:endParaRPr>
              </a:p>
            </p:txBody>
          </p:sp>
        </mc:Choice>
        <mc:Fallback xmlns="">
          <p:sp>
            <p:nvSpPr>
              <p:cNvPr id="79" name="TextBox 78">
                <a:extLst>
                  <a:ext uri="{FF2B5EF4-FFF2-40B4-BE49-F238E27FC236}">
                    <a16:creationId xmlns:a16="http://schemas.microsoft.com/office/drawing/2014/main" id="{00F4AE7F-4C39-49A9-9F33-49D10C6B93D2}"/>
                  </a:ext>
                </a:extLst>
              </p:cNvPr>
              <p:cNvSpPr txBox="1">
                <a:spLocks noRot="1" noChangeAspect="1" noMove="1" noResize="1" noEditPoints="1" noAdjustHandles="1" noChangeArrowheads="1" noChangeShapeType="1" noTextEdit="1"/>
              </p:cNvSpPr>
              <p:nvPr/>
            </p:nvSpPr>
            <p:spPr>
              <a:xfrm>
                <a:off x="412177" y="1596143"/>
                <a:ext cx="2252560"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B5948793-D768-417F-ACB6-004F117CA8BF}"/>
                  </a:ext>
                </a:extLst>
              </p:cNvPr>
              <p:cNvSpPr txBox="1"/>
              <p:nvPr/>
            </p:nvSpPr>
            <p:spPr>
              <a:xfrm>
                <a:off x="3252437" y="987182"/>
                <a:ext cx="278268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r>
                        <a:rPr lang="en-US" sz="2800" i="0">
                          <a:solidFill>
                            <a:srgbClr val="002060"/>
                          </a:solidFill>
                          <a:latin typeface="Cambria Math" panose="02040503050406030204" pitchFamily="18" charset="0"/>
                        </a:rPr>
                        <m:t>=</m:t>
                      </m:r>
                      <m:r>
                        <a:rPr lang="en-IN" sz="2800" i="0" smtClean="0">
                          <a:solidFill>
                            <a:srgbClr val="002060"/>
                          </a:solidFill>
                          <a:latin typeface="Cambria Math" panose="02040503050406030204" pitchFamily="18" charset="0"/>
                        </a:rPr>
                        <m:t>0</m:t>
                      </m:r>
                      <m:r>
                        <a:rPr lang="en-IN" sz="2800" b="0" i="0" smtClean="0">
                          <a:solidFill>
                            <a:srgbClr val="002060"/>
                          </a:solidFill>
                          <a:latin typeface="Cambria Math" panose="02040503050406030204" pitchFamily="18" charset="0"/>
                        </a:rPr>
                        <m:t>.10</m:t>
                      </m:r>
                    </m:oMath>
                  </m:oMathPara>
                </a14:m>
                <a:endParaRPr lang="en-IN" sz="2800" dirty="0">
                  <a:solidFill>
                    <a:srgbClr val="002060"/>
                  </a:solidFill>
                  <a:latin typeface="Cambria Math" panose="02040503050406030204" pitchFamily="18" charset="0"/>
                </a:endParaRPr>
              </a:p>
            </p:txBody>
          </p:sp>
        </mc:Choice>
        <mc:Fallback xmlns="">
          <p:sp>
            <p:nvSpPr>
              <p:cNvPr id="80" name="TextBox 79">
                <a:extLst>
                  <a:ext uri="{FF2B5EF4-FFF2-40B4-BE49-F238E27FC236}">
                    <a16:creationId xmlns:a16="http://schemas.microsoft.com/office/drawing/2014/main" id="{B5948793-D768-417F-ACB6-004F117CA8BF}"/>
                  </a:ext>
                </a:extLst>
              </p:cNvPr>
              <p:cNvSpPr txBox="1">
                <a:spLocks noRot="1" noChangeAspect="1" noMove="1" noResize="1" noEditPoints="1" noAdjustHandles="1" noChangeArrowheads="1" noChangeShapeType="1" noTextEdit="1"/>
              </p:cNvSpPr>
              <p:nvPr/>
            </p:nvSpPr>
            <p:spPr>
              <a:xfrm>
                <a:off x="3252437" y="987182"/>
                <a:ext cx="2782680"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F3CD6D65-CF2A-4A5B-BC66-64CFF4745BA5}"/>
                  </a:ext>
                </a:extLst>
              </p:cNvPr>
              <p:cNvSpPr txBox="1"/>
              <p:nvPr/>
            </p:nvSpPr>
            <p:spPr>
              <a:xfrm>
                <a:off x="3252437" y="1596143"/>
                <a:ext cx="278268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r>
                        <a:rPr lang="en-US" sz="2800" i="0">
                          <a:solidFill>
                            <a:srgbClr val="002060"/>
                          </a:solidFill>
                          <a:latin typeface="Cambria Math" panose="02040503050406030204" pitchFamily="18" charset="0"/>
                        </a:rPr>
                        <m:t>=</m:t>
                      </m:r>
                      <m:r>
                        <a:rPr lang="en-IN" sz="2800" i="0" smtClean="0">
                          <a:solidFill>
                            <a:srgbClr val="002060"/>
                          </a:solidFill>
                          <a:latin typeface="Cambria Math" panose="02040503050406030204" pitchFamily="18" charset="0"/>
                        </a:rPr>
                        <m:t>0</m:t>
                      </m:r>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 </m:t>
                      </m:r>
                      <m:r>
                        <a:rPr lang="en-IN" sz="2800" b="0" i="0" smtClean="0">
                          <a:solidFill>
                            <a:srgbClr val="002060"/>
                          </a:solidFill>
                          <a:latin typeface="Cambria Math" panose="02040503050406030204" pitchFamily="18" charset="0"/>
                        </a:rPr>
                        <m:t>05</m:t>
                      </m:r>
                    </m:oMath>
                  </m:oMathPara>
                </a14:m>
                <a:endParaRPr lang="en-IN" sz="2800" dirty="0">
                  <a:solidFill>
                    <a:srgbClr val="002060"/>
                  </a:solidFill>
                  <a:latin typeface="Cambria Math" panose="02040503050406030204" pitchFamily="18" charset="0"/>
                </a:endParaRPr>
              </a:p>
            </p:txBody>
          </p:sp>
        </mc:Choice>
        <mc:Fallback xmlns="">
          <p:sp>
            <p:nvSpPr>
              <p:cNvPr id="81" name="TextBox 80">
                <a:extLst>
                  <a:ext uri="{FF2B5EF4-FFF2-40B4-BE49-F238E27FC236}">
                    <a16:creationId xmlns:a16="http://schemas.microsoft.com/office/drawing/2014/main" id="{F3CD6D65-CF2A-4A5B-BC66-64CFF4745BA5}"/>
                  </a:ext>
                </a:extLst>
              </p:cNvPr>
              <p:cNvSpPr txBox="1">
                <a:spLocks noRot="1" noChangeAspect="1" noMove="1" noResize="1" noEditPoints="1" noAdjustHandles="1" noChangeArrowheads="1" noChangeShapeType="1" noTextEdit="1"/>
              </p:cNvSpPr>
              <p:nvPr/>
            </p:nvSpPr>
            <p:spPr>
              <a:xfrm>
                <a:off x="3252437" y="1596143"/>
                <a:ext cx="2782680" cy="523220"/>
              </a:xfrm>
              <a:prstGeom prst="rect">
                <a:avLst/>
              </a:prstGeom>
              <a:blipFill>
                <a:blip r:embed="rId2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7795321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P spid="50" grpId="0"/>
      <p:bldP spid="51" grpId="0"/>
      <p:bldP spid="52" grpId="0"/>
      <p:bldP spid="32" grpId="0"/>
      <p:bldP spid="33" grpId="0"/>
      <p:bldP spid="34" grpId="0"/>
      <p:bldP spid="37"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4B7CD6-D667-4021-852B-B1B52B399BE2}"/>
              </a:ext>
            </a:extLst>
          </p:cNvPr>
          <p:cNvSpPr>
            <a:spLocks noGrp="1"/>
          </p:cNvSpPr>
          <p:nvPr>
            <p:ph type="title"/>
          </p:nvPr>
        </p:nvSpPr>
        <p:spPr/>
        <p:txBody>
          <a:bodyPr/>
          <a:lstStyle/>
          <a:p>
            <a:r>
              <a:rPr lang="en-IN" dirty="0"/>
              <a:t>Bayes’ Theorem</a:t>
            </a:r>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0472FD8-5380-4DCB-BEBA-49E882DCD04A}"/>
                  </a:ext>
                </a:extLst>
              </p:cNvPr>
              <p:cNvSpPr>
                <a:spLocks noGrp="1"/>
              </p:cNvSpPr>
              <p:nvPr>
                <p:ph idx="1"/>
              </p:nvPr>
            </p:nvSpPr>
            <p:spPr/>
            <p:txBody>
              <a:bodyPr/>
              <a:lstStyle/>
              <a:p>
                <a:r>
                  <a:rPr lang="en-US" b="1" dirty="0">
                    <a:solidFill>
                      <a:srgbClr val="002060"/>
                    </a:solidFill>
                    <a:effectLst/>
                    <a:ea typeface="Times New Roman" panose="02020603050405020304" pitchFamily="18" charset="0"/>
                    <a:cs typeface="Shruti" panose="020B0502040204020203" pitchFamily="34" charset="0"/>
                  </a:rPr>
                  <a:t>Statement:</a:t>
                </a:r>
                <a:endParaRPr lang="en-IN" dirty="0">
                  <a:solidFill>
                    <a:srgbClr val="002060"/>
                  </a:solidFill>
                  <a:effectLst/>
                  <a:ea typeface="Times New Roman" panose="02020603050405020304" pitchFamily="18" charset="0"/>
                  <a:cs typeface="Shruti" panose="020B0502040204020203" pitchFamily="34" charset="0"/>
                </a:endParaRPr>
              </a:p>
              <a:p>
                <a:pPr lvl="1"/>
                <a:r>
                  <a:rPr lang="en-US" dirty="0">
                    <a:effectLst/>
                    <a:ea typeface="Calibri" panose="020F0502020204030204" pitchFamily="34" charset="0"/>
                    <a:cs typeface="Shruti" panose="020B0502040204020203" pitchFamily="34" charset="0"/>
                  </a:rPr>
                  <a:t>Let </a:t>
                </a:r>
                <a14:m>
                  <m:oMath xmlns:m="http://schemas.openxmlformats.org/officeDocument/2006/math">
                    <m:sSub>
                      <m:sSubPr>
                        <m:ctrlPr>
                          <a:rPr lang="en-IN" i="1">
                            <a:effectLst/>
                            <a:latin typeface="Cambria Math" panose="02040503050406030204" pitchFamily="18" charset="0"/>
                          </a:rPr>
                        </m:ctrlPr>
                      </m:sSubPr>
                      <m:e>
                        <m:r>
                          <m:rPr>
                            <m:sty m:val="p"/>
                          </m:rPr>
                          <a:rPr lang="en-US" i="0" smtClean="0">
                            <a:effectLst/>
                            <a:latin typeface="Cambria Math" panose="02040503050406030204" pitchFamily="18" charset="0"/>
                            <a:ea typeface="Calibri" panose="020F0502020204030204" pitchFamily="34" charset="0"/>
                            <a:cs typeface="Shruti" panose="020B0502040204020203" pitchFamily="34" charset="0"/>
                          </a:rPr>
                          <m:t>A</m:t>
                        </m:r>
                      </m:e>
                      <m:sub>
                        <m:r>
                          <a:rPr lang="en-US" i="0" smtClean="0">
                            <a:effectLst/>
                            <a:latin typeface="Cambria Math" panose="02040503050406030204" pitchFamily="18" charset="0"/>
                            <a:ea typeface="Calibri" panose="020F0502020204030204" pitchFamily="34" charset="0"/>
                            <a:cs typeface="Shruti" panose="020B0502040204020203" pitchFamily="34" charset="0"/>
                          </a:rPr>
                          <m:t>1</m:t>
                        </m:r>
                      </m:sub>
                    </m:sSub>
                    <m:r>
                      <a:rPr lang="en-IN" b="0" i="0" smtClean="0">
                        <a:effectLst/>
                        <a:latin typeface="Cambria Math" panose="02040503050406030204" pitchFamily="18" charset="0"/>
                        <a:ea typeface="Calibri" panose="020F0502020204030204" pitchFamily="34" charset="0"/>
                        <a:cs typeface="Shruti" panose="020B0502040204020203" pitchFamily="34" charset="0"/>
                      </a:rPr>
                      <m:t>,</m:t>
                    </m:r>
                    <m:r>
                      <a:rPr lang="en-IN" b="0" i="1" smtClean="0">
                        <a:effectLst/>
                        <a:latin typeface="Cambria Math" panose="02040503050406030204" pitchFamily="18" charset="0"/>
                        <a:ea typeface="Calibri" panose="020F0502020204030204" pitchFamily="34" charset="0"/>
                        <a:cs typeface="Shruti" panose="020B0502040204020203" pitchFamily="34" charset="0"/>
                      </a:rPr>
                      <m:t> </m:t>
                    </m:r>
                    <m:sSub>
                      <m:sSubPr>
                        <m:ctrlPr>
                          <a:rPr lang="en-IN" i="1">
                            <a:effectLst/>
                            <a:latin typeface="Cambria Math" panose="02040503050406030204" pitchFamily="18" charset="0"/>
                          </a:rPr>
                        </m:ctrlPr>
                      </m:sSubPr>
                      <m:e>
                        <m:r>
                          <m:rPr>
                            <m:sty m:val="p"/>
                          </m:rPr>
                          <a:rPr lang="en-US" i="0" smtClean="0">
                            <a:effectLst/>
                            <a:latin typeface="Cambria Math" panose="02040503050406030204" pitchFamily="18" charset="0"/>
                            <a:ea typeface="Calibri" panose="020F0502020204030204" pitchFamily="34" charset="0"/>
                            <a:cs typeface="Shruti" panose="020B0502040204020203" pitchFamily="34" charset="0"/>
                          </a:rPr>
                          <m:t>A</m:t>
                        </m:r>
                      </m:e>
                      <m:sub>
                        <m:r>
                          <a:rPr lang="en-US" i="0" smtClean="0">
                            <a:effectLst/>
                            <a:latin typeface="Cambria Math" panose="02040503050406030204" pitchFamily="18" charset="0"/>
                            <a:ea typeface="Calibri" panose="020F0502020204030204" pitchFamily="34" charset="0"/>
                            <a:cs typeface="Shruti" panose="020B0502040204020203" pitchFamily="34" charset="0"/>
                          </a:rPr>
                          <m:t>2</m:t>
                        </m:r>
                      </m:sub>
                    </m:sSub>
                    <m:r>
                      <a:rPr lang="en-IN">
                        <a:latin typeface="Cambria Math" panose="02040503050406030204" pitchFamily="18" charset="0"/>
                        <a:ea typeface="Calibri" panose="020F0502020204030204" pitchFamily="34" charset="0"/>
                        <a:cs typeface="Shruti" panose="020B0502040204020203" pitchFamily="34" charset="0"/>
                      </a:rPr>
                      <m:t>,</m:t>
                    </m:r>
                    <m:r>
                      <a:rPr lang="en-IN" i="1">
                        <a:latin typeface="Cambria Math" panose="02040503050406030204" pitchFamily="18" charset="0"/>
                        <a:ea typeface="Calibri" panose="020F0502020204030204" pitchFamily="34" charset="0"/>
                        <a:cs typeface="Shruti" panose="020B0502040204020203" pitchFamily="34" charset="0"/>
                      </a:rPr>
                      <m:t> </m:t>
                    </m:r>
                    <m:sSub>
                      <m:sSubPr>
                        <m:ctrlPr>
                          <a:rPr lang="en-IN" i="1">
                            <a:effectLst/>
                            <a:latin typeface="Cambria Math" panose="02040503050406030204" pitchFamily="18" charset="0"/>
                          </a:rPr>
                        </m:ctrlPr>
                      </m:sSubPr>
                      <m:e>
                        <m:r>
                          <m:rPr>
                            <m:sty m:val="p"/>
                          </m:rPr>
                          <a:rPr lang="en-US" i="0" smtClean="0">
                            <a:effectLst/>
                            <a:latin typeface="Cambria Math" panose="02040503050406030204" pitchFamily="18" charset="0"/>
                            <a:ea typeface="Calibri" panose="020F0502020204030204" pitchFamily="34" charset="0"/>
                            <a:cs typeface="Shruti" panose="020B0502040204020203" pitchFamily="34" charset="0"/>
                          </a:rPr>
                          <m:t>A</m:t>
                        </m:r>
                      </m:e>
                      <m:sub>
                        <m:r>
                          <a:rPr lang="en-US" i="0" smtClean="0">
                            <a:effectLst/>
                            <a:latin typeface="Cambria Math" panose="02040503050406030204" pitchFamily="18" charset="0"/>
                            <a:ea typeface="Calibri" panose="020F0502020204030204" pitchFamily="34" charset="0"/>
                            <a:cs typeface="Shruti" panose="020B0502040204020203" pitchFamily="34" charset="0"/>
                          </a:rPr>
                          <m:t>3</m:t>
                        </m:r>
                      </m:sub>
                    </m:sSub>
                    <m:r>
                      <a:rPr lang="en-IN">
                        <a:latin typeface="Cambria Math" panose="02040503050406030204" pitchFamily="18" charset="0"/>
                        <a:ea typeface="Calibri" panose="020F0502020204030204" pitchFamily="34" charset="0"/>
                        <a:cs typeface="Shruti" panose="020B0502040204020203" pitchFamily="34" charset="0"/>
                      </a:rPr>
                      <m:t>,</m:t>
                    </m:r>
                    <m:r>
                      <a:rPr lang="en-IN" i="1">
                        <a:latin typeface="Cambria Math" panose="02040503050406030204" pitchFamily="18" charset="0"/>
                        <a:ea typeface="Calibri" panose="020F0502020204030204" pitchFamily="34" charset="0"/>
                        <a:cs typeface="Shruti" panose="020B0502040204020203" pitchFamily="34" charset="0"/>
                      </a:rPr>
                      <m:t> </m:t>
                    </m:r>
                    <m:r>
                      <a:rPr lang="en-US" i="0" smtClean="0">
                        <a:effectLst/>
                        <a:latin typeface="Cambria Math" panose="02040503050406030204" pitchFamily="18" charset="0"/>
                        <a:ea typeface="Calibri" panose="020F0502020204030204" pitchFamily="34" charset="0"/>
                        <a:cs typeface="Shruti" panose="020B0502040204020203" pitchFamily="34" charset="0"/>
                      </a:rPr>
                      <m:t>…</m:t>
                    </m:r>
                    <m:r>
                      <a:rPr lang="en-IN">
                        <a:latin typeface="Cambria Math" panose="02040503050406030204" pitchFamily="18" charset="0"/>
                        <a:ea typeface="Calibri" panose="020F0502020204030204" pitchFamily="34" charset="0"/>
                        <a:cs typeface="Shruti" panose="020B0502040204020203" pitchFamily="34" charset="0"/>
                      </a:rPr>
                      <m:t>,</m:t>
                    </m:r>
                    <m:r>
                      <a:rPr lang="en-IN" i="1">
                        <a:latin typeface="Cambria Math" panose="02040503050406030204" pitchFamily="18" charset="0"/>
                        <a:ea typeface="Calibri" panose="020F0502020204030204" pitchFamily="34" charset="0"/>
                        <a:cs typeface="Shruti" panose="020B0502040204020203" pitchFamily="34" charset="0"/>
                      </a:rPr>
                      <m:t> </m:t>
                    </m:r>
                    <m:sSub>
                      <m:sSubPr>
                        <m:ctrlPr>
                          <a:rPr lang="en-IN" i="1">
                            <a:effectLst/>
                            <a:latin typeface="Cambria Math" panose="02040503050406030204" pitchFamily="18" charset="0"/>
                          </a:rPr>
                        </m:ctrlPr>
                      </m:sSubPr>
                      <m:e>
                        <m:r>
                          <m:rPr>
                            <m:sty m:val="p"/>
                          </m:rPr>
                          <a:rPr lang="en-US" i="0" smtClean="0">
                            <a:effectLst/>
                            <a:latin typeface="Cambria Math" panose="02040503050406030204" pitchFamily="18" charset="0"/>
                            <a:ea typeface="Calibri" panose="020F0502020204030204" pitchFamily="34" charset="0"/>
                            <a:cs typeface="Shruti" panose="020B0502040204020203" pitchFamily="34" charset="0"/>
                          </a:rPr>
                          <m:t>A</m:t>
                        </m:r>
                      </m:e>
                      <m:sub>
                        <m:r>
                          <m:rPr>
                            <m:sty m:val="p"/>
                          </m:rPr>
                          <a:rPr lang="en-US" i="0" smtClean="0">
                            <a:effectLst/>
                            <a:latin typeface="Cambria Math" panose="02040503050406030204" pitchFamily="18" charset="0"/>
                            <a:ea typeface="Calibri" panose="020F0502020204030204" pitchFamily="34" charset="0"/>
                            <a:cs typeface="Shruti" panose="020B0502040204020203" pitchFamily="34" charset="0"/>
                          </a:rPr>
                          <m:t>n</m:t>
                        </m:r>
                      </m:sub>
                    </m:sSub>
                  </m:oMath>
                </a14:m>
                <a:r>
                  <a:rPr lang="en-US" dirty="0">
                    <a:effectLst/>
                    <a:ea typeface="Calibri" panose="020F0502020204030204" pitchFamily="34" charset="0"/>
                    <a:cs typeface="Shruti" panose="020B0502040204020203" pitchFamily="34" charset="0"/>
                  </a:rPr>
                  <a:t> be </a:t>
                </a:r>
                <a:r>
                  <a:rPr lang="en-IN" dirty="0">
                    <a:effectLst/>
                    <a:ea typeface="Calibri" panose="020F0502020204030204" pitchFamily="34" charset="0"/>
                    <a:cs typeface="Shruti" panose="020B0502040204020203" pitchFamily="34" charset="0"/>
                  </a:rPr>
                  <a:t>mutually exclusive and exhaustive events of the sample space S with </a:t>
                </a:r>
                <a14:m>
                  <m:oMath xmlns:m="http://schemas.openxmlformats.org/officeDocument/2006/math">
                    <m:r>
                      <m:rPr>
                        <m:sty m:val="p"/>
                      </m:rPr>
                      <a:rPr lang="en-IN" i="0" smtClean="0">
                        <a:effectLst/>
                        <a:latin typeface="Cambria Math" panose="02040503050406030204" pitchFamily="18" charset="0"/>
                        <a:ea typeface="Calibri" panose="020F0502020204030204" pitchFamily="34" charset="0"/>
                        <a:cs typeface="Shruti" panose="020B0502040204020203" pitchFamily="34" charset="0"/>
                      </a:rPr>
                      <m:t>P</m:t>
                    </m:r>
                    <m:d>
                      <m:dPr>
                        <m:ctrlPr>
                          <a:rPr lang="en-IN" i="1">
                            <a:effectLst/>
                            <a:latin typeface="Cambria Math" panose="02040503050406030204" pitchFamily="18" charset="0"/>
                          </a:rPr>
                        </m:ctrlPr>
                      </m:dPr>
                      <m:e>
                        <m:sSub>
                          <m:sSubPr>
                            <m:ctrlPr>
                              <a:rPr lang="en-IN" i="1">
                                <a:effectLst/>
                                <a:latin typeface="Cambria Math" panose="02040503050406030204" pitchFamily="18" charset="0"/>
                              </a:rPr>
                            </m:ctrlPr>
                          </m:sSubPr>
                          <m:e>
                            <m:r>
                              <m:rPr>
                                <m:sty m:val="p"/>
                              </m:rPr>
                              <a:rPr lang="en-IN" i="0" smtClean="0">
                                <a:effectLst/>
                                <a:latin typeface="Cambria Math" panose="02040503050406030204" pitchFamily="18" charset="0"/>
                                <a:ea typeface="Calibri" panose="020F0502020204030204" pitchFamily="34" charset="0"/>
                                <a:cs typeface="Shruti" panose="020B0502040204020203" pitchFamily="34" charset="0"/>
                              </a:rPr>
                              <m:t>A</m:t>
                            </m:r>
                          </m:e>
                          <m:sub>
                            <m:r>
                              <m:rPr>
                                <m:sty m:val="p"/>
                              </m:rPr>
                              <a:rPr lang="en-IN" i="0" smtClean="0">
                                <a:effectLst/>
                                <a:latin typeface="Cambria Math" panose="02040503050406030204" pitchFamily="18" charset="0"/>
                                <a:ea typeface="Calibri" panose="020F0502020204030204" pitchFamily="34" charset="0"/>
                                <a:cs typeface="Shruti" panose="020B0502040204020203" pitchFamily="34" charset="0"/>
                              </a:rPr>
                              <m:t>i</m:t>
                            </m:r>
                          </m:sub>
                        </m:sSub>
                      </m:e>
                    </m:d>
                    <m:r>
                      <a:rPr lang="en-IN" i="0" smtClean="0">
                        <a:effectLst/>
                        <a:latin typeface="Cambria Math" panose="02040503050406030204" pitchFamily="18" charset="0"/>
                        <a:ea typeface="Calibri" panose="020F0502020204030204" pitchFamily="34" charset="0"/>
                        <a:cs typeface="Shruti" panose="020B0502040204020203" pitchFamily="34" charset="0"/>
                      </a:rPr>
                      <m:t>≠0</m:t>
                    </m:r>
                  </m:oMath>
                </a14:m>
                <a:r>
                  <a:rPr lang="en-IN" i="0" dirty="0">
                    <a:effectLst/>
                    <a:latin typeface="+mj-lt"/>
                    <a:ea typeface="Calibri" panose="020F0502020204030204" pitchFamily="34" charset="0"/>
                    <a:cs typeface="Shruti" panose="020B0502040204020203" pitchFamily="34" charset="0"/>
                  </a:rPr>
                  <a:t>, for </a:t>
                </a:r>
                <a14:m>
                  <m:oMath xmlns:m="http://schemas.openxmlformats.org/officeDocument/2006/math">
                    <m:r>
                      <m:rPr>
                        <m:sty m:val="p"/>
                      </m:rPr>
                      <a:rPr lang="en-IN" i="0" smtClean="0">
                        <a:effectLst/>
                        <a:latin typeface="Cambria Math" panose="02040503050406030204" pitchFamily="18" charset="0"/>
                        <a:ea typeface="Calibri" panose="020F0502020204030204" pitchFamily="34" charset="0"/>
                        <a:cs typeface="Shruti" panose="020B0502040204020203" pitchFamily="34" charset="0"/>
                      </a:rPr>
                      <m:t>i</m:t>
                    </m:r>
                    <m:r>
                      <a:rPr lang="en-IN" i="0" smtClean="0">
                        <a:effectLst/>
                        <a:latin typeface="Cambria Math" panose="02040503050406030204" pitchFamily="18" charset="0"/>
                        <a:ea typeface="Calibri" panose="020F0502020204030204" pitchFamily="34" charset="0"/>
                        <a:cs typeface="Shruti" panose="020B0502040204020203" pitchFamily="34" charset="0"/>
                      </a:rPr>
                      <m:t>=1,</m:t>
                    </m:r>
                    <m:r>
                      <a:rPr lang="en-IN" i="1">
                        <a:latin typeface="Cambria Math" panose="02040503050406030204" pitchFamily="18" charset="0"/>
                        <a:ea typeface="Calibri" panose="020F0502020204030204" pitchFamily="34" charset="0"/>
                        <a:cs typeface="Shruti" panose="020B0502040204020203" pitchFamily="34" charset="0"/>
                      </a:rPr>
                      <m:t> </m:t>
                    </m:r>
                    <m:r>
                      <a:rPr lang="en-IN" i="0" smtClean="0">
                        <a:effectLst/>
                        <a:latin typeface="Cambria Math" panose="02040503050406030204" pitchFamily="18" charset="0"/>
                        <a:ea typeface="Calibri" panose="020F0502020204030204" pitchFamily="34" charset="0"/>
                        <a:cs typeface="Shruti" panose="020B0502040204020203" pitchFamily="34" charset="0"/>
                      </a:rPr>
                      <m:t>2</m:t>
                    </m:r>
                    <m:r>
                      <a:rPr lang="en-IN">
                        <a:latin typeface="Cambria Math" panose="02040503050406030204" pitchFamily="18" charset="0"/>
                        <a:ea typeface="Calibri" panose="020F0502020204030204" pitchFamily="34" charset="0"/>
                        <a:cs typeface="Shruti" panose="020B0502040204020203" pitchFamily="34" charset="0"/>
                      </a:rPr>
                      <m:t>,</m:t>
                    </m:r>
                    <m:r>
                      <a:rPr lang="en-IN" i="1">
                        <a:latin typeface="Cambria Math" panose="02040503050406030204" pitchFamily="18" charset="0"/>
                        <a:ea typeface="Calibri" panose="020F0502020204030204" pitchFamily="34" charset="0"/>
                        <a:cs typeface="Shruti" panose="020B0502040204020203" pitchFamily="34" charset="0"/>
                      </a:rPr>
                      <m:t> </m:t>
                    </m:r>
                    <m:r>
                      <a:rPr lang="en-IN">
                        <a:latin typeface="Cambria Math" panose="02040503050406030204" pitchFamily="18" charset="0"/>
                        <a:ea typeface="Calibri" panose="020F0502020204030204" pitchFamily="34" charset="0"/>
                        <a:cs typeface="Shruti" panose="020B0502040204020203" pitchFamily="34" charset="0"/>
                      </a:rPr>
                      <m:t>3,</m:t>
                    </m:r>
                    <m:r>
                      <a:rPr lang="en-IN" i="1">
                        <a:latin typeface="Cambria Math" panose="02040503050406030204" pitchFamily="18" charset="0"/>
                        <a:ea typeface="Calibri" panose="020F0502020204030204" pitchFamily="34" charset="0"/>
                        <a:cs typeface="Shruti" panose="020B0502040204020203" pitchFamily="34" charset="0"/>
                      </a:rPr>
                      <m:t> </m:t>
                    </m:r>
                    <m:r>
                      <a:rPr lang="en-IN" i="0" smtClean="0">
                        <a:effectLst/>
                        <a:latin typeface="Cambria Math" panose="02040503050406030204" pitchFamily="18" charset="0"/>
                        <a:ea typeface="Calibri" panose="020F0502020204030204" pitchFamily="34" charset="0"/>
                        <a:cs typeface="Shruti" panose="020B0502040204020203" pitchFamily="34" charset="0"/>
                      </a:rPr>
                      <m:t>…</m:t>
                    </m:r>
                    <m:r>
                      <a:rPr lang="en-IN" b="0" i="0" smtClean="0">
                        <a:effectLst/>
                        <a:latin typeface="Cambria Math" panose="02040503050406030204" pitchFamily="18" charset="0"/>
                        <a:ea typeface="Calibri" panose="020F0502020204030204" pitchFamily="34" charset="0"/>
                        <a:cs typeface="Shruti" panose="020B0502040204020203" pitchFamily="34" charset="0"/>
                      </a:rPr>
                      <m:t>,</m:t>
                    </m:r>
                    <m:r>
                      <a:rPr lang="en-IN" b="0" i="1" smtClean="0">
                        <a:effectLst/>
                        <a:latin typeface="Cambria Math" panose="02040503050406030204" pitchFamily="18" charset="0"/>
                        <a:ea typeface="Calibri" panose="020F0502020204030204" pitchFamily="34" charset="0"/>
                        <a:cs typeface="Shruti" panose="020B0502040204020203" pitchFamily="34" charset="0"/>
                      </a:rPr>
                      <m:t> </m:t>
                    </m:r>
                    <m:r>
                      <m:rPr>
                        <m:sty m:val="p"/>
                      </m:rPr>
                      <a:rPr lang="en-IN" i="0" smtClean="0">
                        <a:effectLst/>
                        <a:latin typeface="Cambria Math" panose="02040503050406030204" pitchFamily="18" charset="0"/>
                        <a:ea typeface="Calibri" panose="020F0502020204030204" pitchFamily="34" charset="0"/>
                        <a:cs typeface="Shruti" panose="020B0502040204020203" pitchFamily="34" charset="0"/>
                      </a:rPr>
                      <m:t>n</m:t>
                    </m:r>
                    <m:r>
                      <a:rPr lang="en-IN" i="0" smtClean="0">
                        <a:effectLst/>
                        <a:latin typeface="Cambria Math" panose="02040503050406030204" pitchFamily="18" charset="0"/>
                        <a:ea typeface="Calibri" panose="020F0502020204030204" pitchFamily="34" charset="0"/>
                        <a:cs typeface="Shruti" panose="020B0502040204020203" pitchFamily="34" charset="0"/>
                      </a:rPr>
                      <m:t>.</m:t>
                    </m:r>
                  </m:oMath>
                </a14:m>
                <a:r>
                  <a:rPr lang="en-IN" dirty="0">
                    <a:effectLst/>
                    <a:ea typeface="Calibri" panose="020F0502020204030204" pitchFamily="34" charset="0"/>
                    <a:cs typeface="Shruti" panose="020B0502040204020203" pitchFamily="34" charset="0"/>
                  </a:rPr>
                  <a:t> Let </a:t>
                </a:r>
                <a14:m>
                  <m:oMath xmlns:m="http://schemas.openxmlformats.org/officeDocument/2006/math">
                    <m:r>
                      <m:rPr>
                        <m:sty m:val="p"/>
                      </m:rPr>
                      <a:rPr lang="en-IN" i="0" dirty="0" smtClean="0">
                        <a:effectLst/>
                        <a:latin typeface="Cambria Math" panose="02040503050406030204" pitchFamily="18" charset="0"/>
                        <a:ea typeface="Calibri" panose="020F0502020204030204" pitchFamily="34" charset="0"/>
                        <a:cs typeface="Shruti" panose="020B0502040204020203" pitchFamily="34" charset="0"/>
                      </a:rPr>
                      <m:t>B</m:t>
                    </m:r>
                  </m:oMath>
                </a14:m>
                <a:r>
                  <a:rPr lang="en-IN" dirty="0">
                    <a:effectLst/>
                    <a:ea typeface="Calibri" panose="020F0502020204030204" pitchFamily="34" charset="0"/>
                    <a:cs typeface="Shruti" panose="020B0502040204020203" pitchFamily="34" charset="0"/>
                  </a:rPr>
                  <a:t> be any event associated with </a:t>
                </a:r>
                <a14:m>
                  <m:oMath xmlns:m="http://schemas.openxmlformats.org/officeDocument/2006/math">
                    <m:r>
                      <m:rPr>
                        <m:sty m:val="p"/>
                      </m:rPr>
                      <a:rPr lang="en-IN" i="0" dirty="0" smtClean="0">
                        <a:effectLst/>
                        <a:latin typeface="Cambria Math" panose="02040503050406030204" pitchFamily="18" charset="0"/>
                        <a:ea typeface="Calibri" panose="020F0502020204030204" pitchFamily="34" charset="0"/>
                        <a:cs typeface="Shruti" panose="020B0502040204020203" pitchFamily="34" charset="0"/>
                      </a:rPr>
                      <m:t>S</m:t>
                    </m:r>
                  </m:oMath>
                </a14:m>
                <a:r>
                  <a:rPr lang="en-IN" dirty="0">
                    <a:effectLst/>
                    <a:ea typeface="Calibri" panose="020F0502020204030204" pitchFamily="34" charset="0"/>
                    <a:cs typeface="Shruti" panose="020B0502040204020203" pitchFamily="34" charset="0"/>
                  </a:rPr>
                  <a:t> with </a:t>
                </a:r>
                <a14:m>
                  <m:oMath xmlns:m="http://schemas.openxmlformats.org/officeDocument/2006/math">
                    <m:r>
                      <m:rPr>
                        <m:sty m:val="p"/>
                      </m:rPr>
                      <a:rPr lang="en-IN" i="0" smtClean="0">
                        <a:effectLst/>
                        <a:latin typeface="Cambria Math" panose="02040503050406030204" pitchFamily="18" charset="0"/>
                        <a:ea typeface="Calibri" panose="020F0502020204030204" pitchFamily="34" charset="0"/>
                        <a:cs typeface="Shruti" panose="020B0502040204020203" pitchFamily="34" charset="0"/>
                      </a:rPr>
                      <m:t>P</m:t>
                    </m:r>
                    <m:d>
                      <m:dPr>
                        <m:ctrlPr>
                          <a:rPr lang="en-IN" i="1">
                            <a:effectLst/>
                            <a:latin typeface="Cambria Math" panose="02040503050406030204" pitchFamily="18" charset="0"/>
                          </a:rPr>
                        </m:ctrlPr>
                      </m:dPr>
                      <m:e>
                        <m:r>
                          <m:rPr>
                            <m:sty m:val="p"/>
                          </m:rPr>
                          <a:rPr lang="en-IN" i="0" smtClean="0">
                            <a:effectLst/>
                            <a:latin typeface="Cambria Math" panose="02040503050406030204" pitchFamily="18" charset="0"/>
                            <a:ea typeface="Calibri" panose="020F0502020204030204" pitchFamily="34" charset="0"/>
                            <a:cs typeface="Shruti" panose="020B0502040204020203" pitchFamily="34" charset="0"/>
                          </a:rPr>
                          <m:t>B</m:t>
                        </m:r>
                      </m:e>
                    </m:d>
                    <m:r>
                      <a:rPr lang="en-IN" i="0" smtClean="0">
                        <a:effectLst/>
                        <a:latin typeface="Cambria Math" panose="02040503050406030204" pitchFamily="18" charset="0"/>
                        <a:ea typeface="Calibri" panose="020F0502020204030204" pitchFamily="34" charset="0"/>
                        <a:cs typeface="Shruti" panose="020B0502040204020203" pitchFamily="34" charset="0"/>
                      </a:rPr>
                      <m:t>≠0</m:t>
                    </m:r>
                  </m:oMath>
                </a14:m>
                <a:r>
                  <a:rPr lang="en-IN" dirty="0">
                    <a:effectLst/>
                    <a:ea typeface="Calibri" panose="020F0502020204030204" pitchFamily="34" charset="0"/>
                    <a:cs typeface="Shruti" panose="020B0502040204020203" pitchFamily="34" charset="0"/>
                  </a:rPr>
                  <a:t>. </a:t>
                </a:r>
              </a:p>
              <a:p>
                <a:pPr marL="628650" lvl="1" indent="0">
                  <a:buNone/>
                </a:pPr>
                <a:r>
                  <a:rPr lang="en-IN" dirty="0">
                    <a:effectLst/>
                    <a:ea typeface="Calibri" panose="020F0502020204030204" pitchFamily="34" charset="0"/>
                    <a:cs typeface="Shruti" panose="020B0502040204020203" pitchFamily="34" charset="0"/>
                  </a:rPr>
                  <a:t>The probability of an event </a:t>
                </a:r>
                <a14:m>
                  <m:oMath xmlns:m="http://schemas.openxmlformats.org/officeDocument/2006/math">
                    <m:sSub>
                      <m:sSubPr>
                        <m:ctrlPr>
                          <a:rPr lang="en-IN" i="1" dirty="0" smtClean="0">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IN" i="0" dirty="0" smtClean="0">
                            <a:effectLst/>
                            <a:latin typeface="Cambria Math" panose="02040503050406030204" pitchFamily="18" charset="0"/>
                            <a:ea typeface="Calibri" panose="020F0502020204030204" pitchFamily="34" charset="0"/>
                            <a:cs typeface="Shruti" panose="020B0502040204020203" pitchFamily="34" charset="0"/>
                          </a:rPr>
                          <m:t>A</m:t>
                        </m:r>
                      </m:e>
                      <m:sub>
                        <m:r>
                          <m:rPr>
                            <m:sty m:val="p"/>
                          </m:rPr>
                          <a:rPr lang="en-IN" b="0" i="0" dirty="0" smtClean="0">
                            <a:effectLst/>
                            <a:latin typeface="Cambria Math" panose="02040503050406030204" pitchFamily="18" charset="0"/>
                            <a:ea typeface="Calibri" panose="020F0502020204030204" pitchFamily="34" charset="0"/>
                            <a:cs typeface="Shruti" panose="020B0502040204020203" pitchFamily="34" charset="0"/>
                          </a:rPr>
                          <m:t>i</m:t>
                        </m:r>
                      </m:sub>
                    </m:sSub>
                  </m:oMath>
                </a14:m>
                <a:r>
                  <a:rPr lang="en-IN" dirty="0">
                    <a:effectLst/>
                    <a:ea typeface="Calibri" panose="020F0502020204030204" pitchFamily="34" charset="0"/>
                    <a:cs typeface="Shruti" panose="020B0502040204020203" pitchFamily="34" charset="0"/>
                  </a:rPr>
                  <a:t> when the event </a:t>
                </a:r>
                <a14:m>
                  <m:oMath xmlns:m="http://schemas.openxmlformats.org/officeDocument/2006/math">
                    <m:r>
                      <m:rPr>
                        <m:sty m:val="p"/>
                      </m:rPr>
                      <a:rPr lang="en-IN" i="0" dirty="0" smtClean="0">
                        <a:effectLst/>
                        <a:latin typeface="Cambria Math" panose="02040503050406030204" pitchFamily="18" charset="0"/>
                        <a:ea typeface="Calibri" panose="020F0502020204030204" pitchFamily="34" charset="0"/>
                        <a:cs typeface="Shruti" panose="020B0502040204020203" pitchFamily="34" charset="0"/>
                      </a:rPr>
                      <m:t>B</m:t>
                    </m:r>
                  </m:oMath>
                </a14:m>
                <a:r>
                  <a:rPr lang="en-IN" dirty="0">
                    <a:effectLst/>
                    <a:ea typeface="Calibri" panose="020F0502020204030204" pitchFamily="34" charset="0"/>
                    <a:cs typeface="Shruti" panose="020B0502040204020203" pitchFamily="34" charset="0"/>
                  </a:rPr>
                  <a:t> has occurred is</a:t>
                </a:r>
                <a:endParaRPr lang="en-IN" dirty="0"/>
              </a:p>
            </p:txBody>
          </p:sp>
        </mc:Choice>
        <mc:Fallback xmlns="">
          <p:sp>
            <p:nvSpPr>
              <p:cNvPr id="2" name="Content Placeholder 1">
                <a:extLst>
                  <a:ext uri="{FF2B5EF4-FFF2-40B4-BE49-F238E27FC236}">
                    <a16:creationId xmlns:a16="http://schemas.microsoft.com/office/drawing/2014/main" id="{70472FD8-5380-4DCB-BEBA-49E882DCD04A}"/>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4B5C6AB-B805-4427-B507-F0B9201E447E}"/>
                  </a:ext>
                </a:extLst>
              </p:cNvPr>
              <p:cNvSpPr txBox="1"/>
              <p:nvPr/>
            </p:nvSpPr>
            <p:spPr>
              <a:xfrm>
                <a:off x="71664" y="4199655"/>
                <a:ext cx="196215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begChr m:val=""/>
                          <m:ctrlPr>
                            <a:rPr lang="en-IN" sz="2800" b="1" i="1" smtClean="0">
                              <a:solidFill>
                                <a:srgbClr val="FF0000"/>
                              </a:solidFill>
                              <a:latin typeface="Cambria Math" panose="02040503050406030204" pitchFamily="18" charset="0"/>
                            </a:rPr>
                          </m:ctrlPr>
                        </m:dPr>
                        <m:e>
                          <m:r>
                            <a:rPr lang="en-IN" sz="2800" b="1">
                              <a:solidFill>
                                <a:srgbClr val="FF0000"/>
                              </a:solidFill>
                              <a:latin typeface="Cambria Math" panose="02040503050406030204" pitchFamily="18" charset="0"/>
                            </a:rPr>
                            <m:t>𝐏</m:t>
                          </m:r>
                          <m:d>
                            <m:dPr>
                              <m:endChr m:val="|"/>
                              <m:ctrlPr>
                                <a:rPr lang="en-IN" sz="2800" b="1" i="1">
                                  <a:solidFill>
                                    <a:srgbClr val="FF0000"/>
                                  </a:solidFill>
                                  <a:latin typeface="Cambria Math" panose="02040503050406030204" pitchFamily="18" charset="0"/>
                                </a:rPr>
                              </m:ctrlPr>
                            </m:dPr>
                            <m:e>
                              <m:sSub>
                                <m:sSubPr>
                                  <m:ctrlPr>
                                    <a:rPr lang="en-IN" sz="2800" b="1" i="1">
                                      <a:solidFill>
                                        <a:srgbClr val="FF0000"/>
                                      </a:solidFill>
                                      <a:latin typeface="Cambria Math" panose="02040503050406030204" pitchFamily="18" charset="0"/>
                                    </a:rPr>
                                  </m:ctrlPr>
                                </m:sSubPr>
                                <m:e>
                                  <m:r>
                                    <a:rPr lang="en-IN" sz="2800" b="1" i="0">
                                      <a:solidFill>
                                        <a:srgbClr val="FF0000"/>
                                      </a:solidFill>
                                      <a:latin typeface="Cambria Math" panose="02040503050406030204" pitchFamily="18" charset="0"/>
                                    </a:rPr>
                                    <m:t>𝐀</m:t>
                                  </m:r>
                                </m:e>
                                <m:sub>
                                  <m:r>
                                    <a:rPr lang="en-IN" sz="2800" b="1" i="0">
                                      <a:solidFill>
                                        <a:srgbClr val="FF0000"/>
                                      </a:solidFill>
                                      <a:latin typeface="Cambria Math" panose="02040503050406030204" pitchFamily="18" charset="0"/>
                                    </a:rPr>
                                    <m:t>𝐢</m:t>
                                  </m:r>
                                </m:sub>
                              </m:sSub>
                              <m:r>
                                <a:rPr lang="en-IN" sz="2800" b="0" i="0">
                                  <a:solidFill>
                                    <a:srgbClr val="FF0000"/>
                                  </a:solidFill>
                                  <a:latin typeface="Cambria Math" panose="02040503050406030204" pitchFamily="18" charset="0"/>
                                </a:rPr>
                                <m:t> </m:t>
                              </m:r>
                            </m:e>
                          </m:d>
                          <m:r>
                            <a:rPr lang="en-IN" sz="2800" b="0" i="0">
                              <a:solidFill>
                                <a:srgbClr val="FF0000"/>
                              </a:solidFill>
                              <a:latin typeface="Cambria Math" panose="02040503050406030204" pitchFamily="18" charset="0"/>
                            </a:rPr>
                            <m:t> </m:t>
                          </m:r>
                          <m:r>
                            <a:rPr lang="en-IN" sz="2800" b="1" i="0">
                              <a:solidFill>
                                <a:srgbClr val="FF0000"/>
                              </a:solidFill>
                              <a:latin typeface="Cambria Math" panose="02040503050406030204" pitchFamily="18" charset="0"/>
                            </a:rPr>
                            <m:t>𝐁</m:t>
                          </m:r>
                        </m:e>
                      </m:d>
                      <m:r>
                        <a:rPr lang="en-IN" sz="2800" b="0" i="0">
                          <a:solidFill>
                            <a:srgbClr val="FF0000"/>
                          </a:solidFill>
                          <a:latin typeface="Cambria Math" panose="02040503050406030204" pitchFamily="18" charset="0"/>
                        </a:rPr>
                        <m:t>=</m:t>
                      </m:r>
                    </m:oMath>
                  </m:oMathPara>
                </a14:m>
                <a:endParaRPr lang="en-IN" sz="2800" dirty="0">
                  <a:solidFill>
                    <a:srgbClr val="FF0000"/>
                  </a:solidFill>
                </a:endParaRPr>
              </a:p>
            </p:txBody>
          </p:sp>
        </mc:Choice>
        <mc:Fallback xmlns="">
          <p:sp>
            <p:nvSpPr>
              <p:cNvPr id="6" name="TextBox 5">
                <a:extLst>
                  <a:ext uri="{FF2B5EF4-FFF2-40B4-BE49-F238E27FC236}">
                    <a16:creationId xmlns:a16="http://schemas.microsoft.com/office/drawing/2014/main" id="{64B5C6AB-B805-4427-B507-F0B9201E447E}"/>
                  </a:ext>
                </a:extLst>
              </p:cNvPr>
              <p:cNvSpPr txBox="1">
                <a:spLocks noRot="1" noChangeAspect="1" noMove="1" noResize="1" noEditPoints="1" noAdjustHandles="1" noChangeArrowheads="1" noChangeShapeType="1" noTextEdit="1"/>
              </p:cNvSpPr>
              <p:nvPr/>
            </p:nvSpPr>
            <p:spPr>
              <a:xfrm>
                <a:off x="71664" y="4199655"/>
                <a:ext cx="1962150"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E02F7F3-3BEB-4EC7-B35A-E9839B78B909}"/>
                  </a:ext>
                </a:extLst>
              </p:cNvPr>
              <p:cNvSpPr txBox="1"/>
              <p:nvPr/>
            </p:nvSpPr>
            <p:spPr>
              <a:xfrm>
                <a:off x="1962150" y="3897778"/>
                <a:ext cx="10229850" cy="112697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IN" sz="2800" i="1">
                              <a:solidFill>
                                <a:srgbClr val="FF0000"/>
                              </a:solidFill>
                              <a:latin typeface="Cambria Math" panose="02040503050406030204" pitchFamily="18" charset="0"/>
                            </a:rPr>
                          </m:ctrlPr>
                        </m:fPr>
                        <m:num>
                          <m:r>
                            <a:rPr lang="en-IN" sz="2800">
                              <a:solidFill>
                                <a:srgbClr val="FF0000"/>
                              </a:solidFill>
                              <a:latin typeface="Cambria Math" panose="02040503050406030204" pitchFamily="18" charset="0"/>
                            </a:rPr>
                            <m:t> </m:t>
                          </m:r>
                          <m:r>
                            <a:rPr lang="en-IN" sz="2800" b="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sSub>
                                <m:sSubPr>
                                  <m:ctrlPr>
                                    <a:rPr lang="en-IN" sz="2800" b="1" i="1">
                                      <a:solidFill>
                                        <a:srgbClr val="FF0000"/>
                                      </a:solidFill>
                                      <a:latin typeface="Cambria Math" panose="02040503050406030204" pitchFamily="18" charset="0"/>
                                    </a:rPr>
                                  </m:ctrlPr>
                                </m:sSubPr>
                                <m:e>
                                  <m:r>
                                    <a:rPr lang="en-IN" sz="2800" b="1">
                                      <a:solidFill>
                                        <a:srgbClr val="FF0000"/>
                                      </a:solidFill>
                                      <a:latin typeface="Cambria Math" panose="02040503050406030204" pitchFamily="18" charset="0"/>
                                    </a:rPr>
                                    <m:t>𝐀</m:t>
                                  </m:r>
                                </m:e>
                                <m:sub>
                                  <m:r>
                                    <a:rPr lang="en-IN" sz="2800" b="1">
                                      <a:solidFill>
                                        <a:srgbClr val="FF0000"/>
                                      </a:solidFill>
                                      <a:latin typeface="Cambria Math" panose="02040503050406030204" pitchFamily="18" charset="0"/>
                                    </a:rPr>
                                    <m:t>𝐢</m:t>
                                  </m:r>
                                </m:sub>
                              </m:sSub>
                            </m:e>
                          </m:d>
                          <m:r>
                            <a:rPr lang="en-IN" sz="2800">
                              <a:solidFill>
                                <a:srgbClr val="FF0000"/>
                              </a:solidFill>
                              <a:latin typeface="Cambria Math" panose="02040503050406030204" pitchFamily="18" charset="0"/>
                            </a:rPr>
                            <m:t>⋅</m:t>
                          </m:r>
                          <m:r>
                            <a:rPr lang="en-IN" sz="2800" b="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IN" sz="2800" b="1">
                                  <a:solidFill>
                                    <a:srgbClr val="FF0000"/>
                                  </a:solidFill>
                                  <a:latin typeface="Cambria Math" panose="02040503050406030204" pitchFamily="18" charset="0"/>
                                </a:rPr>
                                <m:t>𝐁</m:t>
                              </m:r>
                              <m:r>
                                <a:rPr lang="en-IN" sz="2800">
                                  <a:solidFill>
                                    <a:srgbClr val="FF0000"/>
                                  </a:solidFill>
                                  <a:latin typeface="Cambria Math" panose="02040503050406030204" pitchFamily="18" charset="0"/>
                                </a:rPr>
                                <m:t> </m:t>
                              </m:r>
                              <m:d>
                                <m:dPr>
                                  <m:begChr m:val="|"/>
                                  <m:endChr m:val=""/>
                                  <m:ctrlPr>
                                    <a:rPr lang="en-IN" sz="2800" i="1">
                                      <a:solidFill>
                                        <a:srgbClr val="FF0000"/>
                                      </a:solidFill>
                                      <a:latin typeface="Cambria Math" panose="02040503050406030204" pitchFamily="18" charset="0"/>
                                    </a:rPr>
                                  </m:ctrlPr>
                                </m:dPr>
                                <m:e>
                                  <m:r>
                                    <a:rPr lang="en-IN" sz="2800">
                                      <a:solidFill>
                                        <a:srgbClr val="FF0000"/>
                                      </a:solidFill>
                                      <a:latin typeface="Cambria Math" panose="02040503050406030204" pitchFamily="18" charset="0"/>
                                    </a:rPr>
                                    <m:t> </m:t>
                                  </m:r>
                                  <m:sSub>
                                    <m:sSubPr>
                                      <m:ctrlPr>
                                        <a:rPr lang="en-IN" sz="2800" i="1">
                                          <a:solidFill>
                                            <a:srgbClr val="FF0000"/>
                                          </a:solidFill>
                                          <a:latin typeface="Cambria Math" panose="02040503050406030204" pitchFamily="18" charset="0"/>
                                        </a:rPr>
                                      </m:ctrlPr>
                                    </m:sSubPr>
                                    <m:e>
                                      <m:r>
                                        <a:rPr lang="en-IN" sz="2800" b="1">
                                          <a:solidFill>
                                            <a:srgbClr val="FF0000"/>
                                          </a:solidFill>
                                          <a:latin typeface="Cambria Math" panose="02040503050406030204" pitchFamily="18" charset="0"/>
                                        </a:rPr>
                                        <m:t>𝐀</m:t>
                                      </m:r>
                                    </m:e>
                                    <m:sub>
                                      <m:r>
                                        <a:rPr lang="en-IN" sz="2800" b="1">
                                          <a:solidFill>
                                            <a:srgbClr val="FF0000"/>
                                          </a:solidFill>
                                          <a:latin typeface="Cambria Math" panose="02040503050406030204" pitchFamily="18" charset="0"/>
                                        </a:rPr>
                                        <m:t>𝐢</m:t>
                                      </m:r>
                                    </m:sub>
                                  </m:sSub>
                                </m:e>
                              </m:d>
                            </m:e>
                          </m:d>
                        </m:num>
                        <m:den>
                          <m:r>
                            <a:rPr lang="en-IN" sz="2800">
                              <a:solidFill>
                                <a:srgbClr val="FF0000"/>
                              </a:solidFill>
                              <a:latin typeface="Cambria Math" panose="02040503050406030204" pitchFamily="18" charset="0"/>
                            </a:rPr>
                            <m:t> </m:t>
                          </m:r>
                          <m:r>
                            <a:rPr lang="en-IN" sz="2800" b="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sSub>
                                <m:sSubPr>
                                  <m:ctrlPr>
                                    <a:rPr lang="en-IN" sz="2800" b="1" i="1">
                                      <a:solidFill>
                                        <a:srgbClr val="FF0000"/>
                                      </a:solidFill>
                                      <a:latin typeface="Cambria Math" panose="02040503050406030204" pitchFamily="18" charset="0"/>
                                    </a:rPr>
                                  </m:ctrlPr>
                                </m:sSubPr>
                                <m:e>
                                  <m:r>
                                    <a:rPr lang="en-IN" sz="2800" b="1">
                                      <a:solidFill>
                                        <a:srgbClr val="FF0000"/>
                                      </a:solidFill>
                                      <a:latin typeface="Cambria Math" panose="02040503050406030204" pitchFamily="18" charset="0"/>
                                    </a:rPr>
                                    <m:t>𝐀</m:t>
                                  </m:r>
                                </m:e>
                                <m:sub>
                                  <m:r>
                                    <a:rPr lang="en-IN" sz="2800">
                                      <a:solidFill>
                                        <a:srgbClr val="FF0000"/>
                                      </a:solidFill>
                                      <a:latin typeface="Cambria Math" panose="02040503050406030204" pitchFamily="18" charset="0"/>
                                    </a:rPr>
                                    <m:t>1</m:t>
                                  </m:r>
                                </m:sub>
                              </m:sSub>
                            </m:e>
                          </m:d>
                          <m:r>
                            <a:rPr lang="en-IN" sz="2800">
                              <a:solidFill>
                                <a:srgbClr val="FF0000"/>
                              </a:solidFill>
                              <a:latin typeface="Cambria Math" panose="02040503050406030204" pitchFamily="18" charset="0"/>
                            </a:rPr>
                            <m:t>⋅</m:t>
                          </m:r>
                          <m:r>
                            <a:rPr lang="en-IN" sz="2800" b="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IN" sz="2800" b="1">
                                  <a:solidFill>
                                    <a:srgbClr val="FF0000"/>
                                  </a:solidFill>
                                  <a:latin typeface="Cambria Math" panose="02040503050406030204" pitchFamily="18" charset="0"/>
                                </a:rPr>
                                <m:t>𝐁</m:t>
                              </m:r>
                              <m:r>
                                <a:rPr lang="en-IN" sz="2800">
                                  <a:solidFill>
                                    <a:srgbClr val="FF0000"/>
                                  </a:solidFill>
                                  <a:latin typeface="Cambria Math" panose="02040503050406030204" pitchFamily="18" charset="0"/>
                                </a:rPr>
                                <m:t> </m:t>
                              </m:r>
                              <m:d>
                                <m:dPr>
                                  <m:begChr m:val="|"/>
                                  <m:endChr m:val=""/>
                                  <m:ctrlPr>
                                    <a:rPr lang="en-IN" sz="2800" i="1">
                                      <a:solidFill>
                                        <a:srgbClr val="FF0000"/>
                                      </a:solidFill>
                                      <a:latin typeface="Cambria Math" panose="02040503050406030204" pitchFamily="18" charset="0"/>
                                    </a:rPr>
                                  </m:ctrlPr>
                                </m:dPr>
                                <m:e>
                                  <m:r>
                                    <a:rPr lang="en-IN" sz="2800">
                                      <a:solidFill>
                                        <a:srgbClr val="FF0000"/>
                                      </a:solidFill>
                                      <a:latin typeface="Cambria Math" panose="02040503050406030204" pitchFamily="18" charset="0"/>
                                    </a:rPr>
                                    <m:t> </m:t>
                                  </m:r>
                                  <m:sSub>
                                    <m:sSubPr>
                                      <m:ctrlPr>
                                        <a:rPr lang="en-IN" sz="2800" i="1">
                                          <a:solidFill>
                                            <a:srgbClr val="FF0000"/>
                                          </a:solidFill>
                                          <a:latin typeface="Cambria Math" panose="02040503050406030204" pitchFamily="18" charset="0"/>
                                        </a:rPr>
                                      </m:ctrlPr>
                                    </m:sSubPr>
                                    <m:e>
                                      <m:r>
                                        <a:rPr lang="en-IN" sz="2800" b="1">
                                          <a:solidFill>
                                            <a:srgbClr val="FF0000"/>
                                          </a:solidFill>
                                          <a:latin typeface="Cambria Math" panose="02040503050406030204" pitchFamily="18" charset="0"/>
                                        </a:rPr>
                                        <m:t>𝐀</m:t>
                                      </m:r>
                                    </m:e>
                                    <m:sub>
                                      <m:r>
                                        <a:rPr lang="en-IN" sz="2800">
                                          <a:solidFill>
                                            <a:srgbClr val="FF0000"/>
                                          </a:solidFill>
                                          <a:latin typeface="Cambria Math" panose="02040503050406030204" pitchFamily="18" charset="0"/>
                                        </a:rPr>
                                        <m:t>1</m:t>
                                      </m:r>
                                    </m:sub>
                                  </m:sSub>
                                </m:e>
                              </m:d>
                            </m:e>
                          </m:d>
                          <m:r>
                            <a:rPr lang="en-IN" sz="2800">
                              <a:solidFill>
                                <a:srgbClr val="FF0000"/>
                              </a:solidFill>
                              <a:latin typeface="Cambria Math" panose="02040503050406030204" pitchFamily="18" charset="0"/>
                            </a:rPr>
                            <m:t> + </m:t>
                          </m:r>
                          <m:r>
                            <a:rPr lang="en-IN" sz="2800" b="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sSub>
                                <m:sSubPr>
                                  <m:ctrlPr>
                                    <a:rPr lang="en-IN" sz="2800" b="1" i="1">
                                      <a:solidFill>
                                        <a:srgbClr val="FF0000"/>
                                      </a:solidFill>
                                      <a:latin typeface="Cambria Math" panose="02040503050406030204" pitchFamily="18" charset="0"/>
                                    </a:rPr>
                                  </m:ctrlPr>
                                </m:sSubPr>
                                <m:e>
                                  <m:r>
                                    <a:rPr lang="en-IN" sz="2800" b="1">
                                      <a:solidFill>
                                        <a:srgbClr val="FF0000"/>
                                      </a:solidFill>
                                      <a:latin typeface="Cambria Math" panose="02040503050406030204" pitchFamily="18" charset="0"/>
                                    </a:rPr>
                                    <m:t>𝐀</m:t>
                                  </m:r>
                                </m:e>
                                <m:sub>
                                  <m:r>
                                    <a:rPr lang="en-IN" sz="2800">
                                      <a:solidFill>
                                        <a:srgbClr val="FF0000"/>
                                      </a:solidFill>
                                      <a:latin typeface="Cambria Math" panose="02040503050406030204" pitchFamily="18" charset="0"/>
                                    </a:rPr>
                                    <m:t>2</m:t>
                                  </m:r>
                                </m:sub>
                              </m:sSub>
                            </m:e>
                          </m:d>
                          <m:r>
                            <a:rPr lang="en-IN" sz="2800">
                              <a:solidFill>
                                <a:srgbClr val="FF0000"/>
                              </a:solidFill>
                              <a:latin typeface="Cambria Math" panose="02040503050406030204" pitchFamily="18" charset="0"/>
                            </a:rPr>
                            <m:t>⋅</m:t>
                          </m:r>
                          <m:r>
                            <a:rPr lang="en-IN" sz="2800" b="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IN" sz="2800" b="1">
                                  <a:solidFill>
                                    <a:srgbClr val="FF0000"/>
                                  </a:solidFill>
                                  <a:latin typeface="Cambria Math" panose="02040503050406030204" pitchFamily="18" charset="0"/>
                                </a:rPr>
                                <m:t>𝐁</m:t>
                              </m:r>
                              <m:r>
                                <a:rPr lang="en-IN" sz="2800">
                                  <a:solidFill>
                                    <a:srgbClr val="FF0000"/>
                                  </a:solidFill>
                                  <a:latin typeface="Cambria Math" panose="02040503050406030204" pitchFamily="18" charset="0"/>
                                </a:rPr>
                                <m:t> </m:t>
                              </m:r>
                              <m:d>
                                <m:dPr>
                                  <m:begChr m:val="|"/>
                                  <m:endChr m:val=""/>
                                  <m:ctrlPr>
                                    <a:rPr lang="en-IN" sz="2800" i="1">
                                      <a:solidFill>
                                        <a:srgbClr val="FF0000"/>
                                      </a:solidFill>
                                      <a:latin typeface="Cambria Math" panose="02040503050406030204" pitchFamily="18" charset="0"/>
                                    </a:rPr>
                                  </m:ctrlPr>
                                </m:dPr>
                                <m:e>
                                  <m:r>
                                    <a:rPr lang="en-IN" sz="2800">
                                      <a:solidFill>
                                        <a:srgbClr val="FF0000"/>
                                      </a:solidFill>
                                      <a:latin typeface="Cambria Math" panose="02040503050406030204" pitchFamily="18" charset="0"/>
                                    </a:rPr>
                                    <m:t> </m:t>
                                  </m:r>
                                  <m:sSub>
                                    <m:sSubPr>
                                      <m:ctrlPr>
                                        <a:rPr lang="en-IN" sz="2800" i="1">
                                          <a:solidFill>
                                            <a:srgbClr val="FF0000"/>
                                          </a:solidFill>
                                          <a:latin typeface="Cambria Math" panose="02040503050406030204" pitchFamily="18" charset="0"/>
                                        </a:rPr>
                                      </m:ctrlPr>
                                    </m:sSubPr>
                                    <m:e>
                                      <m:r>
                                        <a:rPr lang="en-IN" sz="2800" b="1">
                                          <a:solidFill>
                                            <a:srgbClr val="FF0000"/>
                                          </a:solidFill>
                                          <a:latin typeface="Cambria Math" panose="02040503050406030204" pitchFamily="18" charset="0"/>
                                        </a:rPr>
                                        <m:t>𝐀</m:t>
                                      </m:r>
                                    </m:e>
                                    <m:sub>
                                      <m:r>
                                        <a:rPr lang="en-IN" sz="2800">
                                          <a:solidFill>
                                            <a:srgbClr val="FF0000"/>
                                          </a:solidFill>
                                          <a:latin typeface="Cambria Math" panose="02040503050406030204" pitchFamily="18" charset="0"/>
                                        </a:rPr>
                                        <m:t>2</m:t>
                                      </m:r>
                                    </m:sub>
                                  </m:sSub>
                                </m:e>
                              </m:d>
                            </m:e>
                          </m:d>
                          <m:r>
                            <a:rPr lang="en-IN" sz="2800" b="1" i="1">
                              <a:solidFill>
                                <a:srgbClr val="FF0000"/>
                              </a:solidFill>
                              <a:latin typeface="Cambria Math" panose="02040503050406030204" pitchFamily="18" charset="0"/>
                            </a:rPr>
                            <m:t> </m:t>
                          </m:r>
                          <m:r>
                            <a:rPr lang="en-IN" sz="2800">
                              <a:solidFill>
                                <a:srgbClr val="FF0000"/>
                              </a:solidFill>
                              <a:latin typeface="Cambria Math" panose="02040503050406030204" pitchFamily="18" charset="0"/>
                            </a:rPr>
                            <m:t>+⋯+ </m:t>
                          </m:r>
                          <m:r>
                            <a:rPr lang="en-IN" sz="2800" b="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sSub>
                                <m:sSubPr>
                                  <m:ctrlPr>
                                    <a:rPr lang="en-IN" sz="2800" b="1" i="1">
                                      <a:solidFill>
                                        <a:srgbClr val="FF0000"/>
                                      </a:solidFill>
                                      <a:latin typeface="Cambria Math" panose="02040503050406030204" pitchFamily="18" charset="0"/>
                                    </a:rPr>
                                  </m:ctrlPr>
                                </m:sSubPr>
                                <m:e>
                                  <m:r>
                                    <a:rPr lang="en-IN" sz="2800" b="1">
                                      <a:solidFill>
                                        <a:srgbClr val="FF0000"/>
                                      </a:solidFill>
                                      <a:latin typeface="Cambria Math" panose="02040503050406030204" pitchFamily="18" charset="0"/>
                                    </a:rPr>
                                    <m:t>𝐀</m:t>
                                  </m:r>
                                </m:e>
                                <m:sub>
                                  <m:r>
                                    <a:rPr lang="en-IN" sz="2800" b="1">
                                      <a:solidFill>
                                        <a:srgbClr val="FF0000"/>
                                      </a:solidFill>
                                      <a:latin typeface="Cambria Math" panose="02040503050406030204" pitchFamily="18" charset="0"/>
                                    </a:rPr>
                                    <m:t>𝐧</m:t>
                                  </m:r>
                                </m:sub>
                              </m:sSub>
                            </m:e>
                          </m:d>
                          <m:r>
                            <a:rPr lang="en-IN" sz="2800">
                              <a:solidFill>
                                <a:srgbClr val="FF0000"/>
                              </a:solidFill>
                              <a:latin typeface="Cambria Math" panose="02040503050406030204" pitchFamily="18" charset="0"/>
                            </a:rPr>
                            <m:t>⋅</m:t>
                          </m:r>
                          <m:r>
                            <a:rPr lang="en-IN" sz="2800" b="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IN" sz="2800" b="1">
                                  <a:solidFill>
                                    <a:srgbClr val="FF0000"/>
                                  </a:solidFill>
                                  <a:latin typeface="Cambria Math" panose="02040503050406030204" pitchFamily="18" charset="0"/>
                                </a:rPr>
                                <m:t>𝐁</m:t>
                              </m:r>
                              <m:r>
                                <a:rPr lang="en-IN" sz="2800">
                                  <a:solidFill>
                                    <a:srgbClr val="FF0000"/>
                                  </a:solidFill>
                                  <a:latin typeface="Cambria Math" panose="02040503050406030204" pitchFamily="18" charset="0"/>
                                </a:rPr>
                                <m:t> </m:t>
                              </m:r>
                              <m:d>
                                <m:dPr>
                                  <m:begChr m:val="|"/>
                                  <m:endChr m:val=""/>
                                  <m:ctrlPr>
                                    <a:rPr lang="en-IN" sz="2800" i="1">
                                      <a:solidFill>
                                        <a:srgbClr val="FF0000"/>
                                      </a:solidFill>
                                      <a:latin typeface="Cambria Math" panose="02040503050406030204" pitchFamily="18" charset="0"/>
                                    </a:rPr>
                                  </m:ctrlPr>
                                </m:dPr>
                                <m:e>
                                  <m:r>
                                    <a:rPr lang="en-IN" sz="2800">
                                      <a:solidFill>
                                        <a:srgbClr val="FF0000"/>
                                      </a:solidFill>
                                      <a:latin typeface="Cambria Math" panose="02040503050406030204" pitchFamily="18" charset="0"/>
                                    </a:rPr>
                                    <m:t> </m:t>
                                  </m:r>
                                  <m:sSub>
                                    <m:sSubPr>
                                      <m:ctrlPr>
                                        <a:rPr lang="en-IN" sz="2800" i="1">
                                          <a:solidFill>
                                            <a:srgbClr val="FF0000"/>
                                          </a:solidFill>
                                          <a:latin typeface="Cambria Math" panose="02040503050406030204" pitchFamily="18" charset="0"/>
                                        </a:rPr>
                                      </m:ctrlPr>
                                    </m:sSubPr>
                                    <m:e>
                                      <m:r>
                                        <a:rPr lang="en-IN" sz="2800" b="1">
                                          <a:solidFill>
                                            <a:srgbClr val="FF0000"/>
                                          </a:solidFill>
                                          <a:latin typeface="Cambria Math" panose="02040503050406030204" pitchFamily="18" charset="0"/>
                                        </a:rPr>
                                        <m:t>𝐀</m:t>
                                      </m:r>
                                    </m:e>
                                    <m:sub>
                                      <m:r>
                                        <a:rPr lang="en-IN" sz="2800" b="1">
                                          <a:solidFill>
                                            <a:srgbClr val="FF0000"/>
                                          </a:solidFill>
                                          <a:latin typeface="Cambria Math" panose="02040503050406030204" pitchFamily="18" charset="0"/>
                                        </a:rPr>
                                        <m:t>𝐧</m:t>
                                      </m:r>
                                    </m:sub>
                                  </m:sSub>
                                </m:e>
                              </m:d>
                            </m:e>
                          </m:d>
                        </m:den>
                      </m:f>
                    </m:oMath>
                  </m:oMathPara>
                </a14:m>
                <a:endParaRPr lang="en-IN" sz="2800" dirty="0">
                  <a:solidFill>
                    <a:srgbClr val="FF0000"/>
                  </a:solidFill>
                </a:endParaRPr>
              </a:p>
            </p:txBody>
          </p:sp>
        </mc:Choice>
        <mc:Fallback xmlns="">
          <p:sp>
            <p:nvSpPr>
              <p:cNvPr id="5" name="TextBox 4">
                <a:extLst>
                  <a:ext uri="{FF2B5EF4-FFF2-40B4-BE49-F238E27FC236}">
                    <a16:creationId xmlns:a16="http://schemas.microsoft.com/office/drawing/2014/main" id="{5E02F7F3-3BEB-4EC7-B35A-E9839B78B909}"/>
                  </a:ext>
                </a:extLst>
              </p:cNvPr>
              <p:cNvSpPr txBox="1">
                <a:spLocks noRot="1" noChangeAspect="1" noMove="1" noResize="1" noEditPoints="1" noAdjustHandles="1" noChangeArrowheads="1" noChangeShapeType="1" noTextEdit="1"/>
              </p:cNvSpPr>
              <p:nvPr/>
            </p:nvSpPr>
            <p:spPr>
              <a:xfrm>
                <a:off x="1962150" y="3897778"/>
                <a:ext cx="10229850" cy="1126975"/>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941650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 4</a:t>
            </a:r>
          </a:p>
        </p:txBody>
      </p:sp>
      <p:sp>
        <p:nvSpPr>
          <p:cNvPr id="3" name="Text Placeholder 2"/>
          <p:cNvSpPr>
            <a:spLocks noGrp="1"/>
          </p:cNvSpPr>
          <p:nvPr>
            <p:ph type="body" idx="1"/>
          </p:nvPr>
        </p:nvSpPr>
        <p:spPr>
          <a:xfrm>
            <a:off x="831850" y="4561050"/>
            <a:ext cx="10515600" cy="1500187"/>
          </a:xfrm>
        </p:spPr>
        <p:txBody>
          <a:bodyPr>
            <a:normAutofit/>
          </a:bodyPr>
          <a:lstStyle/>
          <a:p>
            <a:r>
              <a:rPr lang="en-IN" dirty="0"/>
              <a:t>Bayes’ Theorem</a:t>
            </a:r>
            <a:endParaRPr lang="en-US" sz="2800" dirty="0"/>
          </a:p>
        </p:txBody>
      </p:sp>
    </p:spTree>
    <p:extLst>
      <p:ext uri="{BB962C8B-B14F-4D97-AF65-F5344CB8AC3E}">
        <p14:creationId xmlns:p14="http://schemas.microsoft.com/office/powerpoint/2010/main" val="213037881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2751662"/>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5000"/>
                  </a:lnSpc>
                </a:pPr>
                <a:r>
                  <a:rPr lang="en-US" dirty="0"/>
                  <a:t>In a certain assembly plant, three machines </a:t>
                </a:r>
                <a14:m>
                  <m:oMath xmlns:m="http://schemas.openxmlformats.org/officeDocument/2006/math">
                    <m:sSub>
                      <m:sSubPr>
                        <m:ctrlPr>
                          <a:rPr lang="en-IN" b="0" i="1" smtClean="0">
                            <a:latin typeface="Cambria Math" panose="02040503050406030204" pitchFamily="18" charset="0"/>
                          </a:rPr>
                        </m:ctrlPr>
                      </m:sSubPr>
                      <m:e>
                        <m:r>
                          <m:rPr>
                            <m:sty m:val="p"/>
                          </m:rPr>
                          <a:rPr lang="en-IN" b="0" i="0" smtClean="0">
                            <a:latin typeface="Cambria Math" panose="02040503050406030204" pitchFamily="18" charset="0"/>
                          </a:rPr>
                          <m:t>B</m:t>
                        </m:r>
                      </m:e>
                      <m:sub>
                        <m:r>
                          <a:rPr lang="en-IN" b="0" i="0" smtClean="0">
                            <a:latin typeface="Cambria Math" panose="02040503050406030204" pitchFamily="18" charset="0"/>
                          </a:rPr>
                          <m:t>1</m:t>
                        </m:r>
                      </m:sub>
                    </m:sSub>
                    <m:r>
                      <a:rPr lang="en-IN">
                        <a:latin typeface="Cambria Math" panose="02040503050406030204" pitchFamily="18" charset="0"/>
                      </a:rPr>
                      <m:t>,</m:t>
                    </m:r>
                    <m:r>
                      <a:rPr lang="en-IN" i="1">
                        <a:latin typeface="Cambria Math" panose="02040503050406030204" pitchFamily="18" charset="0"/>
                      </a:rPr>
                      <m:t> </m:t>
                    </m:r>
                    <m:sSub>
                      <m:sSubPr>
                        <m:ctrlPr>
                          <a:rPr lang="en-IN" b="0" i="1" smtClean="0">
                            <a:latin typeface="Cambria Math" panose="02040503050406030204" pitchFamily="18" charset="0"/>
                          </a:rPr>
                        </m:ctrlPr>
                      </m:sSubPr>
                      <m:e>
                        <m:r>
                          <m:rPr>
                            <m:sty m:val="p"/>
                          </m:rPr>
                          <a:rPr lang="en-IN" b="0" i="0" smtClean="0">
                            <a:latin typeface="Cambria Math" panose="02040503050406030204" pitchFamily="18" charset="0"/>
                          </a:rPr>
                          <m:t>B</m:t>
                        </m:r>
                      </m:e>
                      <m:sub>
                        <m:r>
                          <a:rPr lang="en-IN" b="0" i="0" smtClean="0">
                            <a:latin typeface="Cambria Math" panose="02040503050406030204" pitchFamily="18" charset="0"/>
                          </a:rPr>
                          <m:t>2</m:t>
                        </m:r>
                      </m:sub>
                    </m:sSub>
                  </m:oMath>
                </a14:m>
                <a:r>
                  <a:rPr lang="en-US" i="0" dirty="0">
                    <a:latin typeface="+mj-lt"/>
                  </a:rPr>
                  <a:t> &amp; </a:t>
                </a:r>
                <a14:m>
                  <m:oMath xmlns:m="http://schemas.openxmlformats.org/officeDocument/2006/math">
                    <m:sSub>
                      <m:sSubPr>
                        <m:ctrlPr>
                          <a:rPr lang="en-IN" b="0" i="1" smtClean="0">
                            <a:latin typeface="Cambria Math" panose="02040503050406030204" pitchFamily="18" charset="0"/>
                          </a:rPr>
                        </m:ctrlPr>
                      </m:sSubPr>
                      <m:e>
                        <m:r>
                          <m:rPr>
                            <m:sty m:val="p"/>
                          </m:rPr>
                          <a:rPr lang="en-IN" b="0" i="0" smtClean="0">
                            <a:latin typeface="Cambria Math" panose="02040503050406030204" pitchFamily="18" charset="0"/>
                          </a:rPr>
                          <m:t>B</m:t>
                        </m:r>
                      </m:e>
                      <m:sub>
                        <m:r>
                          <a:rPr lang="en-IN" b="0" i="0" smtClean="0">
                            <a:latin typeface="Cambria Math" panose="02040503050406030204" pitchFamily="18" charset="0"/>
                          </a:rPr>
                          <m:t>3</m:t>
                        </m:r>
                      </m:sub>
                    </m:sSub>
                  </m:oMath>
                </a14:m>
                <a:r>
                  <a:rPr lang="en-US" dirty="0"/>
                  <a:t> make </a:t>
                </a:r>
                <a14:m>
                  <m:oMath xmlns:m="http://schemas.openxmlformats.org/officeDocument/2006/math">
                    <m:r>
                      <a:rPr lang="en-US">
                        <a:latin typeface="Cambria Math" panose="02040503050406030204" pitchFamily="18" charset="0"/>
                      </a:rPr>
                      <m:t>30%</m:t>
                    </m:r>
                    <m:r>
                      <a:rPr lang="en-IN">
                        <a:latin typeface="Cambria Math" panose="02040503050406030204" pitchFamily="18" charset="0"/>
                      </a:rPr>
                      <m:t>,</m:t>
                    </m:r>
                    <m:r>
                      <a:rPr lang="en-IN" i="1">
                        <a:latin typeface="Cambria Math" panose="02040503050406030204" pitchFamily="18" charset="0"/>
                      </a:rPr>
                      <m:t> </m:t>
                    </m:r>
                    <m:r>
                      <a:rPr lang="en-US">
                        <a:latin typeface="Cambria Math" panose="02040503050406030204" pitchFamily="18" charset="0"/>
                      </a:rPr>
                      <m:t>45%</m:t>
                    </m:r>
                  </m:oMath>
                </a14:m>
                <a:r>
                  <a:rPr lang="en-US" i="0" dirty="0">
                    <a:latin typeface="+mj-lt"/>
                  </a:rPr>
                  <a:t> &amp; </a:t>
                </a:r>
                <a14:m>
                  <m:oMath xmlns:m="http://schemas.openxmlformats.org/officeDocument/2006/math">
                    <m:r>
                      <a:rPr lang="en-US">
                        <a:latin typeface="Cambria Math" panose="02040503050406030204" pitchFamily="18" charset="0"/>
                      </a:rPr>
                      <m:t>25%</m:t>
                    </m:r>
                  </m:oMath>
                </a14:m>
                <a:r>
                  <a:rPr lang="en-US" dirty="0"/>
                  <a:t> respectively of the products. It is known form the past experience that </a:t>
                </a:r>
                <a14:m>
                  <m:oMath xmlns:m="http://schemas.openxmlformats.org/officeDocument/2006/math">
                    <m:r>
                      <a:rPr lang="en-US">
                        <a:latin typeface="Cambria Math" panose="02040503050406030204" pitchFamily="18" charset="0"/>
                      </a:rPr>
                      <m:t>2%</m:t>
                    </m:r>
                    <m:r>
                      <a:rPr lang="en-IN" b="0" i="0" smtClean="0">
                        <a:latin typeface="Cambria Math" panose="02040503050406030204" pitchFamily="18" charset="0"/>
                      </a:rPr>
                      <m:t>,</m:t>
                    </m:r>
                    <m:r>
                      <a:rPr lang="en-IN" b="0" i="1" smtClean="0">
                        <a:latin typeface="Cambria Math" panose="02040503050406030204" pitchFamily="18" charset="0"/>
                      </a:rPr>
                      <m:t> </m:t>
                    </m:r>
                    <m:r>
                      <a:rPr lang="en-US">
                        <a:latin typeface="Cambria Math" panose="02040503050406030204" pitchFamily="18" charset="0"/>
                      </a:rPr>
                      <m:t>3%</m:t>
                    </m:r>
                  </m:oMath>
                </a14:m>
                <a:r>
                  <a:rPr lang="en-US" i="0" dirty="0">
                    <a:latin typeface="+mj-lt"/>
                  </a:rPr>
                  <a:t> &amp; </a:t>
                </a:r>
                <a14:m>
                  <m:oMath xmlns:m="http://schemas.openxmlformats.org/officeDocument/2006/math">
                    <m:r>
                      <a:rPr lang="en-US">
                        <a:latin typeface="Cambria Math" panose="02040503050406030204" pitchFamily="18" charset="0"/>
                      </a:rPr>
                      <m:t>2%</m:t>
                    </m:r>
                  </m:oMath>
                </a14:m>
                <a:r>
                  <a:rPr lang="en-US" dirty="0"/>
                  <a:t> of the products made by each machine respectively are defective. Now, suppose that a finished product is randomly selected. What is the probability that it is defective?</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2751662"/>
              </a:xfrm>
              <a:prstGeom prst="rect">
                <a:avLst/>
              </a:prstGeom>
              <a:blipFill>
                <a:blip r:embed="rId2"/>
                <a:stretch>
                  <a:fillRect l="-1074" r="-1074" b="-4867"/>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4 ⇝ Example 1</a:t>
            </a:r>
            <a:endParaRPr lang="en-US" dirty="0"/>
          </a:p>
        </p:txBody>
      </p:sp>
      <p:sp>
        <p:nvSpPr>
          <p:cNvPr id="4" name="Content Placeholder 2"/>
          <p:cNvSpPr txBox="1">
            <a:spLocks/>
          </p:cNvSpPr>
          <p:nvPr/>
        </p:nvSpPr>
        <p:spPr>
          <a:xfrm>
            <a:off x="131176" y="3776139"/>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20" name="TextBox 19">
            <a:extLst>
              <a:ext uri="{FF2B5EF4-FFF2-40B4-BE49-F238E27FC236}">
                <a16:creationId xmlns:a16="http://schemas.microsoft.com/office/drawing/2014/main" id="{EF0DC217-D4D1-4C8A-974B-2E44A438FFA5}"/>
              </a:ext>
            </a:extLst>
          </p:cNvPr>
          <p:cNvSpPr txBox="1"/>
          <p:nvPr/>
        </p:nvSpPr>
        <p:spPr>
          <a:xfrm>
            <a:off x="1594216" y="3780087"/>
            <a:ext cx="3413213" cy="523220"/>
          </a:xfrm>
          <a:prstGeom prst="rect">
            <a:avLst/>
          </a:prstGeom>
          <a:noFill/>
        </p:spPr>
        <p:txBody>
          <a:bodyPr wrap="square" anchor="ctr">
            <a:spAutoFit/>
          </a:bodyPr>
          <a:lstStyle/>
          <a:p>
            <a:pPr>
              <a:tabLst>
                <a:tab pos="3048000" algn="l"/>
              </a:tabLst>
            </a:pPr>
            <a:r>
              <a:rPr lang="fr-FR" sz="2800" dirty="0">
                <a:solidFill>
                  <a:srgbClr val="002060"/>
                </a:solidFill>
              </a:rPr>
              <a:t>Machines' Production	:</a:t>
            </a:r>
            <a:endParaRPr lang="en-IN" sz="2800" dirty="0">
              <a:solidFill>
                <a:srgbClr val="002060"/>
              </a:solidFill>
            </a:endParaRPr>
          </a:p>
        </p:txBody>
      </p:sp>
      <p:sp>
        <p:nvSpPr>
          <p:cNvPr id="21" name="TextBox 20">
            <a:extLst>
              <a:ext uri="{FF2B5EF4-FFF2-40B4-BE49-F238E27FC236}">
                <a16:creationId xmlns:a16="http://schemas.microsoft.com/office/drawing/2014/main" id="{A8911A32-F081-401B-9F35-A5A6A1A39EB1}"/>
              </a:ext>
            </a:extLst>
          </p:cNvPr>
          <p:cNvSpPr txBox="1"/>
          <p:nvPr/>
        </p:nvSpPr>
        <p:spPr>
          <a:xfrm>
            <a:off x="1594216" y="5083371"/>
            <a:ext cx="2596784" cy="523220"/>
          </a:xfrm>
          <a:prstGeom prst="rect">
            <a:avLst/>
          </a:prstGeom>
          <a:noFill/>
        </p:spPr>
        <p:txBody>
          <a:bodyPr wrap="square" anchor="ctr">
            <a:spAutoFit/>
          </a:bodyPr>
          <a:lstStyle/>
          <a:p>
            <a:pPr>
              <a:tabLst>
                <a:tab pos="3048000" algn="l"/>
              </a:tabLst>
            </a:pPr>
            <a:r>
              <a:rPr lang="en-GB" sz="2800" dirty="0">
                <a:solidFill>
                  <a:srgbClr val="002060"/>
                </a:solidFill>
              </a:rPr>
              <a:t>Defective Rates :</a:t>
            </a:r>
            <a:endParaRPr lang="en-IN" sz="2800" dirty="0">
              <a:solidFill>
                <a:srgbClr val="002060"/>
              </a:solidFill>
            </a:endParaRPr>
          </a:p>
        </p:txBody>
      </p:sp>
      <p:sp>
        <p:nvSpPr>
          <p:cNvPr id="32" name="TextBox 31">
            <a:extLst>
              <a:ext uri="{FF2B5EF4-FFF2-40B4-BE49-F238E27FC236}">
                <a16:creationId xmlns:a16="http://schemas.microsoft.com/office/drawing/2014/main" id="{40FA5103-C3B1-445C-BA20-90671FC189E1}"/>
              </a:ext>
            </a:extLst>
          </p:cNvPr>
          <p:cNvSpPr txBox="1"/>
          <p:nvPr/>
        </p:nvSpPr>
        <p:spPr>
          <a:xfrm>
            <a:off x="7109582" y="3776139"/>
            <a:ext cx="1301384" cy="523220"/>
          </a:xfrm>
          <a:prstGeom prst="rect">
            <a:avLst/>
          </a:prstGeom>
          <a:noFill/>
        </p:spPr>
        <p:txBody>
          <a:bodyPr wrap="square" anchor="ctr">
            <a:spAutoFit/>
          </a:bodyPr>
          <a:lstStyle/>
          <a:p>
            <a:r>
              <a:rPr lang="en-IN" sz="2800" b="1" dirty="0">
                <a:solidFill>
                  <a:srgbClr val="002060"/>
                </a:solidFill>
              </a:rPr>
              <a:t>Events:</a:t>
            </a: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957236D-2ACC-4033-AD01-3500F74E4F3B}"/>
                  </a:ext>
                </a:extLst>
              </p:cNvPr>
              <p:cNvSpPr txBox="1"/>
              <p:nvPr/>
            </p:nvSpPr>
            <p:spPr>
              <a:xfrm>
                <a:off x="7109582" y="4292984"/>
                <a:ext cx="4758421" cy="523220"/>
              </a:xfrm>
              <a:prstGeom prst="rect">
                <a:avLst/>
              </a:prstGeom>
              <a:noFill/>
            </p:spPr>
            <p:txBody>
              <a:bodyPr wrap="square" anchor="ctr">
                <a:spAutoFit/>
              </a:bodyPr>
              <a:lstStyle/>
              <a:p>
                <a14:m>
                  <m:oMath xmlns:m="http://schemas.openxmlformats.org/officeDocument/2006/math">
                    <m:sSub>
                      <m:sSubPr>
                        <m:ctrlPr>
                          <a:rPr lang="en-IN" sz="2800" b="0" i="1" dirty="0" smtClean="0">
                            <a:solidFill>
                              <a:srgbClr val="002060"/>
                            </a:solidFill>
                            <a:latin typeface="Cambria Math" panose="02040503050406030204" pitchFamily="18" charset="0"/>
                          </a:rPr>
                        </m:ctrlPr>
                      </m:sSubPr>
                      <m:e>
                        <m:r>
                          <m:rPr>
                            <m:sty m:val="p"/>
                          </m:rPr>
                          <a:rPr lang="en-GB" sz="2800" i="0" dirty="0" smtClean="0">
                            <a:solidFill>
                              <a:srgbClr val="002060"/>
                            </a:solidFill>
                            <a:latin typeface="Cambria Math" panose="02040503050406030204" pitchFamily="18" charset="0"/>
                          </a:rPr>
                          <m:t>A</m:t>
                        </m:r>
                      </m:e>
                      <m:sub>
                        <m:r>
                          <a:rPr lang="en-GB" sz="2800" i="0" dirty="0" smtClean="0">
                            <a:solidFill>
                              <a:srgbClr val="002060"/>
                            </a:solidFill>
                            <a:latin typeface="Cambria Math" panose="02040503050406030204" pitchFamily="18" charset="0"/>
                          </a:rPr>
                          <m:t>1</m:t>
                        </m:r>
                      </m:sub>
                    </m:sSub>
                  </m:oMath>
                </a14:m>
                <a:r>
                  <a:rPr lang="en-GB" sz="2800" dirty="0">
                    <a:solidFill>
                      <a:srgbClr val="002060"/>
                    </a:solidFill>
                  </a:rPr>
                  <a:t> : Product made by Machine </a:t>
                </a:r>
                <a14:m>
                  <m:oMath xmlns:m="http://schemas.openxmlformats.org/officeDocument/2006/math">
                    <m:r>
                      <m:rPr>
                        <m:sty m:val="p"/>
                      </m:rPr>
                      <a:rPr lang="en-GB" sz="2800" i="0" dirty="0" smtClean="0">
                        <a:solidFill>
                          <a:srgbClr val="002060"/>
                        </a:solidFill>
                        <a:latin typeface="Cambria Math" panose="02040503050406030204" pitchFamily="18" charset="0"/>
                      </a:rPr>
                      <m:t>X</m:t>
                    </m:r>
                  </m:oMath>
                </a14:m>
                <a:endParaRPr lang="en-IN" sz="2800" dirty="0">
                  <a:solidFill>
                    <a:srgbClr val="002060"/>
                  </a:solidFill>
                </a:endParaRPr>
              </a:p>
            </p:txBody>
          </p:sp>
        </mc:Choice>
        <mc:Fallback xmlns="">
          <p:sp>
            <p:nvSpPr>
              <p:cNvPr id="37" name="TextBox 36">
                <a:extLst>
                  <a:ext uri="{FF2B5EF4-FFF2-40B4-BE49-F238E27FC236}">
                    <a16:creationId xmlns:a16="http://schemas.microsoft.com/office/drawing/2014/main" id="{F957236D-2ACC-4033-AD01-3500F74E4F3B}"/>
                  </a:ext>
                </a:extLst>
              </p:cNvPr>
              <p:cNvSpPr txBox="1">
                <a:spLocks noRot="1" noChangeAspect="1" noMove="1" noResize="1" noEditPoints="1" noAdjustHandles="1" noChangeArrowheads="1" noChangeShapeType="1" noTextEdit="1"/>
              </p:cNvSpPr>
              <p:nvPr/>
            </p:nvSpPr>
            <p:spPr>
              <a:xfrm>
                <a:off x="7109582" y="4292984"/>
                <a:ext cx="4758421" cy="523220"/>
              </a:xfrm>
              <a:prstGeom prst="rect">
                <a:avLst/>
              </a:prstGeom>
              <a:blipFill>
                <a:blip r:embed="rId3"/>
                <a:stretch>
                  <a:fillRect t="-10465"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C8F3C28-E457-497C-A7E8-7C89805F07A8}"/>
                  </a:ext>
                </a:extLst>
              </p:cNvPr>
              <p:cNvSpPr txBox="1"/>
              <p:nvPr/>
            </p:nvSpPr>
            <p:spPr>
              <a:xfrm>
                <a:off x="7109582" y="4858710"/>
                <a:ext cx="4758420" cy="523220"/>
              </a:xfrm>
              <a:prstGeom prst="rect">
                <a:avLst/>
              </a:prstGeom>
              <a:noFill/>
            </p:spPr>
            <p:txBody>
              <a:bodyPr wrap="square" anchor="ctr">
                <a:spAutoFit/>
              </a:bodyPr>
              <a:lstStyle/>
              <a:p>
                <a14:m>
                  <m:oMath xmlns:m="http://schemas.openxmlformats.org/officeDocument/2006/math">
                    <m:sSub>
                      <m:sSubPr>
                        <m:ctrlPr>
                          <a:rPr lang="en-IN" sz="2800" b="0" i="1" dirty="0" smtClean="0">
                            <a:solidFill>
                              <a:srgbClr val="002060"/>
                            </a:solidFill>
                            <a:latin typeface="Cambria Math" panose="02040503050406030204" pitchFamily="18" charset="0"/>
                          </a:rPr>
                        </m:ctrlPr>
                      </m:sSubPr>
                      <m:e>
                        <m:r>
                          <m:rPr>
                            <m:sty m:val="p"/>
                          </m:rPr>
                          <a:rPr lang="en-GB" sz="2800" i="0" dirty="0" smtClean="0">
                            <a:solidFill>
                              <a:srgbClr val="002060"/>
                            </a:solidFill>
                            <a:latin typeface="Cambria Math" panose="02040503050406030204" pitchFamily="18" charset="0"/>
                          </a:rPr>
                          <m:t>A</m:t>
                        </m:r>
                      </m:e>
                      <m:sub>
                        <m:r>
                          <a:rPr lang="en-IN" sz="2800" b="0" i="0" dirty="0" smtClean="0">
                            <a:solidFill>
                              <a:srgbClr val="002060"/>
                            </a:solidFill>
                            <a:latin typeface="Cambria Math" panose="02040503050406030204" pitchFamily="18" charset="0"/>
                          </a:rPr>
                          <m:t>2</m:t>
                        </m:r>
                      </m:sub>
                    </m:sSub>
                  </m:oMath>
                </a14:m>
                <a:r>
                  <a:rPr lang="en-GB" sz="2800" dirty="0">
                    <a:solidFill>
                      <a:srgbClr val="002060"/>
                    </a:solidFill>
                  </a:rPr>
                  <a:t> : Product made by Machine </a:t>
                </a:r>
                <a14:m>
                  <m:oMath xmlns:m="http://schemas.openxmlformats.org/officeDocument/2006/math">
                    <m:r>
                      <m:rPr>
                        <m:sty m:val="p"/>
                      </m:rPr>
                      <a:rPr lang="en-IN" sz="2800" b="0" i="0" dirty="0" smtClean="0">
                        <a:solidFill>
                          <a:srgbClr val="002060"/>
                        </a:solidFill>
                        <a:latin typeface="Cambria Math" panose="02040503050406030204" pitchFamily="18" charset="0"/>
                      </a:rPr>
                      <m:t>Y</m:t>
                    </m:r>
                  </m:oMath>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AC8F3C28-E457-497C-A7E8-7C89805F07A8}"/>
                  </a:ext>
                </a:extLst>
              </p:cNvPr>
              <p:cNvSpPr txBox="1">
                <a:spLocks noRot="1" noChangeAspect="1" noMove="1" noResize="1" noEditPoints="1" noAdjustHandles="1" noChangeArrowheads="1" noChangeShapeType="1" noTextEdit="1"/>
              </p:cNvSpPr>
              <p:nvPr/>
            </p:nvSpPr>
            <p:spPr>
              <a:xfrm>
                <a:off x="7109582" y="4858710"/>
                <a:ext cx="4758420" cy="523220"/>
              </a:xfrm>
              <a:prstGeom prst="rect">
                <a:avLst/>
              </a:prstGeom>
              <a:blipFill>
                <a:blip r:embed="rId4"/>
                <a:stretch>
                  <a:fillRect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02B16E7-C2F5-4A1E-ACAF-DCCD9744D05E}"/>
                  </a:ext>
                </a:extLst>
              </p:cNvPr>
              <p:cNvSpPr txBox="1"/>
              <p:nvPr/>
            </p:nvSpPr>
            <p:spPr>
              <a:xfrm>
                <a:off x="7109582" y="5424436"/>
                <a:ext cx="4758421" cy="523220"/>
              </a:xfrm>
              <a:prstGeom prst="rect">
                <a:avLst/>
              </a:prstGeom>
              <a:noFill/>
            </p:spPr>
            <p:txBody>
              <a:bodyPr wrap="square" anchor="ctr">
                <a:spAutoFit/>
              </a:bodyPr>
              <a:lstStyle/>
              <a:p>
                <a14:m>
                  <m:oMath xmlns:m="http://schemas.openxmlformats.org/officeDocument/2006/math">
                    <m:sSub>
                      <m:sSubPr>
                        <m:ctrlPr>
                          <a:rPr lang="en-IN" sz="2800" i="1" dirty="0" smtClean="0">
                            <a:solidFill>
                              <a:srgbClr val="002060"/>
                            </a:solidFill>
                            <a:latin typeface="Cambria Math" panose="02040503050406030204" pitchFamily="18" charset="0"/>
                          </a:rPr>
                        </m:ctrlPr>
                      </m:sSubPr>
                      <m:e>
                        <m:r>
                          <m:rPr>
                            <m:sty m:val="p"/>
                          </m:rPr>
                          <a:rPr lang="en-GB" sz="2800" dirty="0">
                            <a:solidFill>
                              <a:srgbClr val="002060"/>
                            </a:solidFill>
                            <a:latin typeface="Cambria Math" panose="02040503050406030204" pitchFamily="18" charset="0"/>
                          </a:rPr>
                          <m:t>A</m:t>
                        </m:r>
                      </m:e>
                      <m:sub>
                        <m:r>
                          <a:rPr lang="en-IN" sz="2800" b="0" i="0" dirty="0" smtClean="0">
                            <a:solidFill>
                              <a:srgbClr val="002060"/>
                            </a:solidFill>
                            <a:latin typeface="Cambria Math" panose="02040503050406030204" pitchFamily="18" charset="0"/>
                          </a:rPr>
                          <m:t>3</m:t>
                        </m:r>
                      </m:sub>
                    </m:sSub>
                  </m:oMath>
                </a14:m>
                <a:r>
                  <a:rPr lang="en-GB" sz="2800" dirty="0">
                    <a:solidFill>
                      <a:srgbClr val="002060"/>
                    </a:solidFill>
                  </a:rPr>
                  <a:t> : Product made by Machine </a:t>
                </a:r>
                <a14:m>
                  <m:oMath xmlns:m="http://schemas.openxmlformats.org/officeDocument/2006/math">
                    <m:r>
                      <m:rPr>
                        <m:sty m:val="p"/>
                      </m:rPr>
                      <a:rPr lang="en-IN" sz="2800" b="0" i="0" dirty="0" smtClean="0">
                        <a:solidFill>
                          <a:srgbClr val="002060"/>
                        </a:solidFill>
                        <a:latin typeface="Cambria Math" panose="02040503050406030204" pitchFamily="18" charset="0"/>
                      </a:rPr>
                      <m:t>Z</m:t>
                    </m:r>
                  </m:oMath>
                </a14:m>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102B16E7-C2F5-4A1E-ACAF-DCCD9744D05E}"/>
                  </a:ext>
                </a:extLst>
              </p:cNvPr>
              <p:cNvSpPr txBox="1">
                <a:spLocks noRot="1" noChangeAspect="1" noMove="1" noResize="1" noEditPoints="1" noAdjustHandles="1" noChangeArrowheads="1" noChangeShapeType="1" noTextEdit="1"/>
              </p:cNvSpPr>
              <p:nvPr/>
            </p:nvSpPr>
            <p:spPr>
              <a:xfrm>
                <a:off x="7109582" y="5424436"/>
                <a:ext cx="4758421" cy="523220"/>
              </a:xfrm>
              <a:prstGeom prst="rect">
                <a:avLst/>
              </a:prstGeom>
              <a:blipFill>
                <a:blip r:embed="rId5"/>
                <a:stretch>
                  <a:fillRect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93A4EC9-6217-4D55-B3B4-2092D7FDE64A}"/>
                  </a:ext>
                </a:extLst>
              </p:cNvPr>
              <p:cNvSpPr txBox="1"/>
              <p:nvPr/>
            </p:nvSpPr>
            <p:spPr>
              <a:xfrm>
                <a:off x="7109582" y="5990161"/>
                <a:ext cx="4951239" cy="523220"/>
              </a:xfrm>
              <a:prstGeom prst="rect">
                <a:avLst/>
              </a:prstGeom>
              <a:noFill/>
            </p:spPr>
            <p:txBody>
              <a:bodyPr wrap="square" anchor="ctr">
                <a:spAutoFit/>
              </a:bodyPr>
              <a:lstStyle/>
              <a:p>
                <a14:m>
                  <m:oMath xmlns:m="http://schemas.openxmlformats.org/officeDocument/2006/math">
                    <m:r>
                      <m:rPr>
                        <m:sty m:val="p"/>
                      </m:rPr>
                      <a:rPr lang="en-IN" sz="2800" i="0" dirty="0" smtClean="0">
                        <a:solidFill>
                          <a:srgbClr val="002060"/>
                        </a:solidFill>
                        <a:latin typeface="Cambria Math" panose="02040503050406030204" pitchFamily="18" charset="0"/>
                      </a:rPr>
                      <m:t>B</m:t>
                    </m:r>
                  </m:oMath>
                </a14:m>
                <a:r>
                  <a:rPr lang="en-GB" sz="2800" dirty="0">
                    <a:solidFill>
                      <a:srgbClr val="002060"/>
                    </a:solidFill>
                  </a:rPr>
                  <a:t>   : Selecting a defective product</a:t>
                </a:r>
                <a:endParaRPr lang="en-IN" sz="2800" dirty="0">
                  <a:solidFill>
                    <a:srgbClr val="002060"/>
                  </a:solidFill>
                </a:endParaRPr>
              </a:p>
            </p:txBody>
          </p:sp>
        </mc:Choice>
        <mc:Fallback xmlns="">
          <p:sp>
            <p:nvSpPr>
              <p:cNvPr id="22" name="TextBox 21">
                <a:extLst>
                  <a:ext uri="{FF2B5EF4-FFF2-40B4-BE49-F238E27FC236}">
                    <a16:creationId xmlns:a16="http://schemas.microsoft.com/office/drawing/2014/main" id="{693A4EC9-6217-4D55-B3B4-2092D7FDE64A}"/>
                  </a:ext>
                </a:extLst>
              </p:cNvPr>
              <p:cNvSpPr txBox="1">
                <a:spLocks noRot="1" noChangeAspect="1" noMove="1" noResize="1" noEditPoints="1" noAdjustHandles="1" noChangeArrowheads="1" noChangeShapeType="1" noTextEdit="1"/>
              </p:cNvSpPr>
              <p:nvPr/>
            </p:nvSpPr>
            <p:spPr>
              <a:xfrm>
                <a:off x="7109582" y="5990161"/>
                <a:ext cx="4951239" cy="523220"/>
              </a:xfrm>
              <a:prstGeom prst="rect">
                <a:avLst/>
              </a:prstGeom>
              <a:blipFill>
                <a:blip r:embed="rId6"/>
                <a:stretch>
                  <a:fillRect t="-10588"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92634F1-28C9-4BF2-9D96-2AAAC1C19D35}"/>
                  </a:ext>
                </a:extLst>
              </p:cNvPr>
              <p:cNvSpPr txBox="1"/>
              <p:nvPr/>
            </p:nvSpPr>
            <p:spPr>
              <a:xfrm>
                <a:off x="1594215" y="5610539"/>
                <a:ext cx="5053327" cy="523220"/>
              </a:xfrm>
              <a:prstGeom prst="rect">
                <a:avLst/>
              </a:prstGeom>
              <a:noFill/>
            </p:spPr>
            <p:txBody>
              <a:bodyPr wrap="square" anchor="ctr">
                <a:spAutoFit/>
              </a:bodyPr>
              <a:lstStyle/>
              <a:p>
                <a:pPr>
                  <a:tabLst>
                    <a:tab pos="3048000" algn="l"/>
                  </a:tabLst>
                </a:pPr>
                <a14:m>
                  <m:oMathPara xmlns:m="http://schemas.openxmlformats.org/officeDocument/2006/math">
                    <m:oMathParaPr>
                      <m:jc m:val="left"/>
                    </m:oMathParaPr>
                    <m:oMath xmlns:m="http://schemas.openxmlformats.org/officeDocument/2006/math">
                      <m:sSub>
                        <m:sSubPr>
                          <m:ctrlPr>
                            <a:rPr lang="en-IN" sz="2800" i="1" smtClean="0">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B</m:t>
                          </m:r>
                        </m:e>
                        <m:sub>
                          <m:r>
                            <a:rPr lang="en-IN" sz="2800">
                              <a:solidFill>
                                <a:srgbClr val="002060"/>
                              </a:solidFill>
                              <a:latin typeface="Cambria Math" panose="02040503050406030204" pitchFamily="18" charset="0"/>
                            </a:rPr>
                            <m:t>1</m:t>
                          </m:r>
                        </m:sub>
                      </m:sSub>
                      <m:d>
                        <m:dPr>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2%</m:t>
                          </m:r>
                        </m:e>
                      </m:d>
                      <m:r>
                        <a:rPr lang="fr-FR" sz="2800" dirty="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B</m:t>
                          </m:r>
                        </m:e>
                        <m:sub>
                          <m:r>
                            <a:rPr lang="en-IN" sz="2800" b="0" i="0" smtClean="0">
                              <a:solidFill>
                                <a:srgbClr val="002060"/>
                              </a:solidFill>
                              <a:latin typeface="Cambria Math" panose="02040503050406030204" pitchFamily="18" charset="0"/>
                            </a:rPr>
                            <m:t>2</m:t>
                          </m:r>
                        </m:sub>
                      </m:sSub>
                      <m:d>
                        <m:dPr>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3%</m:t>
                          </m:r>
                        </m:e>
                      </m:d>
                      <m:r>
                        <a:rPr lang="fr-FR" sz="2800" dirty="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B</m:t>
                          </m:r>
                        </m:e>
                        <m:sub>
                          <m:r>
                            <a:rPr lang="en-IN" sz="2800" b="0" i="0" smtClean="0">
                              <a:solidFill>
                                <a:srgbClr val="002060"/>
                              </a:solidFill>
                              <a:latin typeface="Cambria Math" panose="02040503050406030204" pitchFamily="18" charset="0"/>
                            </a:rPr>
                            <m:t>3</m:t>
                          </m:r>
                        </m:sub>
                      </m:sSub>
                      <m:r>
                        <a:rPr lang="en-GB" sz="2800" dirty="0" smtClean="0">
                          <a:solidFill>
                            <a:srgbClr val="002060"/>
                          </a:solidFill>
                          <a:latin typeface="Cambria Math" panose="02040503050406030204" pitchFamily="18" charset="0"/>
                        </a:rPr>
                        <m:t> </m:t>
                      </m:r>
                      <m:d>
                        <m:dPr>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2%</m:t>
                          </m:r>
                        </m:e>
                      </m:d>
                    </m:oMath>
                  </m:oMathPara>
                </a14:m>
                <a:endParaRPr lang="en-IN" sz="2800" dirty="0">
                  <a:solidFill>
                    <a:srgbClr val="002060"/>
                  </a:solidFill>
                </a:endParaRPr>
              </a:p>
            </p:txBody>
          </p:sp>
        </mc:Choice>
        <mc:Fallback xmlns="">
          <p:sp>
            <p:nvSpPr>
              <p:cNvPr id="12" name="TextBox 11">
                <a:extLst>
                  <a:ext uri="{FF2B5EF4-FFF2-40B4-BE49-F238E27FC236}">
                    <a16:creationId xmlns:a16="http://schemas.microsoft.com/office/drawing/2014/main" id="{D92634F1-28C9-4BF2-9D96-2AAAC1C19D35}"/>
                  </a:ext>
                </a:extLst>
              </p:cNvPr>
              <p:cNvSpPr txBox="1">
                <a:spLocks noRot="1" noChangeAspect="1" noMove="1" noResize="1" noEditPoints="1" noAdjustHandles="1" noChangeArrowheads="1" noChangeShapeType="1" noTextEdit="1"/>
              </p:cNvSpPr>
              <p:nvPr/>
            </p:nvSpPr>
            <p:spPr>
              <a:xfrm>
                <a:off x="1594215" y="5610539"/>
                <a:ext cx="5053327"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D8AB890-132E-4066-8AF6-2965B965F225}"/>
                  </a:ext>
                </a:extLst>
              </p:cNvPr>
              <p:cNvSpPr txBox="1"/>
              <p:nvPr/>
            </p:nvSpPr>
            <p:spPr>
              <a:xfrm>
                <a:off x="1594216" y="4355384"/>
                <a:ext cx="5329098" cy="523220"/>
              </a:xfrm>
              <a:prstGeom prst="rect">
                <a:avLst/>
              </a:prstGeom>
              <a:noFill/>
            </p:spPr>
            <p:txBody>
              <a:bodyPr wrap="square" anchor="ctr">
                <a:spAutoFit/>
              </a:bodyPr>
              <a:lstStyle/>
              <a:p>
                <a:pPr>
                  <a:tabLst>
                    <a:tab pos="3048000" algn="l"/>
                  </a:tabLst>
                </a:pPr>
                <a14:m>
                  <m:oMathPara xmlns:m="http://schemas.openxmlformats.org/officeDocument/2006/math">
                    <m:oMathParaPr>
                      <m:jc m:val="left"/>
                    </m:oMathParaPr>
                    <m:oMath xmlns:m="http://schemas.openxmlformats.org/officeDocument/2006/math">
                      <m:sSub>
                        <m:sSubPr>
                          <m:ctrlPr>
                            <a:rPr lang="en-IN" sz="2800" i="1" smtClean="0">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B</m:t>
                          </m:r>
                        </m:e>
                        <m:sub>
                          <m:r>
                            <a:rPr lang="en-IN" sz="2800">
                              <a:solidFill>
                                <a:srgbClr val="002060"/>
                              </a:solidFill>
                              <a:latin typeface="Cambria Math" panose="02040503050406030204" pitchFamily="18" charset="0"/>
                            </a:rPr>
                            <m:t>1</m:t>
                          </m:r>
                        </m:sub>
                      </m:sSub>
                      <m:d>
                        <m:dPr>
                          <m:ctrlPr>
                            <a:rPr lang="fr-FR" sz="2800" i="1" dirty="0">
                              <a:solidFill>
                                <a:srgbClr val="002060"/>
                              </a:solidFill>
                              <a:latin typeface="Cambria Math" panose="02040503050406030204" pitchFamily="18" charset="0"/>
                            </a:rPr>
                          </m:ctrlPr>
                        </m:dPr>
                        <m:e>
                          <m:r>
                            <a:rPr lang="fr-FR" sz="2800" dirty="0">
                              <a:solidFill>
                                <a:srgbClr val="002060"/>
                              </a:solidFill>
                              <a:latin typeface="Cambria Math" panose="02040503050406030204" pitchFamily="18" charset="0"/>
                            </a:rPr>
                            <m:t>30%</m:t>
                          </m:r>
                        </m:e>
                      </m:d>
                      <m:r>
                        <a:rPr lang="fr-FR" sz="2800" dirty="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B</m:t>
                          </m:r>
                        </m:e>
                        <m:sub>
                          <m:r>
                            <a:rPr lang="en-IN" sz="2800" b="0" i="0" smtClean="0">
                              <a:solidFill>
                                <a:srgbClr val="002060"/>
                              </a:solidFill>
                              <a:latin typeface="Cambria Math" panose="02040503050406030204" pitchFamily="18" charset="0"/>
                            </a:rPr>
                            <m:t>2</m:t>
                          </m:r>
                        </m:sub>
                      </m:sSub>
                      <m:d>
                        <m:dPr>
                          <m:ctrlPr>
                            <a:rPr lang="fr-FR" sz="2800" i="1" dirty="0">
                              <a:solidFill>
                                <a:srgbClr val="002060"/>
                              </a:solidFill>
                              <a:latin typeface="Cambria Math" panose="02040503050406030204" pitchFamily="18" charset="0"/>
                            </a:rPr>
                          </m:ctrlPr>
                        </m:dPr>
                        <m:e>
                          <m:r>
                            <a:rPr lang="fr-FR" sz="2800" dirty="0">
                              <a:solidFill>
                                <a:srgbClr val="002060"/>
                              </a:solidFill>
                              <a:latin typeface="Cambria Math" panose="02040503050406030204" pitchFamily="18" charset="0"/>
                            </a:rPr>
                            <m:t>45%</m:t>
                          </m:r>
                        </m:e>
                      </m:d>
                      <m:r>
                        <a:rPr lang="fr-FR" sz="2800" dirty="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 </m:t>
                      </m:r>
                      <m:r>
                        <a:rPr lang="en-IN" sz="2800" i="1" dirty="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B</m:t>
                          </m:r>
                        </m:e>
                        <m:sub>
                          <m:r>
                            <a:rPr lang="en-IN" sz="2800" b="0" i="0" smtClean="0">
                              <a:solidFill>
                                <a:srgbClr val="002060"/>
                              </a:solidFill>
                              <a:latin typeface="Cambria Math" panose="02040503050406030204" pitchFamily="18" charset="0"/>
                            </a:rPr>
                            <m:t>3</m:t>
                          </m:r>
                        </m:sub>
                      </m:sSub>
                      <m:d>
                        <m:dPr>
                          <m:ctrlPr>
                            <a:rPr lang="fr-FR" sz="2800" i="1" dirty="0">
                              <a:solidFill>
                                <a:srgbClr val="002060"/>
                              </a:solidFill>
                              <a:latin typeface="Cambria Math" panose="02040503050406030204" pitchFamily="18" charset="0"/>
                            </a:rPr>
                          </m:ctrlPr>
                        </m:dPr>
                        <m:e>
                          <m:r>
                            <a:rPr lang="fr-FR" sz="2800" dirty="0">
                              <a:solidFill>
                                <a:srgbClr val="002060"/>
                              </a:solidFill>
                              <a:latin typeface="Cambria Math" panose="02040503050406030204" pitchFamily="18" charset="0"/>
                            </a:rPr>
                            <m:t>25%</m:t>
                          </m:r>
                        </m:e>
                      </m:d>
                    </m:oMath>
                  </m:oMathPara>
                </a14:m>
                <a:endParaRPr lang="en-IN" sz="2800" dirty="0">
                  <a:solidFill>
                    <a:srgbClr val="002060"/>
                  </a:solidFill>
                </a:endParaRPr>
              </a:p>
            </p:txBody>
          </p:sp>
        </mc:Choice>
        <mc:Fallback xmlns="">
          <p:sp>
            <p:nvSpPr>
              <p:cNvPr id="13" name="TextBox 12">
                <a:extLst>
                  <a:ext uri="{FF2B5EF4-FFF2-40B4-BE49-F238E27FC236}">
                    <a16:creationId xmlns:a16="http://schemas.microsoft.com/office/drawing/2014/main" id="{7D8AB890-132E-4066-8AF6-2965B965F225}"/>
                  </a:ext>
                </a:extLst>
              </p:cNvPr>
              <p:cNvSpPr txBox="1">
                <a:spLocks noRot="1" noChangeAspect="1" noMove="1" noResize="1" noEditPoints="1" noAdjustHandles="1" noChangeArrowheads="1" noChangeShapeType="1" noTextEdit="1"/>
              </p:cNvSpPr>
              <p:nvPr/>
            </p:nvSpPr>
            <p:spPr>
              <a:xfrm>
                <a:off x="1594216" y="4355384"/>
                <a:ext cx="5329098" cy="523220"/>
              </a:xfrm>
              <a:prstGeom prst="rect">
                <a:avLst/>
              </a:prstGeom>
              <a:blipFill>
                <a:blip r:embed="rId8"/>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834977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0" grpId="0"/>
      <p:bldP spid="21" grpId="0"/>
      <p:bldP spid="32" grpId="0"/>
      <p:bldP spid="37" grpId="0"/>
      <p:bldP spid="40" grpId="0"/>
      <p:bldP spid="41" grpId="0"/>
      <p:bldP spid="22" grpId="0"/>
      <p:bldP spid="12" grpId="0"/>
      <p:bldP spid="13"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1 (Continue)</a:t>
            </a:r>
            <a:endParaRPr lang="en-US" dirty="0"/>
          </a:p>
        </p:txBody>
      </p:sp>
      <p:sp>
        <p:nvSpPr>
          <p:cNvPr id="42" name="TextBox 41">
            <a:extLst>
              <a:ext uri="{FF2B5EF4-FFF2-40B4-BE49-F238E27FC236}">
                <a16:creationId xmlns:a16="http://schemas.microsoft.com/office/drawing/2014/main" id="{46EB6070-7B89-40E9-80EA-7F55B673B189}"/>
              </a:ext>
            </a:extLst>
          </p:cNvPr>
          <p:cNvSpPr txBox="1"/>
          <p:nvPr/>
        </p:nvSpPr>
        <p:spPr>
          <a:xfrm>
            <a:off x="1594216" y="2122429"/>
            <a:ext cx="2149369" cy="523220"/>
          </a:xfrm>
          <a:prstGeom prst="rect">
            <a:avLst/>
          </a:prstGeom>
          <a:noFill/>
        </p:spPr>
        <p:txBody>
          <a:bodyPr wrap="square">
            <a:spAutoFit/>
          </a:bodyPr>
          <a:lstStyle/>
          <a:p>
            <a:r>
              <a:rPr lang="en-IN" sz="2800" b="1" dirty="0">
                <a:solidFill>
                  <a:srgbClr val="002060"/>
                </a:solidFill>
              </a:rPr>
              <a:t>Probabilities:</a:t>
            </a:r>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FA6E29D9-DC5D-4AC7-8C35-3AD2D90231F8}"/>
                  </a:ext>
                </a:extLst>
              </p:cNvPr>
              <p:cNvSpPr txBox="1"/>
              <p:nvPr/>
            </p:nvSpPr>
            <p:spPr>
              <a:xfrm>
                <a:off x="1594216" y="2675329"/>
                <a:ext cx="225256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1</m:t>
                              </m:r>
                            </m:sub>
                          </m:sSub>
                        </m:e>
                      </m:d>
                      <m:r>
                        <a:rPr lang="en-US" sz="2800" i="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0.30</m:t>
                      </m:r>
                    </m:oMath>
                  </m:oMathPara>
                </a14:m>
                <a:endParaRPr lang="en-IN" sz="2800" dirty="0">
                  <a:solidFill>
                    <a:srgbClr val="002060"/>
                  </a:solidFill>
                  <a:latin typeface="Cambria Math" panose="02040503050406030204" pitchFamily="18" charset="0"/>
                </a:endParaRPr>
              </a:p>
            </p:txBody>
          </p:sp>
        </mc:Choice>
        <mc:Fallback xmlns="">
          <p:sp>
            <p:nvSpPr>
              <p:cNvPr id="68" name="TextBox 67">
                <a:extLst>
                  <a:ext uri="{FF2B5EF4-FFF2-40B4-BE49-F238E27FC236}">
                    <a16:creationId xmlns:a16="http://schemas.microsoft.com/office/drawing/2014/main" id="{FA6E29D9-DC5D-4AC7-8C35-3AD2D90231F8}"/>
                  </a:ext>
                </a:extLst>
              </p:cNvPr>
              <p:cNvSpPr txBox="1">
                <a:spLocks noRot="1" noChangeAspect="1" noMove="1" noResize="1" noEditPoints="1" noAdjustHandles="1" noChangeArrowheads="1" noChangeShapeType="1" noTextEdit="1"/>
              </p:cNvSpPr>
              <p:nvPr/>
            </p:nvSpPr>
            <p:spPr>
              <a:xfrm>
                <a:off x="1594216" y="2675329"/>
                <a:ext cx="2252560"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898D836A-76E6-4C04-9B42-7D418261AEED}"/>
                  </a:ext>
                </a:extLst>
              </p:cNvPr>
              <p:cNvSpPr txBox="1"/>
              <p:nvPr/>
            </p:nvSpPr>
            <p:spPr>
              <a:xfrm>
                <a:off x="5416770" y="2675329"/>
                <a:ext cx="225256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2</m:t>
                              </m:r>
                            </m:sub>
                          </m:sSub>
                        </m:e>
                      </m:d>
                      <m:r>
                        <a:rPr lang="en-US" sz="2800" i="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0.45</m:t>
                      </m:r>
                    </m:oMath>
                  </m:oMathPara>
                </a14:m>
                <a:endParaRPr lang="en-IN" sz="2800" dirty="0">
                  <a:solidFill>
                    <a:srgbClr val="002060"/>
                  </a:solidFill>
                  <a:latin typeface="Cambria Math" panose="02040503050406030204" pitchFamily="18" charset="0"/>
                </a:endParaRPr>
              </a:p>
            </p:txBody>
          </p:sp>
        </mc:Choice>
        <mc:Fallback xmlns="">
          <p:sp>
            <p:nvSpPr>
              <p:cNvPr id="69" name="TextBox 68">
                <a:extLst>
                  <a:ext uri="{FF2B5EF4-FFF2-40B4-BE49-F238E27FC236}">
                    <a16:creationId xmlns:a16="http://schemas.microsoft.com/office/drawing/2014/main" id="{898D836A-76E6-4C04-9B42-7D418261AEED}"/>
                  </a:ext>
                </a:extLst>
              </p:cNvPr>
              <p:cNvSpPr txBox="1">
                <a:spLocks noRot="1" noChangeAspect="1" noMove="1" noResize="1" noEditPoints="1" noAdjustHandles="1" noChangeArrowheads="1" noChangeShapeType="1" noTextEdit="1"/>
              </p:cNvSpPr>
              <p:nvPr/>
            </p:nvSpPr>
            <p:spPr>
              <a:xfrm>
                <a:off x="5416770" y="2675329"/>
                <a:ext cx="2252560"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ED2F91BA-958C-468E-9DA7-18119FB85744}"/>
                  </a:ext>
                </a:extLst>
              </p:cNvPr>
              <p:cNvSpPr txBox="1"/>
              <p:nvPr/>
            </p:nvSpPr>
            <p:spPr>
              <a:xfrm>
                <a:off x="1594216" y="3351197"/>
                <a:ext cx="2755903"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r>
                        <a:rPr lang="en-US" sz="2800" i="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0.02</m:t>
                      </m:r>
                    </m:oMath>
                  </m:oMathPara>
                </a14:m>
                <a:endParaRPr lang="en-IN" sz="2800" dirty="0">
                  <a:solidFill>
                    <a:srgbClr val="002060"/>
                  </a:solidFill>
                  <a:latin typeface="Cambria Math" panose="02040503050406030204" pitchFamily="18" charset="0"/>
                </a:endParaRPr>
              </a:p>
            </p:txBody>
          </p:sp>
        </mc:Choice>
        <mc:Fallback xmlns="">
          <p:sp>
            <p:nvSpPr>
              <p:cNvPr id="70" name="TextBox 69">
                <a:extLst>
                  <a:ext uri="{FF2B5EF4-FFF2-40B4-BE49-F238E27FC236}">
                    <a16:creationId xmlns:a16="http://schemas.microsoft.com/office/drawing/2014/main" id="{ED2F91BA-958C-468E-9DA7-18119FB85744}"/>
                  </a:ext>
                </a:extLst>
              </p:cNvPr>
              <p:cNvSpPr txBox="1">
                <a:spLocks noRot="1" noChangeAspect="1" noMove="1" noResize="1" noEditPoints="1" noAdjustHandles="1" noChangeArrowheads="1" noChangeShapeType="1" noTextEdit="1"/>
              </p:cNvSpPr>
              <p:nvPr/>
            </p:nvSpPr>
            <p:spPr>
              <a:xfrm>
                <a:off x="1594216" y="3351197"/>
                <a:ext cx="2755903"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47B5B446-06FE-4214-A79A-49951A75EF4E}"/>
                  </a:ext>
                </a:extLst>
              </p:cNvPr>
              <p:cNvSpPr txBox="1"/>
              <p:nvPr/>
            </p:nvSpPr>
            <p:spPr>
              <a:xfrm>
                <a:off x="5416770" y="3351197"/>
                <a:ext cx="2755903"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r>
                        <a:rPr lang="en-US" sz="2800" i="0">
                          <a:solidFill>
                            <a:srgbClr val="002060"/>
                          </a:solidFill>
                          <a:latin typeface="Cambria Math" panose="02040503050406030204" pitchFamily="18" charset="0"/>
                        </a:rPr>
                        <m:t>=</m:t>
                      </m:r>
                      <m:r>
                        <a:rPr lang="en-IN" sz="2800" i="1">
                          <a:solidFill>
                            <a:srgbClr val="002060"/>
                          </a:solidFill>
                          <a:latin typeface="Cambria Math" panose="02040503050406030204" pitchFamily="18" charset="0"/>
                        </a:rPr>
                        <m:t>0.0</m:t>
                      </m:r>
                      <m:r>
                        <a:rPr lang="en-IN" sz="2800" b="0" i="1" smtClean="0">
                          <a:solidFill>
                            <a:srgbClr val="002060"/>
                          </a:solidFill>
                          <a:latin typeface="Cambria Math" panose="02040503050406030204" pitchFamily="18" charset="0"/>
                        </a:rPr>
                        <m:t>3</m:t>
                      </m:r>
                    </m:oMath>
                  </m:oMathPara>
                </a14:m>
                <a:endParaRPr lang="en-IN" sz="2800" dirty="0">
                  <a:solidFill>
                    <a:srgbClr val="002060"/>
                  </a:solidFill>
                  <a:latin typeface="Cambria Math" panose="02040503050406030204" pitchFamily="18" charset="0"/>
                </a:endParaRPr>
              </a:p>
            </p:txBody>
          </p:sp>
        </mc:Choice>
        <mc:Fallback xmlns="">
          <p:sp>
            <p:nvSpPr>
              <p:cNvPr id="82" name="TextBox 81">
                <a:extLst>
                  <a:ext uri="{FF2B5EF4-FFF2-40B4-BE49-F238E27FC236}">
                    <a16:creationId xmlns:a16="http://schemas.microsoft.com/office/drawing/2014/main" id="{47B5B446-06FE-4214-A79A-49951A75EF4E}"/>
                  </a:ext>
                </a:extLst>
              </p:cNvPr>
              <p:cNvSpPr txBox="1">
                <a:spLocks noRot="1" noChangeAspect="1" noMove="1" noResize="1" noEditPoints="1" noAdjustHandles="1" noChangeArrowheads="1" noChangeShapeType="1" noTextEdit="1"/>
              </p:cNvSpPr>
              <p:nvPr/>
            </p:nvSpPr>
            <p:spPr>
              <a:xfrm>
                <a:off x="5416770" y="3351197"/>
                <a:ext cx="2755903"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C850559-6B5D-4F32-A4EB-C9EEB63FC805}"/>
                  </a:ext>
                </a:extLst>
              </p:cNvPr>
              <p:cNvSpPr txBox="1"/>
              <p:nvPr/>
            </p:nvSpPr>
            <p:spPr>
              <a:xfrm>
                <a:off x="9212743" y="2675329"/>
                <a:ext cx="225256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3</m:t>
                              </m:r>
                            </m:sub>
                          </m:sSub>
                        </m:e>
                      </m:d>
                      <m:r>
                        <a:rPr lang="en-US" sz="2800" i="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0.25</m:t>
                      </m:r>
                    </m:oMath>
                  </m:oMathPara>
                </a14:m>
                <a:endParaRPr lang="en-IN" sz="2800" dirty="0">
                  <a:solidFill>
                    <a:srgbClr val="002060"/>
                  </a:solidFill>
                  <a:latin typeface="Cambria Math" panose="02040503050406030204" pitchFamily="18" charset="0"/>
                </a:endParaRPr>
              </a:p>
            </p:txBody>
          </p:sp>
        </mc:Choice>
        <mc:Fallback xmlns="">
          <p:sp>
            <p:nvSpPr>
              <p:cNvPr id="23" name="TextBox 22">
                <a:extLst>
                  <a:ext uri="{FF2B5EF4-FFF2-40B4-BE49-F238E27FC236}">
                    <a16:creationId xmlns:a16="http://schemas.microsoft.com/office/drawing/2014/main" id="{2C850559-6B5D-4F32-A4EB-C9EEB63FC805}"/>
                  </a:ext>
                </a:extLst>
              </p:cNvPr>
              <p:cNvSpPr txBox="1">
                <a:spLocks noRot="1" noChangeAspect="1" noMove="1" noResize="1" noEditPoints="1" noAdjustHandles="1" noChangeArrowheads="1" noChangeShapeType="1" noTextEdit="1"/>
              </p:cNvSpPr>
              <p:nvPr/>
            </p:nvSpPr>
            <p:spPr>
              <a:xfrm>
                <a:off x="9212743" y="2675329"/>
                <a:ext cx="225256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16C4B6BE-CB76-4322-B978-8FDE96CD5E38}"/>
                  </a:ext>
                </a:extLst>
              </p:cNvPr>
              <p:cNvSpPr txBox="1"/>
              <p:nvPr/>
            </p:nvSpPr>
            <p:spPr>
              <a:xfrm>
                <a:off x="9212743" y="3351197"/>
                <a:ext cx="2755903"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3</m:t>
                              </m:r>
                            </m:sub>
                          </m:sSub>
                        </m:e>
                      </m:d>
                      <m:r>
                        <a:rPr lang="en-US" sz="2800" i="0">
                          <a:solidFill>
                            <a:srgbClr val="002060"/>
                          </a:solidFill>
                          <a:latin typeface="Cambria Math" panose="02040503050406030204" pitchFamily="18" charset="0"/>
                        </a:rPr>
                        <m:t>=</m:t>
                      </m:r>
                      <m:r>
                        <a:rPr lang="en-IN" sz="2800" i="1">
                          <a:solidFill>
                            <a:srgbClr val="002060"/>
                          </a:solidFill>
                          <a:latin typeface="Cambria Math" panose="02040503050406030204" pitchFamily="18" charset="0"/>
                        </a:rPr>
                        <m:t>0.02</m:t>
                      </m:r>
                    </m:oMath>
                  </m:oMathPara>
                </a14:m>
                <a:endParaRPr lang="en-IN" sz="2800" dirty="0">
                  <a:solidFill>
                    <a:srgbClr val="002060"/>
                  </a:solidFill>
                  <a:latin typeface="Cambria Math" panose="02040503050406030204" pitchFamily="18" charset="0"/>
                </a:endParaRPr>
              </a:p>
            </p:txBody>
          </p:sp>
        </mc:Choice>
        <mc:Fallback xmlns="">
          <p:sp>
            <p:nvSpPr>
              <p:cNvPr id="24" name="TextBox 23">
                <a:extLst>
                  <a:ext uri="{FF2B5EF4-FFF2-40B4-BE49-F238E27FC236}">
                    <a16:creationId xmlns:a16="http://schemas.microsoft.com/office/drawing/2014/main" id="{16C4B6BE-CB76-4322-B978-8FDE96CD5E38}"/>
                  </a:ext>
                </a:extLst>
              </p:cNvPr>
              <p:cNvSpPr txBox="1">
                <a:spLocks noRot="1" noChangeAspect="1" noMove="1" noResize="1" noEditPoints="1" noAdjustHandles="1" noChangeArrowheads="1" noChangeShapeType="1" noTextEdit="1"/>
              </p:cNvSpPr>
              <p:nvPr/>
            </p:nvSpPr>
            <p:spPr>
              <a:xfrm>
                <a:off x="9212743" y="3351197"/>
                <a:ext cx="2755903"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F4E338D-EE2D-4173-A6D9-9ACBA88CB60C}"/>
                  </a:ext>
                </a:extLst>
              </p:cNvPr>
              <p:cNvSpPr txBox="1"/>
              <p:nvPr/>
            </p:nvSpPr>
            <p:spPr>
              <a:xfrm>
                <a:off x="2414686" y="4843054"/>
                <a:ext cx="977731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A</m:t>
                              </m:r>
                            </m:e>
                            <m:sub>
                              <m:r>
                                <a:rPr lang="en-IN" sz="2800" b="0" i="0">
                                  <a:solidFill>
                                    <a:srgbClr val="002060"/>
                                  </a:solidFill>
                                  <a:latin typeface="Cambria Math" panose="02040503050406030204" pitchFamily="18" charset="0"/>
                                </a:rPr>
                                <m:t>1</m:t>
                              </m:r>
                            </m:sub>
                          </m:sSub>
                        </m:e>
                      </m:d>
                      <m:r>
                        <a:rPr lang="en-IN" sz="2800" b="0" i="0">
                          <a:solidFill>
                            <a:srgbClr val="002060"/>
                          </a:solidFill>
                          <a:latin typeface="Cambria Math" panose="02040503050406030204" pitchFamily="18" charset="0"/>
                        </a:rPr>
                        <m:t>⋅</m:t>
                      </m:r>
                      <m:r>
                        <m:rPr>
                          <m:sty m:val="p"/>
                        </m:rPr>
                        <a:rPr lang="en-IN"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a:solidFill>
                                <a:srgbClr val="002060"/>
                              </a:solidFill>
                              <a:latin typeface="Cambria Math" panose="02040503050406030204" pitchFamily="18" charset="0"/>
                            </a:rPr>
                            <m:t>B</m:t>
                          </m:r>
                          <m:r>
                            <a:rPr lang="en-IN" sz="2800" b="0" i="0">
                              <a:solidFill>
                                <a:srgbClr val="002060"/>
                              </a:solidFill>
                              <a:latin typeface="Cambria Math" panose="02040503050406030204" pitchFamily="18" charset="0"/>
                            </a:rPr>
                            <m:t> </m:t>
                          </m:r>
                        </m:e>
                        <m:e>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A</m:t>
                              </m:r>
                            </m:e>
                            <m:sub>
                              <m:r>
                                <a:rPr lang="en-IN" sz="2800" b="0" i="0">
                                  <a:solidFill>
                                    <a:srgbClr val="002060"/>
                                  </a:solidFill>
                                  <a:latin typeface="Cambria Math" panose="02040503050406030204" pitchFamily="18" charset="0"/>
                                </a:rPr>
                                <m:t>1</m:t>
                              </m:r>
                            </m:sub>
                          </m:sSub>
                        </m:e>
                      </m:d>
                      <m:r>
                        <a:rPr lang="en-IN" sz="2800" b="0" i="0">
                          <a:solidFill>
                            <a:srgbClr val="002060"/>
                          </a:solidFill>
                          <a:latin typeface="Cambria Math" panose="02040503050406030204" pitchFamily="18" charset="0"/>
                        </a:rPr>
                        <m:t> + </m:t>
                      </m:r>
                      <m:r>
                        <m:rPr>
                          <m:sty m:val="p"/>
                        </m:rPr>
                        <a:rPr lang="en-IN"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A</m:t>
                              </m:r>
                            </m:e>
                            <m:sub>
                              <m:r>
                                <a:rPr lang="en-IN" sz="2800" b="0" i="0">
                                  <a:solidFill>
                                    <a:srgbClr val="002060"/>
                                  </a:solidFill>
                                  <a:latin typeface="Cambria Math" panose="02040503050406030204" pitchFamily="18" charset="0"/>
                                </a:rPr>
                                <m:t>2</m:t>
                              </m:r>
                            </m:sub>
                          </m:sSub>
                        </m:e>
                      </m:d>
                      <m:r>
                        <a:rPr lang="en-IN" sz="2800" b="0" i="0">
                          <a:solidFill>
                            <a:srgbClr val="002060"/>
                          </a:solidFill>
                          <a:latin typeface="Cambria Math" panose="02040503050406030204" pitchFamily="18" charset="0"/>
                        </a:rPr>
                        <m:t>⋅</m:t>
                      </m:r>
                      <m:r>
                        <m:rPr>
                          <m:sty m:val="p"/>
                        </m:rPr>
                        <a:rPr lang="en-IN"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a:solidFill>
                                <a:srgbClr val="002060"/>
                              </a:solidFill>
                              <a:latin typeface="Cambria Math" panose="02040503050406030204" pitchFamily="18" charset="0"/>
                            </a:rPr>
                            <m:t>B</m:t>
                          </m:r>
                          <m:r>
                            <a:rPr lang="en-IN" sz="2800" b="0" i="0">
                              <a:solidFill>
                                <a:srgbClr val="002060"/>
                              </a:solidFill>
                              <a:latin typeface="Cambria Math" panose="02040503050406030204" pitchFamily="18" charset="0"/>
                            </a:rPr>
                            <m:t> </m:t>
                          </m:r>
                        </m:e>
                        <m:e>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A</m:t>
                              </m:r>
                            </m:e>
                            <m:sub>
                              <m:r>
                                <a:rPr lang="en-IN" sz="2800" b="0" i="0">
                                  <a:solidFill>
                                    <a:srgbClr val="002060"/>
                                  </a:solidFill>
                                  <a:latin typeface="Cambria Math" panose="02040503050406030204" pitchFamily="18" charset="0"/>
                                </a:rPr>
                                <m:t>2</m:t>
                              </m:r>
                            </m:sub>
                          </m:sSub>
                        </m:e>
                      </m:d>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3</m:t>
                              </m:r>
                            </m:sub>
                          </m:sSub>
                        </m:e>
                      </m:d>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a:solidFill>
                                <a:srgbClr val="002060"/>
                              </a:solidFill>
                              <a:latin typeface="Cambria Math" panose="02040503050406030204" pitchFamily="18" charset="0"/>
                            </a:rPr>
                            <m:t> </m:t>
                          </m:r>
                        </m:e>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3</m:t>
                              </m:r>
                            </m:sub>
                          </m:sSub>
                        </m:e>
                      </m:d>
                    </m:oMath>
                  </m:oMathPara>
                </a14:m>
                <a:endParaRPr lang="en-IN" sz="2800" dirty="0">
                  <a:solidFill>
                    <a:srgbClr val="002060"/>
                  </a:solidFill>
                </a:endParaRPr>
              </a:p>
            </p:txBody>
          </p:sp>
        </mc:Choice>
        <mc:Fallback xmlns="">
          <p:sp>
            <p:nvSpPr>
              <p:cNvPr id="12" name="TextBox 11">
                <a:extLst>
                  <a:ext uri="{FF2B5EF4-FFF2-40B4-BE49-F238E27FC236}">
                    <a16:creationId xmlns:a16="http://schemas.microsoft.com/office/drawing/2014/main" id="{AF4E338D-EE2D-4173-A6D9-9ACBA88CB60C}"/>
                  </a:ext>
                </a:extLst>
              </p:cNvPr>
              <p:cNvSpPr txBox="1">
                <a:spLocks noRot="1" noChangeAspect="1" noMove="1" noResize="1" noEditPoints="1" noAdjustHandles="1" noChangeArrowheads="1" noChangeShapeType="1" noTextEdit="1"/>
              </p:cNvSpPr>
              <p:nvPr/>
            </p:nvSpPr>
            <p:spPr>
              <a:xfrm>
                <a:off x="2414686" y="4843054"/>
                <a:ext cx="9777314"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E4D2DAC-694D-44BA-A883-9AACC55BBAFB}"/>
                  </a:ext>
                </a:extLst>
              </p:cNvPr>
              <p:cNvSpPr txBox="1"/>
              <p:nvPr/>
            </p:nvSpPr>
            <p:spPr>
              <a:xfrm>
                <a:off x="2414688" y="5473757"/>
                <a:ext cx="100243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IN" sz="2800" b="0" i="1" smtClean="0">
                              <a:solidFill>
                                <a:srgbClr val="002060"/>
                              </a:solidFill>
                              <a:latin typeface="Cambria Math" panose="02040503050406030204" pitchFamily="18" charset="0"/>
                            </a:rPr>
                            <m:t>0.30</m:t>
                          </m:r>
                        </m:e>
                      </m:d>
                      <m:r>
                        <a:rPr lang="en-IN" sz="2800" b="0" i="0">
                          <a:solidFill>
                            <a:srgbClr val="002060"/>
                          </a:solidFill>
                          <a:latin typeface="Cambria Math" panose="02040503050406030204" pitchFamily="18" charset="0"/>
                        </a:rPr>
                        <m:t>⋅</m:t>
                      </m:r>
                      <m:d>
                        <m:dPr>
                          <m:ctrlPr>
                            <a:rPr lang="en-IN" sz="2800" b="0" i="1" smtClean="0">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0.02</m:t>
                          </m:r>
                        </m:e>
                      </m:d>
                      <m:r>
                        <a:rPr lang="en-IN" sz="2800" b="0" i="0">
                          <a:solidFill>
                            <a:srgbClr val="002060"/>
                          </a:solidFill>
                          <a:latin typeface="Cambria Math" panose="02040503050406030204" pitchFamily="18" charset="0"/>
                        </a:rPr>
                        <m:t> + </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0.45</m:t>
                          </m:r>
                        </m:e>
                      </m:d>
                      <m:r>
                        <a:rPr lang="en-IN" sz="2800" b="0" i="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0.03</m:t>
                          </m:r>
                        </m:e>
                      </m:d>
                      <m:r>
                        <a:rPr lang="en-IN" sz="280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0.25</m:t>
                          </m:r>
                        </m:e>
                      </m:d>
                      <m:r>
                        <a:rPr lang="en-IN" sz="280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0.02</m:t>
                          </m:r>
                        </m:e>
                      </m:d>
                    </m:oMath>
                  </m:oMathPara>
                </a14:m>
                <a:endParaRPr lang="en-IN" sz="2800" dirty="0">
                  <a:solidFill>
                    <a:srgbClr val="002060"/>
                  </a:solidFill>
                </a:endParaRPr>
              </a:p>
            </p:txBody>
          </p:sp>
        </mc:Choice>
        <mc:Fallback xmlns="">
          <p:sp>
            <p:nvSpPr>
              <p:cNvPr id="15" name="TextBox 14">
                <a:extLst>
                  <a:ext uri="{FF2B5EF4-FFF2-40B4-BE49-F238E27FC236}">
                    <a16:creationId xmlns:a16="http://schemas.microsoft.com/office/drawing/2014/main" id="{9E4D2DAC-694D-44BA-A883-9AACC55BBAFB}"/>
                  </a:ext>
                </a:extLst>
              </p:cNvPr>
              <p:cNvSpPr txBox="1">
                <a:spLocks noRot="1" noChangeAspect="1" noMove="1" noResize="1" noEditPoints="1" noAdjustHandles="1" noChangeArrowheads="1" noChangeShapeType="1" noTextEdit="1"/>
              </p:cNvSpPr>
              <p:nvPr/>
            </p:nvSpPr>
            <p:spPr>
              <a:xfrm>
                <a:off x="2414688" y="5473757"/>
                <a:ext cx="10024305"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E60879A-3C81-4DD8-ACF2-543515D20DE3}"/>
                  </a:ext>
                </a:extLst>
              </p:cNvPr>
              <p:cNvSpPr txBox="1"/>
              <p:nvPr/>
            </p:nvSpPr>
            <p:spPr>
              <a:xfrm>
                <a:off x="2414686" y="6104460"/>
                <a:ext cx="177631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US" smtClean="0">
                          <a:latin typeface="Cambria Math" panose="02040503050406030204" pitchFamily="18" charset="0"/>
                        </a:rPr>
                        <m:t>=</m:t>
                      </m:r>
                      <m:r>
                        <a:rPr lang="en-IN" b="0" i="0" smtClean="0">
                          <a:latin typeface="Cambria Math" panose="02040503050406030204" pitchFamily="18" charset="0"/>
                        </a:rPr>
                        <m:t>0.</m:t>
                      </m:r>
                      <m:r>
                        <a:rPr lang="en-IN">
                          <a:latin typeface="Cambria Math" panose="02040503050406030204" pitchFamily="18" charset="0"/>
                        </a:rPr>
                        <m:t>0245</m:t>
                      </m:r>
                    </m:oMath>
                  </m:oMathPara>
                </a14:m>
                <a:endParaRPr lang="en-IN" dirty="0"/>
              </a:p>
            </p:txBody>
          </p:sp>
        </mc:Choice>
        <mc:Fallback xmlns="">
          <p:sp>
            <p:nvSpPr>
              <p:cNvPr id="16" name="TextBox 15">
                <a:extLst>
                  <a:ext uri="{FF2B5EF4-FFF2-40B4-BE49-F238E27FC236}">
                    <a16:creationId xmlns:a16="http://schemas.microsoft.com/office/drawing/2014/main" id="{0E60879A-3C81-4DD8-ACF2-543515D20DE3}"/>
                  </a:ext>
                </a:extLst>
              </p:cNvPr>
              <p:cNvSpPr txBox="1">
                <a:spLocks noRot="1" noChangeAspect="1" noMove="1" noResize="1" noEditPoints="1" noAdjustHandles="1" noChangeArrowheads="1" noChangeShapeType="1" noTextEdit="1"/>
              </p:cNvSpPr>
              <p:nvPr/>
            </p:nvSpPr>
            <p:spPr>
              <a:xfrm>
                <a:off x="2414686" y="6104460"/>
                <a:ext cx="1776314" cy="523220"/>
              </a:xfrm>
              <a:prstGeom prst="rect">
                <a:avLst/>
              </a:prstGeom>
              <a:blipFill>
                <a:blip r:embed="rId10"/>
                <a:stretch>
                  <a:fillRect/>
                </a:stretch>
              </a:blipFill>
            </p:spPr>
            <p:txBody>
              <a:bodyPr/>
              <a:lstStyle/>
              <a:p>
                <a:r>
                  <a:rPr lang="en-IN">
                    <a:noFill/>
                  </a:rPr>
                  <a:t> </a:t>
                </a:r>
              </a:p>
            </p:txBody>
          </p:sp>
        </mc:Fallback>
      </mc:AlternateContent>
      <p:sp>
        <p:nvSpPr>
          <p:cNvPr id="17" name="TextBox 16">
            <a:extLst>
              <a:ext uri="{FF2B5EF4-FFF2-40B4-BE49-F238E27FC236}">
                <a16:creationId xmlns:a16="http://schemas.microsoft.com/office/drawing/2014/main" id="{6B460716-C477-4067-A862-8582CAD4F3D1}"/>
              </a:ext>
            </a:extLst>
          </p:cNvPr>
          <p:cNvSpPr txBox="1"/>
          <p:nvPr/>
        </p:nvSpPr>
        <p:spPr>
          <a:xfrm>
            <a:off x="1594217" y="4258094"/>
            <a:ext cx="3625484" cy="523220"/>
          </a:xfrm>
          <a:prstGeom prst="rect">
            <a:avLst/>
          </a:prstGeom>
          <a:noFill/>
        </p:spPr>
        <p:txBody>
          <a:bodyPr wrap="square">
            <a:spAutoFit/>
          </a:bodyPr>
          <a:lstStyle/>
          <a:p>
            <a:r>
              <a:rPr lang="en-IN" sz="2800" b="1" dirty="0">
                <a:solidFill>
                  <a:srgbClr val="002060"/>
                </a:solidFill>
              </a:rPr>
              <a:t>Law of Total Probability:</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30871B1-EFF6-48AE-B808-8F6FA1B58E53}"/>
                  </a:ext>
                </a:extLst>
              </p:cNvPr>
              <p:cNvSpPr txBox="1"/>
              <p:nvPr/>
            </p:nvSpPr>
            <p:spPr>
              <a:xfrm>
                <a:off x="1594216" y="4843054"/>
                <a:ext cx="82047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e>
                      </m:d>
                    </m:oMath>
                  </m:oMathPara>
                </a14:m>
                <a:endParaRPr lang="en-IN" sz="2800" dirty="0">
                  <a:solidFill>
                    <a:srgbClr val="002060"/>
                  </a:solidFill>
                  <a:latin typeface="Cambria Math" panose="02040503050406030204" pitchFamily="18" charset="0"/>
                </a:endParaRPr>
              </a:p>
            </p:txBody>
          </p:sp>
        </mc:Choice>
        <mc:Fallback xmlns="">
          <p:sp>
            <p:nvSpPr>
              <p:cNvPr id="18" name="TextBox 17">
                <a:extLst>
                  <a:ext uri="{FF2B5EF4-FFF2-40B4-BE49-F238E27FC236}">
                    <a16:creationId xmlns:a16="http://schemas.microsoft.com/office/drawing/2014/main" id="{130871B1-EFF6-48AE-B808-8F6FA1B58E53}"/>
                  </a:ext>
                </a:extLst>
              </p:cNvPr>
              <p:cNvSpPr txBox="1">
                <a:spLocks noRot="1" noChangeAspect="1" noMove="1" noResize="1" noEditPoints="1" noAdjustHandles="1" noChangeArrowheads="1" noChangeShapeType="1" noTextEdit="1"/>
              </p:cNvSpPr>
              <p:nvPr/>
            </p:nvSpPr>
            <p:spPr>
              <a:xfrm>
                <a:off x="1594216" y="4843054"/>
                <a:ext cx="820470" cy="523220"/>
              </a:xfrm>
              <a:prstGeom prst="rect">
                <a:avLst/>
              </a:prstGeom>
              <a:blipFill>
                <a:blip r:embed="rId11"/>
                <a:stretch>
                  <a:fillRect/>
                </a:stretch>
              </a:blipFill>
            </p:spPr>
            <p:txBody>
              <a:bodyPr/>
              <a:lstStyle/>
              <a:p>
                <a:r>
                  <a:rPr lang="en-IN">
                    <a:noFill/>
                  </a:rPr>
                  <a:t> </a:t>
                </a:r>
              </a:p>
            </p:txBody>
          </p:sp>
        </mc:Fallback>
      </mc:AlternateContent>
      <p:sp>
        <p:nvSpPr>
          <p:cNvPr id="19" name="TextBox 18">
            <a:extLst>
              <a:ext uri="{FF2B5EF4-FFF2-40B4-BE49-F238E27FC236}">
                <a16:creationId xmlns:a16="http://schemas.microsoft.com/office/drawing/2014/main" id="{9D165B34-D1BB-4EE1-B1B7-4D3E779A3C38}"/>
              </a:ext>
            </a:extLst>
          </p:cNvPr>
          <p:cNvSpPr txBox="1"/>
          <p:nvPr/>
        </p:nvSpPr>
        <p:spPr>
          <a:xfrm>
            <a:off x="1594216" y="818684"/>
            <a:ext cx="3413213" cy="523220"/>
          </a:xfrm>
          <a:prstGeom prst="rect">
            <a:avLst/>
          </a:prstGeom>
          <a:noFill/>
        </p:spPr>
        <p:txBody>
          <a:bodyPr wrap="square" anchor="ctr">
            <a:spAutoFit/>
          </a:bodyPr>
          <a:lstStyle/>
          <a:p>
            <a:pPr>
              <a:tabLst>
                <a:tab pos="3048000" algn="l"/>
              </a:tabLst>
            </a:pPr>
            <a:r>
              <a:rPr lang="fr-FR" sz="2800" dirty="0">
                <a:solidFill>
                  <a:srgbClr val="002060"/>
                </a:solidFill>
              </a:rPr>
              <a:t>Machines' Production	:</a:t>
            </a:r>
            <a:endParaRPr lang="en-IN" sz="2800" dirty="0">
              <a:solidFill>
                <a:srgbClr val="002060"/>
              </a:solidFill>
            </a:endParaRPr>
          </a:p>
        </p:txBody>
      </p:sp>
      <p:sp>
        <p:nvSpPr>
          <p:cNvPr id="20" name="TextBox 19">
            <a:extLst>
              <a:ext uri="{FF2B5EF4-FFF2-40B4-BE49-F238E27FC236}">
                <a16:creationId xmlns:a16="http://schemas.microsoft.com/office/drawing/2014/main" id="{57B46D00-B6FF-4A57-AA74-42750D880B26}"/>
              </a:ext>
            </a:extLst>
          </p:cNvPr>
          <p:cNvSpPr txBox="1"/>
          <p:nvPr/>
        </p:nvSpPr>
        <p:spPr>
          <a:xfrm>
            <a:off x="2397308" y="1491726"/>
            <a:ext cx="2559541" cy="523220"/>
          </a:xfrm>
          <a:prstGeom prst="rect">
            <a:avLst/>
          </a:prstGeom>
          <a:noFill/>
        </p:spPr>
        <p:txBody>
          <a:bodyPr wrap="square" anchor="ctr">
            <a:spAutoFit/>
          </a:bodyPr>
          <a:lstStyle/>
          <a:p>
            <a:pPr>
              <a:tabLst>
                <a:tab pos="3048000" algn="l"/>
              </a:tabLst>
            </a:pPr>
            <a:r>
              <a:rPr lang="en-GB" sz="2800" dirty="0">
                <a:solidFill>
                  <a:srgbClr val="002060"/>
                </a:solidFill>
              </a:rPr>
              <a:t>Defective Rates :</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08F44C8-9DE8-4211-B4C9-7E40DBA2F726}"/>
                  </a:ext>
                </a:extLst>
              </p:cNvPr>
              <p:cNvSpPr txBox="1"/>
              <p:nvPr/>
            </p:nvSpPr>
            <p:spPr>
              <a:xfrm>
                <a:off x="4887368" y="1487554"/>
                <a:ext cx="4980754" cy="523220"/>
              </a:xfrm>
              <a:prstGeom prst="rect">
                <a:avLst/>
              </a:prstGeom>
              <a:noFill/>
            </p:spPr>
            <p:txBody>
              <a:bodyPr wrap="square" anchor="ctr">
                <a:spAutoFit/>
              </a:bodyPr>
              <a:lstStyle/>
              <a:p>
                <a:pPr>
                  <a:tabLst>
                    <a:tab pos="3048000" algn="l"/>
                  </a:tabLst>
                </a:pPr>
                <a14:m>
                  <m:oMathPara xmlns:m="http://schemas.openxmlformats.org/officeDocument/2006/math">
                    <m:oMathParaPr>
                      <m:jc m:val="left"/>
                    </m:oMathParaPr>
                    <m:oMath xmlns:m="http://schemas.openxmlformats.org/officeDocument/2006/math">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B</m:t>
                          </m:r>
                        </m:e>
                        <m:sub>
                          <m:r>
                            <a:rPr lang="en-IN" sz="2800">
                              <a:solidFill>
                                <a:srgbClr val="002060"/>
                              </a:solidFill>
                              <a:latin typeface="Cambria Math" panose="02040503050406030204" pitchFamily="18" charset="0"/>
                            </a:rPr>
                            <m:t>1</m:t>
                          </m:r>
                        </m:sub>
                      </m:sSub>
                      <m:d>
                        <m:dPr>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2%</m:t>
                          </m:r>
                        </m:e>
                      </m:d>
                      <m:r>
                        <a:rPr lang="fr-FR" sz="2800" dirty="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B</m:t>
                          </m:r>
                        </m:e>
                        <m:sub>
                          <m:r>
                            <a:rPr lang="en-IN" sz="2800">
                              <a:solidFill>
                                <a:srgbClr val="002060"/>
                              </a:solidFill>
                              <a:latin typeface="Cambria Math" panose="02040503050406030204" pitchFamily="18" charset="0"/>
                            </a:rPr>
                            <m:t>2</m:t>
                          </m:r>
                        </m:sub>
                      </m:sSub>
                      <m:d>
                        <m:dPr>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3%</m:t>
                          </m:r>
                        </m:e>
                      </m:d>
                      <m:r>
                        <a:rPr lang="fr-FR" sz="2800" dirty="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B</m:t>
                          </m:r>
                        </m:e>
                        <m:sub>
                          <m:r>
                            <a:rPr lang="en-IN" sz="2800">
                              <a:solidFill>
                                <a:srgbClr val="002060"/>
                              </a:solidFill>
                              <a:latin typeface="Cambria Math" panose="02040503050406030204" pitchFamily="18" charset="0"/>
                            </a:rPr>
                            <m:t>3</m:t>
                          </m:r>
                        </m:sub>
                      </m:sSub>
                      <m:r>
                        <a:rPr lang="en-GB" sz="2800" dirty="0">
                          <a:solidFill>
                            <a:srgbClr val="002060"/>
                          </a:solidFill>
                          <a:latin typeface="Cambria Math" panose="02040503050406030204" pitchFamily="18" charset="0"/>
                        </a:rPr>
                        <m:t> </m:t>
                      </m:r>
                      <m:d>
                        <m:dPr>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2%</m:t>
                          </m:r>
                        </m:e>
                      </m:d>
                    </m:oMath>
                  </m:oMathPara>
                </a14:m>
                <a:endParaRPr lang="en-IN" sz="2800" dirty="0">
                  <a:solidFill>
                    <a:srgbClr val="002060"/>
                  </a:solidFill>
                </a:endParaRPr>
              </a:p>
            </p:txBody>
          </p:sp>
        </mc:Choice>
        <mc:Fallback xmlns="">
          <p:sp>
            <p:nvSpPr>
              <p:cNvPr id="21" name="TextBox 20">
                <a:extLst>
                  <a:ext uri="{FF2B5EF4-FFF2-40B4-BE49-F238E27FC236}">
                    <a16:creationId xmlns:a16="http://schemas.microsoft.com/office/drawing/2014/main" id="{A08F44C8-9DE8-4211-B4C9-7E40DBA2F726}"/>
                  </a:ext>
                </a:extLst>
              </p:cNvPr>
              <p:cNvSpPr txBox="1">
                <a:spLocks noRot="1" noChangeAspect="1" noMove="1" noResize="1" noEditPoints="1" noAdjustHandles="1" noChangeArrowheads="1" noChangeShapeType="1" noTextEdit="1"/>
              </p:cNvSpPr>
              <p:nvPr/>
            </p:nvSpPr>
            <p:spPr>
              <a:xfrm>
                <a:off x="4887368" y="1487554"/>
                <a:ext cx="4980754"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A82512B-88C0-49E9-A49E-045F16807E58}"/>
                  </a:ext>
                </a:extLst>
              </p:cNvPr>
              <p:cNvSpPr txBox="1"/>
              <p:nvPr/>
            </p:nvSpPr>
            <p:spPr>
              <a:xfrm>
                <a:off x="4880649" y="821244"/>
                <a:ext cx="5330151" cy="523220"/>
              </a:xfrm>
              <a:prstGeom prst="rect">
                <a:avLst/>
              </a:prstGeom>
              <a:noFill/>
            </p:spPr>
            <p:txBody>
              <a:bodyPr wrap="square" anchor="ctr">
                <a:spAutoFit/>
              </a:bodyPr>
              <a:lstStyle/>
              <a:p>
                <a:pPr>
                  <a:tabLst>
                    <a:tab pos="3048000" algn="l"/>
                  </a:tabLst>
                </a:pPr>
                <a14:m>
                  <m:oMathPara xmlns:m="http://schemas.openxmlformats.org/officeDocument/2006/math">
                    <m:oMathParaPr>
                      <m:jc m:val="left"/>
                    </m:oMathParaPr>
                    <m:oMath xmlns:m="http://schemas.openxmlformats.org/officeDocument/2006/math">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B</m:t>
                          </m:r>
                        </m:e>
                        <m:sub>
                          <m:r>
                            <a:rPr lang="en-IN" sz="2800">
                              <a:solidFill>
                                <a:srgbClr val="002060"/>
                              </a:solidFill>
                              <a:latin typeface="Cambria Math" panose="02040503050406030204" pitchFamily="18" charset="0"/>
                            </a:rPr>
                            <m:t>1</m:t>
                          </m:r>
                        </m:sub>
                      </m:sSub>
                      <m:d>
                        <m:dPr>
                          <m:ctrlPr>
                            <a:rPr lang="fr-FR" sz="2800" i="1" dirty="0">
                              <a:solidFill>
                                <a:srgbClr val="002060"/>
                              </a:solidFill>
                              <a:latin typeface="Cambria Math" panose="02040503050406030204" pitchFamily="18" charset="0"/>
                            </a:rPr>
                          </m:ctrlPr>
                        </m:dPr>
                        <m:e>
                          <m:r>
                            <a:rPr lang="fr-FR" sz="2800" dirty="0">
                              <a:solidFill>
                                <a:srgbClr val="002060"/>
                              </a:solidFill>
                              <a:latin typeface="Cambria Math" panose="02040503050406030204" pitchFamily="18" charset="0"/>
                            </a:rPr>
                            <m:t>30%</m:t>
                          </m:r>
                        </m:e>
                      </m:d>
                      <m:r>
                        <a:rPr lang="fr-FR" sz="2800" dirty="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B</m:t>
                          </m:r>
                        </m:e>
                        <m:sub>
                          <m:r>
                            <a:rPr lang="en-IN" sz="2800">
                              <a:solidFill>
                                <a:srgbClr val="002060"/>
                              </a:solidFill>
                              <a:latin typeface="Cambria Math" panose="02040503050406030204" pitchFamily="18" charset="0"/>
                            </a:rPr>
                            <m:t>2</m:t>
                          </m:r>
                        </m:sub>
                      </m:sSub>
                      <m:d>
                        <m:dPr>
                          <m:ctrlPr>
                            <a:rPr lang="fr-FR" sz="2800" i="1" dirty="0">
                              <a:solidFill>
                                <a:srgbClr val="002060"/>
                              </a:solidFill>
                              <a:latin typeface="Cambria Math" panose="02040503050406030204" pitchFamily="18" charset="0"/>
                            </a:rPr>
                          </m:ctrlPr>
                        </m:dPr>
                        <m:e>
                          <m:r>
                            <a:rPr lang="fr-FR" sz="2800" dirty="0">
                              <a:solidFill>
                                <a:srgbClr val="002060"/>
                              </a:solidFill>
                              <a:latin typeface="Cambria Math" panose="02040503050406030204" pitchFamily="18" charset="0"/>
                            </a:rPr>
                            <m:t>45%</m:t>
                          </m:r>
                        </m:e>
                      </m:d>
                      <m:r>
                        <a:rPr lang="fr-FR" sz="2800" dirty="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B</m:t>
                          </m:r>
                        </m:e>
                        <m:sub>
                          <m:r>
                            <a:rPr lang="en-IN" sz="2800">
                              <a:solidFill>
                                <a:srgbClr val="002060"/>
                              </a:solidFill>
                              <a:latin typeface="Cambria Math" panose="02040503050406030204" pitchFamily="18" charset="0"/>
                            </a:rPr>
                            <m:t>3</m:t>
                          </m:r>
                        </m:sub>
                      </m:sSub>
                      <m:d>
                        <m:dPr>
                          <m:ctrlPr>
                            <a:rPr lang="fr-FR" sz="2800" i="1" dirty="0">
                              <a:solidFill>
                                <a:srgbClr val="002060"/>
                              </a:solidFill>
                              <a:latin typeface="Cambria Math" panose="02040503050406030204" pitchFamily="18" charset="0"/>
                            </a:rPr>
                          </m:ctrlPr>
                        </m:dPr>
                        <m:e>
                          <m:r>
                            <a:rPr lang="fr-FR" sz="2800" dirty="0">
                              <a:solidFill>
                                <a:srgbClr val="002060"/>
                              </a:solidFill>
                              <a:latin typeface="Cambria Math" panose="02040503050406030204" pitchFamily="18" charset="0"/>
                            </a:rPr>
                            <m:t>25%</m:t>
                          </m:r>
                        </m:e>
                      </m:d>
                    </m:oMath>
                  </m:oMathPara>
                </a14:m>
                <a:endParaRPr lang="en-IN" sz="2800" dirty="0">
                  <a:solidFill>
                    <a:srgbClr val="002060"/>
                  </a:solidFill>
                </a:endParaRPr>
              </a:p>
            </p:txBody>
          </p:sp>
        </mc:Choice>
        <mc:Fallback xmlns="">
          <p:sp>
            <p:nvSpPr>
              <p:cNvPr id="22" name="TextBox 21">
                <a:extLst>
                  <a:ext uri="{FF2B5EF4-FFF2-40B4-BE49-F238E27FC236}">
                    <a16:creationId xmlns:a16="http://schemas.microsoft.com/office/drawing/2014/main" id="{BA82512B-88C0-49E9-A49E-045F16807E58}"/>
                  </a:ext>
                </a:extLst>
              </p:cNvPr>
              <p:cNvSpPr txBox="1">
                <a:spLocks noRot="1" noChangeAspect="1" noMove="1" noResize="1" noEditPoints="1" noAdjustHandles="1" noChangeArrowheads="1" noChangeShapeType="1" noTextEdit="1"/>
              </p:cNvSpPr>
              <p:nvPr/>
            </p:nvSpPr>
            <p:spPr>
              <a:xfrm>
                <a:off x="4880649" y="821244"/>
                <a:ext cx="5330151" cy="523220"/>
              </a:xfrm>
              <a:prstGeom prst="rect">
                <a:avLst/>
              </a:prstGeom>
              <a:blipFill>
                <a:blip r:embed="rId1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166307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par>
                          <p:cTn id="39" fill="hold">
                            <p:stCondLst>
                              <p:cond delay="0"/>
                            </p:stCondLst>
                            <p:childTnLst>
                              <p:par>
                                <p:cTn id="40" presetID="1"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68" grpId="0"/>
      <p:bldP spid="69" grpId="0"/>
      <p:bldP spid="70" grpId="0"/>
      <p:bldP spid="82" grpId="0"/>
      <p:bldP spid="23" grpId="0"/>
      <p:bldP spid="24" grpId="0"/>
      <p:bldP spid="12" grpId="0"/>
      <p:bldP spid="15" grpId="0"/>
      <p:bldP spid="16" grpId="0"/>
      <p:bldP spid="17" grpId="0"/>
      <p:bldP spid="18"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173654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5000"/>
                  </a:lnSpc>
                </a:pPr>
                <a:r>
                  <a:rPr lang="en-GB" dirty="0"/>
                  <a:t>An urn contains </a:t>
                </a:r>
                <a14:m>
                  <m:oMath xmlns:m="http://schemas.openxmlformats.org/officeDocument/2006/math">
                    <m:r>
                      <a:rPr lang="en-GB" i="1" dirty="0" smtClean="0">
                        <a:latin typeface="Cambria Math" panose="02040503050406030204" pitchFamily="18" charset="0"/>
                      </a:rPr>
                      <m:t>10</m:t>
                    </m:r>
                  </m:oMath>
                </a14:m>
                <a:r>
                  <a:rPr lang="en-GB" dirty="0"/>
                  <a:t> white and </a:t>
                </a:r>
                <a14:m>
                  <m:oMath xmlns:m="http://schemas.openxmlformats.org/officeDocument/2006/math">
                    <m:r>
                      <a:rPr lang="en-GB" i="1" dirty="0" smtClean="0">
                        <a:latin typeface="Cambria Math" panose="02040503050406030204" pitchFamily="18" charset="0"/>
                      </a:rPr>
                      <m:t>3</m:t>
                    </m:r>
                  </m:oMath>
                </a14:m>
                <a:r>
                  <a:rPr lang="en-GB" dirty="0"/>
                  <a:t> black balls, while another urn contains </a:t>
                </a:r>
                <a14:m>
                  <m:oMath xmlns:m="http://schemas.openxmlformats.org/officeDocument/2006/math">
                    <m:r>
                      <a:rPr lang="en-GB" i="1" dirty="0" smtClean="0">
                        <a:latin typeface="Cambria Math" panose="02040503050406030204" pitchFamily="18" charset="0"/>
                      </a:rPr>
                      <m:t>3</m:t>
                    </m:r>
                  </m:oMath>
                </a14:m>
                <a:r>
                  <a:rPr lang="en-GB" dirty="0"/>
                  <a:t> white and </a:t>
                </a:r>
                <a14:m>
                  <m:oMath xmlns:m="http://schemas.openxmlformats.org/officeDocument/2006/math">
                    <m:r>
                      <a:rPr lang="en-GB" i="1" dirty="0" smtClean="0">
                        <a:latin typeface="Cambria Math" panose="02040503050406030204" pitchFamily="18" charset="0"/>
                      </a:rPr>
                      <m:t>5</m:t>
                    </m:r>
                  </m:oMath>
                </a14:m>
                <a:r>
                  <a:rPr lang="en-GB" dirty="0"/>
                  <a:t> black balls. Two balls are drawn from the first urn and put into the second urn and then a ball is drawn from the later. What is the probability that it is a white ball?</a:t>
                </a:r>
                <a:endParaRPr lang="en-US"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1736540"/>
              </a:xfrm>
              <a:prstGeom prst="rect">
                <a:avLst/>
              </a:prstGeom>
              <a:blipFill>
                <a:blip r:embed="rId2"/>
                <a:stretch>
                  <a:fillRect l="-1074" r="-1074" b="-4912"/>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4 ⇝ Example 2</a:t>
            </a:r>
            <a:endParaRPr lang="en-US" dirty="0"/>
          </a:p>
        </p:txBody>
      </p:sp>
      <p:sp>
        <p:nvSpPr>
          <p:cNvPr id="4" name="Content Placeholder 2"/>
          <p:cNvSpPr txBox="1">
            <a:spLocks/>
          </p:cNvSpPr>
          <p:nvPr/>
        </p:nvSpPr>
        <p:spPr>
          <a:xfrm>
            <a:off x="131176" y="2757469"/>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32" name="TextBox 31">
            <a:extLst>
              <a:ext uri="{FF2B5EF4-FFF2-40B4-BE49-F238E27FC236}">
                <a16:creationId xmlns:a16="http://schemas.microsoft.com/office/drawing/2014/main" id="{40FA5103-C3B1-445C-BA20-90671FC189E1}"/>
              </a:ext>
            </a:extLst>
          </p:cNvPr>
          <p:cNvSpPr txBox="1"/>
          <p:nvPr/>
        </p:nvSpPr>
        <p:spPr>
          <a:xfrm>
            <a:off x="4763084" y="2757469"/>
            <a:ext cx="1301384" cy="523220"/>
          </a:xfrm>
          <a:prstGeom prst="rect">
            <a:avLst/>
          </a:prstGeom>
          <a:noFill/>
        </p:spPr>
        <p:txBody>
          <a:bodyPr wrap="square" anchor="ctr">
            <a:spAutoFit/>
          </a:bodyPr>
          <a:lstStyle/>
          <a:p>
            <a:r>
              <a:rPr lang="en-IN" sz="2800" b="1" dirty="0">
                <a:solidFill>
                  <a:srgbClr val="002060"/>
                </a:solidFill>
              </a:rPr>
              <a:t>Events:</a:t>
            </a: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957236D-2ACC-4033-AD01-3500F74E4F3B}"/>
                  </a:ext>
                </a:extLst>
              </p:cNvPr>
              <p:cNvSpPr txBox="1"/>
              <p:nvPr/>
            </p:nvSpPr>
            <p:spPr>
              <a:xfrm>
                <a:off x="4763084" y="3280689"/>
                <a:ext cx="6035310" cy="523220"/>
              </a:xfrm>
              <a:prstGeom prst="rect">
                <a:avLst/>
              </a:prstGeom>
              <a:noFill/>
            </p:spPr>
            <p:txBody>
              <a:bodyPr wrap="square" anchor="ctr">
                <a:spAutoFit/>
              </a:bodyPr>
              <a:lstStyle/>
              <a:p>
                <a14:m>
                  <m:oMath xmlns:m="http://schemas.openxmlformats.org/officeDocument/2006/math">
                    <m:sSub>
                      <m:sSubPr>
                        <m:ctrlPr>
                          <a:rPr lang="en-IN" sz="2800" b="0" i="1" dirty="0" smtClean="0">
                            <a:solidFill>
                              <a:srgbClr val="002060"/>
                            </a:solidFill>
                            <a:latin typeface="Cambria Math" panose="02040503050406030204" pitchFamily="18" charset="0"/>
                          </a:rPr>
                        </m:ctrlPr>
                      </m:sSubPr>
                      <m:e>
                        <m:r>
                          <m:rPr>
                            <m:sty m:val="p"/>
                          </m:rPr>
                          <a:rPr lang="en-GB" sz="2800" i="0" dirty="0" smtClean="0">
                            <a:solidFill>
                              <a:srgbClr val="002060"/>
                            </a:solidFill>
                            <a:latin typeface="Cambria Math" panose="02040503050406030204" pitchFamily="18" charset="0"/>
                          </a:rPr>
                          <m:t>A</m:t>
                        </m:r>
                      </m:e>
                      <m:sub>
                        <m:r>
                          <a:rPr lang="en-GB" sz="2800" i="0" dirty="0" smtClean="0">
                            <a:solidFill>
                              <a:srgbClr val="002060"/>
                            </a:solidFill>
                            <a:latin typeface="Cambria Math" panose="02040503050406030204" pitchFamily="18" charset="0"/>
                          </a:rPr>
                          <m:t>1</m:t>
                        </m:r>
                      </m:sub>
                    </m:sSub>
                  </m:oMath>
                </a14:m>
                <a:r>
                  <a:rPr lang="en-GB" sz="2800" dirty="0">
                    <a:solidFill>
                      <a:srgbClr val="002060"/>
                    </a:solidFill>
                  </a:rPr>
                  <a:t> : Two white balls </a:t>
                </a:r>
                <a:r>
                  <a:rPr lang="en-IN" sz="2800" dirty="0">
                    <a:solidFill>
                      <a:srgbClr val="002060"/>
                    </a:solidFill>
                  </a:rPr>
                  <a:t>drawn from Urn </a:t>
                </a:r>
                <a14:m>
                  <m:oMath xmlns:m="http://schemas.openxmlformats.org/officeDocument/2006/math">
                    <m:r>
                      <a:rPr lang="en-IN" sz="2800" i="1" dirty="0" smtClean="0">
                        <a:solidFill>
                          <a:srgbClr val="002060"/>
                        </a:solidFill>
                        <a:latin typeface="Cambria Math" panose="02040503050406030204" pitchFamily="18" charset="0"/>
                      </a:rPr>
                      <m:t>1</m:t>
                    </m:r>
                  </m:oMath>
                </a14:m>
                <a:endParaRPr lang="en-IN" sz="2800" dirty="0">
                  <a:solidFill>
                    <a:srgbClr val="002060"/>
                  </a:solidFill>
                </a:endParaRPr>
              </a:p>
            </p:txBody>
          </p:sp>
        </mc:Choice>
        <mc:Fallback xmlns="">
          <p:sp>
            <p:nvSpPr>
              <p:cNvPr id="37" name="TextBox 36">
                <a:extLst>
                  <a:ext uri="{FF2B5EF4-FFF2-40B4-BE49-F238E27FC236}">
                    <a16:creationId xmlns:a16="http://schemas.microsoft.com/office/drawing/2014/main" id="{F957236D-2ACC-4033-AD01-3500F74E4F3B}"/>
                  </a:ext>
                </a:extLst>
              </p:cNvPr>
              <p:cNvSpPr txBox="1">
                <a:spLocks noRot="1" noChangeAspect="1" noMove="1" noResize="1" noEditPoints="1" noAdjustHandles="1" noChangeArrowheads="1" noChangeShapeType="1" noTextEdit="1"/>
              </p:cNvSpPr>
              <p:nvPr/>
            </p:nvSpPr>
            <p:spPr>
              <a:xfrm>
                <a:off x="4763084" y="3280689"/>
                <a:ext cx="6035310" cy="523220"/>
              </a:xfrm>
              <a:prstGeom prst="rect">
                <a:avLst/>
              </a:prstGeom>
              <a:blipFill>
                <a:blip r:embed="rId3"/>
                <a:stretch>
                  <a:fillRect t="-10465"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C8F3C28-E457-497C-A7E8-7C89805F07A8}"/>
                  </a:ext>
                </a:extLst>
              </p:cNvPr>
              <p:cNvSpPr txBox="1"/>
              <p:nvPr/>
            </p:nvSpPr>
            <p:spPr>
              <a:xfrm>
                <a:off x="4763084" y="3953375"/>
                <a:ext cx="5606684" cy="523220"/>
              </a:xfrm>
              <a:prstGeom prst="rect">
                <a:avLst/>
              </a:prstGeom>
              <a:noFill/>
            </p:spPr>
            <p:txBody>
              <a:bodyPr wrap="square" anchor="ctr">
                <a:spAutoFit/>
              </a:bodyPr>
              <a:lstStyle/>
              <a:p>
                <a14:m>
                  <m:oMath xmlns:m="http://schemas.openxmlformats.org/officeDocument/2006/math">
                    <m:sSub>
                      <m:sSubPr>
                        <m:ctrlPr>
                          <a:rPr lang="en-IN" sz="2800" b="0" i="1" dirty="0" smtClean="0">
                            <a:solidFill>
                              <a:srgbClr val="002060"/>
                            </a:solidFill>
                            <a:latin typeface="Cambria Math" panose="02040503050406030204" pitchFamily="18" charset="0"/>
                          </a:rPr>
                        </m:ctrlPr>
                      </m:sSubPr>
                      <m:e>
                        <m:r>
                          <m:rPr>
                            <m:sty m:val="p"/>
                          </m:rPr>
                          <a:rPr lang="en-GB" sz="2800" i="0" dirty="0" smtClean="0">
                            <a:solidFill>
                              <a:srgbClr val="002060"/>
                            </a:solidFill>
                            <a:latin typeface="Cambria Math" panose="02040503050406030204" pitchFamily="18" charset="0"/>
                          </a:rPr>
                          <m:t>A</m:t>
                        </m:r>
                      </m:e>
                      <m:sub>
                        <m:r>
                          <a:rPr lang="en-IN" sz="2800" b="0" i="0" dirty="0" smtClean="0">
                            <a:solidFill>
                              <a:srgbClr val="002060"/>
                            </a:solidFill>
                            <a:latin typeface="Cambria Math" panose="02040503050406030204" pitchFamily="18" charset="0"/>
                          </a:rPr>
                          <m:t>2</m:t>
                        </m:r>
                      </m:sub>
                    </m:sSub>
                  </m:oMath>
                </a14:m>
                <a:r>
                  <a:rPr lang="en-GB" sz="2800" dirty="0">
                    <a:solidFill>
                      <a:srgbClr val="002060"/>
                    </a:solidFill>
                  </a:rPr>
                  <a:t> : Two black balls </a:t>
                </a:r>
                <a:r>
                  <a:rPr lang="en-IN" sz="2800" dirty="0">
                    <a:solidFill>
                      <a:srgbClr val="002060"/>
                    </a:solidFill>
                  </a:rPr>
                  <a:t>drawn from Urn </a:t>
                </a:r>
                <a14:m>
                  <m:oMath xmlns:m="http://schemas.openxmlformats.org/officeDocument/2006/math">
                    <m:r>
                      <a:rPr lang="en-IN" sz="2800" i="1" dirty="0" smtClean="0">
                        <a:solidFill>
                          <a:srgbClr val="002060"/>
                        </a:solidFill>
                        <a:latin typeface="Cambria Math" panose="02040503050406030204" pitchFamily="18" charset="0"/>
                      </a:rPr>
                      <m:t>1</m:t>
                    </m:r>
                  </m:oMath>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AC8F3C28-E457-497C-A7E8-7C89805F07A8}"/>
                  </a:ext>
                </a:extLst>
              </p:cNvPr>
              <p:cNvSpPr txBox="1">
                <a:spLocks noRot="1" noChangeAspect="1" noMove="1" noResize="1" noEditPoints="1" noAdjustHandles="1" noChangeArrowheads="1" noChangeShapeType="1" noTextEdit="1"/>
              </p:cNvSpPr>
              <p:nvPr/>
            </p:nvSpPr>
            <p:spPr>
              <a:xfrm>
                <a:off x="4763084" y="3953375"/>
                <a:ext cx="5606684" cy="523220"/>
              </a:xfrm>
              <a:prstGeom prst="rect">
                <a:avLst/>
              </a:prstGeom>
              <a:blipFill>
                <a:blip r:embed="rId4"/>
                <a:stretch>
                  <a:fillRect t="-1176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02B16E7-C2F5-4A1E-ACAF-DCCD9744D05E}"/>
                  </a:ext>
                </a:extLst>
              </p:cNvPr>
              <p:cNvSpPr txBox="1"/>
              <p:nvPr/>
            </p:nvSpPr>
            <p:spPr>
              <a:xfrm>
                <a:off x="4763084" y="4626061"/>
                <a:ext cx="7578359" cy="523220"/>
              </a:xfrm>
              <a:prstGeom prst="rect">
                <a:avLst/>
              </a:prstGeom>
              <a:noFill/>
            </p:spPr>
            <p:txBody>
              <a:bodyPr wrap="square" anchor="ctr">
                <a:spAutoFit/>
              </a:bodyPr>
              <a:lstStyle/>
              <a:p>
                <a14:m>
                  <m:oMath xmlns:m="http://schemas.openxmlformats.org/officeDocument/2006/math">
                    <m:sSub>
                      <m:sSubPr>
                        <m:ctrlPr>
                          <a:rPr lang="en-IN" sz="2800" i="1" dirty="0" smtClean="0">
                            <a:solidFill>
                              <a:srgbClr val="002060"/>
                            </a:solidFill>
                            <a:latin typeface="Cambria Math" panose="02040503050406030204" pitchFamily="18" charset="0"/>
                          </a:rPr>
                        </m:ctrlPr>
                      </m:sSubPr>
                      <m:e>
                        <m:r>
                          <m:rPr>
                            <m:sty m:val="p"/>
                          </m:rPr>
                          <a:rPr lang="en-GB" sz="2800" dirty="0">
                            <a:solidFill>
                              <a:srgbClr val="002060"/>
                            </a:solidFill>
                            <a:latin typeface="Cambria Math" panose="02040503050406030204" pitchFamily="18" charset="0"/>
                          </a:rPr>
                          <m:t>A</m:t>
                        </m:r>
                      </m:e>
                      <m:sub>
                        <m:r>
                          <a:rPr lang="en-IN" sz="2800" b="0" i="0" dirty="0" smtClean="0">
                            <a:solidFill>
                              <a:srgbClr val="002060"/>
                            </a:solidFill>
                            <a:latin typeface="Cambria Math" panose="02040503050406030204" pitchFamily="18" charset="0"/>
                          </a:rPr>
                          <m:t>3</m:t>
                        </m:r>
                      </m:sub>
                    </m:sSub>
                  </m:oMath>
                </a14:m>
                <a:r>
                  <a:rPr lang="en-GB" sz="2800" dirty="0">
                    <a:solidFill>
                      <a:srgbClr val="002060"/>
                    </a:solidFill>
                  </a:rPr>
                  <a:t> : One white and one black balls </a:t>
                </a:r>
                <a:r>
                  <a:rPr lang="en-IN" sz="2800" dirty="0">
                    <a:solidFill>
                      <a:srgbClr val="002060"/>
                    </a:solidFill>
                  </a:rPr>
                  <a:t>drawn from Urn </a:t>
                </a:r>
                <a14:m>
                  <m:oMath xmlns:m="http://schemas.openxmlformats.org/officeDocument/2006/math">
                    <m:r>
                      <a:rPr lang="en-IN" sz="2800" i="1" dirty="0" smtClean="0">
                        <a:solidFill>
                          <a:srgbClr val="002060"/>
                        </a:solidFill>
                        <a:latin typeface="Cambria Math" panose="02040503050406030204" pitchFamily="18" charset="0"/>
                      </a:rPr>
                      <m:t>1</m:t>
                    </m:r>
                  </m:oMath>
                </a14:m>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102B16E7-C2F5-4A1E-ACAF-DCCD9744D05E}"/>
                  </a:ext>
                </a:extLst>
              </p:cNvPr>
              <p:cNvSpPr txBox="1">
                <a:spLocks noRot="1" noChangeAspect="1" noMove="1" noResize="1" noEditPoints="1" noAdjustHandles="1" noChangeArrowheads="1" noChangeShapeType="1" noTextEdit="1"/>
              </p:cNvSpPr>
              <p:nvPr/>
            </p:nvSpPr>
            <p:spPr>
              <a:xfrm>
                <a:off x="4763084" y="4626061"/>
                <a:ext cx="7578359" cy="523220"/>
              </a:xfrm>
              <a:prstGeom prst="rect">
                <a:avLst/>
              </a:prstGeom>
              <a:blipFill>
                <a:blip r:embed="rId5"/>
                <a:stretch>
                  <a:fillRect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93A4EC9-6217-4D55-B3B4-2092D7FDE64A}"/>
                  </a:ext>
                </a:extLst>
              </p:cNvPr>
              <p:cNvSpPr txBox="1"/>
              <p:nvPr/>
            </p:nvSpPr>
            <p:spPr>
              <a:xfrm>
                <a:off x="4763084" y="5298747"/>
                <a:ext cx="4951239" cy="523220"/>
              </a:xfrm>
              <a:prstGeom prst="rect">
                <a:avLst/>
              </a:prstGeom>
              <a:noFill/>
            </p:spPr>
            <p:txBody>
              <a:bodyPr wrap="square" anchor="ctr">
                <a:spAutoFit/>
              </a:bodyPr>
              <a:lstStyle/>
              <a:p>
                <a14:m>
                  <m:oMath xmlns:m="http://schemas.openxmlformats.org/officeDocument/2006/math">
                    <m:r>
                      <m:rPr>
                        <m:sty m:val="p"/>
                      </m:rPr>
                      <a:rPr lang="en-IN" sz="2800" i="0" dirty="0" smtClean="0">
                        <a:solidFill>
                          <a:srgbClr val="002060"/>
                        </a:solidFill>
                        <a:latin typeface="Cambria Math" panose="02040503050406030204" pitchFamily="18" charset="0"/>
                      </a:rPr>
                      <m:t>B</m:t>
                    </m:r>
                  </m:oMath>
                </a14:m>
                <a:r>
                  <a:rPr lang="en-GB" sz="2800" dirty="0">
                    <a:solidFill>
                      <a:srgbClr val="002060"/>
                    </a:solidFill>
                  </a:rPr>
                  <a:t>   : White ball drawn from Urn </a:t>
                </a:r>
                <a14:m>
                  <m:oMath xmlns:m="http://schemas.openxmlformats.org/officeDocument/2006/math">
                    <m:r>
                      <a:rPr lang="en-GB" sz="2800" i="1" dirty="0" smtClean="0">
                        <a:solidFill>
                          <a:srgbClr val="002060"/>
                        </a:solidFill>
                        <a:latin typeface="Cambria Math" panose="02040503050406030204" pitchFamily="18" charset="0"/>
                      </a:rPr>
                      <m:t>2</m:t>
                    </m:r>
                  </m:oMath>
                </a14:m>
                <a:endParaRPr lang="en-IN" sz="2800" dirty="0">
                  <a:solidFill>
                    <a:srgbClr val="002060"/>
                  </a:solidFill>
                </a:endParaRPr>
              </a:p>
            </p:txBody>
          </p:sp>
        </mc:Choice>
        <mc:Fallback xmlns="">
          <p:sp>
            <p:nvSpPr>
              <p:cNvPr id="22" name="TextBox 21">
                <a:extLst>
                  <a:ext uri="{FF2B5EF4-FFF2-40B4-BE49-F238E27FC236}">
                    <a16:creationId xmlns:a16="http://schemas.microsoft.com/office/drawing/2014/main" id="{693A4EC9-6217-4D55-B3B4-2092D7FDE64A}"/>
                  </a:ext>
                </a:extLst>
              </p:cNvPr>
              <p:cNvSpPr txBox="1">
                <a:spLocks noRot="1" noChangeAspect="1" noMove="1" noResize="1" noEditPoints="1" noAdjustHandles="1" noChangeArrowheads="1" noChangeShapeType="1" noTextEdit="1"/>
              </p:cNvSpPr>
              <p:nvPr/>
            </p:nvSpPr>
            <p:spPr>
              <a:xfrm>
                <a:off x="4763084" y="5298747"/>
                <a:ext cx="4951239" cy="523220"/>
              </a:xfrm>
              <a:prstGeom prst="rect">
                <a:avLst/>
              </a:prstGeom>
              <a:blipFill>
                <a:blip r:embed="rId6"/>
                <a:stretch>
                  <a:fillRect t="-10465"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FDCC6CF-51F9-42EA-9779-CC332507EBDF}"/>
                  </a:ext>
                </a:extLst>
              </p:cNvPr>
              <p:cNvSpPr txBox="1"/>
              <p:nvPr/>
            </p:nvSpPr>
            <p:spPr>
              <a:xfrm>
                <a:off x="1746946" y="2760172"/>
                <a:ext cx="1050958" cy="523220"/>
              </a:xfrm>
              <a:prstGeom prst="rect">
                <a:avLst/>
              </a:prstGeom>
              <a:noFill/>
            </p:spPr>
            <p:txBody>
              <a:bodyPr wrap="square">
                <a:spAutoFit/>
              </a:bodyPr>
              <a:lstStyle/>
              <a:p>
                <a:pPr algn="ctr"/>
                <a:r>
                  <a:rPr lang="en-GB" sz="2800" b="1" dirty="0">
                    <a:solidFill>
                      <a:srgbClr val="002060"/>
                    </a:solidFill>
                    <a:effectLst/>
                  </a:rPr>
                  <a:t>Urn </a:t>
                </a:r>
                <a14:m>
                  <m:oMath xmlns:m="http://schemas.openxmlformats.org/officeDocument/2006/math">
                    <m:r>
                      <a:rPr lang="en-GB" sz="2800" b="1" i="1" dirty="0" smtClean="0">
                        <a:solidFill>
                          <a:srgbClr val="002060"/>
                        </a:solidFill>
                        <a:effectLst/>
                        <a:latin typeface="Cambria Math" panose="02040503050406030204" pitchFamily="18" charset="0"/>
                      </a:rPr>
                      <m:t>𝟏</m:t>
                    </m:r>
                  </m:oMath>
                </a14:m>
                <a:endParaRPr lang="en-IN" sz="2800" b="1" dirty="0">
                  <a:solidFill>
                    <a:srgbClr val="002060"/>
                  </a:solidFill>
                </a:endParaRPr>
              </a:p>
            </p:txBody>
          </p:sp>
        </mc:Choice>
        <mc:Fallback xmlns="">
          <p:sp>
            <p:nvSpPr>
              <p:cNvPr id="12" name="TextBox 11">
                <a:extLst>
                  <a:ext uri="{FF2B5EF4-FFF2-40B4-BE49-F238E27FC236}">
                    <a16:creationId xmlns:a16="http://schemas.microsoft.com/office/drawing/2014/main" id="{6FDCC6CF-51F9-42EA-9779-CC332507EBDF}"/>
                  </a:ext>
                </a:extLst>
              </p:cNvPr>
              <p:cNvSpPr txBox="1">
                <a:spLocks noRot="1" noChangeAspect="1" noMove="1" noResize="1" noEditPoints="1" noAdjustHandles="1" noChangeArrowheads="1" noChangeShapeType="1" noTextEdit="1"/>
              </p:cNvSpPr>
              <p:nvPr/>
            </p:nvSpPr>
            <p:spPr>
              <a:xfrm>
                <a:off x="1746946" y="2760172"/>
                <a:ext cx="1050958" cy="523220"/>
              </a:xfrm>
              <a:prstGeom prst="rect">
                <a:avLst/>
              </a:prstGeom>
              <a:blipFill>
                <a:blip r:embed="rId7"/>
                <a:stretch>
                  <a:fillRect l="-8140"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C9F4B86-3970-4A49-9886-D86428867E20}"/>
                  </a:ext>
                </a:extLst>
              </p:cNvPr>
              <p:cNvSpPr txBox="1"/>
              <p:nvPr/>
            </p:nvSpPr>
            <p:spPr>
              <a:xfrm>
                <a:off x="3277805" y="2757469"/>
                <a:ext cx="1050958" cy="523220"/>
              </a:xfrm>
              <a:prstGeom prst="rect">
                <a:avLst/>
              </a:prstGeom>
              <a:noFill/>
            </p:spPr>
            <p:txBody>
              <a:bodyPr wrap="square">
                <a:spAutoFit/>
              </a:bodyPr>
              <a:lstStyle/>
              <a:p>
                <a:pPr algn="ctr"/>
                <a:r>
                  <a:rPr lang="en-GB" sz="2800" b="1" dirty="0">
                    <a:solidFill>
                      <a:srgbClr val="002060"/>
                    </a:solidFill>
                    <a:effectLst/>
                  </a:rPr>
                  <a:t>Urn </a:t>
                </a:r>
                <a14:m>
                  <m:oMath xmlns:m="http://schemas.openxmlformats.org/officeDocument/2006/math">
                    <m:r>
                      <a:rPr lang="en-GB" sz="2800" b="1" i="1" dirty="0" smtClean="0">
                        <a:solidFill>
                          <a:srgbClr val="002060"/>
                        </a:solidFill>
                        <a:effectLst/>
                        <a:latin typeface="Cambria Math" panose="02040503050406030204" pitchFamily="18" charset="0"/>
                      </a:rPr>
                      <m:t>𝟐</m:t>
                    </m:r>
                  </m:oMath>
                </a14:m>
                <a:endParaRPr lang="en-IN" sz="2800" b="1" dirty="0">
                  <a:solidFill>
                    <a:srgbClr val="002060"/>
                  </a:solidFill>
                </a:endParaRPr>
              </a:p>
            </p:txBody>
          </p:sp>
        </mc:Choice>
        <mc:Fallback xmlns="">
          <p:sp>
            <p:nvSpPr>
              <p:cNvPr id="13" name="TextBox 12">
                <a:extLst>
                  <a:ext uri="{FF2B5EF4-FFF2-40B4-BE49-F238E27FC236}">
                    <a16:creationId xmlns:a16="http://schemas.microsoft.com/office/drawing/2014/main" id="{AC9F4B86-3970-4A49-9886-D86428867E20}"/>
                  </a:ext>
                </a:extLst>
              </p:cNvPr>
              <p:cNvSpPr txBox="1">
                <a:spLocks noRot="1" noChangeAspect="1" noMove="1" noResize="1" noEditPoints="1" noAdjustHandles="1" noChangeArrowheads="1" noChangeShapeType="1" noTextEdit="1"/>
              </p:cNvSpPr>
              <p:nvPr/>
            </p:nvSpPr>
            <p:spPr>
              <a:xfrm>
                <a:off x="3277805" y="2757469"/>
                <a:ext cx="1050958" cy="523220"/>
              </a:xfrm>
              <a:prstGeom prst="rect">
                <a:avLst/>
              </a:prstGeom>
              <a:blipFill>
                <a:blip r:embed="rId8"/>
                <a:stretch>
                  <a:fillRect l="-8140"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4D7F6E4-9077-4833-AB1F-D54260D1BA6E}"/>
                  </a:ext>
                </a:extLst>
              </p:cNvPr>
              <p:cNvSpPr txBox="1"/>
              <p:nvPr/>
            </p:nvSpPr>
            <p:spPr>
              <a:xfrm>
                <a:off x="3130238" y="3279814"/>
                <a:ext cx="1356419" cy="523220"/>
              </a:xfrm>
              <a:prstGeom prst="rect">
                <a:avLst/>
              </a:prstGeom>
              <a:noFill/>
            </p:spPr>
            <p:txBody>
              <a:bodyPr wrap="square">
                <a:spAutoFit/>
              </a:bodyPr>
              <a:lstStyle/>
              <a:p>
                <a:pPr algn="ctr"/>
                <a14:m>
                  <m:oMath xmlns:m="http://schemas.openxmlformats.org/officeDocument/2006/math">
                    <m:r>
                      <a:rPr lang="en-GB" sz="2800" i="1" dirty="0" smtClean="0">
                        <a:solidFill>
                          <a:srgbClr val="002060"/>
                        </a:solidFill>
                        <a:latin typeface="Cambria Math" panose="02040503050406030204" pitchFamily="18" charset="0"/>
                      </a:rPr>
                      <m:t>3</m:t>
                    </m:r>
                  </m:oMath>
                </a14:m>
                <a:r>
                  <a:rPr lang="en-GB" sz="2800" dirty="0">
                    <a:solidFill>
                      <a:srgbClr val="002060"/>
                    </a:solidFill>
                  </a:rPr>
                  <a:t> White</a:t>
                </a:r>
                <a:endParaRPr lang="en-IN" sz="2800" dirty="0"/>
              </a:p>
            </p:txBody>
          </p:sp>
        </mc:Choice>
        <mc:Fallback xmlns="">
          <p:sp>
            <p:nvSpPr>
              <p:cNvPr id="15" name="TextBox 14">
                <a:extLst>
                  <a:ext uri="{FF2B5EF4-FFF2-40B4-BE49-F238E27FC236}">
                    <a16:creationId xmlns:a16="http://schemas.microsoft.com/office/drawing/2014/main" id="{D4D7F6E4-9077-4833-AB1F-D54260D1BA6E}"/>
                  </a:ext>
                </a:extLst>
              </p:cNvPr>
              <p:cNvSpPr txBox="1">
                <a:spLocks noRot="1" noChangeAspect="1" noMove="1" noResize="1" noEditPoints="1" noAdjustHandles="1" noChangeArrowheads="1" noChangeShapeType="1" noTextEdit="1"/>
              </p:cNvSpPr>
              <p:nvPr/>
            </p:nvSpPr>
            <p:spPr>
              <a:xfrm>
                <a:off x="3130238" y="3279814"/>
                <a:ext cx="1356419" cy="523220"/>
              </a:xfrm>
              <a:prstGeom prst="rect">
                <a:avLst/>
              </a:prstGeom>
              <a:blipFill>
                <a:blip r:embed="rId9"/>
                <a:stretch>
                  <a:fillRect t="-10465" r="-4933"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AECF3D9-6529-4F78-80FD-918D6FE626D7}"/>
                  </a:ext>
                </a:extLst>
              </p:cNvPr>
              <p:cNvSpPr txBox="1"/>
              <p:nvPr/>
            </p:nvSpPr>
            <p:spPr>
              <a:xfrm>
                <a:off x="1503835" y="3281841"/>
                <a:ext cx="1530569" cy="523220"/>
              </a:xfrm>
              <a:prstGeom prst="rect">
                <a:avLst/>
              </a:prstGeom>
              <a:noFill/>
            </p:spPr>
            <p:txBody>
              <a:bodyPr wrap="square">
                <a:spAutoFit/>
              </a:bodyPr>
              <a:lstStyle/>
              <a:p>
                <a:pPr algn="ctr"/>
                <a14:m>
                  <m:oMath xmlns:m="http://schemas.openxmlformats.org/officeDocument/2006/math">
                    <m:r>
                      <a:rPr lang="en-GB" sz="2800" i="0" dirty="0">
                        <a:solidFill>
                          <a:srgbClr val="002060"/>
                        </a:solidFill>
                        <a:latin typeface="Cambria Math" panose="02040503050406030204" pitchFamily="18" charset="0"/>
                      </a:rPr>
                      <m:t>10 </m:t>
                    </m:r>
                  </m:oMath>
                </a14:m>
                <a:r>
                  <a:rPr lang="en-GB" sz="2800" i="0" dirty="0">
                    <a:solidFill>
                      <a:srgbClr val="002060"/>
                    </a:solidFill>
                    <a:latin typeface="+mj-lt"/>
                  </a:rPr>
                  <a:t>White</a:t>
                </a:r>
                <a:endParaRPr lang="en-IN" sz="2800" dirty="0">
                  <a:latin typeface="+mj-lt"/>
                </a:endParaRPr>
              </a:p>
            </p:txBody>
          </p:sp>
        </mc:Choice>
        <mc:Fallback xmlns="">
          <p:sp>
            <p:nvSpPr>
              <p:cNvPr id="16" name="TextBox 15">
                <a:extLst>
                  <a:ext uri="{FF2B5EF4-FFF2-40B4-BE49-F238E27FC236}">
                    <a16:creationId xmlns:a16="http://schemas.microsoft.com/office/drawing/2014/main" id="{5AECF3D9-6529-4F78-80FD-918D6FE626D7}"/>
                  </a:ext>
                </a:extLst>
              </p:cNvPr>
              <p:cNvSpPr txBox="1">
                <a:spLocks noRot="1" noChangeAspect="1" noMove="1" noResize="1" noEditPoints="1" noAdjustHandles="1" noChangeArrowheads="1" noChangeShapeType="1" noTextEdit="1"/>
              </p:cNvSpPr>
              <p:nvPr/>
            </p:nvSpPr>
            <p:spPr>
              <a:xfrm>
                <a:off x="1503835" y="3281841"/>
                <a:ext cx="1530569" cy="523220"/>
              </a:xfrm>
              <a:prstGeom prst="rect">
                <a:avLst/>
              </a:prstGeom>
              <a:blipFill>
                <a:blip r:embed="rId10"/>
                <a:stretch>
                  <a:fillRect t="-10465" r="-4781"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D255B6E-C9F4-4AA3-90EB-514D9CCD8D83}"/>
                  </a:ext>
                </a:extLst>
              </p:cNvPr>
              <p:cNvSpPr txBox="1"/>
              <p:nvPr/>
            </p:nvSpPr>
            <p:spPr>
              <a:xfrm>
                <a:off x="1503835" y="3803510"/>
                <a:ext cx="1530569" cy="523220"/>
              </a:xfrm>
              <a:prstGeom prst="rect">
                <a:avLst/>
              </a:prstGeom>
              <a:noFill/>
            </p:spPr>
            <p:txBody>
              <a:bodyPr wrap="square">
                <a:spAutoFit/>
              </a:bodyPr>
              <a:lstStyle/>
              <a:p>
                <a:pPr algn="ctr"/>
                <a14:m>
                  <m:oMath xmlns:m="http://schemas.openxmlformats.org/officeDocument/2006/math">
                    <m:r>
                      <a:rPr lang="en-GB" sz="2800" dirty="0">
                        <a:solidFill>
                          <a:srgbClr val="002060"/>
                        </a:solidFill>
                        <a:latin typeface="Cambria Math" panose="02040503050406030204" pitchFamily="18" charset="0"/>
                      </a:rPr>
                      <m:t>3</m:t>
                    </m:r>
                  </m:oMath>
                </a14:m>
                <a:r>
                  <a:rPr lang="en-GB" sz="2800" dirty="0">
                    <a:solidFill>
                      <a:srgbClr val="002060"/>
                    </a:solidFill>
                  </a:rPr>
                  <a:t> Black</a:t>
                </a:r>
                <a:endParaRPr lang="en-IN" sz="2800" dirty="0">
                  <a:latin typeface="+mj-lt"/>
                </a:endParaRPr>
              </a:p>
            </p:txBody>
          </p:sp>
        </mc:Choice>
        <mc:Fallback xmlns="">
          <p:sp>
            <p:nvSpPr>
              <p:cNvPr id="17" name="TextBox 16">
                <a:extLst>
                  <a:ext uri="{FF2B5EF4-FFF2-40B4-BE49-F238E27FC236}">
                    <a16:creationId xmlns:a16="http://schemas.microsoft.com/office/drawing/2014/main" id="{8D255B6E-C9F4-4AA3-90EB-514D9CCD8D83}"/>
                  </a:ext>
                </a:extLst>
              </p:cNvPr>
              <p:cNvSpPr txBox="1">
                <a:spLocks noRot="1" noChangeAspect="1" noMove="1" noResize="1" noEditPoints="1" noAdjustHandles="1" noChangeArrowheads="1" noChangeShapeType="1" noTextEdit="1"/>
              </p:cNvSpPr>
              <p:nvPr/>
            </p:nvSpPr>
            <p:spPr>
              <a:xfrm>
                <a:off x="1503835" y="3803510"/>
                <a:ext cx="1530569" cy="523220"/>
              </a:xfrm>
              <a:prstGeom prst="rect">
                <a:avLst/>
              </a:prstGeom>
              <a:blipFill>
                <a:blip r:embed="rId11"/>
                <a:stretch>
                  <a:fillRect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9BD33A3-6A3A-4B37-B134-06F9EC5172F7}"/>
                  </a:ext>
                </a:extLst>
              </p:cNvPr>
              <p:cNvSpPr txBox="1"/>
              <p:nvPr/>
            </p:nvSpPr>
            <p:spPr>
              <a:xfrm>
                <a:off x="3130238" y="3802159"/>
                <a:ext cx="1356419" cy="523220"/>
              </a:xfrm>
              <a:prstGeom prst="rect">
                <a:avLst/>
              </a:prstGeom>
              <a:noFill/>
            </p:spPr>
            <p:txBody>
              <a:bodyPr wrap="square">
                <a:spAutoFit/>
              </a:bodyPr>
              <a:lstStyle/>
              <a:p>
                <a:pPr algn="ctr"/>
                <a14:m>
                  <m:oMath xmlns:m="http://schemas.openxmlformats.org/officeDocument/2006/math">
                    <m:r>
                      <a:rPr lang="en-GB" sz="2800" i="1" dirty="0">
                        <a:solidFill>
                          <a:srgbClr val="002060"/>
                        </a:solidFill>
                        <a:latin typeface="Cambria Math" panose="02040503050406030204" pitchFamily="18" charset="0"/>
                      </a:rPr>
                      <m:t>5</m:t>
                    </m:r>
                  </m:oMath>
                </a14:m>
                <a:r>
                  <a:rPr lang="en-GB" sz="2800" dirty="0">
                    <a:solidFill>
                      <a:srgbClr val="002060"/>
                    </a:solidFill>
                  </a:rPr>
                  <a:t> Black</a:t>
                </a:r>
                <a:endParaRPr lang="en-IN" sz="2800" dirty="0"/>
              </a:p>
            </p:txBody>
          </p:sp>
        </mc:Choice>
        <mc:Fallback xmlns="">
          <p:sp>
            <p:nvSpPr>
              <p:cNvPr id="18" name="TextBox 17">
                <a:extLst>
                  <a:ext uri="{FF2B5EF4-FFF2-40B4-BE49-F238E27FC236}">
                    <a16:creationId xmlns:a16="http://schemas.microsoft.com/office/drawing/2014/main" id="{A9BD33A3-6A3A-4B37-B134-06F9EC5172F7}"/>
                  </a:ext>
                </a:extLst>
              </p:cNvPr>
              <p:cNvSpPr txBox="1">
                <a:spLocks noRot="1" noChangeAspect="1" noMove="1" noResize="1" noEditPoints="1" noAdjustHandles="1" noChangeArrowheads="1" noChangeShapeType="1" noTextEdit="1"/>
              </p:cNvSpPr>
              <p:nvPr/>
            </p:nvSpPr>
            <p:spPr>
              <a:xfrm>
                <a:off x="3130238" y="3802159"/>
                <a:ext cx="1356419" cy="523220"/>
              </a:xfrm>
              <a:prstGeom prst="rect">
                <a:avLst/>
              </a:prstGeom>
              <a:blipFill>
                <a:blip r:embed="rId12"/>
                <a:stretch>
                  <a:fillRect t="-11628" r="-3587" b="-32558"/>
                </a:stretch>
              </a:blipFill>
            </p:spPr>
            <p:txBody>
              <a:bodyPr/>
              <a:lstStyle/>
              <a:p>
                <a:r>
                  <a:rPr lang="en-IN">
                    <a:noFill/>
                  </a:rPr>
                  <a:t> </a:t>
                </a:r>
              </a:p>
            </p:txBody>
          </p:sp>
        </mc:Fallback>
      </mc:AlternateContent>
      <p:cxnSp>
        <p:nvCxnSpPr>
          <p:cNvPr id="6" name="Straight Connector 5">
            <a:extLst>
              <a:ext uri="{FF2B5EF4-FFF2-40B4-BE49-F238E27FC236}">
                <a16:creationId xmlns:a16="http://schemas.microsoft.com/office/drawing/2014/main" id="{F5E68F11-790A-4EED-B385-EB7B1AB9BA60}"/>
              </a:ext>
            </a:extLst>
          </p:cNvPr>
          <p:cNvCxnSpPr>
            <a:cxnSpLocks/>
          </p:cNvCxnSpPr>
          <p:nvPr/>
        </p:nvCxnSpPr>
        <p:spPr>
          <a:xfrm>
            <a:off x="3172618" y="4419031"/>
            <a:ext cx="1271659" cy="0"/>
          </a:xfrm>
          <a:prstGeom prst="line">
            <a:avLst/>
          </a:prstGeom>
          <a:ln w="38100">
            <a:solidFill>
              <a:srgbClr val="301B9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EF6EBCC-5EFC-4FE6-B843-1C64E3CC3EFE}"/>
                  </a:ext>
                </a:extLst>
              </p:cNvPr>
              <p:cNvSpPr txBox="1"/>
              <p:nvPr/>
            </p:nvSpPr>
            <p:spPr>
              <a:xfrm>
                <a:off x="3130238" y="4475217"/>
                <a:ext cx="1356419" cy="523220"/>
              </a:xfrm>
              <a:prstGeom prst="rect">
                <a:avLst/>
              </a:prstGeom>
              <a:noFill/>
            </p:spPr>
            <p:txBody>
              <a:bodyPr wrap="square">
                <a:spAutoFit/>
              </a:bodyPr>
              <a:lstStyle/>
              <a:p>
                <a:pPr algn="ctr"/>
                <a14:m>
                  <m:oMath xmlns:m="http://schemas.openxmlformats.org/officeDocument/2006/math">
                    <m:r>
                      <a:rPr lang="en-IN" sz="2800" b="0" i="1" smtClean="0">
                        <a:solidFill>
                          <a:srgbClr val="002060"/>
                        </a:solidFill>
                        <a:latin typeface="Cambria Math" panose="02040503050406030204" pitchFamily="18" charset="0"/>
                      </a:rPr>
                      <m:t>8</m:t>
                    </m:r>
                  </m:oMath>
                </a14:m>
                <a:r>
                  <a:rPr lang="en-GB" sz="2800" dirty="0">
                    <a:solidFill>
                      <a:srgbClr val="002060"/>
                    </a:solidFill>
                  </a:rPr>
                  <a:t> Balls</a:t>
                </a:r>
                <a:endParaRPr lang="en-IN" sz="2800" dirty="0"/>
              </a:p>
            </p:txBody>
          </p:sp>
        </mc:Choice>
        <mc:Fallback xmlns="">
          <p:sp>
            <p:nvSpPr>
              <p:cNvPr id="20" name="TextBox 19">
                <a:extLst>
                  <a:ext uri="{FF2B5EF4-FFF2-40B4-BE49-F238E27FC236}">
                    <a16:creationId xmlns:a16="http://schemas.microsoft.com/office/drawing/2014/main" id="{2EF6EBCC-5EFC-4FE6-B843-1C64E3CC3EFE}"/>
                  </a:ext>
                </a:extLst>
              </p:cNvPr>
              <p:cNvSpPr txBox="1">
                <a:spLocks noRot="1" noChangeAspect="1" noMove="1" noResize="1" noEditPoints="1" noAdjustHandles="1" noChangeArrowheads="1" noChangeShapeType="1" noTextEdit="1"/>
              </p:cNvSpPr>
              <p:nvPr/>
            </p:nvSpPr>
            <p:spPr>
              <a:xfrm>
                <a:off x="3130238" y="4475217"/>
                <a:ext cx="1356419" cy="523220"/>
              </a:xfrm>
              <a:prstGeom prst="rect">
                <a:avLst/>
              </a:prstGeom>
              <a:blipFill>
                <a:blip r:embed="rId13"/>
                <a:stretch>
                  <a:fillRect t="-10465" r="-448" b="-32558"/>
                </a:stretch>
              </a:blipFill>
            </p:spPr>
            <p:txBody>
              <a:bodyPr/>
              <a:lstStyle/>
              <a:p>
                <a:r>
                  <a:rPr lang="en-IN">
                    <a:noFill/>
                  </a:rPr>
                  <a:t> </a:t>
                </a:r>
              </a:p>
            </p:txBody>
          </p:sp>
        </mc:Fallback>
      </mc:AlternateContent>
      <p:cxnSp>
        <p:nvCxnSpPr>
          <p:cNvPr id="21" name="Straight Connector 20">
            <a:extLst>
              <a:ext uri="{FF2B5EF4-FFF2-40B4-BE49-F238E27FC236}">
                <a16:creationId xmlns:a16="http://schemas.microsoft.com/office/drawing/2014/main" id="{8B563FC3-E3BD-47FA-8DC9-CB76511C1DB9}"/>
              </a:ext>
            </a:extLst>
          </p:cNvPr>
          <p:cNvCxnSpPr>
            <a:cxnSpLocks/>
          </p:cNvCxnSpPr>
          <p:nvPr/>
        </p:nvCxnSpPr>
        <p:spPr>
          <a:xfrm>
            <a:off x="1633289" y="4418877"/>
            <a:ext cx="1271659" cy="0"/>
          </a:xfrm>
          <a:prstGeom prst="line">
            <a:avLst/>
          </a:prstGeom>
          <a:ln w="38100">
            <a:solidFill>
              <a:srgbClr val="301B9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22BCE20-B563-4506-A359-2D2E6B4D1830}"/>
                  </a:ext>
                </a:extLst>
              </p:cNvPr>
              <p:cNvSpPr txBox="1"/>
              <p:nvPr/>
            </p:nvSpPr>
            <p:spPr>
              <a:xfrm>
                <a:off x="1590910" y="4475217"/>
                <a:ext cx="1356419" cy="523220"/>
              </a:xfrm>
              <a:prstGeom prst="rect">
                <a:avLst/>
              </a:prstGeom>
              <a:noFill/>
            </p:spPr>
            <p:txBody>
              <a:bodyPr wrap="square">
                <a:spAutoFit/>
              </a:bodyPr>
              <a:lstStyle/>
              <a:p>
                <a:pPr algn="ctr"/>
                <a14:m>
                  <m:oMath xmlns:m="http://schemas.openxmlformats.org/officeDocument/2006/math">
                    <m:r>
                      <a:rPr lang="en-IN" sz="2800" b="0" i="1" smtClean="0">
                        <a:solidFill>
                          <a:srgbClr val="002060"/>
                        </a:solidFill>
                        <a:latin typeface="Cambria Math" panose="02040503050406030204" pitchFamily="18" charset="0"/>
                      </a:rPr>
                      <m:t>13</m:t>
                    </m:r>
                  </m:oMath>
                </a14:m>
                <a:r>
                  <a:rPr lang="en-GB" sz="2800" dirty="0">
                    <a:solidFill>
                      <a:srgbClr val="002060"/>
                    </a:solidFill>
                  </a:rPr>
                  <a:t> Balls</a:t>
                </a:r>
                <a:endParaRPr lang="en-IN" sz="2800" dirty="0"/>
              </a:p>
            </p:txBody>
          </p:sp>
        </mc:Choice>
        <mc:Fallback xmlns="">
          <p:sp>
            <p:nvSpPr>
              <p:cNvPr id="23" name="TextBox 22">
                <a:extLst>
                  <a:ext uri="{FF2B5EF4-FFF2-40B4-BE49-F238E27FC236}">
                    <a16:creationId xmlns:a16="http://schemas.microsoft.com/office/drawing/2014/main" id="{022BCE20-B563-4506-A359-2D2E6B4D1830}"/>
                  </a:ext>
                </a:extLst>
              </p:cNvPr>
              <p:cNvSpPr txBox="1">
                <a:spLocks noRot="1" noChangeAspect="1" noMove="1" noResize="1" noEditPoints="1" noAdjustHandles="1" noChangeArrowheads="1" noChangeShapeType="1" noTextEdit="1"/>
              </p:cNvSpPr>
              <p:nvPr/>
            </p:nvSpPr>
            <p:spPr>
              <a:xfrm>
                <a:off x="1590910" y="4475217"/>
                <a:ext cx="1356419" cy="523220"/>
              </a:xfrm>
              <a:prstGeom prst="rect">
                <a:avLst/>
              </a:prstGeom>
              <a:blipFill>
                <a:blip r:embed="rId14"/>
                <a:stretch>
                  <a:fillRect t="-10465" r="-8559" b="-32558"/>
                </a:stretch>
              </a:blipFill>
            </p:spPr>
            <p:txBody>
              <a:bodyPr/>
              <a:lstStyle/>
              <a:p>
                <a:r>
                  <a:rPr lang="en-IN">
                    <a:noFill/>
                  </a:rPr>
                  <a:t> </a:t>
                </a:r>
              </a:p>
            </p:txBody>
          </p:sp>
        </mc:Fallback>
      </mc:AlternateContent>
    </p:spTree>
    <p:extLst>
      <p:ext uri="{BB962C8B-B14F-4D97-AF65-F5344CB8AC3E}">
        <p14:creationId xmlns:p14="http://schemas.microsoft.com/office/powerpoint/2010/main" val="1820052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left)">
                                      <p:cBhvr>
                                        <p:cTn id="23" dur="500"/>
                                        <p:tgtEl>
                                          <p:spTgt spid="21"/>
                                        </p:tgtEl>
                                      </p:cBhvr>
                                    </p:animEffect>
                                  </p:childTnLst>
                                </p:cTn>
                              </p:par>
                            </p:childTnLst>
                          </p:cTn>
                        </p:par>
                        <p:par>
                          <p:cTn id="24" fill="hold">
                            <p:stCondLst>
                              <p:cond delay="500"/>
                            </p:stCondLst>
                            <p:childTnLst>
                              <p:par>
                                <p:cTn id="25" presetID="1" presetClass="entr" presetSubtype="0" fill="hold" grpId="0" nodeType="afterEffect">
                                  <p:stCondLst>
                                    <p:cond delay="25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wipe(left)">
                                      <p:cBhvr>
                                        <p:cTn id="43" dur="500"/>
                                        <p:tgtEl>
                                          <p:spTgt spid="6"/>
                                        </p:tgtEl>
                                      </p:cBhvr>
                                    </p:animEffect>
                                  </p:childTnLst>
                                </p:cTn>
                              </p:par>
                            </p:childTnLst>
                          </p:cTn>
                        </p:par>
                        <p:par>
                          <p:cTn id="44" fill="hold">
                            <p:stCondLst>
                              <p:cond delay="500"/>
                            </p:stCondLst>
                            <p:childTnLst>
                              <p:par>
                                <p:cTn id="45" presetID="1" presetClass="entr" presetSubtype="0" fill="hold" grpId="0" nodeType="afterEffect">
                                  <p:stCondLst>
                                    <p:cond delay="25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2" grpId="0"/>
      <p:bldP spid="37" grpId="0"/>
      <p:bldP spid="40" grpId="0"/>
      <p:bldP spid="41" grpId="0"/>
      <p:bldP spid="22" grpId="0"/>
      <p:bldP spid="12" grpId="0"/>
      <p:bldP spid="13" grpId="0"/>
      <p:bldP spid="15" grpId="0"/>
      <p:bldP spid="16" grpId="0"/>
      <p:bldP spid="17" grpId="0"/>
      <p:bldP spid="18" grpId="0"/>
      <p:bldP spid="20" grpId="0"/>
      <p:bldP spid="23"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2 (Continue)</a:t>
            </a:r>
            <a:endParaRPr lang="en-US" dirty="0"/>
          </a:p>
        </p:txBody>
      </p:sp>
      <p:sp>
        <p:nvSpPr>
          <p:cNvPr id="21" name="TextBox 20">
            <a:extLst>
              <a:ext uri="{FF2B5EF4-FFF2-40B4-BE49-F238E27FC236}">
                <a16:creationId xmlns:a16="http://schemas.microsoft.com/office/drawing/2014/main" id="{DB6709CF-ADF8-434C-B161-A4B852409937}"/>
              </a:ext>
            </a:extLst>
          </p:cNvPr>
          <p:cNvSpPr txBox="1"/>
          <p:nvPr/>
        </p:nvSpPr>
        <p:spPr>
          <a:xfrm>
            <a:off x="1594216" y="793897"/>
            <a:ext cx="2149369" cy="523220"/>
          </a:xfrm>
          <a:prstGeom prst="rect">
            <a:avLst/>
          </a:prstGeom>
          <a:noFill/>
        </p:spPr>
        <p:txBody>
          <a:bodyPr wrap="square">
            <a:spAutoFit/>
          </a:bodyPr>
          <a:lstStyle/>
          <a:p>
            <a:r>
              <a:rPr lang="en-IN" sz="2800" b="1" dirty="0">
                <a:solidFill>
                  <a:srgbClr val="002060"/>
                </a:solidFill>
              </a:rPr>
              <a:t>Probabilities:</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300FDDA-4C52-4A2B-953C-27A573206F85}"/>
                  </a:ext>
                </a:extLst>
              </p:cNvPr>
              <p:cNvSpPr txBox="1"/>
              <p:nvPr/>
            </p:nvSpPr>
            <p:spPr>
              <a:xfrm>
                <a:off x="1594216" y="1664156"/>
                <a:ext cx="1104310" cy="523220"/>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1</m:t>
                              </m:r>
                            </m:sub>
                          </m:sSub>
                        </m:e>
                      </m:d>
                    </m:oMath>
                  </m:oMathPara>
                </a14:m>
                <a:endParaRPr lang="en-IN" sz="2800" dirty="0">
                  <a:solidFill>
                    <a:srgbClr val="002060"/>
                  </a:solidFill>
                  <a:latin typeface="Cambria Math" panose="02040503050406030204" pitchFamily="18" charset="0"/>
                </a:endParaRPr>
              </a:p>
            </p:txBody>
          </p:sp>
        </mc:Choice>
        <mc:Fallback xmlns="">
          <p:sp>
            <p:nvSpPr>
              <p:cNvPr id="23" name="TextBox 22">
                <a:extLst>
                  <a:ext uri="{FF2B5EF4-FFF2-40B4-BE49-F238E27FC236}">
                    <a16:creationId xmlns:a16="http://schemas.microsoft.com/office/drawing/2014/main" id="{4300FDDA-4C52-4A2B-953C-27A573206F85}"/>
                  </a:ext>
                </a:extLst>
              </p:cNvPr>
              <p:cNvSpPr txBox="1">
                <a:spLocks noRot="1" noChangeAspect="1" noMove="1" noResize="1" noEditPoints="1" noAdjustHandles="1" noChangeArrowheads="1" noChangeShapeType="1" noTextEdit="1"/>
              </p:cNvSpPr>
              <p:nvPr/>
            </p:nvSpPr>
            <p:spPr>
              <a:xfrm>
                <a:off x="1594216" y="1664156"/>
                <a:ext cx="1104310"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EE6965E-66C1-4979-83CD-244D913D6B0E}"/>
                  </a:ext>
                </a:extLst>
              </p:cNvPr>
              <p:cNvSpPr txBox="1"/>
              <p:nvPr/>
            </p:nvSpPr>
            <p:spPr>
              <a:xfrm>
                <a:off x="1594216" y="2938513"/>
                <a:ext cx="1104310" cy="523220"/>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2</m:t>
                              </m:r>
                            </m:sub>
                          </m:sSub>
                        </m:e>
                      </m:d>
                    </m:oMath>
                  </m:oMathPara>
                </a14:m>
                <a:endParaRPr lang="en-IN" sz="2800" dirty="0">
                  <a:solidFill>
                    <a:srgbClr val="002060"/>
                  </a:solidFill>
                  <a:latin typeface="Cambria Math" panose="02040503050406030204" pitchFamily="18" charset="0"/>
                </a:endParaRPr>
              </a:p>
            </p:txBody>
          </p:sp>
        </mc:Choice>
        <mc:Fallback xmlns="">
          <p:sp>
            <p:nvSpPr>
              <p:cNvPr id="24" name="TextBox 23">
                <a:extLst>
                  <a:ext uri="{FF2B5EF4-FFF2-40B4-BE49-F238E27FC236}">
                    <a16:creationId xmlns:a16="http://schemas.microsoft.com/office/drawing/2014/main" id="{9EE6965E-66C1-4979-83CD-244D913D6B0E}"/>
                  </a:ext>
                </a:extLst>
              </p:cNvPr>
              <p:cNvSpPr txBox="1">
                <a:spLocks noRot="1" noChangeAspect="1" noMove="1" noResize="1" noEditPoints="1" noAdjustHandles="1" noChangeArrowheads="1" noChangeShapeType="1" noTextEdit="1"/>
              </p:cNvSpPr>
              <p:nvPr/>
            </p:nvSpPr>
            <p:spPr>
              <a:xfrm>
                <a:off x="1594216" y="2938513"/>
                <a:ext cx="1104310"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C3C1E51F-B76D-4307-8CC8-4958469263BA}"/>
                  </a:ext>
                </a:extLst>
              </p:cNvPr>
              <p:cNvSpPr txBox="1"/>
              <p:nvPr/>
            </p:nvSpPr>
            <p:spPr>
              <a:xfrm>
                <a:off x="4004854" y="1471796"/>
                <a:ext cx="1063150" cy="90794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5</m:t>
                          </m:r>
                        </m:num>
                        <m:den>
                          <m:r>
                            <a:rPr lang="en-IN" sz="2800" b="0" i="1" smtClean="0">
                              <a:solidFill>
                                <a:srgbClr val="002060"/>
                              </a:solidFill>
                              <a:latin typeface="Cambria Math" panose="02040503050406030204" pitchFamily="18" charset="0"/>
                            </a:rPr>
                            <m:t> 26 </m:t>
                          </m:r>
                        </m:den>
                      </m:f>
                    </m:oMath>
                  </m:oMathPara>
                </a14:m>
                <a:endParaRPr lang="en-IN" sz="2800" dirty="0">
                  <a:solidFill>
                    <a:srgbClr val="002060"/>
                  </a:solidFill>
                  <a:latin typeface="Cambria Math" panose="02040503050406030204" pitchFamily="18" charset="0"/>
                </a:endParaRPr>
              </a:p>
            </p:txBody>
          </p:sp>
        </mc:Choice>
        <mc:Fallback xmlns="">
          <p:sp>
            <p:nvSpPr>
              <p:cNvPr id="26" name="TextBox 25">
                <a:extLst>
                  <a:ext uri="{FF2B5EF4-FFF2-40B4-BE49-F238E27FC236}">
                    <a16:creationId xmlns:a16="http://schemas.microsoft.com/office/drawing/2014/main" id="{C3C1E51F-B76D-4307-8CC8-4958469263BA}"/>
                  </a:ext>
                </a:extLst>
              </p:cNvPr>
              <p:cNvSpPr txBox="1">
                <a:spLocks noRot="1" noChangeAspect="1" noMove="1" noResize="1" noEditPoints="1" noAdjustHandles="1" noChangeArrowheads="1" noChangeShapeType="1" noTextEdit="1"/>
              </p:cNvSpPr>
              <p:nvPr/>
            </p:nvSpPr>
            <p:spPr>
              <a:xfrm>
                <a:off x="4004854" y="1471796"/>
                <a:ext cx="1063150" cy="907941"/>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95B7138-EF3C-46F0-90EF-0F2E7D6FB880}"/>
                  </a:ext>
                </a:extLst>
              </p:cNvPr>
              <p:cNvSpPr txBox="1"/>
              <p:nvPr/>
            </p:nvSpPr>
            <p:spPr>
              <a:xfrm>
                <a:off x="1594216" y="4261206"/>
                <a:ext cx="1063150" cy="523220"/>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3</m:t>
                              </m:r>
                            </m:sub>
                          </m:sSub>
                        </m:e>
                      </m:d>
                    </m:oMath>
                  </m:oMathPara>
                </a14:m>
                <a:endParaRPr lang="en-IN" sz="2800" dirty="0">
                  <a:solidFill>
                    <a:srgbClr val="002060"/>
                  </a:solidFill>
                  <a:latin typeface="Cambria Math" panose="02040503050406030204" pitchFamily="18" charset="0"/>
                </a:endParaRPr>
              </a:p>
            </p:txBody>
          </p:sp>
        </mc:Choice>
        <mc:Fallback xmlns="">
          <p:sp>
            <p:nvSpPr>
              <p:cNvPr id="29" name="TextBox 28">
                <a:extLst>
                  <a:ext uri="{FF2B5EF4-FFF2-40B4-BE49-F238E27FC236}">
                    <a16:creationId xmlns:a16="http://schemas.microsoft.com/office/drawing/2014/main" id="{295B7138-EF3C-46F0-90EF-0F2E7D6FB880}"/>
                  </a:ext>
                </a:extLst>
              </p:cNvPr>
              <p:cNvSpPr txBox="1">
                <a:spLocks noRot="1" noChangeAspect="1" noMove="1" noResize="1" noEditPoints="1" noAdjustHandles="1" noChangeArrowheads="1" noChangeShapeType="1" noTextEdit="1"/>
              </p:cNvSpPr>
              <p:nvPr/>
            </p:nvSpPr>
            <p:spPr>
              <a:xfrm>
                <a:off x="1594216" y="4261206"/>
                <a:ext cx="1063150"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599F890-7933-4321-9BB3-D542236D22F5}"/>
                  </a:ext>
                </a:extLst>
              </p:cNvPr>
              <p:cNvSpPr txBox="1"/>
              <p:nvPr/>
            </p:nvSpPr>
            <p:spPr>
              <a:xfrm>
                <a:off x="4004854" y="2746153"/>
                <a:ext cx="1063150" cy="90794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26 </m:t>
                          </m:r>
                        </m:den>
                      </m:f>
                    </m:oMath>
                  </m:oMathPara>
                </a14:m>
                <a:endParaRPr lang="en-IN" sz="2800" dirty="0">
                  <a:solidFill>
                    <a:srgbClr val="002060"/>
                  </a:solidFill>
                  <a:latin typeface="Cambria Math" panose="02040503050406030204" pitchFamily="18" charset="0"/>
                </a:endParaRPr>
              </a:p>
            </p:txBody>
          </p:sp>
        </mc:Choice>
        <mc:Fallback xmlns="">
          <p:sp>
            <p:nvSpPr>
              <p:cNvPr id="30" name="TextBox 29">
                <a:extLst>
                  <a:ext uri="{FF2B5EF4-FFF2-40B4-BE49-F238E27FC236}">
                    <a16:creationId xmlns:a16="http://schemas.microsoft.com/office/drawing/2014/main" id="{0599F890-7933-4321-9BB3-D542236D22F5}"/>
                  </a:ext>
                </a:extLst>
              </p:cNvPr>
              <p:cNvSpPr txBox="1">
                <a:spLocks noRot="1" noChangeAspect="1" noMove="1" noResize="1" noEditPoints="1" noAdjustHandles="1" noChangeArrowheads="1" noChangeShapeType="1" noTextEdit="1"/>
              </p:cNvSpPr>
              <p:nvPr/>
            </p:nvSpPr>
            <p:spPr>
              <a:xfrm>
                <a:off x="4004854" y="2746153"/>
                <a:ext cx="1063150" cy="907941"/>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4100CE3-AA4F-4462-B95B-10D6BA6E2111}"/>
                  </a:ext>
                </a:extLst>
              </p:cNvPr>
              <p:cNvSpPr txBox="1"/>
              <p:nvPr/>
            </p:nvSpPr>
            <p:spPr>
              <a:xfrm>
                <a:off x="4902220" y="4059389"/>
                <a:ext cx="1063150" cy="90794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5</m:t>
                          </m:r>
                        </m:num>
                        <m:den>
                          <m:r>
                            <a:rPr lang="en-IN" sz="2800" b="0" i="1" smtClean="0">
                              <a:solidFill>
                                <a:srgbClr val="002060"/>
                              </a:solidFill>
                              <a:latin typeface="Cambria Math" panose="02040503050406030204" pitchFamily="18" charset="0"/>
                            </a:rPr>
                            <m:t> 13 </m:t>
                          </m:r>
                        </m:den>
                      </m:f>
                    </m:oMath>
                  </m:oMathPara>
                </a14:m>
                <a:endParaRPr lang="en-IN" sz="2800" dirty="0">
                  <a:solidFill>
                    <a:srgbClr val="002060"/>
                  </a:solidFill>
                  <a:latin typeface="Cambria Math" panose="02040503050406030204" pitchFamily="18" charset="0"/>
                </a:endParaRPr>
              </a:p>
            </p:txBody>
          </p:sp>
        </mc:Choice>
        <mc:Fallback xmlns="">
          <p:sp>
            <p:nvSpPr>
              <p:cNvPr id="31" name="TextBox 30">
                <a:extLst>
                  <a:ext uri="{FF2B5EF4-FFF2-40B4-BE49-F238E27FC236}">
                    <a16:creationId xmlns:a16="http://schemas.microsoft.com/office/drawing/2014/main" id="{C4100CE3-AA4F-4462-B95B-10D6BA6E2111}"/>
                  </a:ext>
                </a:extLst>
              </p:cNvPr>
              <p:cNvSpPr txBox="1">
                <a:spLocks noRot="1" noChangeAspect="1" noMove="1" noResize="1" noEditPoints="1" noAdjustHandles="1" noChangeArrowheads="1" noChangeShapeType="1" noTextEdit="1"/>
              </p:cNvSpPr>
              <p:nvPr/>
            </p:nvSpPr>
            <p:spPr>
              <a:xfrm>
                <a:off x="4902220" y="4059389"/>
                <a:ext cx="1063150" cy="907941"/>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E78B6936-3DD2-4A3D-B655-C50A4EB1F775}"/>
                  </a:ext>
                </a:extLst>
              </p:cNvPr>
              <p:cNvSpPr txBox="1"/>
              <p:nvPr/>
            </p:nvSpPr>
            <p:spPr>
              <a:xfrm>
                <a:off x="9360417" y="767320"/>
                <a:ext cx="1050958" cy="430887"/>
              </a:xfrm>
              <a:prstGeom prst="rect">
                <a:avLst/>
              </a:prstGeom>
              <a:noFill/>
            </p:spPr>
            <p:txBody>
              <a:bodyPr wrap="square">
                <a:spAutoFit/>
              </a:bodyPr>
              <a:lstStyle/>
              <a:p>
                <a:pPr algn="ctr"/>
                <a:r>
                  <a:rPr lang="en-GB" sz="2200" b="1" dirty="0">
                    <a:solidFill>
                      <a:srgbClr val="002060"/>
                    </a:solidFill>
                    <a:effectLst>
                      <a:outerShdw blurRad="38100" dist="38100" dir="2700000" algn="tl">
                        <a:srgbClr val="000000">
                          <a:alpha val="43137"/>
                        </a:srgbClr>
                      </a:outerShdw>
                    </a:effectLst>
                  </a:rPr>
                  <a:t>Urn </a:t>
                </a:r>
                <a14:m>
                  <m:oMath xmlns:m="http://schemas.openxmlformats.org/officeDocument/2006/math">
                    <m:r>
                      <a:rPr lang="en-GB" sz="2200" b="1" i="1" dirty="0" smtClean="0">
                        <a:solidFill>
                          <a:srgbClr val="002060"/>
                        </a:solidFill>
                        <a:effectLst>
                          <a:outerShdw blurRad="38100" dist="38100" dir="2700000" algn="tl">
                            <a:srgbClr val="000000">
                              <a:alpha val="43137"/>
                            </a:srgbClr>
                          </a:outerShdw>
                        </a:effectLst>
                        <a:latin typeface="Cambria Math" panose="02040503050406030204" pitchFamily="18" charset="0"/>
                      </a:rPr>
                      <m:t>𝟏</m:t>
                    </m:r>
                  </m:oMath>
                </a14:m>
                <a:endParaRPr lang="en-IN" sz="2200" b="1" dirty="0">
                  <a:solidFill>
                    <a:srgbClr val="002060"/>
                  </a:solidFill>
                  <a:effectLst>
                    <a:outerShdw blurRad="38100" dist="38100" dir="2700000" algn="tl">
                      <a:srgbClr val="000000">
                        <a:alpha val="43137"/>
                      </a:srgbClr>
                    </a:outerShdw>
                  </a:effectLst>
                </a:endParaRPr>
              </a:p>
            </p:txBody>
          </p:sp>
        </mc:Choice>
        <mc:Fallback xmlns="">
          <p:sp>
            <p:nvSpPr>
              <p:cNvPr id="27" name="TextBox 26">
                <a:extLst>
                  <a:ext uri="{FF2B5EF4-FFF2-40B4-BE49-F238E27FC236}">
                    <a16:creationId xmlns:a16="http://schemas.microsoft.com/office/drawing/2014/main" id="{E78B6936-3DD2-4A3D-B655-C50A4EB1F775}"/>
                  </a:ext>
                </a:extLst>
              </p:cNvPr>
              <p:cNvSpPr txBox="1">
                <a:spLocks noRot="1" noChangeAspect="1" noMove="1" noResize="1" noEditPoints="1" noAdjustHandles="1" noChangeArrowheads="1" noChangeShapeType="1" noTextEdit="1"/>
              </p:cNvSpPr>
              <p:nvPr/>
            </p:nvSpPr>
            <p:spPr>
              <a:xfrm>
                <a:off x="9360417" y="767320"/>
                <a:ext cx="1050958" cy="430887"/>
              </a:xfrm>
              <a:prstGeom prst="rect">
                <a:avLst/>
              </a:prstGeom>
              <a:blipFill>
                <a:blip r:embed="rId8"/>
                <a:stretch>
                  <a:fillRect t="-11268" b="-3380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D69494A8-DD1A-4D22-89AB-03E580C341E9}"/>
                  </a:ext>
                </a:extLst>
              </p:cNvPr>
              <p:cNvSpPr txBox="1"/>
              <p:nvPr/>
            </p:nvSpPr>
            <p:spPr>
              <a:xfrm>
                <a:off x="10745351" y="764617"/>
                <a:ext cx="1050958" cy="430887"/>
              </a:xfrm>
              <a:prstGeom prst="rect">
                <a:avLst/>
              </a:prstGeom>
              <a:noFill/>
            </p:spPr>
            <p:txBody>
              <a:bodyPr wrap="square">
                <a:spAutoFit/>
              </a:bodyPr>
              <a:lstStyle/>
              <a:p>
                <a:pPr algn="ctr"/>
                <a:r>
                  <a:rPr lang="en-GB" sz="2200" b="1" dirty="0">
                    <a:solidFill>
                      <a:srgbClr val="002060"/>
                    </a:solidFill>
                    <a:effectLst>
                      <a:outerShdw blurRad="38100" dist="38100" dir="2700000" algn="tl">
                        <a:srgbClr val="000000">
                          <a:alpha val="43137"/>
                        </a:srgbClr>
                      </a:outerShdw>
                    </a:effectLst>
                  </a:rPr>
                  <a:t>Urn </a:t>
                </a:r>
                <a14:m>
                  <m:oMath xmlns:m="http://schemas.openxmlformats.org/officeDocument/2006/math">
                    <m:r>
                      <a:rPr lang="en-GB" sz="2200" b="1" i="1" dirty="0" smtClean="0">
                        <a:solidFill>
                          <a:srgbClr val="002060"/>
                        </a:solidFill>
                        <a:effectLst>
                          <a:outerShdw blurRad="38100" dist="38100" dir="2700000" algn="tl">
                            <a:srgbClr val="000000">
                              <a:alpha val="43137"/>
                            </a:srgbClr>
                          </a:outerShdw>
                        </a:effectLst>
                        <a:latin typeface="Cambria Math" panose="02040503050406030204" pitchFamily="18" charset="0"/>
                      </a:rPr>
                      <m:t>𝟐</m:t>
                    </m:r>
                  </m:oMath>
                </a14:m>
                <a:endParaRPr lang="en-IN" sz="2200" b="1" dirty="0">
                  <a:solidFill>
                    <a:srgbClr val="002060"/>
                  </a:solidFill>
                  <a:effectLst>
                    <a:outerShdw blurRad="38100" dist="38100" dir="2700000" algn="tl">
                      <a:srgbClr val="000000">
                        <a:alpha val="43137"/>
                      </a:srgbClr>
                    </a:outerShdw>
                  </a:effectLst>
                </a:endParaRPr>
              </a:p>
            </p:txBody>
          </p:sp>
        </mc:Choice>
        <mc:Fallback xmlns="">
          <p:sp>
            <p:nvSpPr>
              <p:cNvPr id="28" name="TextBox 27">
                <a:extLst>
                  <a:ext uri="{FF2B5EF4-FFF2-40B4-BE49-F238E27FC236}">
                    <a16:creationId xmlns:a16="http://schemas.microsoft.com/office/drawing/2014/main" id="{D69494A8-DD1A-4D22-89AB-03E580C341E9}"/>
                  </a:ext>
                </a:extLst>
              </p:cNvPr>
              <p:cNvSpPr txBox="1">
                <a:spLocks noRot="1" noChangeAspect="1" noMove="1" noResize="1" noEditPoints="1" noAdjustHandles="1" noChangeArrowheads="1" noChangeShapeType="1" noTextEdit="1"/>
              </p:cNvSpPr>
              <p:nvPr/>
            </p:nvSpPr>
            <p:spPr>
              <a:xfrm>
                <a:off x="10745351" y="764617"/>
                <a:ext cx="1050958" cy="430887"/>
              </a:xfrm>
              <a:prstGeom prst="rect">
                <a:avLst/>
              </a:prstGeom>
              <a:blipFill>
                <a:blip r:embed="rId9"/>
                <a:stretch>
                  <a:fillRect t="-9859" b="-3521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D6AB0FB9-4658-4BA7-9F24-724B2BFD5433}"/>
                  </a:ext>
                </a:extLst>
              </p:cNvPr>
              <p:cNvSpPr txBox="1"/>
              <p:nvPr/>
            </p:nvSpPr>
            <p:spPr>
              <a:xfrm>
                <a:off x="10597784" y="1205560"/>
                <a:ext cx="1356419" cy="430887"/>
              </a:xfrm>
              <a:prstGeom prst="rect">
                <a:avLst/>
              </a:prstGeom>
              <a:noFill/>
            </p:spPr>
            <p:txBody>
              <a:bodyPr wrap="square">
                <a:spAutoFit/>
              </a:bodyPr>
              <a:lstStyle/>
              <a:p>
                <a:pPr algn="ctr"/>
                <a14:m>
                  <m:oMath xmlns:m="http://schemas.openxmlformats.org/officeDocument/2006/math">
                    <m:r>
                      <a:rPr lang="en-GB" sz="2200" i="1" dirty="0" smtClean="0">
                        <a:solidFill>
                          <a:srgbClr val="002060"/>
                        </a:solidFill>
                        <a:effectLst>
                          <a:outerShdw blurRad="38100" dist="38100" dir="2700000" algn="tl">
                            <a:srgbClr val="000000">
                              <a:alpha val="43137"/>
                            </a:srgbClr>
                          </a:outerShdw>
                        </a:effectLst>
                        <a:latin typeface="Cambria Math" panose="02040503050406030204" pitchFamily="18" charset="0"/>
                      </a:rPr>
                      <m:t>3</m:t>
                    </m:r>
                  </m:oMath>
                </a14:m>
                <a:r>
                  <a:rPr lang="en-GB" sz="2200" dirty="0">
                    <a:solidFill>
                      <a:srgbClr val="002060"/>
                    </a:solidFill>
                    <a:effectLst>
                      <a:outerShdw blurRad="38100" dist="38100" dir="2700000" algn="tl">
                        <a:srgbClr val="000000">
                          <a:alpha val="43137"/>
                        </a:srgbClr>
                      </a:outerShdw>
                    </a:effectLst>
                  </a:rPr>
                  <a:t> White</a:t>
                </a:r>
                <a:endParaRPr lang="en-IN" sz="2200" dirty="0">
                  <a:effectLst>
                    <a:outerShdw blurRad="38100" dist="38100" dir="2700000" algn="tl">
                      <a:srgbClr val="000000">
                        <a:alpha val="43137"/>
                      </a:srgbClr>
                    </a:outerShdw>
                  </a:effectLst>
                </a:endParaRPr>
              </a:p>
            </p:txBody>
          </p:sp>
        </mc:Choice>
        <mc:Fallback xmlns="">
          <p:sp>
            <p:nvSpPr>
              <p:cNvPr id="32" name="TextBox 31">
                <a:extLst>
                  <a:ext uri="{FF2B5EF4-FFF2-40B4-BE49-F238E27FC236}">
                    <a16:creationId xmlns:a16="http://schemas.microsoft.com/office/drawing/2014/main" id="{D6AB0FB9-4658-4BA7-9F24-724B2BFD5433}"/>
                  </a:ext>
                </a:extLst>
              </p:cNvPr>
              <p:cNvSpPr txBox="1">
                <a:spLocks noRot="1" noChangeAspect="1" noMove="1" noResize="1" noEditPoints="1" noAdjustHandles="1" noChangeArrowheads="1" noChangeShapeType="1" noTextEdit="1"/>
              </p:cNvSpPr>
              <p:nvPr/>
            </p:nvSpPr>
            <p:spPr>
              <a:xfrm>
                <a:off x="10597784" y="1205560"/>
                <a:ext cx="1356419" cy="430887"/>
              </a:xfrm>
              <a:prstGeom prst="rect">
                <a:avLst/>
              </a:prstGeom>
              <a:blipFill>
                <a:blip r:embed="rId10"/>
                <a:stretch>
                  <a:fillRect t="-11429" b="-3571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84204002-DEED-442E-BB94-4AF456679593}"/>
                  </a:ext>
                </a:extLst>
              </p:cNvPr>
              <p:cNvSpPr txBox="1"/>
              <p:nvPr/>
            </p:nvSpPr>
            <p:spPr>
              <a:xfrm>
                <a:off x="9117306" y="1207587"/>
                <a:ext cx="1530569" cy="430887"/>
              </a:xfrm>
              <a:prstGeom prst="rect">
                <a:avLst/>
              </a:prstGeom>
              <a:noFill/>
            </p:spPr>
            <p:txBody>
              <a:bodyPr wrap="square">
                <a:spAutoFit/>
              </a:bodyPr>
              <a:lstStyle/>
              <a:p>
                <a:pPr algn="ctr"/>
                <a14:m>
                  <m:oMath xmlns:m="http://schemas.openxmlformats.org/officeDocument/2006/math">
                    <m:r>
                      <a:rPr lang="en-GB" sz="2200" i="0" dirty="0" smtClean="0">
                        <a:solidFill>
                          <a:srgbClr val="002060"/>
                        </a:solidFill>
                        <a:effectLst>
                          <a:outerShdw blurRad="38100" dist="38100" dir="2700000" algn="tl">
                            <a:srgbClr val="000000">
                              <a:alpha val="43137"/>
                            </a:srgbClr>
                          </a:outerShdw>
                        </a:effectLst>
                        <a:latin typeface="Cambria Math" panose="02040503050406030204" pitchFamily="18" charset="0"/>
                      </a:rPr>
                      <m:t>10 </m:t>
                    </m:r>
                  </m:oMath>
                </a14:m>
                <a:r>
                  <a:rPr lang="en-GB" sz="2200" i="0" dirty="0">
                    <a:solidFill>
                      <a:srgbClr val="002060"/>
                    </a:solidFill>
                    <a:effectLst>
                      <a:outerShdw blurRad="38100" dist="38100" dir="2700000" algn="tl">
                        <a:srgbClr val="000000">
                          <a:alpha val="43137"/>
                        </a:srgbClr>
                      </a:outerShdw>
                    </a:effectLst>
                    <a:latin typeface="+mj-lt"/>
                  </a:rPr>
                  <a:t>White</a:t>
                </a:r>
                <a:endParaRPr lang="en-IN" sz="2200" dirty="0">
                  <a:effectLst>
                    <a:outerShdw blurRad="38100" dist="38100" dir="2700000" algn="tl">
                      <a:srgbClr val="000000">
                        <a:alpha val="43137"/>
                      </a:srgbClr>
                    </a:outerShdw>
                  </a:effectLst>
                  <a:latin typeface="+mj-lt"/>
                </a:endParaRPr>
              </a:p>
            </p:txBody>
          </p:sp>
        </mc:Choice>
        <mc:Fallback xmlns="">
          <p:sp>
            <p:nvSpPr>
              <p:cNvPr id="33" name="TextBox 32">
                <a:extLst>
                  <a:ext uri="{FF2B5EF4-FFF2-40B4-BE49-F238E27FC236}">
                    <a16:creationId xmlns:a16="http://schemas.microsoft.com/office/drawing/2014/main" id="{84204002-DEED-442E-BB94-4AF456679593}"/>
                  </a:ext>
                </a:extLst>
              </p:cNvPr>
              <p:cNvSpPr txBox="1">
                <a:spLocks noRot="1" noChangeAspect="1" noMove="1" noResize="1" noEditPoints="1" noAdjustHandles="1" noChangeArrowheads="1" noChangeShapeType="1" noTextEdit="1"/>
              </p:cNvSpPr>
              <p:nvPr/>
            </p:nvSpPr>
            <p:spPr>
              <a:xfrm>
                <a:off x="9117306" y="1207587"/>
                <a:ext cx="1530569" cy="430887"/>
              </a:xfrm>
              <a:prstGeom prst="rect">
                <a:avLst/>
              </a:prstGeom>
              <a:blipFill>
                <a:blip r:embed="rId11"/>
                <a:stretch>
                  <a:fillRect t="-9859" b="-3521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A44319C4-8412-4F15-97A0-E6EF6A09E39D}"/>
                  </a:ext>
                </a:extLst>
              </p:cNvPr>
              <p:cNvSpPr txBox="1"/>
              <p:nvPr/>
            </p:nvSpPr>
            <p:spPr>
              <a:xfrm>
                <a:off x="9117306" y="1637798"/>
                <a:ext cx="1530569" cy="430887"/>
              </a:xfrm>
              <a:prstGeom prst="rect">
                <a:avLst/>
              </a:prstGeom>
              <a:noFill/>
            </p:spPr>
            <p:txBody>
              <a:bodyPr wrap="square">
                <a:spAutoFit/>
              </a:bodyPr>
              <a:lstStyle/>
              <a:p>
                <a:pPr algn="ctr"/>
                <a14:m>
                  <m:oMath xmlns:m="http://schemas.openxmlformats.org/officeDocument/2006/math">
                    <m:r>
                      <a:rPr lang="en-GB" sz="2200" dirty="0" smtClean="0">
                        <a:solidFill>
                          <a:srgbClr val="002060"/>
                        </a:solidFill>
                        <a:effectLst>
                          <a:outerShdw blurRad="38100" dist="38100" dir="2700000" algn="tl">
                            <a:srgbClr val="000000">
                              <a:alpha val="43137"/>
                            </a:srgbClr>
                          </a:outerShdw>
                        </a:effectLst>
                        <a:latin typeface="Cambria Math" panose="02040503050406030204" pitchFamily="18" charset="0"/>
                      </a:rPr>
                      <m:t>3</m:t>
                    </m:r>
                  </m:oMath>
                </a14:m>
                <a:r>
                  <a:rPr lang="en-GB" sz="2200" dirty="0">
                    <a:solidFill>
                      <a:srgbClr val="002060"/>
                    </a:solidFill>
                    <a:effectLst>
                      <a:outerShdw blurRad="38100" dist="38100" dir="2700000" algn="tl">
                        <a:srgbClr val="000000">
                          <a:alpha val="43137"/>
                        </a:srgbClr>
                      </a:outerShdw>
                    </a:effectLst>
                  </a:rPr>
                  <a:t> Black</a:t>
                </a:r>
                <a:endParaRPr lang="en-IN" sz="2200" dirty="0">
                  <a:effectLst>
                    <a:outerShdw blurRad="38100" dist="38100" dir="2700000" algn="tl">
                      <a:srgbClr val="000000">
                        <a:alpha val="43137"/>
                      </a:srgbClr>
                    </a:outerShdw>
                  </a:effectLst>
                  <a:latin typeface="+mj-lt"/>
                </a:endParaRPr>
              </a:p>
            </p:txBody>
          </p:sp>
        </mc:Choice>
        <mc:Fallback xmlns="">
          <p:sp>
            <p:nvSpPr>
              <p:cNvPr id="34" name="TextBox 33">
                <a:extLst>
                  <a:ext uri="{FF2B5EF4-FFF2-40B4-BE49-F238E27FC236}">
                    <a16:creationId xmlns:a16="http://schemas.microsoft.com/office/drawing/2014/main" id="{A44319C4-8412-4F15-97A0-E6EF6A09E39D}"/>
                  </a:ext>
                </a:extLst>
              </p:cNvPr>
              <p:cNvSpPr txBox="1">
                <a:spLocks noRot="1" noChangeAspect="1" noMove="1" noResize="1" noEditPoints="1" noAdjustHandles="1" noChangeArrowheads="1" noChangeShapeType="1" noTextEdit="1"/>
              </p:cNvSpPr>
              <p:nvPr/>
            </p:nvSpPr>
            <p:spPr>
              <a:xfrm>
                <a:off x="9117306" y="1637798"/>
                <a:ext cx="1530569" cy="430887"/>
              </a:xfrm>
              <a:prstGeom prst="rect">
                <a:avLst/>
              </a:prstGeom>
              <a:blipFill>
                <a:blip r:embed="rId12"/>
                <a:stretch>
                  <a:fillRect t="-11429" b="-3571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9CF38FEC-B956-468E-B9A2-82500C53C07C}"/>
                  </a:ext>
                </a:extLst>
              </p:cNvPr>
              <p:cNvSpPr txBox="1"/>
              <p:nvPr/>
            </p:nvSpPr>
            <p:spPr>
              <a:xfrm>
                <a:off x="10597784" y="1636447"/>
                <a:ext cx="1356419" cy="430887"/>
              </a:xfrm>
              <a:prstGeom prst="rect">
                <a:avLst/>
              </a:prstGeom>
              <a:noFill/>
            </p:spPr>
            <p:txBody>
              <a:bodyPr wrap="square">
                <a:spAutoFit/>
              </a:bodyPr>
              <a:lstStyle/>
              <a:p>
                <a:pPr algn="ctr"/>
                <a14:m>
                  <m:oMath xmlns:m="http://schemas.openxmlformats.org/officeDocument/2006/math">
                    <m:r>
                      <a:rPr lang="en-GB" sz="2200" i="1" dirty="0" smtClean="0">
                        <a:solidFill>
                          <a:srgbClr val="002060"/>
                        </a:solidFill>
                        <a:effectLst>
                          <a:outerShdw blurRad="38100" dist="38100" dir="2700000" algn="tl">
                            <a:srgbClr val="000000">
                              <a:alpha val="43137"/>
                            </a:srgbClr>
                          </a:outerShdw>
                        </a:effectLst>
                        <a:latin typeface="Cambria Math" panose="02040503050406030204" pitchFamily="18" charset="0"/>
                      </a:rPr>
                      <m:t>5</m:t>
                    </m:r>
                  </m:oMath>
                </a14:m>
                <a:r>
                  <a:rPr lang="en-GB" sz="2200" dirty="0">
                    <a:solidFill>
                      <a:srgbClr val="002060"/>
                    </a:solidFill>
                    <a:effectLst>
                      <a:outerShdw blurRad="38100" dist="38100" dir="2700000" algn="tl">
                        <a:srgbClr val="000000">
                          <a:alpha val="43137"/>
                        </a:srgbClr>
                      </a:outerShdw>
                    </a:effectLst>
                  </a:rPr>
                  <a:t> Black</a:t>
                </a:r>
                <a:endParaRPr lang="en-IN" sz="2200" dirty="0">
                  <a:effectLst>
                    <a:outerShdw blurRad="38100" dist="38100" dir="2700000" algn="tl">
                      <a:srgbClr val="000000">
                        <a:alpha val="43137"/>
                      </a:srgbClr>
                    </a:outerShdw>
                  </a:effectLst>
                </a:endParaRPr>
              </a:p>
            </p:txBody>
          </p:sp>
        </mc:Choice>
        <mc:Fallback xmlns="">
          <p:sp>
            <p:nvSpPr>
              <p:cNvPr id="35" name="TextBox 34">
                <a:extLst>
                  <a:ext uri="{FF2B5EF4-FFF2-40B4-BE49-F238E27FC236}">
                    <a16:creationId xmlns:a16="http://schemas.microsoft.com/office/drawing/2014/main" id="{9CF38FEC-B956-468E-B9A2-82500C53C07C}"/>
                  </a:ext>
                </a:extLst>
              </p:cNvPr>
              <p:cNvSpPr txBox="1">
                <a:spLocks noRot="1" noChangeAspect="1" noMove="1" noResize="1" noEditPoints="1" noAdjustHandles="1" noChangeArrowheads="1" noChangeShapeType="1" noTextEdit="1"/>
              </p:cNvSpPr>
              <p:nvPr/>
            </p:nvSpPr>
            <p:spPr>
              <a:xfrm>
                <a:off x="10597784" y="1636447"/>
                <a:ext cx="1356419" cy="430887"/>
              </a:xfrm>
              <a:prstGeom prst="rect">
                <a:avLst/>
              </a:prstGeom>
              <a:blipFill>
                <a:blip r:embed="rId13"/>
                <a:stretch>
                  <a:fillRect t="-9859" b="-35211"/>
                </a:stretch>
              </a:blipFill>
            </p:spPr>
            <p:txBody>
              <a:bodyPr/>
              <a:lstStyle/>
              <a:p>
                <a:r>
                  <a:rPr lang="en-IN">
                    <a:noFill/>
                  </a:rPr>
                  <a:t> </a:t>
                </a:r>
              </a:p>
            </p:txBody>
          </p:sp>
        </mc:Fallback>
      </mc:AlternateContent>
      <p:cxnSp>
        <p:nvCxnSpPr>
          <p:cNvPr id="36" name="Straight Connector 35">
            <a:extLst>
              <a:ext uri="{FF2B5EF4-FFF2-40B4-BE49-F238E27FC236}">
                <a16:creationId xmlns:a16="http://schemas.microsoft.com/office/drawing/2014/main" id="{418363B5-A26F-4E6C-AE2F-154BE5C22BBB}"/>
              </a:ext>
            </a:extLst>
          </p:cNvPr>
          <p:cNvCxnSpPr>
            <a:cxnSpLocks/>
          </p:cNvCxnSpPr>
          <p:nvPr/>
        </p:nvCxnSpPr>
        <p:spPr>
          <a:xfrm>
            <a:off x="10697966" y="2064952"/>
            <a:ext cx="1156054" cy="0"/>
          </a:xfrm>
          <a:prstGeom prst="line">
            <a:avLst/>
          </a:prstGeom>
          <a:ln w="38100">
            <a:solidFill>
              <a:srgbClr val="301B9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64152707-B510-4750-8BE1-2F9CA314A98D}"/>
                  </a:ext>
                </a:extLst>
              </p:cNvPr>
              <p:cNvSpPr txBox="1"/>
              <p:nvPr/>
            </p:nvSpPr>
            <p:spPr>
              <a:xfrm>
                <a:off x="10597784" y="2096955"/>
                <a:ext cx="1356419" cy="430887"/>
              </a:xfrm>
              <a:prstGeom prst="rect">
                <a:avLst/>
              </a:prstGeom>
              <a:noFill/>
            </p:spPr>
            <p:txBody>
              <a:bodyPr wrap="square">
                <a:spAutoFit/>
              </a:bodyPr>
              <a:lstStyle/>
              <a:p>
                <a:pPr algn="ctr"/>
                <a14:m>
                  <m:oMath xmlns:m="http://schemas.openxmlformats.org/officeDocument/2006/math">
                    <m:r>
                      <a:rPr lang="en-IN" sz="2200" b="0" i="1" smtClean="0">
                        <a:solidFill>
                          <a:srgbClr val="002060"/>
                        </a:solidFill>
                        <a:effectLst>
                          <a:outerShdw blurRad="38100" dist="38100" dir="2700000" algn="tl">
                            <a:srgbClr val="000000">
                              <a:alpha val="43137"/>
                            </a:srgbClr>
                          </a:outerShdw>
                        </a:effectLst>
                        <a:latin typeface="Cambria Math" panose="02040503050406030204" pitchFamily="18" charset="0"/>
                      </a:rPr>
                      <m:t>8</m:t>
                    </m:r>
                  </m:oMath>
                </a14:m>
                <a:r>
                  <a:rPr lang="en-GB" sz="2200" dirty="0">
                    <a:solidFill>
                      <a:srgbClr val="002060"/>
                    </a:solidFill>
                    <a:effectLst>
                      <a:outerShdw blurRad="38100" dist="38100" dir="2700000" algn="tl">
                        <a:srgbClr val="000000">
                          <a:alpha val="43137"/>
                        </a:srgbClr>
                      </a:outerShdw>
                    </a:effectLst>
                  </a:rPr>
                  <a:t> Balls</a:t>
                </a:r>
                <a:endParaRPr lang="en-IN" sz="2200" dirty="0">
                  <a:effectLst>
                    <a:outerShdw blurRad="38100" dist="38100" dir="2700000" algn="tl">
                      <a:srgbClr val="000000">
                        <a:alpha val="43137"/>
                      </a:srgbClr>
                    </a:outerShdw>
                  </a:effectLst>
                </a:endParaRPr>
              </a:p>
            </p:txBody>
          </p:sp>
        </mc:Choice>
        <mc:Fallback xmlns="">
          <p:sp>
            <p:nvSpPr>
              <p:cNvPr id="37" name="TextBox 36">
                <a:extLst>
                  <a:ext uri="{FF2B5EF4-FFF2-40B4-BE49-F238E27FC236}">
                    <a16:creationId xmlns:a16="http://schemas.microsoft.com/office/drawing/2014/main" id="{64152707-B510-4750-8BE1-2F9CA314A98D}"/>
                  </a:ext>
                </a:extLst>
              </p:cNvPr>
              <p:cNvSpPr txBox="1">
                <a:spLocks noRot="1" noChangeAspect="1" noMove="1" noResize="1" noEditPoints="1" noAdjustHandles="1" noChangeArrowheads="1" noChangeShapeType="1" noTextEdit="1"/>
              </p:cNvSpPr>
              <p:nvPr/>
            </p:nvSpPr>
            <p:spPr>
              <a:xfrm>
                <a:off x="10597784" y="2096955"/>
                <a:ext cx="1356419" cy="430887"/>
              </a:xfrm>
              <a:prstGeom prst="rect">
                <a:avLst/>
              </a:prstGeom>
              <a:blipFill>
                <a:blip r:embed="rId14"/>
                <a:stretch>
                  <a:fillRect t="-11268" b="-33803"/>
                </a:stretch>
              </a:blipFill>
            </p:spPr>
            <p:txBody>
              <a:bodyPr/>
              <a:lstStyle/>
              <a:p>
                <a:r>
                  <a:rPr lang="en-IN">
                    <a:noFill/>
                  </a:rPr>
                  <a:t> </a:t>
                </a:r>
              </a:p>
            </p:txBody>
          </p:sp>
        </mc:Fallback>
      </mc:AlternateContent>
      <p:cxnSp>
        <p:nvCxnSpPr>
          <p:cNvPr id="38" name="Straight Connector 37">
            <a:extLst>
              <a:ext uri="{FF2B5EF4-FFF2-40B4-BE49-F238E27FC236}">
                <a16:creationId xmlns:a16="http://schemas.microsoft.com/office/drawing/2014/main" id="{5FB0292E-07B0-4464-8034-934564604288}"/>
              </a:ext>
            </a:extLst>
          </p:cNvPr>
          <p:cNvCxnSpPr>
            <a:cxnSpLocks/>
          </p:cNvCxnSpPr>
          <p:nvPr/>
        </p:nvCxnSpPr>
        <p:spPr>
          <a:xfrm>
            <a:off x="9304563" y="2065627"/>
            <a:ext cx="1156054" cy="0"/>
          </a:xfrm>
          <a:prstGeom prst="line">
            <a:avLst/>
          </a:prstGeom>
          <a:ln w="38100">
            <a:solidFill>
              <a:srgbClr val="301B9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8BCAD25F-4BCD-4E9A-907C-38DF27CD9E34}"/>
                  </a:ext>
                </a:extLst>
              </p:cNvPr>
              <p:cNvSpPr txBox="1"/>
              <p:nvPr/>
            </p:nvSpPr>
            <p:spPr>
              <a:xfrm>
                <a:off x="9204381" y="2096955"/>
                <a:ext cx="1356419" cy="430887"/>
              </a:xfrm>
              <a:prstGeom prst="rect">
                <a:avLst/>
              </a:prstGeom>
              <a:noFill/>
            </p:spPr>
            <p:txBody>
              <a:bodyPr wrap="square">
                <a:spAutoFit/>
              </a:bodyPr>
              <a:lstStyle/>
              <a:p>
                <a:pPr algn="ctr"/>
                <a14:m>
                  <m:oMath xmlns:m="http://schemas.openxmlformats.org/officeDocument/2006/math">
                    <m:r>
                      <a:rPr lang="en-IN" sz="2200" b="0" i="1" smtClean="0">
                        <a:solidFill>
                          <a:srgbClr val="002060"/>
                        </a:solidFill>
                        <a:effectLst>
                          <a:outerShdw blurRad="38100" dist="38100" dir="2700000" algn="tl">
                            <a:srgbClr val="000000">
                              <a:alpha val="43137"/>
                            </a:srgbClr>
                          </a:outerShdw>
                        </a:effectLst>
                        <a:latin typeface="Cambria Math" panose="02040503050406030204" pitchFamily="18" charset="0"/>
                      </a:rPr>
                      <m:t>13</m:t>
                    </m:r>
                  </m:oMath>
                </a14:m>
                <a:r>
                  <a:rPr lang="en-GB" sz="2200" dirty="0">
                    <a:solidFill>
                      <a:srgbClr val="002060"/>
                    </a:solidFill>
                    <a:effectLst>
                      <a:outerShdw blurRad="38100" dist="38100" dir="2700000" algn="tl">
                        <a:srgbClr val="000000">
                          <a:alpha val="43137"/>
                        </a:srgbClr>
                      </a:outerShdw>
                    </a:effectLst>
                  </a:rPr>
                  <a:t> Balls</a:t>
                </a:r>
                <a:endParaRPr lang="en-IN" sz="2200" dirty="0">
                  <a:effectLst>
                    <a:outerShdw blurRad="38100" dist="38100" dir="2700000" algn="tl">
                      <a:srgbClr val="000000">
                        <a:alpha val="43137"/>
                      </a:srgbClr>
                    </a:outerShdw>
                  </a:effectLst>
                </a:endParaRPr>
              </a:p>
            </p:txBody>
          </p:sp>
        </mc:Choice>
        <mc:Fallback xmlns="">
          <p:sp>
            <p:nvSpPr>
              <p:cNvPr id="39" name="TextBox 38">
                <a:extLst>
                  <a:ext uri="{FF2B5EF4-FFF2-40B4-BE49-F238E27FC236}">
                    <a16:creationId xmlns:a16="http://schemas.microsoft.com/office/drawing/2014/main" id="{8BCAD25F-4BCD-4E9A-907C-38DF27CD9E34}"/>
                  </a:ext>
                </a:extLst>
              </p:cNvPr>
              <p:cNvSpPr txBox="1">
                <a:spLocks noRot="1" noChangeAspect="1" noMove="1" noResize="1" noEditPoints="1" noAdjustHandles="1" noChangeArrowheads="1" noChangeShapeType="1" noTextEdit="1"/>
              </p:cNvSpPr>
              <p:nvPr/>
            </p:nvSpPr>
            <p:spPr>
              <a:xfrm>
                <a:off x="9204381" y="2096955"/>
                <a:ext cx="1356419" cy="430887"/>
              </a:xfrm>
              <a:prstGeom prst="rect">
                <a:avLst/>
              </a:prstGeom>
              <a:blipFill>
                <a:blip r:embed="rId15"/>
                <a:stretch>
                  <a:fillRect t="-11268" b="-3380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551E54F-68FE-40BE-B188-96B97AFDB599}"/>
                  </a:ext>
                </a:extLst>
              </p:cNvPr>
              <p:cNvSpPr txBox="1"/>
              <p:nvPr/>
            </p:nvSpPr>
            <p:spPr>
              <a:xfrm>
                <a:off x="2591712" y="1412004"/>
                <a:ext cx="1432737" cy="102752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a:solidFill>
                                    <a:srgbClr val="002060"/>
                                  </a:solidFill>
                                  <a:latin typeface="Cambria Math" panose="02040503050406030204" pitchFamily="18" charset="0"/>
                                </a:rPr>
                                <m:t>10</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e>
                          </m:sPre>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i="1">
                                  <a:solidFill>
                                    <a:srgbClr val="002060"/>
                                  </a:solidFill>
                                  <a:latin typeface="Cambria Math" panose="02040503050406030204" pitchFamily="18" charset="0"/>
                                </a:rPr>
                                <m:t> </m:t>
                              </m:r>
                            </m:sub>
                            <m:sup>
                              <m:r>
                                <a:rPr lang="en-IN" sz="2800">
                                  <a:solidFill>
                                    <a:srgbClr val="002060"/>
                                  </a:solidFill>
                                  <a:latin typeface="Cambria Math" panose="02040503050406030204" pitchFamily="18" charset="0"/>
                                </a:rPr>
                                <m:t>13</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r>
                                <a:rPr lang="en-IN" sz="2800" i="1">
                                  <a:solidFill>
                                    <a:srgbClr val="002060"/>
                                  </a:solidFill>
                                  <a:latin typeface="Cambria Math" panose="02040503050406030204" pitchFamily="18" charset="0"/>
                                </a:rPr>
                                <m:t> </m:t>
                              </m:r>
                            </m:e>
                          </m:sPre>
                        </m:den>
                      </m:f>
                    </m:oMath>
                  </m:oMathPara>
                </a14:m>
                <a:endParaRPr lang="en-IN" sz="2800" dirty="0">
                  <a:solidFill>
                    <a:srgbClr val="002060"/>
                  </a:solidFill>
                  <a:latin typeface="Cambria Math" panose="02040503050406030204" pitchFamily="18" charset="0"/>
                </a:endParaRPr>
              </a:p>
            </p:txBody>
          </p:sp>
        </mc:Choice>
        <mc:Fallback xmlns="">
          <p:sp>
            <p:nvSpPr>
              <p:cNvPr id="40" name="TextBox 39">
                <a:extLst>
                  <a:ext uri="{FF2B5EF4-FFF2-40B4-BE49-F238E27FC236}">
                    <a16:creationId xmlns:a16="http://schemas.microsoft.com/office/drawing/2014/main" id="{8551E54F-68FE-40BE-B188-96B97AFDB599}"/>
                  </a:ext>
                </a:extLst>
              </p:cNvPr>
              <p:cNvSpPr txBox="1">
                <a:spLocks noRot="1" noChangeAspect="1" noMove="1" noResize="1" noEditPoints="1" noAdjustHandles="1" noChangeArrowheads="1" noChangeShapeType="1" noTextEdit="1"/>
              </p:cNvSpPr>
              <p:nvPr/>
            </p:nvSpPr>
            <p:spPr>
              <a:xfrm>
                <a:off x="2591712" y="1412004"/>
                <a:ext cx="1432737" cy="1027525"/>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F5A8D1D-6FD0-400E-B494-B4E7ABAB270C}"/>
                  </a:ext>
                </a:extLst>
              </p:cNvPr>
              <p:cNvSpPr txBox="1"/>
              <p:nvPr/>
            </p:nvSpPr>
            <p:spPr>
              <a:xfrm>
                <a:off x="2591712" y="2686361"/>
                <a:ext cx="1432737" cy="102752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a:solidFill>
                                    <a:srgbClr val="002060"/>
                                  </a:solidFill>
                                  <a:latin typeface="Cambria Math" panose="02040503050406030204" pitchFamily="18" charset="0"/>
                                </a:rPr>
                                <m:t>3</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e>
                          </m:sPre>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i="1">
                                  <a:solidFill>
                                    <a:srgbClr val="002060"/>
                                  </a:solidFill>
                                  <a:latin typeface="Cambria Math" panose="02040503050406030204" pitchFamily="18" charset="0"/>
                                </a:rPr>
                                <m:t> </m:t>
                              </m:r>
                            </m:sub>
                            <m:sup>
                              <m:r>
                                <a:rPr lang="en-IN" sz="2800">
                                  <a:solidFill>
                                    <a:srgbClr val="002060"/>
                                  </a:solidFill>
                                  <a:latin typeface="Cambria Math" panose="02040503050406030204" pitchFamily="18" charset="0"/>
                                </a:rPr>
                                <m:t>13</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r>
                                <a:rPr lang="en-IN" sz="2800" i="1">
                                  <a:solidFill>
                                    <a:srgbClr val="002060"/>
                                  </a:solidFill>
                                  <a:latin typeface="Cambria Math" panose="02040503050406030204" pitchFamily="18" charset="0"/>
                                </a:rPr>
                                <m:t> </m:t>
                              </m:r>
                            </m:e>
                          </m:sPre>
                        </m:den>
                      </m:f>
                    </m:oMath>
                  </m:oMathPara>
                </a14:m>
                <a:endParaRPr lang="en-IN" sz="2800" dirty="0">
                  <a:solidFill>
                    <a:srgbClr val="002060"/>
                  </a:solidFill>
                  <a:latin typeface="Cambria Math" panose="02040503050406030204" pitchFamily="18" charset="0"/>
                </a:endParaRPr>
              </a:p>
            </p:txBody>
          </p:sp>
        </mc:Choice>
        <mc:Fallback xmlns="">
          <p:sp>
            <p:nvSpPr>
              <p:cNvPr id="41" name="TextBox 40">
                <a:extLst>
                  <a:ext uri="{FF2B5EF4-FFF2-40B4-BE49-F238E27FC236}">
                    <a16:creationId xmlns:a16="http://schemas.microsoft.com/office/drawing/2014/main" id="{4F5A8D1D-6FD0-400E-B494-B4E7ABAB270C}"/>
                  </a:ext>
                </a:extLst>
              </p:cNvPr>
              <p:cNvSpPr txBox="1">
                <a:spLocks noRot="1" noChangeAspect="1" noMove="1" noResize="1" noEditPoints="1" noAdjustHandles="1" noChangeArrowheads="1" noChangeShapeType="1" noTextEdit="1"/>
              </p:cNvSpPr>
              <p:nvPr/>
            </p:nvSpPr>
            <p:spPr>
              <a:xfrm>
                <a:off x="2591712" y="2686361"/>
                <a:ext cx="1432737" cy="1027525"/>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9432AC76-BC1C-4097-959E-7B43709B71FE}"/>
                  </a:ext>
                </a:extLst>
              </p:cNvPr>
              <p:cNvSpPr txBox="1"/>
              <p:nvPr/>
            </p:nvSpPr>
            <p:spPr>
              <a:xfrm>
                <a:off x="2591712" y="4009054"/>
                <a:ext cx="2273524" cy="102752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a:solidFill>
                                    <a:srgbClr val="002060"/>
                                  </a:solidFill>
                                  <a:latin typeface="Cambria Math" panose="02040503050406030204" pitchFamily="18" charset="0"/>
                                </a:rPr>
                                <m:t>10</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1</m:t>
                                  </m:r>
                                </m:sub>
                              </m:sSub>
                            </m:e>
                          </m:sPre>
                          <m:r>
                            <a:rPr lang="en-IN" sz="2800" i="1">
                              <a:solidFill>
                                <a:srgbClr val="002060"/>
                              </a:solidFill>
                              <a:latin typeface="Cambria Math" panose="02040503050406030204" pitchFamily="18" charset="0"/>
                            </a:rPr>
                            <m:t>×</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a:solidFill>
                                    <a:srgbClr val="002060"/>
                                  </a:solidFill>
                                  <a:latin typeface="Cambria Math" panose="02040503050406030204" pitchFamily="18" charset="0"/>
                                </a:rPr>
                                <m:t>3</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1</m:t>
                                  </m:r>
                                </m:sub>
                              </m:sSub>
                            </m:e>
                          </m:sPre>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i="1">
                                  <a:solidFill>
                                    <a:srgbClr val="002060"/>
                                  </a:solidFill>
                                  <a:latin typeface="Cambria Math" panose="02040503050406030204" pitchFamily="18" charset="0"/>
                                </a:rPr>
                                <m:t> </m:t>
                              </m:r>
                            </m:sub>
                            <m:sup>
                              <m:r>
                                <a:rPr lang="en-IN" sz="2800">
                                  <a:solidFill>
                                    <a:srgbClr val="002060"/>
                                  </a:solidFill>
                                  <a:latin typeface="Cambria Math" panose="02040503050406030204" pitchFamily="18" charset="0"/>
                                </a:rPr>
                                <m:t>13</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r>
                                <a:rPr lang="en-IN" sz="2800" i="1">
                                  <a:solidFill>
                                    <a:srgbClr val="002060"/>
                                  </a:solidFill>
                                  <a:latin typeface="Cambria Math" panose="02040503050406030204" pitchFamily="18" charset="0"/>
                                </a:rPr>
                                <m:t> </m:t>
                              </m:r>
                            </m:e>
                          </m:sPre>
                        </m:den>
                      </m:f>
                    </m:oMath>
                  </m:oMathPara>
                </a14:m>
                <a:endParaRPr lang="en-IN" sz="2800" dirty="0">
                  <a:solidFill>
                    <a:srgbClr val="002060"/>
                  </a:solidFill>
                  <a:latin typeface="Cambria Math" panose="02040503050406030204" pitchFamily="18" charset="0"/>
                </a:endParaRPr>
              </a:p>
            </p:txBody>
          </p:sp>
        </mc:Choice>
        <mc:Fallback xmlns="">
          <p:sp>
            <p:nvSpPr>
              <p:cNvPr id="42" name="TextBox 41">
                <a:extLst>
                  <a:ext uri="{FF2B5EF4-FFF2-40B4-BE49-F238E27FC236}">
                    <a16:creationId xmlns:a16="http://schemas.microsoft.com/office/drawing/2014/main" id="{9432AC76-BC1C-4097-959E-7B43709B71FE}"/>
                  </a:ext>
                </a:extLst>
              </p:cNvPr>
              <p:cNvSpPr txBox="1">
                <a:spLocks noRot="1" noChangeAspect="1" noMove="1" noResize="1" noEditPoints="1" noAdjustHandles="1" noChangeArrowheads="1" noChangeShapeType="1" noTextEdit="1"/>
              </p:cNvSpPr>
              <p:nvPr/>
            </p:nvSpPr>
            <p:spPr>
              <a:xfrm>
                <a:off x="2591712" y="4009054"/>
                <a:ext cx="2273524" cy="1027525"/>
              </a:xfrm>
              <a:prstGeom prst="rect">
                <a:avLst/>
              </a:prstGeom>
              <a:blipFill>
                <a:blip r:embed="rId18"/>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2036219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3" grpId="0"/>
      <p:bldP spid="24" grpId="0"/>
      <p:bldP spid="26" grpId="0"/>
      <p:bldP spid="29" grpId="0"/>
      <p:bldP spid="30" grpId="0"/>
      <p:bldP spid="31" grpId="0"/>
      <p:bldP spid="40" grpId="0"/>
      <p:bldP spid="41" grpId="0"/>
      <p:bldP spid="42"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2 (Continue)</a:t>
            </a:r>
            <a:endParaRPr lang="en-US" dirty="0"/>
          </a:p>
        </p:txBody>
      </p:sp>
      <p:sp>
        <p:nvSpPr>
          <p:cNvPr id="21" name="TextBox 20">
            <a:extLst>
              <a:ext uri="{FF2B5EF4-FFF2-40B4-BE49-F238E27FC236}">
                <a16:creationId xmlns:a16="http://schemas.microsoft.com/office/drawing/2014/main" id="{DB6709CF-ADF8-434C-B161-A4B852409937}"/>
              </a:ext>
            </a:extLst>
          </p:cNvPr>
          <p:cNvSpPr txBox="1"/>
          <p:nvPr/>
        </p:nvSpPr>
        <p:spPr>
          <a:xfrm>
            <a:off x="1594216" y="4089083"/>
            <a:ext cx="2149369" cy="523220"/>
          </a:xfrm>
          <a:prstGeom prst="rect">
            <a:avLst/>
          </a:prstGeom>
          <a:noFill/>
        </p:spPr>
        <p:txBody>
          <a:bodyPr wrap="square">
            <a:spAutoFit/>
          </a:bodyPr>
          <a:lstStyle/>
          <a:p>
            <a:r>
              <a:rPr lang="en-IN" sz="2800" b="1" dirty="0">
                <a:solidFill>
                  <a:srgbClr val="002060"/>
                </a:solidFill>
              </a:rPr>
              <a:t>Probabilities:</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33843B8-2CEF-45C8-87F2-8FC5755B3744}"/>
                  </a:ext>
                </a:extLst>
              </p:cNvPr>
              <p:cNvSpPr txBox="1"/>
              <p:nvPr/>
            </p:nvSpPr>
            <p:spPr>
              <a:xfrm>
                <a:off x="1594216" y="768626"/>
                <a:ext cx="2253884" cy="523220"/>
              </a:xfrm>
              <a:prstGeom prst="rect">
                <a:avLst/>
              </a:prstGeom>
              <a:noFill/>
            </p:spPr>
            <p:txBody>
              <a:bodyPr wrap="square">
                <a:spAutoFit/>
              </a:bodyPr>
              <a:lstStyle/>
              <a:p>
                <a:r>
                  <a:rPr lang="en-IN" sz="2800" b="0" dirty="0">
                    <a:solidFill>
                      <a:srgbClr val="002060"/>
                    </a:solidFill>
                    <a:effectLst/>
                  </a:rPr>
                  <a:t>After event </a:t>
                </a:r>
                <a14:m>
                  <m:oMath xmlns:m="http://schemas.openxmlformats.org/officeDocument/2006/math">
                    <m:sSub>
                      <m:sSubPr>
                        <m:ctrlPr>
                          <a:rPr lang="en-IN" sz="2800" b="0" i="1" smtClean="0">
                            <a:solidFill>
                              <a:srgbClr val="002060"/>
                            </a:solidFill>
                            <a:effectLst/>
                            <a:latin typeface="Cambria Math" panose="02040503050406030204" pitchFamily="18" charset="0"/>
                          </a:rPr>
                        </m:ctrlPr>
                      </m:sSubPr>
                      <m:e>
                        <m:r>
                          <m:rPr>
                            <m:sty m:val="p"/>
                          </m:rPr>
                          <a:rPr lang="en-IN" sz="2800" b="0" i="0" smtClean="0">
                            <a:solidFill>
                              <a:srgbClr val="002060"/>
                            </a:solidFill>
                            <a:effectLst/>
                            <a:latin typeface="Cambria Math" panose="02040503050406030204" pitchFamily="18" charset="0"/>
                          </a:rPr>
                          <m:t>A</m:t>
                        </m:r>
                      </m:e>
                      <m:sub>
                        <m:r>
                          <a:rPr lang="en-IN" sz="2800" b="0" i="0" smtClean="0">
                            <a:solidFill>
                              <a:srgbClr val="002060"/>
                            </a:solidFill>
                            <a:effectLst/>
                            <a:latin typeface="Cambria Math" panose="02040503050406030204" pitchFamily="18" charset="0"/>
                          </a:rPr>
                          <m:t>1</m:t>
                        </m:r>
                      </m:sub>
                    </m:sSub>
                  </m:oMath>
                </a14:m>
                <a:endParaRPr lang="en-IN" sz="2800" dirty="0">
                  <a:solidFill>
                    <a:srgbClr val="002060"/>
                  </a:solidFill>
                </a:endParaRPr>
              </a:p>
            </p:txBody>
          </p:sp>
        </mc:Choice>
        <mc:Fallback xmlns="">
          <p:sp>
            <p:nvSpPr>
              <p:cNvPr id="15" name="TextBox 14">
                <a:extLst>
                  <a:ext uri="{FF2B5EF4-FFF2-40B4-BE49-F238E27FC236}">
                    <a16:creationId xmlns:a16="http://schemas.microsoft.com/office/drawing/2014/main" id="{233843B8-2CEF-45C8-87F2-8FC5755B3744}"/>
                  </a:ext>
                </a:extLst>
              </p:cNvPr>
              <p:cNvSpPr txBox="1">
                <a:spLocks noRot="1" noChangeAspect="1" noMove="1" noResize="1" noEditPoints="1" noAdjustHandles="1" noChangeArrowheads="1" noChangeShapeType="1" noTextEdit="1"/>
              </p:cNvSpPr>
              <p:nvPr/>
            </p:nvSpPr>
            <p:spPr>
              <a:xfrm>
                <a:off x="1594216" y="768626"/>
                <a:ext cx="2253884" cy="523220"/>
              </a:xfrm>
              <a:prstGeom prst="rect">
                <a:avLst/>
              </a:prstGeom>
              <a:blipFill>
                <a:blip r:embed="rId2"/>
                <a:stretch>
                  <a:fillRect l="-5691"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48203DA-D02C-43D6-88CF-40621AFA75B1}"/>
                  </a:ext>
                </a:extLst>
              </p:cNvPr>
              <p:cNvSpPr txBox="1"/>
              <p:nvPr/>
            </p:nvSpPr>
            <p:spPr>
              <a:xfrm>
                <a:off x="4488433" y="768626"/>
                <a:ext cx="2253884" cy="523220"/>
              </a:xfrm>
              <a:prstGeom prst="rect">
                <a:avLst/>
              </a:prstGeom>
              <a:noFill/>
            </p:spPr>
            <p:txBody>
              <a:bodyPr wrap="square">
                <a:spAutoFit/>
              </a:bodyPr>
              <a:lstStyle/>
              <a:p>
                <a:r>
                  <a:rPr lang="en-IN" sz="2800" b="0" dirty="0">
                    <a:solidFill>
                      <a:srgbClr val="002060"/>
                    </a:solidFill>
                    <a:effectLst/>
                  </a:rPr>
                  <a:t>After event </a:t>
                </a:r>
                <a14:m>
                  <m:oMath xmlns:m="http://schemas.openxmlformats.org/officeDocument/2006/math">
                    <m:sSub>
                      <m:sSubPr>
                        <m:ctrlPr>
                          <a:rPr lang="en-IN" sz="2800" b="0" i="1" smtClean="0">
                            <a:solidFill>
                              <a:srgbClr val="002060"/>
                            </a:solidFill>
                            <a:effectLst/>
                            <a:latin typeface="Cambria Math" panose="02040503050406030204" pitchFamily="18" charset="0"/>
                          </a:rPr>
                        </m:ctrlPr>
                      </m:sSubPr>
                      <m:e>
                        <m:r>
                          <m:rPr>
                            <m:sty m:val="p"/>
                          </m:rPr>
                          <a:rPr lang="en-IN" sz="2800" b="0" i="0" smtClean="0">
                            <a:solidFill>
                              <a:srgbClr val="002060"/>
                            </a:solidFill>
                            <a:effectLst/>
                            <a:latin typeface="Cambria Math" panose="02040503050406030204" pitchFamily="18" charset="0"/>
                          </a:rPr>
                          <m:t>A</m:t>
                        </m:r>
                      </m:e>
                      <m:sub>
                        <m:r>
                          <a:rPr lang="en-IN" sz="2800" b="0" i="0" smtClean="0">
                            <a:solidFill>
                              <a:srgbClr val="002060"/>
                            </a:solidFill>
                            <a:effectLst/>
                            <a:latin typeface="Cambria Math" panose="02040503050406030204" pitchFamily="18" charset="0"/>
                          </a:rPr>
                          <m:t>2</m:t>
                        </m:r>
                      </m:sub>
                    </m:sSub>
                  </m:oMath>
                </a14:m>
                <a:endParaRPr lang="en-IN" sz="2800" dirty="0">
                  <a:solidFill>
                    <a:srgbClr val="002060"/>
                  </a:solidFill>
                </a:endParaRPr>
              </a:p>
            </p:txBody>
          </p:sp>
        </mc:Choice>
        <mc:Fallback xmlns="">
          <p:sp>
            <p:nvSpPr>
              <p:cNvPr id="16" name="TextBox 15">
                <a:extLst>
                  <a:ext uri="{FF2B5EF4-FFF2-40B4-BE49-F238E27FC236}">
                    <a16:creationId xmlns:a16="http://schemas.microsoft.com/office/drawing/2014/main" id="{D48203DA-D02C-43D6-88CF-40621AFA75B1}"/>
                  </a:ext>
                </a:extLst>
              </p:cNvPr>
              <p:cNvSpPr txBox="1">
                <a:spLocks noRot="1" noChangeAspect="1" noMove="1" noResize="1" noEditPoints="1" noAdjustHandles="1" noChangeArrowheads="1" noChangeShapeType="1" noTextEdit="1"/>
              </p:cNvSpPr>
              <p:nvPr/>
            </p:nvSpPr>
            <p:spPr>
              <a:xfrm>
                <a:off x="4488433" y="768626"/>
                <a:ext cx="2253884" cy="523220"/>
              </a:xfrm>
              <a:prstGeom prst="rect">
                <a:avLst/>
              </a:prstGeom>
              <a:blipFill>
                <a:blip r:embed="rId3"/>
                <a:stretch>
                  <a:fillRect l="-5405"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CDD1A10-12FE-4286-83C4-4DA85E363CE5}"/>
                  </a:ext>
                </a:extLst>
              </p:cNvPr>
              <p:cNvSpPr txBox="1"/>
              <p:nvPr/>
            </p:nvSpPr>
            <p:spPr>
              <a:xfrm>
                <a:off x="7376559" y="768626"/>
                <a:ext cx="2253884" cy="523220"/>
              </a:xfrm>
              <a:prstGeom prst="rect">
                <a:avLst/>
              </a:prstGeom>
              <a:noFill/>
            </p:spPr>
            <p:txBody>
              <a:bodyPr wrap="square">
                <a:spAutoFit/>
              </a:bodyPr>
              <a:lstStyle/>
              <a:p>
                <a:r>
                  <a:rPr lang="en-IN" sz="2800" b="0" dirty="0">
                    <a:solidFill>
                      <a:srgbClr val="002060"/>
                    </a:solidFill>
                    <a:effectLst/>
                  </a:rPr>
                  <a:t>After event </a:t>
                </a:r>
                <a14:m>
                  <m:oMath xmlns:m="http://schemas.openxmlformats.org/officeDocument/2006/math">
                    <m:sSub>
                      <m:sSubPr>
                        <m:ctrlPr>
                          <a:rPr lang="en-IN" sz="2800" b="0" i="1" smtClean="0">
                            <a:solidFill>
                              <a:srgbClr val="002060"/>
                            </a:solidFill>
                            <a:effectLst/>
                            <a:latin typeface="Cambria Math" panose="02040503050406030204" pitchFamily="18" charset="0"/>
                          </a:rPr>
                        </m:ctrlPr>
                      </m:sSubPr>
                      <m:e>
                        <m:r>
                          <m:rPr>
                            <m:sty m:val="p"/>
                          </m:rPr>
                          <a:rPr lang="en-IN" sz="2800" b="0" i="0" smtClean="0">
                            <a:solidFill>
                              <a:srgbClr val="002060"/>
                            </a:solidFill>
                            <a:effectLst/>
                            <a:latin typeface="Cambria Math" panose="02040503050406030204" pitchFamily="18" charset="0"/>
                          </a:rPr>
                          <m:t>A</m:t>
                        </m:r>
                      </m:e>
                      <m:sub>
                        <m:r>
                          <a:rPr lang="en-IN" sz="2800" b="0" i="0" smtClean="0">
                            <a:solidFill>
                              <a:srgbClr val="002060"/>
                            </a:solidFill>
                            <a:effectLst/>
                            <a:latin typeface="Cambria Math" panose="02040503050406030204" pitchFamily="18" charset="0"/>
                          </a:rPr>
                          <m:t>3</m:t>
                        </m:r>
                      </m:sub>
                    </m:sSub>
                  </m:oMath>
                </a14:m>
                <a:endParaRPr lang="en-IN" sz="2800" dirty="0">
                  <a:solidFill>
                    <a:srgbClr val="002060"/>
                  </a:solidFill>
                </a:endParaRPr>
              </a:p>
            </p:txBody>
          </p:sp>
        </mc:Choice>
        <mc:Fallback xmlns="">
          <p:sp>
            <p:nvSpPr>
              <p:cNvPr id="17" name="TextBox 16">
                <a:extLst>
                  <a:ext uri="{FF2B5EF4-FFF2-40B4-BE49-F238E27FC236}">
                    <a16:creationId xmlns:a16="http://schemas.microsoft.com/office/drawing/2014/main" id="{1CDD1A10-12FE-4286-83C4-4DA85E363CE5}"/>
                  </a:ext>
                </a:extLst>
              </p:cNvPr>
              <p:cNvSpPr txBox="1">
                <a:spLocks noRot="1" noChangeAspect="1" noMove="1" noResize="1" noEditPoints="1" noAdjustHandles="1" noChangeArrowheads="1" noChangeShapeType="1" noTextEdit="1"/>
              </p:cNvSpPr>
              <p:nvPr/>
            </p:nvSpPr>
            <p:spPr>
              <a:xfrm>
                <a:off x="7376559" y="768626"/>
                <a:ext cx="2253884" cy="523220"/>
              </a:xfrm>
              <a:prstGeom prst="rect">
                <a:avLst/>
              </a:prstGeom>
              <a:blipFill>
                <a:blip r:embed="rId4"/>
                <a:stretch>
                  <a:fillRect l="-5405"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9053185-4CF4-43D5-9089-1792D6A067F4}"/>
                  </a:ext>
                </a:extLst>
              </p:cNvPr>
              <p:cNvSpPr txBox="1"/>
              <p:nvPr/>
            </p:nvSpPr>
            <p:spPr>
              <a:xfrm>
                <a:off x="1610275" y="4750977"/>
                <a:ext cx="1541724" cy="523220"/>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oMath>
                  </m:oMathPara>
                </a14:m>
                <a:endParaRPr lang="en-IN" sz="2800" dirty="0">
                  <a:solidFill>
                    <a:srgbClr val="002060"/>
                  </a:solidFill>
                  <a:latin typeface="Cambria Math" panose="02040503050406030204" pitchFamily="18" charset="0"/>
                </a:endParaRPr>
              </a:p>
            </p:txBody>
          </p:sp>
        </mc:Choice>
        <mc:Fallback xmlns="">
          <p:sp>
            <p:nvSpPr>
              <p:cNvPr id="27" name="TextBox 26">
                <a:extLst>
                  <a:ext uri="{FF2B5EF4-FFF2-40B4-BE49-F238E27FC236}">
                    <a16:creationId xmlns:a16="http://schemas.microsoft.com/office/drawing/2014/main" id="{79053185-4CF4-43D5-9089-1792D6A067F4}"/>
                  </a:ext>
                </a:extLst>
              </p:cNvPr>
              <p:cNvSpPr txBox="1">
                <a:spLocks noRot="1" noChangeAspect="1" noMove="1" noResize="1" noEditPoints="1" noAdjustHandles="1" noChangeArrowheads="1" noChangeShapeType="1" noTextEdit="1"/>
              </p:cNvSpPr>
              <p:nvPr/>
            </p:nvSpPr>
            <p:spPr>
              <a:xfrm>
                <a:off x="1610275" y="4750977"/>
                <a:ext cx="1541724"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66C5352-F05A-452A-99C4-ECEFCC7A4D21}"/>
                  </a:ext>
                </a:extLst>
              </p:cNvPr>
              <p:cNvSpPr txBox="1"/>
              <p:nvPr/>
            </p:nvSpPr>
            <p:spPr>
              <a:xfrm>
                <a:off x="4659834" y="4750977"/>
                <a:ext cx="1579253" cy="523220"/>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oMath>
                  </m:oMathPara>
                </a14:m>
                <a:endParaRPr lang="en-IN" sz="2800" dirty="0">
                  <a:solidFill>
                    <a:srgbClr val="002060"/>
                  </a:solidFill>
                  <a:latin typeface="Cambria Math" panose="02040503050406030204" pitchFamily="18" charset="0"/>
                </a:endParaRPr>
              </a:p>
            </p:txBody>
          </p:sp>
        </mc:Choice>
        <mc:Fallback xmlns="">
          <p:sp>
            <p:nvSpPr>
              <p:cNvPr id="28" name="TextBox 27">
                <a:extLst>
                  <a:ext uri="{FF2B5EF4-FFF2-40B4-BE49-F238E27FC236}">
                    <a16:creationId xmlns:a16="http://schemas.microsoft.com/office/drawing/2014/main" id="{F66C5352-F05A-452A-99C4-ECEFCC7A4D21}"/>
                  </a:ext>
                </a:extLst>
              </p:cNvPr>
              <p:cNvSpPr txBox="1">
                <a:spLocks noRot="1" noChangeAspect="1" noMove="1" noResize="1" noEditPoints="1" noAdjustHandles="1" noChangeArrowheads="1" noChangeShapeType="1" noTextEdit="1"/>
              </p:cNvSpPr>
              <p:nvPr/>
            </p:nvSpPr>
            <p:spPr>
              <a:xfrm>
                <a:off x="4659834" y="4750977"/>
                <a:ext cx="1579253"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061CF1A1-D1A8-4960-9F18-CBF529C20F8E}"/>
                  </a:ext>
                </a:extLst>
              </p:cNvPr>
              <p:cNvSpPr txBox="1"/>
              <p:nvPr/>
            </p:nvSpPr>
            <p:spPr>
              <a:xfrm>
                <a:off x="7439620" y="4750977"/>
                <a:ext cx="1517845" cy="523220"/>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3</m:t>
                              </m:r>
                            </m:sub>
                          </m:sSub>
                        </m:e>
                      </m:d>
                    </m:oMath>
                  </m:oMathPara>
                </a14:m>
                <a:endParaRPr lang="en-IN" sz="2800" dirty="0">
                  <a:solidFill>
                    <a:srgbClr val="002060"/>
                  </a:solidFill>
                  <a:latin typeface="Cambria Math" panose="02040503050406030204" pitchFamily="18" charset="0"/>
                </a:endParaRPr>
              </a:p>
            </p:txBody>
          </p:sp>
        </mc:Choice>
        <mc:Fallback xmlns="">
          <p:sp>
            <p:nvSpPr>
              <p:cNvPr id="32" name="TextBox 31">
                <a:extLst>
                  <a:ext uri="{FF2B5EF4-FFF2-40B4-BE49-F238E27FC236}">
                    <a16:creationId xmlns:a16="http://schemas.microsoft.com/office/drawing/2014/main" id="{061CF1A1-D1A8-4960-9F18-CBF529C20F8E}"/>
                  </a:ext>
                </a:extLst>
              </p:cNvPr>
              <p:cNvSpPr txBox="1">
                <a:spLocks noRot="1" noChangeAspect="1" noMove="1" noResize="1" noEditPoints="1" noAdjustHandles="1" noChangeArrowheads="1" noChangeShapeType="1" noTextEdit="1"/>
              </p:cNvSpPr>
              <p:nvPr/>
            </p:nvSpPr>
            <p:spPr>
              <a:xfrm>
                <a:off x="7439620" y="4750977"/>
                <a:ext cx="1517845"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B281C21B-B6FF-45DA-A1D3-DAE04044EE7E}"/>
                  </a:ext>
                </a:extLst>
              </p:cNvPr>
              <p:cNvSpPr txBox="1"/>
              <p:nvPr/>
            </p:nvSpPr>
            <p:spPr>
              <a:xfrm>
                <a:off x="3169358" y="5678754"/>
                <a:ext cx="1183173" cy="901785"/>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i="1">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2</m:t>
                          </m:r>
                          <m:r>
                            <a:rPr lang="en-IN" sz="2800" i="1">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33" name="TextBox 32">
                <a:extLst>
                  <a:ext uri="{FF2B5EF4-FFF2-40B4-BE49-F238E27FC236}">
                    <a16:creationId xmlns:a16="http://schemas.microsoft.com/office/drawing/2014/main" id="{B281C21B-B6FF-45DA-A1D3-DAE04044EE7E}"/>
                  </a:ext>
                </a:extLst>
              </p:cNvPr>
              <p:cNvSpPr txBox="1">
                <a:spLocks noRot="1" noChangeAspect="1" noMove="1" noResize="1" noEditPoints="1" noAdjustHandles="1" noChangeArrowheads="1" noChangeShapeType="1" noTextEdit="1"/>
              </p:cNvSpPr>
              <p:nvPr/>
            </p:nvSpPr>
            <p:spPr>
              <a:xfrm>
                <a:off x="3169358" y="5678754"/>
                <a:ext cx="1183173" cy="901785"/>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863FBA0-CC09-46F4-B184-076317B20909}"/>
                  </a:ext>
                </a:extLst>
              </p:cNvPr>
              <p:cNvSpPr txBox="1"/>
              <p:nvPr/>
            </p:nvSpPr>
            <p:spPr>
              <a:xfrm>
                <a:off x="8980890" y="5678754"/>
                <a:ext cx="1183173" cy="901785"/>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2</m:t>
                          </m:r>
                        </m:num>
                        <m:den>
                          <m:r>
                            <a:rPr lang="en-IN" sz="2800" i="1">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5</m:t>
                          </m:r>
                          <m:r>
                            <a:rPr lang="en-IN" sz="2800" i="1">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34" name="TextBox 33">
                <a:extLst>
                  <a:ext uri="{FF2B5EF4-FFF2-40B4-BE49-F238E27FC236}">
                    <a16:creationId xmlns:a16="http://schemas.microsoft.com/office/drawing/2014/main" id="{F863FBA0-CC09-46F4-B184-076317B20909}"/>
                  </a:ext>
                </a:extLst>
              </p:cNvPr>
              <p:cNvSpPr txBox="1">
                <a:spLocks noRot="1" noChangeAspect="1" noMove="1" noResize="1" noEditPoints="1" noAdjustHandles="1" noChangeArrowheads="1" noChangeShapeType="1" noTextEdit="1"/>
              </p:cNvSpPr>
              <p:nvPr/>
            </p:nvSpPr>
            <p:spPr>
              <a:xfrm>
                <a:off x="8980890" y="5678754"/>
                <a:ext cx="1183173" cy="901785"/>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DC6D113E-9502-4DE5-982B-B5B2B463D161}"/>
                  </a:ext>
                </a:extLst>
              </p:cNvPr>
              <p:cNvSpPr txBox="1"/>
              <p:nvPr/>
            </p:nvSpPr>
            <p:spPr>
              <a:xfrm>
                <a:off x="2195679" y="1632788"/>
                <a:ext cx="1050958" cy="523220"/>
              </a:xfrm>
              <a:prstGeom prst="rect">
                <a:avLst/>
              </a:prstGeom>
              <a:noFill/>
            </p:spPr>
            <p:txBody>
              <a:bodyPr wrap="square">
                <a:spAutoFit/>
              </a:bodyPr>
              <a:lstStyle/>
              <a:p>
                <a:pPr algn="ctr"/>
                <a:r>
                  <a:rPr lang="en-GB" sz="2800" b="1" dirty="0">
                    <a:solidFill>
                      <a:srgbClr val="002060"/>
                    </a:solidFill>
                    <a:effectLst/>
                  </a:rPr>
                  <a:t>Urn </a:t>
                </a:r>
                <a14:m>
                  <m:oMath xmlns:m="http://schemas.openxmlformats.org/officeDocument/2006/math">
                    <m:r>
                      <a:rPr lang="en-GB" sz="2800" b="1" i="1" dirty="0" smtClean="0">
                        <a:solidFill>
                          <a:srgbClr val="002060"/>
                        </a:solidFill>
                        <a:effectLst/>
                        <a:latin typeface="Cambria Math" panose="02040503050406030204" pitchFamily="18" charset="0"/>
                      </a:rPr>
                      <m:t>𝟐</m:t>
                    </m:r>
                  </m:oMath>
                </a14:m>
                <a:endParaRPr lang="en-IN" sz="2800" b="1" dirty="0">
                  <a:solidFill>
                    <a:srgbClr val="002060"/>
                  </a:solidFill>
                  <a:effectLst/>
                </a:endParaRPr>
              </a:p>
            </p:txBody>
          </p:sp>
        </mc:Choice>
        <mc:Fallback xmlns="">
          <p:sp>
            <p:nvSpPr>
              <p:cNvPr id="23" name="TextBox 22">
                <a:extLst>
                  <a:ext uri="{FF2B5EF4-FFF2-40B4-BE49-F238E27FC236}">
                    <a16:creationId xmlns:a16="http://schemas.microsoft.com/office/drawing/2014/main" id="{DC6D113E-9502-4DE5-982B-B5B2B463D161}"/>
                  </a:ext>
                </a:extLst>
              </p:cNvPr>
              <p:cNvSpPr txBox="1">
                <a:spLocks noRot="1" noChangeAspect="1" noMove="1" noResize="1" noEditPoints="1" noAdjustHandles="1" noChangeArrowheads="1" noChangeShapeType="1" noTextEdit="1"/>
              </p:cNvSpPr>
              <p:nvPr/>
            </p:nvSpPr>
            <p:spPr>
              <a:xfrm>
                <a:off x="2195679" y="1632788"/>
                <a:ext cx="1050958" cy="523220"/>
              </a:xfrm>
              <a:prstGeom prst="rect">
                <a:avLst/>
              </a:prstGeom>
              <a:blipFill>
                <a:blip r:embed="rId10"/>
                <a:stretch>
                  <a:fillRect l="-7514"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C12D006-67A8-4B54-9013-C962B3A19468}"/>
                  </a:ext>
                </a:extLst>
              </p:cNvPr>
              <p:cNvSpPr txBox="1"/>
              <p:nvPr/>
            </p:nvSpPr>
            <p:spPr>
              <a:xfrm>
                <a:off x="2042949" y="2136694"/>
                <a:ext cx="1356419" cy="523220"/>
              </a:xfrm>
              <a:prstGeom prst="rect">
                <a:avLst/>
              </a:prstGeom>
              <a:noFill/>
            </p:spPr>
            <p:txBody>
              <a:bodyPr wrap="square">
                <a:spAutoFit/>
              </a:bodyPr>
              <a:lstStyle/>
              <a:p>
                <a:pPr algn="ctr"/>
                <a14:m>
                  <m:oMath xmlns:m="http://schemas.openxmlformats.org/officeDocument/2006/math">
                    <m:r>
                      <a:rPr lang="en-IN" sz="2800" b="0" i="1" dirty="0" smtClean="0">
                        <a:solidFill>
                          <a:srgbClr val="002060"/>
                        </a:solidFill>
                        <a:effectLst/>
                        <a:latin typeface="Cambria Math" panose="02040503050406030204" pitchFamily="18" charset="0"/>
                      </a:rPr>
                      <m:t>5</m:t>
                    </m:r>
                  </m:oMath>
                </a14:m>
                <a:r>
                  <a:rPr lang="en-GB" sz="2800" dirty="0">
                    <a:solidFill>
                      <a:srgbClr val="002060"/>
                    </a:solidFill>
                    <a:effectLst/>
                  </a:rPr>
                  <a:t> White</a:t>
                </a:r>
                <a:endParaRPr lang="en-IN" sz="2800" dirty="0">
                  <a:effectLst/>
                </a:endParaRPr>
              </a:p>
            </p:txBody>
          </p:sp>
        </mc:Choice>
        <mc:Fallback xmlns="">
          <p:sp>
            <p:nvSpPr>
              <p:cNvPr id="24" name="TextBox 23">
                <a:extLst>
                  <a:ext uri="{FF2B5EF4-FFF2-40B4-BE49-F238E27FC236}">
                    <a16:creationId xmlns:a16="http://schemas.microsoft.com/office/drawing/2014/main" id="{6C12D006-67A8-4B54-9013-C962B3A19468}"/>
                  </a:ext>
                </a:extLst>
              </p:cNvPr>
              <p:cNvSpPr txBox="1">
                <a:spLocks noRot="1" noChangeAspect="1" noMove="1" noResize="1" noEditPoints="1" noAdjustHandles="1" noChangeArrowheads="1" noChangeShapeType="1" noTextEdit="1"/>
              </p:cNvSpPr>
              <p:nvPr/>
            </p:nvSpPr>
            <p:spPr>
              <a:xfrm>
                <a:off x="2042949" y="2136694"/>
                <a:ext cx="1356419" cy="523220"/>
              </a:xfrm>
              <a:prstGeom prst="rect">
                <a:avLst/>
              </a:prstGeom>
              <a:blipFill>
                <a:blip r:embed="rId11"/>
                <a:stretch>
                  <a:fillRect t="-11765" r="-4933"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BA852A4-4B66-4EE1-8426-87DFE7B39F26}"/>
                  </a:ext>
                </a:extLst>
              </p:cNvPr>
              <p:cNvSpPr txBox="1"/>
              <p:nvPr/>
            </p:nvSpPr>
            <p:spPr>
              <a:xfrm>
                <a:off x="2042949" y="2656390"/>
                <a:ext cx="1356419" cy="523220"/>
              </a:xfrm>
              <a:prstGeom prst="rect">
                <a:avLst/>
              </a:prstGeom>
              <a:noFill/>
            </p:spPr>
            <p:txBody>
              <a:bodyPr wrap="square">
                <a:spAutoFit/>
              </a:bodyPr>
              <a:lstStyle/>
              <a:p>
                <a:pPr algn="ctr"/>
                <a14:m>
                  <m:oMath xmlns:m="http://schemas.openxmlformats.org/officeDocument/2006/math">
                    <m:r>
                      <a:rPr lang="en-GB" sz="2800" i="1" dirty="0" smtClean="0">
                        <a:solidFill>
                          <a:srgbClr val="002060"/>
                        </a:solidFill>
                        <a:effectLst/>
                        <a:latin typeface="Cambria Math" panose="02040503050406030204" pitchFamily="18" charset="0"/>
                      </a:rPr>
                      <m:t>5</m:t>
                    </m:r>
                  </m:oMath>
                </a14:m>
                <a:r>
                  <a:rPr lang="en-GB" sz="2800" dirty="0">
                    <a:solidFill>
                      <a:srgbClr val="002060"/>
                    </a:solidFill>
                    <a:effectLst/>
                  </a:rPr>
                  <a:t> Black</a:t>
                </a:r>
                <a:endParaRPr lang="en-IN" sz="2800" dirty="0">
                  <a:effectLst/>
                </a:endParaRPr>
              </a:p>
            </p:txBody>
          </p:sp>
        </mc:Choice>
        <mc:Fallback xmlns="">
          <p:sp>
            <p:nvSpPr>
              <p:cNvPr id="26" name="TextBox 25">
                <a:extLst>
                  <a:ext uri="{FF2B5EF4-FFF2-40B4-BE49-F238E27FC236}">
                    <a16:creationId xmlns:a16="http://schemas.microsoft.com/office/drawing/2014/main" id="{ABA852A4-4B66-4EE1-8426-87DFE7B39F26}"/>
                  </a:ext>
                </a:extLst>
              </p:cNvPr>
              <p:cNvSpPr txBox="1">
                <a:spLocks noRot="1" noChangeAspect="1" noMove="1" noResize="1" noEditPoints="1" noAdjustHandles="1" noChangeArrowheads="1" noChangeShapeType="1" noTextEdit="1"/>
              </p:cNvSpPr>
              <p:nvPr/>
            </p:nvSpPr>
            <p:spPr>
              <a:xfrm>
                <a:off x="2042949" y="2656390"/>
                <a:ext cx="1356419" cy="523220"/>
              </a:xfrm>
              <a:prstGeom prst="rect">
                <a:avLst/>
              </a:prstGeom>
              <a:blipFill>
                <a:blip r:embed="rId12"/>
                <a:stretch>
                  <a:fillRect t="-11628" r="-3587" b="-32558"/>
                </a:stretch>
              </a:blipFill>
            </p:spPr>
            <p:txBody>
              <a:bodyPr/>
              <a:lstStyle/>
              <a:p>
                <a:r>
                  <a:rPr lang="en-IN">
                    <a:noFill/>
                  </a:rPr>
                  <a:t> </a:t>
                </a:r>
              </a:p>
            </p:txBody>
          </p:sp>
        </mc:Fallback>
      </mc:AlternateContent>
      <p:cxnSp>
        <p:nvCxnSpPr>
          <p:cNvPr id="29" name="Straight Connector 28">
            <a:extLst>
              <a:ext uri="{FF2B5EF4-FFF2-40B4-BE49-F238E27FC236}">
                <a16:creationId xmlns:a16="http://schemas.microsoft.com/office/drawing/2014/main" id="{D389C5EE-A46A-475E-A012-BBAE48C49A6C}"/>
              </a:ext>
            </a:extLst>
          </p:cNvPr>
          <p:cNvCxnSpPr>
            <a:cxnSpLocks/>
          </p:cNvCxnSpPr>
          <p:nvPr/>
        </p:nvCxnSpPr>
        <p:spPr>
          <a:xfrm>
            <a:off x="2085329" y="3232417"/>
            <a:ext cx="1271659" cy="0"/>
          </a:xfrm>
          <a:prstGeom prst="line">
            <a:avLst/>
          </a:prstGeom>
          <a:ln w="38100">
            <a:solidFill>
              <a:srgbClr val="301B9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1C5DE77-B307-44B4-8BC1-39424203AA41}"/>
                  </a:ext>
                </a:extLst>
              </p:cNvPr>
              <p:cNvSpPr txBox="1"/>
              <p:nvPr/>
            </p:nvSpPr>
            <p:spPr>
              <a:xfrm>
                <a:off x="2042949" y="3267500"/>
                <a:ext cx="1356419" cy="523220"/>
              </a:xfrm>
              <a:prstGeom prst="rect">
                <a:avLst/>
              </a:prstGeom>
              <a:noFill/>
            </p:spPr>
            <p:txBody>
              <a:bodyPr wrap="square">
                <a:spAutoFit/>
              </a:bodyPr>
              <a:lstStyle/>
              <a:p>
                <a:pPr algn="ctr"/>
                <a14:m>
                  <m:oMath xmlns:m="http://schemas.openxmlformats.org/officeDocument/2006/math">
                    <m:r>
                      <a:rPr lang="en-IN" sz="2800" b="0" i="1" smtClean="0">
                        <a:solidFill>
                          <a:srgbClr val="002060"/>
                        </a:solidFill>
                        <a:effectLst/>
                        <a:latin typeface="Cambria Math" panose="02040503050406030204" pitchFamily="18" charset="0"/>
                      </a:rPr>
                      <m:t>10</m:t>
                    </m:r>
                  </m:oMath>
                </a14:m>
                <a:r>
                  <a:rPr lang="en-GB" sz="2800" dirty="0">
                    <a:solidFill>
                      <a:srgbClr val="002060"/>
                    </a:solidFill>
                    <a:effectLst/>
                  </a:rPr>
                  <a:t> Balls</a:t>
                </a:r>
                <a:endParaRPr lang="en-IN" sz="2800" dirty="0">
                  <a:effectLst/>
                </a:endParaRPr>
              </a:p>
            </p:txBody>
          </p:sp>
        </mc:Choice>
        <mc:Fallback xmlns="">
          <p:sp>
            <p:nvSpPr>
              <p:cNvPr id="30" name="TextBox 29">
                <a:extLst>
                  <a:ext uri="{FF2B5EF4-FFF2-40B4-BE49-F238E27FC236}">
                    <a16:creationId xmlns:a16="http://schemas.microsoft.com/office/drawing/2014/main" id="{51C5DE77-B307-44B4-8BC1-39424203AA41}"/>
                  </a:ext>
                </a:extLst>
              </p:cNvPr>
              <p:cNvSpPr txBox="1">
                <a:spLocks noRot="1" noChangeAspect="1" noMove="1" noResize="1" noEditPoints="1" noAdjustHandles="1" noChangeArrowheads="1" noChangeShapeType="1" noTextEdit="1"/>
              </p:cNvSpPr>
              <p:nvPr/>
            </p:nvSpPr>
            <p:spPr>
              <a:xfrm>
                <a:off x="2042949" y="3267500"/>
                <a:ext cx="1356419" cy="523220"/>
              </a:xfrm>
              <a:prstGeom prst="rect">
                <a:avLst/>
              </a:prstGeom>
              <a:blipFill>
                <a:blip r:embed="rId13"/>
                <a:stretch>
                  <a:fillRect t="-10465" r="-8072"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7A934B6B-AC02-4B12-A6C3-FC129EEB54C2}"/>
                  </a:ext>
                </a:extLst>
              </p:cNvPr>
              <p:cNvSpPr txBox="1"/>
              <p:nvPr/>
            </p:nvSpPr>
            <p:spPr>
              <a:xfrm>
                <a:off x="5089896" y="1632788"/>
                <a:ext cx="1050958" cy="523220"/>
              </a:xfrm>
              <a:prstGeom prst="rect">
                <a:avLst/>
              </a:prstGeom>
              <a:noFill/>
            </p:spPr>
            <p:txBody>
              <a:bodyPr wrap="square">
                <a:spAutoFit/>
              </a:bodyPr>
              <a:lstStyle/>
              <a:p>
                <a:pPr algn="ctr"/>
                <a:r>
                  <a:rPr lang="en-GB" sz="2800" b="1" dirty="0">
                    <a:solidFill>
                      <a:srgbClr val="002060"/>
                    </a:solidFill>
                    <a:effectLst/>
                  </a:rPr>
                  <a:t>Urn </a:t>
                </a:r>
                <a14:m>
                  <m:oMath xmlns:m="http://schemas.openxmlformats.org/officeDocument/2006/math">
                    <m:r>
                      <a:rPr lang="en-GB" sz="2800" b="1" i="1" dirty="0" smtClean="0">
                        <a:solidFill>
                          <a:srgbClr val="002060"/>
                        </a:solidFill>
                        <a:effectLst/>
                        <a:latin typeface="Cambria Math" panose="02040503050406030204" pitchFamily="18" charset="0"/>
                      </a:rPr>
                      <m:t>𝟐</m:t>
                    </m:r>
                  </m:oMath>
                </a14:m>
                <a:endParaRPr lang="en-IN" sz="2800" b="1" dirty="0">
                  <a:solidFill>
                    <a:srgbClr val="002060"/>
                  </a:solidFill>
                  <a:effectLst/>
                </a:endParaRPr>
              </a:p>
            </p:txBody>
          </p:sp>
        </mc:Choice>
        <mc:Fallback xmlns="">
          <p:sp>
            <p:nvSpPr>
              <p:cNvPr id="31" name="TextBox 30">
                <a:extLst>
                  <a:ext uri="{FF2B5EF4-FFF2-40B4-BE49-F238E27FC236}">
                    <a16:creationId xmlns:a16="http://schemas.microsoft.com/office/drawing/2014/main" id="{7A934B6B-AC02-4B12-A6C3-FC129EEB54C2}"/>
                  </a:ext>
                </a:extLst>
              </p:cNvPr>
              <p:cNvSpPr txBox="1">
                <a:spLocks noRot="1" noChangeAspect="1" noMove="1" noResize="1" noEditPoints="1" noAdjustHandles="1" noChangeArrowheads="1" noChangeShapeType="1" noTextEdit="1"/>
              </p:cNvSpPr>
              <p:nvPr/>
            </p:nvSpPr>
            <p:spPr>
              <a:xfrm>
                <a:off x="5089896" y="1632788"/>
                <a:ext cx="1050958" cy="523220"/>
              </a:xfrm>
              <a:prstGeom prst="rect">
                <a:avLst/>
              </a:prstGeom>
              <a:blipFill>
                <a:blip r:embed="rId14"/>
                <a:stretch>
                  <a:fillRect l="-7558"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94553A55-5375-4D9D-85D3-4C1FF248FF72}"/>
                  </a:ext>
                </a:extLst>
              </p:cNvPr>
              <p:cNvSpPr txBox="1"/>
              <p:nvPr/>
            </p:nvSpPr>
            <p:spPr>
              <a:xfrm>
                <a:off x="4937166" y="2136694"/>
                <a:ext cx="1356419" cy="523220"/>
              </a:xfrm>
              <a:prstGeom prst="rect">
                <a:avLst/>
              </a:prstGeom>
              <a:noFill/>
            </p:spPr>
            <p:txBody>
              <a:bodyPr wrap="square">
                <a:spAutoFit/>
              </a:bodyPr>
              <a:lstStyle/>
              <a:p>
                <a:pPr algn="ctr"/>
                <a14:m>
                  <m:oMath xmlns:m="http://schemas.openxmlformats.org/officeDocument/2006/math">
                    <m:r>
                      <a:rPr lang="en-IN" sz="2800" b="0" i="1" dirty="0" smtClean="0">
                        <a:solidFill>
                          <a:srgbClr val="002060"/>
                        </a:solidFill>
                        <a:effectLst/>
                        <a:latin typeface="Cambria Math" panose="02040503050406030204" pitchFamily="18" charset="0"/>
                      </a:rPr>
                      <m:t>3</m:t>
                    </m:r>
                  </m:oMath>
                </a14:m>
                <a:r>
                  <a:rPr lang="en-GB" sz="2800" dirty="0">
                    <a:solidFill>
                      <a:srgbClr val="002060"/>
                    </a:solidFill>
                    <a:effectLst/>
                  </a:rPr>
                  <a:t> White</a:t>
                </a:r>
                <a:endParaRPr lang="en-IN" sz="2800" dirty="0">
                  <a:effectLst/>
                </a:endParaRPr>
              </a:p>
            </p:txBody>
          </p:sp>
        </mc:Choice>
        <mc:Fallback xmlns="">
          <p:sp>
            <p:nvSpPr>
              <p:cNvPr id="35" name="TextBox 34">
                <a:extLst>
                  <a:ext uri="{FF2B5EF4-FFF2-40B4-BE49-F238E27FC236}">
                    <a16:creationId xmlns:a16="http://schemas.microsoft.com/office/drawing/2014/main" id="{94553A55-5375-4D9D-85D3-4C1FF248FF72}"/>
                  </a:ext>
                </a:extLst>
              </p:cNvPr>
              <p:cNvSpPr txBox="1">
                <a:spLocks noRot="1" noChangeAspect="1" noMove="1" noResize="1" noEditPoints="1" noAdjustHandles="1" noChangeArrowheads="1" noChangeShapeType="1" noTextEdit="1"/>
              </p:cNvSpPr>
              <p:nvPr/>
            </p:nvSpPr>
            <p:spPr>
              <a:xfrm>
                <a:off x="4937166" y="2136694"/>
                <a:ext cx="1356419" cy="523220"/>
              </a:xfrm>
              <a:prstGeom prst="rect">
                <a:avLst/>
              </a:prstGeom>
              <a:blipFill>
                <a:blip r:embed="rId15"/>
                <a:stretch>
                  <a:fillRect t="-11765" r="-495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B17719EB-1487-4C00-998F-23C30DBAA929}"/>
                  </a:ext>
                </a:extLst>
              </p:cNvPr>
              <p:cNvSpPr txBox="1"/>
              <p:nvPr/>
            </p:nvSpPr>
            <p:spPr>
              <a:xfrm>
                <a:off x="4937166" y="2656390"/>
                <a:ext cx="1356419" cy="523220"/>
              </a:xfrm>
              <a:prstGeom prst="rect">
                <a:avLst/>
              </a:prstGeom>
              <a:noFill/>
            </p:spPr>
            <p:txBody>
              <a:bodyPr wrap="square">
                <a:spAutoFit/>
              </a:bodyPr>
              <a:lstStyle/>
              <a:p>
                <a:pPr algn="ctr"/>
                <a14:m>
                  <m:oMath xmlns:m="http://schemas.openxmlformats.org/officeDocument/2006/math">
                    <m:r>
                      <a:rPr lang="en-IN" sz="2800" b="0" i="1" dirty="0" smtClean="0">
                        <a:solidFill>
                          <a:srgbClr val="002060"/>
                        </a:solidFill>
                        <a:effectLst/>
                        <a:latin typeface="Cambria Math" panose="02040503050406030204" pitchFamily="18" charset="0"/>
                      </a:rPr>
                      <m:t>7</m:t>
                    </m:r>
                  </m:oMath>
                </a14:m>
                <a:r>
                  <a:rPr lang="en-GB" sz="2800" dirty="0">
                    <a:solidFill>
                      <a:srgbClr val="002060"/>
                    </a:solidFill>
                    <a:effectLst/>
                  </a:rPr>
                  <a:t> Black</a:t>
                </a:r>
                <a:endParaRPr lang="en-IN" sz="2800" dirty="0">
                  <a:effectLst/>
                </a:endParaRPr>
              </a:p>
            </p:txBody>
          </p:sp>
        </mc:Choice>
        <mc:Fallback xmlns="">
          <p:sp>
            <p:nvSpPr>
              <p:cNvPr id="36" name="TextBox 35">
                <a:extLst>
                  <a:ext uri="{FF2B5EF4-FFF2-40B4-BE49-F238E27FC236}">
                    <a16:creationId xmlns:a16="http://schemas.microsoft.com/office/drawing/2014/main" id="{B17719EB-1487-4C00-998F-23C30DBAA929}"/>
                  </a:ext>
                </a:extLst>
              </p:cNvPr>
              <p:cNvSpPr txBox="1">
                <a:spLocks noRot="1" noChangeAspect="1" noMove="1" noResize="1" noEditPoints="1" noAdjustHandles="1" noChangeArrowheads="1" noChangeShapeType="1" noTextEdit="1"/>
              </p:cNvSpPr>
              <p:nvPr/>
            </p:nvSpPr>
            <p:spPr>
              <a:xfrm>
                <a:off x="4937166" y="2656390"/>
                <a:ext cx="1356419" cy="523220"/>
              </a:xfrm>
              <a:prstGeom prst="rect">
                <a:avLst/>
              </a:prstGeom>
              <a:blipFill>
                <a:blip r:embed="rId16"/>
                <a:stretch>
                  <a:fillRect t="-11628" r="-3604" b="-32558"/>
                </a:stretch>
              </a:blipFill>
            </p:spPr>
            <p:txBody>
              <a:bodyPr/>
              <a:lstStyle/>
              <a:p>
                <a:r>
                  <a:rPr lang="en-IN">
                    <a:noFill/>
                  </a:rPr>
                  <a:t> </a:t>
                </a:r>
              </a:p>
            </p:txBody>
          </p:sp>
        </mc:Fallback>
      </mc:AlternateContent>
      <p:cxnSp>
        <p:nvCxnSpPr>
          <p:cNvPr id="37" name="Straight Connector 36">
            <a:extLst>
              <a:ext uri="{FF2B5EF4-FFF2-40B4-BE49-F238E27FC236}">
                <a16:creationId xmlns:a16="http://schemas.microsoft.com/office/drawing/2014/main" id="{2299FC5D-32ED-4593-9577-6F0BECFADC06}"/>
              </a:ext>
            </a:extLst>
          </p:cNvPr>
          <p:cNvCxnSpPr>
            <a:cxnSpLocks/>
          </p:cNvCxnSpPr>
          <p:nvPr/>
        </p:nvCxnSpPr>
        <p:spPr>
          <a:xfrm>
            <a:off x="4979546" y="3232417"/>
            <a:ext cx="1271659" cy="0"/>
          </a:xfrm>
          <a:prstGeom prst="line">
            <a:avLst/>
          </a:prstGeom>
          <a:ln w="38100">
            <a:solidFill>
              <a:srgbClr val="301B9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ED99BFD-9145-49FC-BCAF-9CC377472CCE}"/>
                  </a:ext>
                </a:extLst>
              </p:cNvPr>
              <p:cNvSpPr txBox="1"/>
              <p:nvPr/>
            </p:nvSpPr>
            <p:spPr>
              <a:xfrm>
                <a:off x="4937166" y="3267500"/>
                <a:ext cx="1356419" cy="523220"/>
              </a:xfrm>
              <a:prstGeom prst="rect">
                <a:avLst/>
              </a:prstGeom>
              <a:noFill/>
            </p:spPr>
            <p:txBody>
              <a:bodyPr wrap="square">
                <a:spAutoFit/>
              </a:bodyPr>
              <a:lstStyle/>
              <a:p>
                <a:pPr algn="ctr"/>
                <a14:m>
                  <m:oMath xmlns:m="http://schemas.openxmlformats.org/officeDocument/2006/math">
                    <m:r>
                      <a:rPr lang="en-IN" sz="2800" b="0" i="1" smtClean="0">
                        <a:solidFill>
                          <a:srgbClr val="002060"/>
                        </a:solidFill>
                        <a:effectLst/>
                        <a:latin typeface="Cambria Math" panose="02040503050406030204" pitchFamily="18" charset="0"/>
                      </a:rPr>
                      <m:t>10</m:t>
                    </m:r>
                  </m:oMath>
                </a14:m>
                <a:r>
                  <a:rPr lang="en-GB" sz="2800" dirty="0">
                    <a:solidFill>
                      <a:srgbClr val="002060"/>
                    </a:solidFill>
                    <a:effectLst/>
                  </a:rPr>
                  <a:t> Balls</a:t>
                </a:r>
                <a:endParaRPr lang="en-IN" sz="2800" dirty="0">
                  <a:effectLst/>
                </a:endParaRPr>
              </a:p>
            </p:txBody>
          </p:sp>
        </mc:Choice>
        <mc:Fallback xmlns="">
          <p:sp>
            <p:nvSpPr>
              <p:cNvPr id="38" name="TextBox 37">
                <a:extLst>
                  <a:ext uri="{FF2B5EF4-FFF2-40B4-BE49-F238E27FC236}">
                    <a16:creationId xmlns:a16="http://schemas.microsoft.com/office/drawing/2014/main" id="{EED99BFD-9145-49FC-BCAF-9CC377472CCE}"/>
                  </a:ext>
                </a:extLst>
              </p:cNvPr>
              <p:cNvSpPr txBox="1">
                <a:spLocks noRot="1" noChangeAspect="1" noMove="1" noResize="1" noEditPoints="1" noAdjustHandles="1" noChangeArrowheads="1" noChangeShapeType="1" noTextEdit="1"/>
              </p:cNvSpPr>
              <p:nvPr/>
            </p:nvSpPr>
            <p:spPr>
              <a:xfrm>
                <a:off x="4937166" y="3267500"/>
                <a:ext cx="1356419" cy="523220"/>
              </a:xfrm>
              <a:prstGeom prst="rect">
                <a:avLst/>
              </a:prstGeom>
              <a:blipFill>
                <a:blip r:embed="rId17"/>
                <a:stretch>
                  <a:fillRect t="-10465" r="-810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204443C8-1788-4FDE-BEC6-D6AA3134E439}"/>
                  </a:ext>
                </a:extLst>
              </p:cNvPr>
              <p:cNvSpPr txBox="1"/>
              <p:nvPr/>
            </p:nvSpPr>
            <p:spPr>
              <a:xfrm>
                <a:off x="7978022" y="1632788"/>
                <a:ext cx="1050958" cy="523220"/>
              </a:xfrm>
              <a:prstGeom prst="rect">
                <a:avLst/>
              </a:prstGeom>
              <a:noFill/>
            </p:spPr>
            <p:txBody>
              <a:bodyPr wrap="square">
                <a:spAutoFit/>
              </a:bodyPr>
              <a:lstStyle/>
              <a:p>
                <a:pPr algn="ctr"/>
                <a:r>
                  <a:rPr lang="en-GB" sz="2800" b="1" dirty="0">
                    <a:solidFill>
                      <a:srgbClr val="002060"/>
                    </a:solidFill>
                    <a:effectLst/>
                  </a:rPr>
                  <a:t>Urn </a:t>
                </a:r>
                <a14:m>
                  <m:oMath xmlns:m="http://schemas.openxmlformats.org/officeDocument/2006/math">
                    <m:r>
                      <a:rPr lang="en-GB" sz="2800" b="1" i="1" dirty="0" smtClean="0">
                        <a:solidFill>
                          <a:srgbClr val="002060"/>
                        </a:solidFill>
                        <a:effectLst/>
                        <a:latin typeface="Cambria Math" panose="02040503050406030204" pitchFamily="18" charset="0"/>
                      </a:rPr>
                      <m:t>𝟐</m:t>
                    </m:r>
                  </m:oMath>
                </a14:m>
                <a:endParaRPr lang="en-IN" sz="2800" b="1" dirty="0">
                  <a:solidFill>
                    <a:srgbClr val="002060"/>
                  </a:solidFill>
                  <a:effectLst/>
                </a:endParaRPr>
              </a:p>
            </p:txBody>
          </p:sp>
        </mc:Choice>
        <mc:Fallback xmlns="">
          <p:sp>
            <p:nvSpPr>
              <p:cNvPr id="39" name="TextBox 38">
                <a:extLst>
                  <a:ext uri="{FF2B5EF4-FFF2-40B4-BE49-F238E27FC236}">
                    <a16:creationId xmlns:a16="http://schemas.microsoft.com/office/drawing/2014/main" id="{204443C8-1788-4FDE-BEC6-D6AA3134E439}"/>
                  </a:ext>
                </a:extLst>
              </p:cNvPr>
              <p:cNvSpPr txBox="1">
                <a:spLocks noRot="1" noChangeAspect="1" noMove="1" noResize="1" noEditPoints="1" noAdjustHandles="1" noChangeArrowheads="1" noChangeShapeType="1" noTextEdit="1"/>
              </p:cNvSpPr>
              <p:nvPr/>
            </p:nvSpPr>
            <p:spPr>
              <a:xfrm>
                <a:off x="7978022" y="1632788"/>
                <a:ext cx="1050958" cy="523220"/>
              </a:xfrm>
              <a:prstGeom prst="rect">
                <a:avLst/>
              </a:prstGeom>
              <a:blipFill>
                <a:blip r:embed="rId18"/>
                <a:stretch>
                  <a:fillRect l="-8140"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3B578344-4ADC-44A0-9314-FDA21882BF55}"/>
                  </a:ext>
                </a:extLst>
              </p:cNvPr>
              <p:cNvSpPr txBox="1"/>
              <p:nvPr/>
            </p:nvSpPr>
            <p:spPr>
              <a:xfrm>
                <a:off x="7825292" y="2136694"/>
                <a:ext cx="1356419" cy="523220"/>
              </a:xfrm>
              <a:prstGeom prst="rect">
                <a:avLst/>
              </a:prstGeom>
              <a:noFill/>
            </p:spPr>
            <p:txBody>
              <a:bodyPr wrap="square">
                <a:spAutoFit/>
              </a:bodyPr>
              <a:lstStyle/>
              <a:p>
                <a:pPr algn="ctr"/>
                <a14:m>
                  <m:oMath xmlns:m="http://schemas.openxmlformats.org/officeDocument/2006/math">
                    <m:r>
                      <a:rPr lang="en-IN" sz="2800" b="0" i="1" dirty="0" smtClean="0">
                        <a:solidFill>
                          <a:srgbClr val="002060"/>
                        </a:solidFill>
                        <a:effectLst/>
                        <a:latin typeface="Cambria Math" panose="02040503050406030204" pitchFamily="18" charset="0"/>
                      </a:rPr>
                      <m:t>4</m:t>
                    </m:r>
                  </m:oMath>
                </a14:m>
                <a:r>
                  <a:rPr lang="en-GB" sz="2800" dirty="0">
                    <a:solidFill>
                      <a:srgbClr val="002060"/>
                    </a:solidFill>
                    <a:effectLst/>
                  </a:rPr>
                  <a:t> White</a:t>
                </a:r>
                <a:endParaRPr lang="en-IN" sz="2800" dirty="0">
                  <a:effectLst/>
                </a:endParaRPr>
              </a:p>
            </p:txBody>
          </p:sp>
        </mc:Choice>
        <mc:Fallback xmlns="">
          <p:sp>
            <p:nvSpPr>
              <p:cNvPr id="40" name="TextBox 39">
                <a:extLst>
                  <a:ext uri="{FF2B5EF4-FFF2-40B4-BE49-F238E27FC236}">
                    <a16:creationId xmlns:a16="http://schemas.microsoft.com/office/drawing/2014/main" id="{3B578344-4ADC-44A0-9314-FDA21882BF55}"/>
                  </a:ext>
                </a:extLst>
              </p:cNvPr>
              <p:cNvSpPr txBox="1">
                <a:spLocks noRot="1" noChangeAspect="1" noMove="1" noResize="1" noEditPoints="1" noAdjustHandles="1" noChangeArrowheads="1" noChangeShapeType="1" noTextEdit="1"/>
              </p:cNvSpPr>
              <p:nvPr/>
            </p:nvSpPr>
            <p:spPr>
              <a:xfrm>
                <a:off x="7825292" y="2136694"/>
                <a:ext cx="1356419" cy="523220"/>
              </a:xfrm>
              <a:prstGeom prst="rect">
                <a:avLst/>
              </a:prstGeom>
              <a:blipFill>
                <a:blip r:embed="rId19"/>
                <a:stretch>
                  <a:fillRect t="-11765" r="-495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A6BDC969-60F4-4DCD-A53C-30C8913667D1}"/>
                  </a:ext>
                </a:extLst>
              </p:cNvPr>
              <p:cNvSpPr txBox="1"/>
              <p:nvPr/>
            </p:nvSpPr>
            <p:spPr>
              <a:xfrm>
                <a:off x="7825292" y="2656390"/>
                <a:ext cx="1356419" cy="523220"/>
              </a:xfrm>
              <a:prstGeom prst="rect">
                <a:avLst/>
              </a:prstGeom>
              <a:noFill/>
            </p:spPr>
            <p:txBody>
              <a:bodyPr wrap="square">
                <a:spAutoFit/>
              </a:bodyPr>
              <a:lstStyle/>
              <a:p>
                <a:pPr algn="ctr"/>
                <a14:m>
                  <m:oMath xmlns:m="http://schemas.openxmlformats.org/officeDocument/2006/math">
                    <m:r>
                      <a:rPr lang="en-IN" sz="2800" b="0" i="1" dirty="0" smtClean="0">
                        <a:solidFill>
                          <a:srgbClr val="002060"/>
                        </a:solidFill>
                        <a:effectLst/>
                        <a:latin typeface="Cambria Math" panose="02040503050406030204" pitchFamily="18" charset="0"/>
                      </a:rPr>
                      <m:t>6</m:t>
                    </m:r>
                  </m:oMath>
                </a14:m>
                <a:r>
                  <a:rPr lang="en-GB" sz="2800" dirty="0">
                    <a:solidFill>
                      <a:srgbClr val="002060"/>
                    </a:solidFill>
                    <a:effectLst/>
                  </a:rPr>
                  <a:t> Black</a:t>
                </a:r>
                <a:endParaRPr lang="en-IN" sz="2800" dirty="0">
                  <a:effectLst/>
                </a:endParaRPr>
              </a:p>
            </p:txBody>
          </p:sp>
        </mc:Choice>
        <mc:Fallback xmlns="">
          <p:sp>
            <p:nvSpPr>
              <p:cNvPr id="41" name="TextBox 40">
                <a:extLst>
                  <a:ext uri="{FF2B5EF4-FFF2-40B4-BE49-F238E27FC236}">
                    <a16:creationId xmlns:a16="http://schemas.microsoft.com/office/drawing/2014/main" id="{A6BDC969-60F4-4DCD-A53C-30C8913667D1}"/>
                  </a:ext>
                </a:extLst>
              </p:cNvPr>
              <p:cNvSpPr txBox="1">
                <a:spLocks noRot="1" noChangeAspect="1" noMove="1" noResize="1" noEditPoints="1" noAdjustHandles="1" noChangeArrowheads="1" noChangeShapeType="1" noTextEdit="1"/>
              </p:cNvSpPr>
              <p:nvPr/>
            </p:nvSpPr>
            <p:spPr>
              <a:xfrm>
                <a:off x="7825292" y="2656390"/>
                <a:ext cx="1356419" cy="523220"/>
              </a:xfrm>
              <a:prstGeom prst="rect">
                <a:avLst/>
              </a:prstGeom>
              <a:blipFill>
                <a:blip r:embed="rId20"/>
                <a:stretch>
                  <a:fillRect t="-11628" r="-3604" b="-32558"/>
                </a:stretch>
              </a:blipFill>
            </p:spPr>
            <p:txBody>
              <a:bodyPr/>
              <a:lstStyle/>
              <a:p>
                <a:r>
                  <a:rPr lang="en-IN">
                    <a:noFill/>
                  </a:rPr>
                  <a:t> </a:t>
                </a:r>
              </a:p>
            </p:txBody>
          </p:sp>
        </mc:Fallback>
      </mc:AlternateContent>
      <p:cxnSp>
        <p:nvCxnSpPr>
          <p:cNvPr id="42" name="Straight Connector 41">
            <a:extLst>
              <a:ext uri="{FF2B5EF4-FFF2-40B4-BE49-F238E27FC236}">
                <a16:creationId xmlns:a16="http://schemas.microsoft.com/office/drawing/2014/main" id="{49F59E87-57E0-4202-B308-F63C761B5B3A}"/>
              </a:ext>
            </a:extLst>
          </p:cNvPr>
          <p:cNvCxnSpPr>
            <a:cxnSpLocks/>
          </p:cNvCxnSpPr>
          <p:nvPr/>
        </p:nvCxnSpPr>
        <p:spPr>
          <a:xfrm>
            <a:off x="7867672" y="3232417"/>
            <a:ext cx="1271659" cy="0"/>
          </a:xfrm>
          <a:prstGeom prst="line">
            <a:avLst/>
          </a:prstGeom>
          <a:ln w="38100">
            <a:solidFill>
              <a:srgbClr val="301B9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470C8A33-D390-45BA-B0FF-715DA1923F47}"/>
                  </a:ext>
                </a:extLst>
              </p:cNvPr>
              <p:cNvSpPr txBox="1"/>
              <p:nvPr/>
            </p:nvSpPr>
            <p:spPr>
              <a:xfrm>
                <a:off x="7825292" y="3267500"/>
                <a:ext cx="1356419" cy="523220"/>
              </a:xfrm>
              <a:prstGeom prst="rect">
                <a:avLst/>
              </a:prstGeom>
              <a:noFill/>
            </p:spPr>
            <p:txBody>
              <a:bodyPr wrap="square">
                <a:spAutoFit/>
              </a:bodyPr>
              <a:lstStyle/>
              <a:p>
                <a:pPr algn="ctr"/>
                <a14:m>
                  <m:oMath xmlns:m="http://schemas.openxmlformats.org/officeDocument/2006/math">
                    <m:r>
                      <a:rPr lang="en-IN" sz="2800" b="0" i="1" smtClean="0">
                        <a:solidFill>
                          <a:srgbClr val="002060"/>
                        </a:solidFill>
                        <a:effectLst/>
                        <a:latin typeface="Cambria Math" panose="02040503050406030204" pitchFamily="18" charset="0"/>
                      </a:rPr>
                      <m:t>10</m:t>
                    </m:r>
                  </m:oMath>
                </a14:m>
                <a:r>
                  <a:rPr lang="en-GB" sz="2800" dirty="0">
                    <a:solidFill>
                      <a:srgbClr val="002060"/>
                    </a:solidFill>
                    <a:effectLst/>
                  </a:rPr>
                  <a:t> Balls</a:t>
                </a:r>
                <a:endParaRPr lang="en-IN" sz="2800" dirty="0">
                  <a:effectLst/>
                </a:endParaRPr>
              </a:p>
            </p:txBody>
          </p:sp>
        </mc:Choice>
        <mc:Fallback xmlns="">
          <p:sp>
            <p:nvSpPr>
              <p:cNvPr id="43" name="TextBox 42">
                <a:extLst>
                  <a:ext uri="{FF2B5EF4-FFF2-40B4-BE49-F238E27FC236}">
                    <a16:creationId xmlns:a16="http://schemas.microsoft.com/office/drawing/2014/main" id="{470C8A33-D390-45BA-B0FF-715DA1923F47}"/>
                  </a:ext>
                </a:extLst>
              </p:cNvPr>
              <p:cNvSpPr txBox="1">
                <a:spLocks noRot="1" noChangeAspect="1" noMove="1" noResize="1" noEditPoints="1" noAdjustHandles="1" noChangeArrowheads="1" noChangeShapeType="1" noTextEdit="1"/>
              </p:cNvSpPr>
              <p:nvPr/>
            </p:nvSpPr>
            <p:spPr>
              <a:xfrm>
                <a:off x="7825292" y="3267500"/>
                <a:ext cx="1356419" cy="523220"/>
              </a:xfrm>
              <a:prstGeom prst="rect">
                <a:avLst/>
              </a:prstGeom>
              <a:blipFill>
                <a:blip r:embed="rId21"/>
                <a:stretch>
                  <a:fillRect t="-10465" r="-810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553C48E8-A4E7-4C2D-AAD5-8D4514ABC9DA}"/>
                  </a:ext>
                </a:extLst>
              </p:cNvPr>
              <p:cNvSpPr txBox="1"/>
              <p:nvPr/>
            </p:nvSpPr>
            <p:spPr>
              <a:xfrm>
                <a:off x="10745351" y="764617"/>
                <a:ext cx="1050958" cy="430887"/>
              </a:xfrm>
              <a:prstGeom prst="rect">
                <a:avLst/>
              </a:prstGeom>
              <a:noFill/>
            </p:spPr>
            <p:txBody>
              <a:bodyPr wrap="square">
                <a:spAutoFit/>
              </a:bodyPr>
              <a:lstStyle/>
              <a:p>
                <a:pPr algn="ctr"/>
                <a:r>
                  <a:rPr lang="en-GB" sz="2200" b="1" dirty="0">
                    <a:solidFill>
                      <a:srgbClr val="002060"/>
                    </a:solidFill>
                    <a:effectLst>
                      <a:outerShdw blurRad="38100" dist="38100" dir="2700000" algn="tl">
                        <a:srgbClr val="000000">
                          <a:alpha val="43137"/>
                        </a:srgbClr>
                      </a:outerShdw>
                    </a:effectLst>
                  </a:rPr>
                  <a:t>Urn </a:t>
                </a:r>
                <a14:m>
                  <m:oMath xmlns:m="http://schemas.openxmlformats.org/officeDocument/2006/math">
                    <m:r>
                      <a:rPr lang="en-GB" sz="2200" b="1" i="1" dirty="0" smtClean="0">
                        <a:solidFill>
                          <a:srgbClr val="002060"/>
                        </a:solidFill>
                        <a:effectLst>
                          <a:outerShdw blurRad="38100" dist="38100" dir="2700000" algn="tl">
                            <a:srgbClr val="000000">
                              <a:alpha val="43137"/>
                            </a:srgbClr>
                          </a:outerShdw>
                        </a:effectLst>
                        <a:latin typeface="Cambria Math" panose="02040503050406030204" pitchFamily="18" charset="0"/>
                      </a:rPr>
                      <m:t>𝟐</m:t>
                    </m:r>
                  </m:oMath>
                </a14:m>
                <a:endParaRPr lang="en-IN" sz="2200" b="1" dirty="0">
                  <a:solidFill>
                    <a:srgbClr val="002060"/>
                  </a:solidFill>
                  <a:effectLst>
                    <a:outerShdw blurRad="38100" dist="38100" dir="2700000" algn="tl">
                      <a:srgbClr val="000000">
                        <a:alpha val="43137"/>
                      </a:srgbClr>
                    </a:outerShdw>
                  </a:effectLst>
                </a:endParaRPr>
              </a:p>
            </p:txBody>
          </p:sp>
        </mc:Choice>
        <mc:Fallback xmlns="">
          <p:sp>
            <p:nvSpPr>
              <p:cNvPr id="44" name="TextBox 43">
                <a:extLst>
                  <a:ext uri="{FF2B5EF4-FFF2-40B4-BE49-F238E27FC236}">
                    <a16:creationId xmlns:a16="http://schemas.microsoft.com/office/drawing/2014/main" id="{553C48E8-A4E7-4C2D-AAD5-8D4514ABC9DA}"/>
                  </a:ext>
                </a:extLst>
              </p:cNvPr>
              <p:cNvSpPr txBox="1">
                <a:spLocks noRot="1" noChangeAspect="1" noMove="1" noResize="1" noEditPoints="1" noAdjustHandles="1" noChangeArrowheads="1" noChangeShapeType="1" noTextEdit="1"/>
              </p:cNvSpPr>
              <p:nvPr/>
            </p:nvSpPr>
            <p:spPr>
              <a:xfrm>
                <a:off x="10745351" y="764617"/>
                <a:ext cx="1050958" cy="430887"/>
              </a:xfrm>
              <a:prstGeom prst="rect">
                <a:avLst/>
              </a:prstGeom>
              <a:blipFill>
                <a:blip r:embed="rId22"/>
                <a:stretch>
                  <a:fillRect t="-9859" b="-3521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F985AAE7-E24F-4D61-88B8-1E3D061E5E96}"/>
                  </a:ext>
                </a:extLst>
              </p:cNvPr>
              <p:cNvSpPr txBox="1"/>
              <p:nvPr/>
            </p:nvSpPr>
            <p:spPr>
              <a:xfrm>
                <a:off x="10597784" y="1205560"/>
                <a:ext cx="1356419" cy="430887"/>
              </a:xfrm>
              <a:prstGeom prst="rect">
                <a:avLst/>
              </a:prstGeom>
              <a:noFill/>
            </p:spPr>
            <p:txBody>
              <a:bodyPr wrap="square">
                <a:spAutoFit/>
              </a:bodyPr>
              <a:lstStyle/>
              <a:p>
                <a:pPr algn="ctr"/>
                <a14:m>
                  <m:oMath xmlns:m="http://schemas.openxmlformats.org/officeDocument/2006/math">
                    <m:r>
                      <a:rPr lang="en-GB" sz="2200" i="1" dirty="0" smtClean="0">
                        <a:solidFill>
                          <a:srgbClr val="002060"/>
                        </a:solidFill>
                        <a:effectLst>
                          <a:outerShdw blurRad="38100" dist="38100" dir="2700000" algn="tl">
                            <a:srgbClr val="000000">
                              <a:alpha val="43137"/>
                            </a:srgbClr>
                          </a:outerShdw>
                        </a:effectLst>
                        <a:latin typeface="Cambria Math" panose="02040503050406030204" pitchFamily="18" charset="0"/>
                      </a:rPr>
                      <m:t>3</m:t>
                    </m:r>
                  </m:oMath>
                </a14:m>
                <a:r>
                  <a:rPr lang="en-GB" sz="2200" dirty="0">
                    <a:solidFill>
                      <a:srgbClr val="002060"/>
                    </a:solidFill>
                    <a:effectLst>
                      <a:outerShdw blurRad="38100" dist="38100" dir="2700000" algn="tl">
                        <a:srgbClr val="000000">
                          <a:alpha val="43137"/>
                        </a:srgbClr>
                      </a:outerShdw>
                    </a:effectLst>
                  </a:rPr>
                  <a:t> White</a:t>
                </a:r>
                <a:endParaRPr lang="en-IN" sz="2200" dirty="0">
                  <a:effectLst>
                    <a:outerShdw blurRad="38100" dist="38100" dir="2700000" algn="tl">
                      <a:srgbClr val="000000">
                        <a:alpha val="43137"/>
                      </a:srgbClr>
                    </a:outerShdw>
                  </a:effectLst>
                </a:endParaRPr>
              </a:p>
            </p:txBody>
          </p:sp>
        </mc:Choice>
        <mc:Fallback xmlns="">
          <p:sp>
            <p:nvSpPr>
              <p:cNvPr id="45" name="TextBox 44">
                <a:extLst>
                  <a:ext uri="{FF2B5EF4-FFF2-40B4-BE49-F238E27FC236}">
                    <a16:creationId xmlns:a16="http://schemas.microsoft.com/office/drawing/2014/main" id="{F985AAE7-E24F-4D61-88B8-1E3D061E5E96}"/>
                  </a:ext>
                </a:extLst>
              </p:cNvPr>
              <p:cNvSpPr txBox="1">
                <a:spLocks noRot="1" noChangeAspect="1" noMove="1" noResize="1" noEditPoints="1" noAdjustHandles="1" noChangeArrowheads="1" noChangeShapeType="1" noTextEdit="1"/>
              </p:cNvSpPr>
              <p:nvPr/>
            </p:nvSpPr>
            <p:spPr>
              <a:xfrm>
                <a:off x="10597784" y="1205560"/>
                <a:ext cx="1356419" cy="430887"/>
              </a:xfrm>
              <a:prstGeom prst="rect">
                <a:avLst/>
              </a:prstGeom>
              <a:blipFill>
                <a:blip r:embed="rId23"/>
                <a:stretch>
                  <a:fillRect t="-11429" b="-3571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CB1ECCF-9254-4311-B956-59712B353E10}"/>
                  </a:ext>
                </a:extLst>
              </p:cNvPr>
              <p:cNvSpPr txBox="1"/>
              <p:nvPr/>
            </p:nvSpPr>
            <p:spPr>
              <a:xfrm>
                <a:off x="10597784" y="1636447"/>
                <a:ext cx="1356419" cy="430887"/>
              </a:xfrm>
              <a:prstGeom prst="rect">
                <a:avLst/>
              </a:prstGeom>
              <a:noFill/>
            </p:spPr>
            <p:txBody>
              <a:bodyPr wrap="square">
                <a:spAutoFit/>
              </a:bodyPr>
              <a:lstStyle/>
              <a:p>
                <a:pPr algn="ctr"/>
                <a14:m>
                  <m:oMath xmlns:m="http://schemas.openxmlformats.org/officeDocument/2006/math">
                    <m:r>
                      <a:rPr lang="en-GB" sz="2200" i="1" dirty="0" smtClean="0">
                        <a:solidFill>
                          <a:srgbClr val="002060"/>
                        </a:solidFill>
                        <a:effectLst>
                          <a:outerShdw blurRad="38100" dist="38100" dir="2700000" algn="tl">
                            <a:srgbClr val="000000">
                              <a:alpha val="43137"/>
                            </a:srgbClr>
                          </a:outerShdw>
                        </a:effectLst>
                        <a:latin typeface="Cambria Math" panose="02040503050406030204" pitchFamily="18" charset="0"/>
                      </a:rPr>
                      <m:t>5</m:t>
                    </m:r>
                  </m:oMath>
                </a14:m>
                <a:r>
                  <a:rPr lang="en-GB" sz="2200" dirty="0">
                    <a:solidFill>
                      <a:srgbClr val="002060"/>
                    </a:solidFill>
                    <a:effectLst>
                      <a:outerShdw blurRad="38100" dist="38100" dir="2700000" algn="tl">
                        <a:srgbClr val="000000">
                          <a:alpha val="43137"/>
                        </a:srgbClr>
                      </a:outerShdw>
                    </a:effectLst>
                  </a:rPr>
                  <a:t> Black</a:t>
                </a:r>
                <a:endParaRPr lang="en-IN" sz="2200" dirty="0">
                  <a:effectLst>
                    <a:outerShdw blurRad="38100" dist="38100" dir="2700000" algn="tl">
                      <a:srgbClr val="000000">
                        <a:alpha val="43137"/>
                      </a:srgbClr>
                    </a:outerShdw>
                  </a:effectLst>
                </a:endParaRPr>
              </a:p>
            </p:txBody>
          </p:sp>
        </mc:Choice>
        <mc:Fallback xmlns="">
          <p:sp>
            <p:nvSpPr>
              <p:cNvPr id="46" name="TextBox 45">
                <a:extLst>
                  <a:ext uri="{FF2B5EF4-FFF2-40B4-BE49-F238E27FC236}">
                    <a16:creationId xmlns:a16="http://schemas.microsoft.com/office/drawing/2014/main" id="{DCB1ECCF-9254-4311-B956-59712B353E10}"/>
                  </a:ext>
                </a:extLst>
              </p:cNvPr>
              <p:cNvSpPr txBox="1">
                <a:spLocks noRot="1" noChangeAspect="1" noMove="1" noResize="1" noEditPoints="1" noAdjustHandles="1" noChangeArrowheads="1" noChangeShapeType="1" noTextEdit="1"/>
              </p:cNvSpPr>
              <p:nvPr/>
            </p:nvSpPr>
            <p:spPr>
              <a:xfrm>
                <a:off x="10597784" y="1636447"/>
                <a:ext cx="1356419" cy="430887"/>
              </a:xfrm>
              <a:prstGeom prst="rect">
                <a:avLst/>
              </a:prstGeom>
              <a:blipFill>
                <a:blip r:embed="rId24"/>
                <a:stretch>
                  <a:fillRect t="-9859" b="-35211"/>
                </a:stretch>
              </a:blipFill>
            </p:spPr>
            <p:txBody>
              <a:bodyPr/>
              <a:lstStyle/>
              <a:p>
                <a:r>
                  <a:rPr lang="en-IN">
                    <a:noFill/>
                  </a:rPr>
                  <a:t> </a:t>
                </a:r>
              </a:p>
            </p:txBody>
          </p:sp>
        </mc:Fallback>
      </mc:AlternateContent>
      <p:cxnSp>
        <p:nvCxnSpPr>
          <p:cNvPr id="47" name="Straight Connector 46">
            <a:extLst>
              <a:ext uri="{FF2B5EF4-FFF2-40B4-BE49-F238E27FC236}">
                <a16:creationId xmlns:a16="http://schemas.microsoft.com/office/drawing/2014/main" id="{47490028-977C-414C-B9B3-1B3D303699CE}"/>
              </a:ext>
            </a:extLst>
          </p:cNvPr>
          <p:cNvCxnSpPr>
            <a:cxnSpLocks/>
          </p:cNvCxnSpPr>
          <p:nvPr/>
        </p:nvCxnSpPr>
        <p:spPr>
          <a:xfrm>
            <a:off x="10697966" y="2064952"/>
            <a:ext cx="1156054" cy="0"/>
          </a:xfrm>
          <a:prstGeom prst="line">
            <a:avLst/>
          </a:prstGeom>
          <a:ln w="38100">
            <a:solidFill>
              <a:srgbClr val="301B9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A7EF7C0A-E9B9-4937-A09B-F41E63DE97AB}"/>
                  </a:ext>
                </a:extLst>
              </p:cNvPr>
              <p:cNvSpPr txBox="1"/>
              <p:nvPr/>
            </p:nvSpPr>
            <p:spPr>
              <a:xfrm>
                <a:off x="10597784" y="2096955"/>
                <a:ext cx="1356419" cy="430887"/>
              </a:xfrm>
              <a:prstGeom prst="rect">
                <a:avLst/>
              </a:prstGeom>
              <a:noFill/>
            </p:spPr>
            <p:txBody>
              <a:bodyPr wrap="square">
                <a:spAutoFit/>
              </a:bodyPr>
              <a:lstStyle/>
              <a:p>
                <a:pPr algn="ctr"/>
                <a14:m>
                  <m:oMath xmlns:m="http://schemas.openxmlformats.org/officeDocument/2006/math">
                    <m:r>
                      <a:rPr lang="en-IN" sz="2200" b="0" i="1" smtClean="0">
                        <a:solidFill>
                          <a:srgbClr val="002060"/>
                        </a:solidFill>
                        <a:effectLst>
                          <a:outerShdw blurRad="38100" dist="38100" dir="2700000" algn="tl">
                            <a:srgbClr val="000000">
                              <a:alpha val="43137"/>
                            </a:srgbClr>
                          </a:outerShdw>
                        </a:effectLst>
                        <a:latin typeface="Cambria Math" panose="02040503050406030204" pitchFamily="18" charset="0"/>
                      </a:rPr>
                      <m:t>8</m:t>
                    </m:r>
                  </m:oMath>
                </a14:m>
                <a:r>
                  <a:rPr lang="en-GB" sz="2200" dirty="0">
                    <a:solidFill>
                      <a:srgbClr val="002060"/>
                    </a:solidFill>
                    <a:effectLst>
                      <a:outerShdw blurRad="38100" dist="38100" dir="2700000" algn="tl">
                        <a:srgbClr val="000000">
                          <a:alpha val="43137"/>
                        </a:srgbClr>
                      </a:outerShdw>
                    </a:effectLst>
                  </a:rPr>
                  <a:t> Balls</a:t>
                </a:r>
                <a:endParaRPr lang="en-IN" sz="2200" dirty="0">
                  <a:effectLst>
                    <a:outerShdw blurRad="38100" dist="38100" dir="2700000" algn="tl">
                      <a:srgbClr val="000000">
                        <a:alpha val="43137"/>
                      </a:srgbClr>
                    </a:outerShdw>
                  </a:effectLst>
                </a:endParaRPr>
              </a:p>
            </p:txBody>
          </p:sp>
        </mc:Choice>
        <mc:Fallback xmlns="">
          <p:sp>
            <p:nvSpPr>
              <p:cNvPr id="48" name="TextBox 47">
                <a:extLst>
                  <a:ext uri="{FF2B5EF4-FFF2-40B4-BE49-F238E27FC236}">
                    <a16:creationId xmlns:a16="http://schemas.microsoft.com/office/drawing/2014/main" id="{A7EF7C0A-E9B9-4937-A09B-F41E63DE97AB}"/>
                  </a:ext>
                </a:extLst>
              </p:cNvPr>
              <p:cNvSpPr txBox="1">
                <a:spLocks noRot="1" noChangeAspect="1" noMove="1" noResize="1" noEditPoints="1" noAdjustHandles="1" noChangeArrowheads="1" noChangeShapeType="1" noTextEdit="1"/>
              </p:cNvSpPr>
              <p:nvPr/>
            </p:nvSpPr>
            <p:spPr>
              <a:xfrm>
                <a:off x="10597784" y="2096955"/>
                <a:ext cx="1356419" cy="430887"/>
              </a:xfrm>
              <a:prstGeom prst="rect">
                <a:avLst/>
              </a:prstGeom>
              <a:blipFill>
                <a:blip r:embed="rId25"/>
                <a:stretch>
                  <a:fillRect t="-11268" b="-3380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D956D32-1190-4ACE-94A9-95F8F9824410}"/>
                  </a:ext>
                </a:extLst>
              </p:cNvPr>
              <p:cNvSpPr txBox="1"/>
              <p:nvPr/>
            </p:nvSpPr>
            <p:spPr>
              <a:xfrm>
                <a:off x="1962236" y="1215107"/>
                <a:ext cx="1517845" cy="461665"/>
              </a:xfrm>
              <a:prstGeom prst="rect">
                <a:avLst/>
              </a:prstGeom>
              <a:noFill/>
            </p:spPr>
            <p:txBody>
              <a:bodyPr wrap="square">
                <a:spAutoFit/>
              </a:bodyPr>
              <a:lstStyle/>
              <a:p>
                <a:pPr algn="ctr"/>
                <a14:m>
                  <m:oMath xmlns:m="http://schemas.openxmlformats.org/officeDocument/2006/math">
                    <m:r>
                      <a:rPr lang="en-GB" sz="2400" i="1" dirty="0" smtClean="0">
                        <a:solidFill>
                          <a:srgbClr val="0070C0"/>
                        </a:solidFill>
                        <a:latin typeface="Cambria Math" panose="02040503050406030204" pitchFamily="18" charset="0"/>
                      </a:rPr>
                      <m:t>2</m:t>
                    </m:r>
                  </m:oMath>
                </a14:m>
                <a:r>
                  <a:rPr lang="en-GB" sz="2400" dirty="0">
                    <a:solidFill>
                      <a:srgbClr val="0070C0"/>
                    </a:solidFill>
                  </a:rPr>
                  <a:t> white </a:t>
                </a:r>
                <a:endParaRPr lang="en-IN" sz="2400" dirty="0">
                  <a:solidFill>
                    <a:srgbClr val="0070C0"/>
                  </a:solidFill>
                </a:endParaRPr>
              </a:p>
            </p:txBody>
          </p:sp>
        </mc:Choice>
        <mc:Fallback xmlns="">
          <p:sp>
            <p:nvSpPr>
              <p:cNvPr id="49" name="TextBox 48">
                <a:extLst>
                  <a:ext uri="{FF2B5EF4-FFF2-40B4-BE49-F238E27FC236}">
                    <a16:creationId xmlns:a16="http://schemas.microsoft.com/office/drawing/2014/main" id="{6D956D32-1190-4ACE-94A9-95F8F9824410}"/>
                  </a:ext>
                </a:extLst>
              </p:cNvPr>
              <p:cNvSpPr txBox="1">
                <a:spLocks noRot="1" noChangeAspect="1" noMove="1" noResize="1" noEditPoints="1" noAdjustHandles="1" noChangeArrowheads="1" noChangeShapeType="1" noTextEdit="1"/>
              </p:cNvSpPr>
              <p:nvPr/>
            </p:nvSpPr>
            <p:spPr>
              <a:xfrm>
                <a:off x="1962236" y="1215107"/>
                <a:ext cx="1517845" cy="461665"/>
              </a:xfrm>
              <a:prstGeom prst="rect">
                <a:avLst/>
              </a:prstGeom>
              <a:blipFill>
                <a:blip r:embed="rId26"/>
                <a:stretch>
                  <a:fillRect t="-9211" b="-3026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ACF7E5D-E7DC-4A85-B1B0-FD55DA9039E6}"/>
                  </a:ext>
                </a:extLst>
              </p:cNvPr>
              <p:cNvSpPr txBox="1"/>
              <p:nvPr/>
            </p:nvSpPr>
            <p:spPr>
              <a:xfrm>
                <a:off x="4856453" y="1215107"/>
                <a:ext cx="1517845" cy="461665"/>
              </a:xfrm>
              <a:prstGeom prst="rect">
                <a:avLst/>
              </a:prstGeom>
              <a:noFill/>
            </p:spPr>
            <p:txBody>
              <a:bodyPr wrap="square">
                <a:spAutoFit/>
              </a:bodyPr>
              <a:lstStyle/>
              <a:p>
                <a:pPr algn="ctr"/>
                <a14:m>
                  <m:oMath xmlns:m="http://schemas.openxmlformats.org/officeDocument/2006/math">
                    <m:r>
                      <a:rPr lang="en-GB" sz="2400" i="1" dirty="0" smtClean="0">
                        <a:solidFill>
                          <a:srgbClr val="0070C0"/>
                        </a:solidFill>
                        <a:latin typeface="Cambria Math" panose="02040503050406030204" pitchFamily="18" charset="0"/>
                      </a:rPr>
                      <m:t>2</m:t>
                    </m:r>
                  </m:oMath>
                </a14:m>
                <a:r>
                  <a:rPr lang="en-GB" sz="2400" dirty="0">
                    <a:solidFill>
                      <a:srgbClr val="0070C0"/>
                    </a:solidFill>
                  </a:rPr>
                  <a:t> black </a:t>
                </a:r>
                <a:endParaRPr lang="en-IN" sz="2400" dirty="0">
                  <a:solidFill>
                    <a:srgbClr val="0070C0"/>
                  </a:solidFill>
                </a:endParaRPr>
              </a:p>
            </p:txBody>
          </p:sp>
        </mc:Choice>
        <mc:Fallback xmlns="">
          <p:sp>
            <p:nvSpPr>
              <p:cNvPr id="50" name="TextBox 49">
                <a:extLst>
                  <a:ext uri="{FF2B5EF4-FFF2-40B4-BE49-F238E27FC236}">
                    <a16:creationId xmlns:a16="http://schemas.microsoft.com/office/drawing/2014/main" id="{EACF7E5D-E7DC-4A85-B1B0-FD55DA9039E6}"/>
                  </a:ext>
                </a:extLst>
              </p:cNvPr>
              <p:cNvSpPr txBox="1">
                <a:spLocks noRot="1" noChangeAspect="1" noMove="1" noResize="1" noEditPoints="1" noAdjustHandles="1" noChangeArrowheads="1" noChangeShapeType="1" noTextEdit="1"/>
              </p:cNvSpPr>
              <p:nvPr/>
            </p:nvSpPr>
            <p:spPr>
              <a:xfrm>
                <a:off x="4856453" y="1215107"/>
                <a:ext cx="1517845" cy="461665"/>
              </a:xfrm>
              <a:prstGeom prst="rect">
                <a:avLst/>
              </a:prstGeom>
              <a:blipFill>
                <a:blip r:embed="rId27"/>
                <a:stretch>
                  <a:fillRect t="-9211" b="-3026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423E103F-A142-47B0-8818-67D4142FC0B6}"/>
                  </a:ext>
                </a:extLst>
              </p:cNvPr>
              <p:cNvSpPr txBox="1"/>
              <p:nvPr/>
            </p:nvSpPr>
            <p:spPr>
              <a:xfrm>
                <a:off x="7411595" y="1215107"/>
                <a:ext cx="2183813" cy="461665"/>
              </a:xfrm>
              <a:prstGeom prst="rect">
                <a:avLst/>
              </a:prstGeom>
              <a:noFill/>
            </p:spPr>
            <p:txBody>
              <a:bodyPr wrap="square">
                <a:spAutoFit/>
              </a:bodyPr>
              <a:lstStyle/>
              <a:p>
                <a:pPr algn="ctr"/>
                <a14:m>
                  <m:oMath xmlns:m="http://schemas.openxmlformats.org/officeDocument/2006/math">
                    <m:r>
                      <a:rPr lang="en-GB" sz="2400" i="1" dirty="0" smtClean="0">
                        <a:solidFill>
                          <a:srgbClr val="0070C0"/>
                        </a:solidFill>
                        <a:latin typeface="Cambria Math" panose="02040503050406030204" pitchFamily="18" charset="0"/>
                      </a:rPr>
                      <m:t>1</m:t>
                    </m:r>
                  </m:oMath>
                </a14:m>
                <a:r>
                  <a:rPr lang="en-GB" sz="2400" dirty="0">
                    <a:solidFill>
                      <a:srgbClr val="0070C0"/>
                    </a:solidFill>
                  </a:rPr>
                  <a:t> white </a:t>
                </a:r>
                <a14:m>
                  <m:oMath xmlns:m="http://schemas.openxmlformats.org/officeDocument/2006/math">
                    <m:r>
                      <a:rPr lang="en-GB" sz="2400" i="1" dirty="0" smtClean="0">
                        <a:solidFill>
                          <a:srgbClr val="0070C0"/>
                        </a:solidFill>
                        <a:latin typeface="Cambria Math" panose="02040503050406030204" pitchFamily="18" charset="0"/>
                      </a:rPr>
                      <m:t>1</m:t>
                    </m:r>
                  </m:oMath>
                </a14:m>
                <a:r>
                  <a:rPr lang="en-GB" sz="2400" dirty="0">
                    <a:solidFill>
                      <a:srgbClr val="0070C0"/>
                    </a:solidFill>
                  </a:rPr>
                  <a:t> black </a:t>
                </a:r>
                <a:endParaRPr lang="en-IN" sz="2400" dirty="0">
                  <a:solidFill>
                    <a:srgbClr val="0070C0"/>
                  </a:solidFill>
                </a:endParaRPr>
              </a:p>
            </p:txBody>
          </p:sp>
        </mc:Choice>
        <mc:Fallback xmlns="">
          <p:sp>
            <p:nvSpPr>
              <p:cNvPr id="51" name="TextBox 50">
                <a:extLst>
                  <a:ext uri="{FF2B5EF4-FFF2-40B4-BE49-F238E27FC236}">
                    <a16:creationId xmlns:a16="http://schemas.microsoft.com/office/drawing/2014/main" id="{423E103F-A142-47B0-8818-67D4142FC0B6}"/>
                  </a:ext>
                </a:extLst>
              </p:cNvPr>
              <p:cNvSpPr txBox="1">
                <a:spLocks noRot="1" noChangeAspect="1" noMove="1" noResize="1" noEditPoints="1" noAdjustHandles="1" noChangeArrowheads="1" noChangeShapeType="1" noTextEdit="1"/>
              </p:cNvSpPr>
              <p:nvPr/>
            </p:nvSpPr>
            <p:spPr>
              <a:xfrm>
                <a:off x="7411595" y="1215107"/>
                <a:ext cx="2183813" cy="461665"/>
              </a:xfrm>
              <a:prstGeom prst="rect">
                <a:avLst/>
              </a:prstGeom>
              <a:blipFill>
                <a:blip r:embed="rId28"/>
                <a:stretch>
                  <a:fillRect t="-9211" r="-3073" b="-3026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B9BEB3C6-54B7-4A51-8B17-E10F072CEEDA}"/>
                  </a:ext>
                </a:extLst>
              </p:cNvPr>
              <p:cNvSpPr txBox="1"/>
              <p:nvPr/>
            </p:nvSpPr>
            <p:spPr>
              <a:xfrm>
                <a:off x="3169359" y="4557302"/>
                <a:ext cx="1183173" cy="910570"/>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5</m:t>
                          </m:r>
                        </m:num>
                        <m:den>
                          <m:r>
                            <a:rPr lang="en-IN" sz="2800" i="1">
                              <a:solidFill>
                                <a:srgbClr val="002060"/>
                              </a:solidFill>
                              <a:latin typeface="Cambria Math" panose="02040503050406030204" pitchFamily="18" charset="0"/>
                            </a:rPr>
                            <m:t> 10 </m:t>
                          </m:r>
                        </m:den>
                      </m:f>
                    </m:oMath>
                  </m:oMathPara>
                </a14:m>
                <a:endParaRPr lang="en-IN" sz="2800" dirty="0">
                  <a:solidFill>
                    <a:srgbClr val="002060"/>
                  </a:solidFill>
                  <a:latin typeface="Cambria Math" panose="02040503050406030204" pitchFamily="18" charset="0"/>
                </a:endParaRPr>
              </a:p>
            </p:txBody>
          </p:sp>
        </mc:Choice>
        <mc:Fallback xmlns="">
          <p:sp>
            <p:nvSpPr>
              <p:cNvPr id="52" name="TextBox 51">
                <a:extLst>
                  <a:ext uri="{FF2B5EF4-FFF2-40B4-BE49-F238E27FC236}">
                    <a16:creationId xmlns:a16="http://schemas.microsoft.com/office/drawing/2014/main" id="{B9BEB3C6-54B7-4A51-8B17-E10F072CEEDA}"/>
                  </a:ext>
                </a:extLst>
              </p:cNvPr>
              <p:cNvSpPr txBox="1">
                <a:spLocks noRot="1" noChangeAspect="1" noMove="1" noResize="1" noEditPoints="1" noAdjustHandles="1" noChangeArrowheads="1" noChangeShapeType="1" noTextEdit="1"/>
              </p:cNvSpPr>
              <p:nvPr/>
            </p:nvSpPr>
            <p:spPr>
              <a:xfrm>
                <a:off x="3169359" y="4557302"/>
                <a:ext cx="1183173" cy="910570"/>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19CB4F29-C587-4A53-8974-35B91E050EFD}"/>
                  </a:ext>
                </a:extLst>
              </p:cNvPr>
              <p:cNvSpPr txBox="1"/>
              <p:nvPr/>
            </p:nvSpPr>
            <p:spPr>
              <a:xfrm>
                <a:off x="8957465" y="4557302"/>
                <a:ext cx="1183173" cy="910570"/>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4</m:t>
                          </m:r>
                        </m:num>
                        <m:den>
                          <m:r>
                            <a:rPr lang="en-IN" sz="2800" i="1">
                              <a:solidFill>
                                <a:srgbClr val="002060"/>
                              </a:solidFill>
                              <a:latin typeface="Cambria Math" panose="02040503050406030204" pitchFamily="18" charset="0"/>
                            </a:rPr>
                            <m:t> 10 </m:t>
                          </m:r>
                        </m:den>
                      </m:f>
                    </m:oMath>
                  </m:oMathPara>
                </a14:m>
                <a:endParaRPr lang="en-IN" sz="2800" dirty="0">
                  <a:solidFill>
                    <a:srgbClr val="002060"/>
                  </a:solidFill>
                  <a:latin typeface="Cambria Math" panose="02040503050406030204" pitchFamily="18" charset="0"/>
                </a:endParaRPr>
              </a:p>
            </p:txBody>
          </p:sp>
        </mc:Choice>
        <mc:Fallback xmlns="">
          <p:sp>
            <p:nvSpPr>
              <p:cNvPr id="53" name="TextBox 52">
                <a:extLst>
                  <a:ext uri="{FF2B5EF4-FFF2-40B4-BE49-F238E27FC236}">
                    <a16:creationId xmlns:a16="http://schemas.microsoft.com/office/drawing/2014/main" id="{19CB4F29-C587-4A53-8974-35B91E050EFD}"/>
                  </a:ext>
                </a:extLst>
              </p:cNvPr>
              <p:cNvSpPr txBox="1">
                <a:spLocks noRot="1" noChangeAspect="1" noMove="1" noResize="1" noEditPoints="1" noAdjustHandles="1" noChangeArrowheads="1" noChangeShapeType="1" noTextEdit="1"/>
              </p:cNvSpPr>
              <p:nvPr/>
            </p:nvSpPr>
            <p:spPr>
              <a:xfrm>
                <a:off x="8957465" y="4557302"/>
                <a:ext cx="1183173" cy="910570"/>
              </a:xfrm>
              <a:prstGeom prst="rect">
                <a:avLst/>
              </a:prstGeom>
              <a:blipFill>
                <a:blip r:embed="rId3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062F7E90-FE60-4D8E-BCE3-CC2F9213F08A}"/>
                  </a:ext>
                </a:extLst>
              </p:cNvPr>
              <p:cNvSpPr txBox="1"/>
              <p:nvPr/>
            </p:nvSpPr>
            <p:spPr>
              <a:xfrm>
                <a:off x="10442612" y="2878963"/>
                <a:ext cx="887916" cy="461665"/>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m:rPr>
                          <m:sty m:val="p"/>
                        </m:rPr>
                        <a:rPr lang="en-IN" sz="2300" b="0" i="0" smtClean="0">
                          <a:solidFill>
                            <a:srgbClr val="002060"/>
                          </a:solidFill>
                          <a:latin typeface="Cambria Math" panose="02040503050406030204" pitchFamily="18" charset="0"/>
                        </a:rPr>
                        <m:t>P</m:t>
                      </m:r>
                      <m:d>
                        <m:dPr>
                          <m:ctrlPr>
                            <a:rPr lang="en-IN" sz="2300" b="0" i="1" smtClean="0">
                              <a:solidFill>
                                <a:srgbClr val="002060"/>
                              </a:solidFill>
                              <a:latin typeface="Cambria Math" panose="02040503050406030204" pitchFamily="18" charset="0"/>
                            </a:rPr>
                          </m:ctrlPr>
                        </m:dPr>
                        <m:e>
                          <m:sSub>
                            <m:sSubPr>
                              <m:ctrlPr>
                                <a:rPr lang="en-IN" sz="2300" b="0" i="1" smtClean="0">
                                  <a:solidFill>
                                    <a:srgbClr val="002060"/>
                                  </a:solidFill>
                                  <a:latin typeface="Cambria Math" panose="02040503050406030204" pitchFamily="18" charset="0"/>
                                </a:rPr>
                              </m:ctrlPr>
                            </m:sSubPr>
                            <m:e>
                              <m:r>
                                <m:rPr>
                                  <m:sty m:val="p"/>
                                </m:rPr>
                                <a:rPr lang="en-IN" sz="2300" b="0" i="0" smtClean="0">
                                  <a:solidFill>
                                    <a:srgbClr val="002060"/>
                                  </a:solidFill>
                                  <a:latin typeface="Cambria Math" panose="02040503050406030204" pitchFamily="18" charset="0"/>
                                </a:rPr>
                                <m:t>A</m:t>
                              </m:r>
                            </m:e>
                            <m:sub>
                              <m:r>
                                <a:rPr lang="en-IN" sz="2300" b="0" i="1" smtClean="0">
                                  <a:solidFill>
                                    <a:srgbClr val="002060"/>
                                  </a:solidFill>
                                  <a:latin typeface="Cambria Math" panose="02040503050406030204" pitchFamily="18" charset="0"/>
                                </a:rPr>
                                <m:t>1</m:t>
                              </m:r>
                            </m:sub>
                          </m:sSub>
                        </m:e>
                      </m:d>
                    </m:oMath>
                  </m:oMathPara>
                </a14:m>
                <a:endParaRPr lang="en-IN" sz="2300" dirty="0">
                  <a:solidFill>
                    <a:srgbClr val="002060"/>
                  </a:solidFill>
                  <a:latin typeface="Cambria Math" panose="02040503050406030204" pitchFamily="18" charset="0"/>
                </a:endParaRPr>
              </a:p>
            </p:txBody>
          </p:sp>
        </mc:Choice>
        <mc:Fallback xmlns="">
          <p:sp>
            <p:nvSpPr>
              <p:cNvPr id="54" name="TextBox 53">
                <a:extLst>
                  <a:ext uri="{FF2B5EF4-FFF2-40B4-BE49-F238E27FC236}">
                    <a16:creationId xmlns:a16="http://schemas.microsoft.com/office/drawing/2014/main" id="{062F7E90-FE60-4D8E-BCE3-CC2F9213F08A}"/>
                  </a:ext>
                </a:extLst>
              </p:cNvPr>
              <p:cNvSpPr txBox="1">
                <a:spLocks noRot="1" noChangeAspect="1" noMove="1" noResize="1" noEditPoints="1" noAdjustHandles="1" noChangeArrowheads="1" noChangeShapeType="1" noTextEdit="1"/>
              </p:cNvSpPr>
              <p:nvPr/>
            </p:nvSpPr>
            <p:spPr>
              <a:xfrm>
                <a:off x="10442612" y="2878963"/>
                <a:ext cx="887916" cy="461665"/>
              </a:xfrm>
              <a:prstGeom prst="rect">
                <a:avLst/>
              </a:prstGeom>
              <a:blipFill>
                <a:blip r:embed="rId31"/>
                <a:stretch>
                  <a:fillRect l="-68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38E673C6-4A63-49CF-863B-A45AABE084A3}"/>
                  </a:ext>
                </a:extLst>
              </p:cNvPr>
              <p:cNvSpPr txBox="1"/>
              <p:nvPr/>
            </p:nvSpPr>
            <p:spPr>
              <a:xfrm>
                <a:off x="10442612" y="3806471"/>
                <a:ext cx="887916" cy="461665"/>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m:rPr>
                          <m:sty m:val="p"/>
                        </m:rPr>
                        <a:rPr lang="en-IN" sz="2300" b="0" i="0" smtClean="0">
                          <a:solidFill>
                            <a:srgbClr val="002060"/>
                          </a:solidFill>
                          <a:latin typeface="Cambria Math" panose="02040503050406030204" pitchFamily="18" charset="0"/>
                        </a:rPr>
                        <m:t>P</m:t>
                      </m:r>
                      <m:d>
                        <m:dPr>
                          <m:ctrlPr>
                            <a:rPr lang="en-IN" sz="2300" b="0" i="1" smtClean="0">
                              <a:solidFill>
                                <a:srgbClr val="002060"/>
                              </a:solidFill>
                              <a:latin typeface="Cambria Math" panose="02040503050406030204" pitchFamily="18" charset="0"/>
                            </a:rPr>
                          </m:ctrlPr>
                        </m:dPr>
                        <m:e>
                          <m:sSub>
                            <m:sSubPr>
                              <m:ctrlPr>
                                <a:rPr lang="en-IN" sz="2300" b="0" i="1" smtClean="0">
                                  <a:solidFill>
                                    <a:srgbClr val="002060"/>
                                  </a:solidFill>
                                  <a:latin typeface="Cambria Math" panose="02040503050406030204" pitchFamily="18" charset="0"/>
                                </a:rPr>
                              </m:ctrlPr>
                            </m:sSubPr>
                            <m:e>
                              <m:r>
                                <m:rPr>
                                  <m:sty m:val="p"/>
                                </m:rPr>
                                <a:rPr lang="en-IN" sz="2300" b="0" i="0" smtClean="0">
                                  <a:solidFill>
                                    <a:srgbClr val="002060"/>
                                  </a:solidFill>
                                  <a:latin typeface="Cambria Math" panose="02040503050406030204" pitchFamily="18" charset="0"/>
                                </a:rPr>
                                <m:t>A</m:t>
                              </m:r>
                            </m:e>
                            <m:sub>
                              <m:r>
                                <a:rPr lang="en-IN" sz="2300" b="0" i="1" smtClean="0">
                                  <a:solidFill>
                                    <a:srgbClr val="002060"/>
                                  </a:solidFill>
                                  <a:latin typeface="Cambria Math" panose="02040503050406030204" pitchFamily="18" charset="0"/>
                                </a:rPr>
                                <m:t>2</m:t>
                              </m:r>
                            </m:sub>
                          </m:sSub>
                        </m:e>
                      </m:d>
                    </m:oMath>
                  </m:oMathPara>
                </a14:m>
                <a:endParaRPr lang="en-IN" sz="2300" dirty="0">
                  <a:solidFill>
                    <a:srgbClr val="002060"/>
                  </a:solidFill>
                  <a:latin typeface="Cambria Math" panose="02040503050406030204" pitchFamily="18" charset="0"/>
                </a:endParaRPr>
              </a:p>
            </p:txBody>
          </p:sp>
        </mc:Choice>
        <mc:Fallback xmlns="">
          <p:sp>
            <p:nvSpPr>
              <p:cNvPr id="55" name="TextBox 54">
                <a:extLst>
                  <a:ext uri="{FF2B5EF4-FFF2-40B4-BE49-F238E27FC236}">
                    <a16:creationId xmlns:a16="http://schemas.microsoft.com/office/drawing/2014/main" id="{38E673C6-4A63-49CF-863B-A45AABE084A3}"/>
                  </a:ext>
                </a:extLst>
              </p:cNvPr>
              <p:cNvSpPr txBox="1">
                <a:spLocks noRot="1" noChangeAspect="1" noMove="1" noResize="1" noEditPoints="1" noAdjustHandles="1" noChangeArrowheads="1" noChangeShapeType="1" noTextEdit="1"/>
              </p:cNvSpPr>
              <p:nvPr/>
            </p:nvSpPr>
            <p:spPr>
              <a:xfrm>
                <a:off x="10442612" y="3806471"/>
                <a:ext cx="887916" cy="461665"/>
              </a:xfrm>
              <a:prstGeom prst="rect">
                <a:avLst/>
              </a:prstGeom>
              <a:blipFill>
                <a:blip r:embed="rId32"/>
                <a:stretch>
                  <a:fillRect l="-68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9C4F1C04-690C-4DF1-9FFD-2BDF7D18D828}"/>
                  </a:ext>
                </a:extLst>
              </p:cNvPr>
              <p:cNvSpPr txBox="1"/>
              <p:nvPr/>
            </p:nvSpPr>
            <p:spPr>
              <a:xfrm>
                <a:off x="11107566" y="2712956"/>
                <a:ext cx="1063150" cy="793679"/>
              </a:xfrm>
              <a:prstGeom prst="rect">
                <a:avLst/>
              </a:prstGeom>
              <a:noFill/>
            </p:spPr>
            <p:txBody>
              <a:bodyPr wrap="square" rtlCol="0">
                <a:spAutoFit/>
              </a:bodyPr>
              <a:lstStyle/>
              <a:p>
                <a:pPr algn="r"/>
                <a14:m>
                  <m:oMathPara xmlns:m="http://schemas.openxmlformats.org/officeDocument/2006/math">
                    <m:oMathParaPr>
                      <m:jc m:val="right"/>
                    </m:oMathParaPr>
                    <m:oMath xmlns:m="http://schemas.openxmlformats.org/officeDocument/2006/math">
                      <m:r>
                        <a:rPr lang="en-US" sz="2300" i="0" smtClean="0">
                          <a:solidFill>
                            <a:srgbClr val="002060"/>
                          </a:solidFill>
                          <a:latin typeface="Cambria Math" panose="02040503050406030204" pitchFamily="18" charset="0"/>
                        </a:rPr>
                        <m:t>=</m:t>
                      </m:r>
                      <m:f>
                        <m:fPr>
                          <m:ctrlPr>
                            <a:rPr lang="en-IN" sz="2300" b="0" i="1" smtClean="0">
                              <a:solidFill>
                                <a:srgbClr val="002060"/>
                              </a:solidFill>
                              <a:latin typeface="Cambria Math" panose="02040503050406030204" pitchFamily="18" charset="0"/>
                            </a:rPr>
                          </m:ctrlPr>
                        </m:fPr>
                        <m:num>
                          <m:r>
                            <a:rPr lang="en-IN" sz="2300" i="1" smtClean="0">
                              <a:solidFill>
                                <a:srgbClr val="002060"/>
                              </a:solidFill>
                              <a:latin typeface="Cambria Math" panose="02040503050406030204" pitchFamily="18" charset="0"/>
                            </a:rPr>
                            <m:t>1</m:t>
                          </m:r>
                          <m:r>
                            <a:rPr lang="en-IN" sz="2300" b="0" i="1" smtClean="0">
                              <a:solidFill>
                                <a:srgbClr val="002060"/>
                              </a:solidFill>
                              <a:latin typeface="Cambria Math" panose="02040503050406030204" pitchFamily="18" charset="0"/>
                            </a:rPr>
                            <m:t>5</m:t>
                          </m:r>
                        </m:num>
                        <m:den>
                          <m:r>
                            <a:rPr lang="en-IN" sz="2300" b="0" i="1" smtClean="0">
                              <a:solidFill>
                                <a:srgbClr val="002060"/>
                              </a:solidFill>
                              <a:latin typeface="Cambria Math" panose="02040503050406030204" pitchFamily="18" charset="0"/>
                            </a:rPr>
                            <m:t> 26 </m:t>
                          </m:r>
                        </m:den>
                      </m:f>
                    </m:oMath>
                  </m:oMathPara>
                </a14:m>
                <a:endParaRPr lang="en-IN" sz="2300" dirty="0">
                  <a:solidFill>
                    <a:srgbClr val="002060"/>
                  </a:solidFill>
                  <a:latin typeface="Cambria Math" panose="02040503050406030204" pitchFamily="18" charset="0"/>
                </a:endParaRPr>
              </a:p>
            </p:txBody>
          </p:sp>
        </mc:Choice>
        <mc:Fallback xmlns="">
          <p:sp>
            <p:nvSpPr>
              <p:cNvPr id="56" name="TextBox 55">
                <a:extLst>
                  <a:ext uri="{FF2B5EF4-FFF2-40B4-BE49-F238E27FC236}">
                    <a16:creationId xmlns:a16="http://schemas.microsoft.com/office/drawing/2014/main" id="{9C4F1C04-690C-4DF1-9FFD-2BDF7D18D828}"/>
                  </a:ext>
                </a:extLst>
              </p:cNvPr>
              <p:cNvSpPr txBox="1">
                <a:spLocks noRot="1" noChangeAspect="1" noMove="1" noResize="1" noEditPoints="1" noAdjustHandles="1" noChangeArrowheads="1" noChangeShapeType="1" noTextEdit="1"/>
              </p:cNvSpPr>
              <p:nvPr/>
            </p:nvSpPr>
            <p:spPr>
              <a:xfrm>
                <a:off x="11107566" y="2712956"/>
                <a:ext cx="1063150" cy="793679"/>
              </a:xfrm>
              <a:prstGeom prst="rect">
                <a:avLst/>
              </a:prstGeom>
              <a:blipFill>
                <a:blip r:embed="rId3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E2165C3A-0569-4518-A73F-2384240FA799}"/>
                  </a:ext>
                </a:extLst>
              </p:cNvPr>
              <p:cNvSpPr txBox="1"/>
              <p:nvPr/>
            </p:nvSpPr>
            <p:spPr>
              <a:xfrm>
                <a:off x="10415939" y="4695604"/>
                <a:ext cx="887916" cy="461665"/>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m:rPr>
                          <m:sty m:val="p"/>
                        </m:rPr>
                        <a:rPr lang="en-IN" sz="2300" b="0" i="0" smtClean="0">
                          <a:solidFill>
                            <a:srgbClr val="002060"/>
                          </a:solidFill>
                          <a:latin typeface="Cambria Math" panose="02040503050406030204" pitchFamily="18" charset="0"/>
                        </a:rPr>
                        <m:t>P</m:t>
                      </m:r>
                      <m:d>
                        <m:dPr>
                          <m:ctrlPr>
                            <a:rPr lang="en-IN" sz="2300" b="0" i="1" smtClean="0">
                              <a:solidFill>
                                <a:srgbClr val="002060"/>
                              </a:solidFill>
                              <a:latin typeface="Cambria Math" panose="02040503050406030204" pitchFamily="18" charset="0"/>
                            </a:rPr>
                          </m:ctrlPr>
                        </m:dPr>
                        <m:e>
                          <m:sSub>
                            <m:sSubPr>
                              <m:ctrlPr>
                                <a:rPr lang="en-IN" sz="2300" b="0" i="1" smtClean="0">
                                  <a:solidFill>
                                    <a:srgbClr val="002060"/>
                                  </a:solidFill>
                                  <a:latin typeface="Cambria Math" panose="02040503050406030204" pitchFamily="18" charset="0"/>
                                </a:rPr>
                              </m:ctrlPr>
                            </m:sSubPr>
                            <m:e>
                              <m:r>
                                <m:rPr>
                                  <m:sty m:val="p"/>
                                </m:rPr>
                                <a:rPr lang="en-IN" sz="2300" b="0" i="0" smtClean="0">
                                  <a:solidFill>
                                    <a:srgbClr val="002060"/>
                                  </a:solidFill>
                                  <a:latin typeface="Cambria Math" panose="02040503050406030204" pitchFamily="18" charset="0"/>
                                </a:rPr>
                                <m:t>A</m:t>
                              </m:r>
                            </m:e>
                            <m:sub>
                              <m:r>
                                <a:rPr lang="en-IN" sz="2300" b="0" i="1" smtClean="0">
                                  <a:solidFill>
                                    <a:srgbClr val="002060"/>
                                  </a:solidFill>
                                  <a:latin typeface="Cambria Math" panose="02040503050406030204" pitchFamily="18" charset="0"/>
                                </a:rPr>
                                <m:t>3</m:t>
                              </m:r>
                            </m:sub>
                          </m:sSub>
                        </m:e>
                      </m:d>
                    </m:oMath>
                  </m:oMathPara>
                </a14:m>
                <a:endParaRPr lang="en-IN" sz="2300" dirty="0">
                  <a:solidFill>
                    <a:srgbClr val="002060"/>
                  </a:solidFill>
                  <a:latin typeface="Cambria Math" panose="02040503050406030204" pitchFamily="18" charset="0"/>
                </a:endParaRPr>
              </a:p>
            </p:txBody>
          </p:sp>
        </mc:Choice>
        <mc:Fallback xmlns="">
          <p:sp>
            <p:nvSpPr>
              <p:cNvPr id="57" name="TextBox 56">
                <a:extLst>
                  <a:ext uri="{FF2B5EF4-FFF2-40B4-BE49-F238E27FC236}">
                    <a16:creationId xmlns:a16="http://schemas.microsoft.com/office/drawing/2014/main" id="{E2165C3A-0569-4518-A73F-2384240FA799}"/>
                  </a:ext>
                </a:extLst>
              </p:cNvPr>
              <p:cNvSpPr txBox="1">
                <a:spLocks noRot="1" noChangeAspect="1" noMove="1" noResize="1" noEditPoints="1" noAdjustHandles="1" noChangeArrowheads="1" noChangeShapeType="1" noTextEdit="1"/>
              </p:cNvSpPr>
              <p:nvPr/>
            </p:nvSpPr>
            <p:spPr>
              <a:xfrm>
                <a:off x="10415939" y="4695604"/>
                <a:ext cx="887916" cy="461665"/>
              </a:xfrm>
              <a:prstGeom prst="rect">
                <a:avLst/>
              </a:prstGeom>
              <a:blipFill>
                <a:blip r:embed="rId34"/>
                <a:stretch>
                  <a:fillRect l="-137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713CEA52-C786-4A38-9605-FAF71FB709EA}"/>
                  </a:ext>
                </a:extLst>
              </p:cNvPr>
              <p:cNvSpPr txBox="1"/>
              <p:nvPr/>
            </p:nvSpPr>
            <p:spPr>
              <a:xfrm>
                <a:off x="11107266" y="3644215"/>
                <a:ext cx="1063150" cy="786177"/>
              </a:xfrm>
              <a:prstGeom prst="rect">
                <a:avLst/>
              </a:prstGeom>
              <a:noFill/>
            </p:spPr>
            <p:txBody>
              <a:bodyPr wrap="square" rtlCol="0">
                <a:spAutoFit/>
              </a:bodyPr>
              <a:lstStyle/>
              <a:p>
                <a:pPr algn="r"/>
                <a14:m>
                  <m:oMathPara xmlns:m="http://schemas.openxmlformats.org/officeDocument/2006/math">
                    <m:oMathParaPr>
                      <m:jc m:val="right"/>
                    </m:oMathParaPr>
                    <m:oMath xmlns:m="http://schemas.openxmlformats.org/officeDocument/2006/math">
                      <m:r>
                        <a:rPr lang="en-US" sz="2300" i="0" smtClean="0">
                          <a:solidFill>
                            <a:srgbClr val="002060"/>
                          </a:solidFill>
                          <a:latin typeface="Cambria Math" panose="02040503050406030204" pitchFamily="18" charset="0"/>
                        </a:rPr>
                        <m:t>=</m:t>
                      </m:r>
                      <m:f>
                        <m:fPr>
                          <m:ctrlPr>
                            <a:rPr lang="en-IN" sz="2300" b="0" i="1" smtClean="0">
                              <a:solidFill>
                                <a:srgbClr val="002060"/>
                              </a:solidFill>
                              <a:latin typeface="Cambria Math" panose="02040503050406030204" pitchFamily="18" charset="0"/>
                            </a:rPr>
                          </m:ctrlPr>
                        </m:fPr>
                        <m:num>
                          <m:r>
                            <a:rPr lang="en-IN" sz="2300" i="1" smtClean="0">
                              <a:solidFill>
                                <a:srgbClr val="002060"/>
                              </a:solidFill>
                              <a:latin typeface="Cambria Math" panose="02040503050406030204" pitchFamily="18" charset="0"/>
                            </a:rPr>
                            <m:t>1</m:t>
                          </m:r>
                        </m:num>
                        <m:den>
                          <m:r>
                            <a:rPr lang="en-IN" sz="2300" b="0" i="1" smtClean="0">
                              <a:solidFill>
                                <a:srgbClr val="002060"/>
                              </a:solidFill>
                              <a:latin typeface="Cambria Math" panose="02040503050406030204" pitchFamily="18" charset="0"/>
                            </a:rPr>
                            <m:t> 26 </m:t>
                          </m:r>
                        </m:den>
                      </m:f>
                    </m:oMath>
                  </m:oMathPara>
                </a14:m>
                <a:endParaRPr lang="en-IN" sz="2300" dirty="0">
                  <a:solidFill>
                    <a:srgbClr val="002060"/>
                  </a:solidFill>
                  <a:latin typeface="Cambria Math" panose="02040503050406030204" pitchFamily="18" charset="0"/>
                </a:endParaRPr>
              </a:p>
            </p:txBody>
          </p:sp>
        </mc:Choice>
        <mc:Fallback xmlns="">
          <p:sp>
            <p:nvSpPr>
              <p:cNvPr id="58" name="TextBox 57">
                <a:extLst>
                  <a:ext uri="{FF2B5EF4-FFF2-40B4-BE49-F238E27FC236}">
                    <a16:creationId xmlns:a16="http://schemas.microsoft.com/office/drawing/2014/main" id="{713CEA52-C786-4A38-9605-FAF71FB709EA}"/>
                  </a:ext>
                </a:extLst>
              </p:cNvPr>
              <p:cNvSpPr txBox="1">
                <a:spLocks noRot="1" noChangeAspect="1" noMove="1" noResize="1" noEditPoints="1" noAdjustHandles="1" noChangeArrowheads="1" noChangeShapeType="1" noTextEdit="1"/>
              </p:cNvSpPr>
              <p:nvPr/>
            </p:nvSpPr>
            <p:spPr>
              <a:xfrm>
                <a:off x="11107266" y="3644215"/>
                <a:ext cx="1063150" cy="786177"/>
              </a:xfrm>
              <a:prstGeom prst="rect">
                <a:avLst/>
              </a:prstGeom>
              <a:blipFill>
                <a:blip r:embed="rId3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D313FD60-F492-4DE0-AD2B-226568604E19}"/>
                  </a:ext>
                </a:extLst>
              </p:cNvPr>
              <p:cNvSpPr txBox="1"/>
              <p:nvPr/>
            </p:nvSpPr>
            <p:spPr>
              <a:xfrm>
                <a:off x="11107266" y="4529597"/>
                <a:ext cx="1063150" cy="762260"/>
              </a:xfrm>
              <a:prstGeom prst="rect">
                <a:avLst/>
              </a:prstGeom>
              <a:noFill/>
            </p:spPr>
            <p:txBody>
              <a:bodyPr wrap="square" rtlCol="0">
                <a:spAutoFit/>
              </a:bodyPr>
              <a:lstStyle/>
              <a:p>
                <a:pPr algn="r"/>
                <a14:m>
                  <m:oMathPara xmlns:m="http://schemas.openxmlformats.org/officeDocument/2006/math">
                    <m:oMathParaPr>
                      <m:jc m:val="right"/>
                    </m:oMathParaPr>
                    <m:oMath xmlns:m="http://schemas.openxmlformats.org/officeDocument/2006/math">
                      <m:r>
                        <a:rPr lang="en-US" sz="2300" i="0" smtClean="0">
                          <a:solidFill>
                            <a:srgbClr val="002060"/>
                          </a:solidFill>
                          <a:latin typeface="Cambria Math" panose="02040503050406030204" pitchFamily="18" charset="0"/>
                        </a:rPr>
                        <m:t>=</m:t>
                      </m:r>
                      <m:f>
                        <m:fPr>
                          <m:ctrlPr>
                            <a:rPr lang="en-IN" sz="2300" b="0" i="1" smtClean="0">
                              <a:solidFill>
                                <a:srgbClr val="002060"/>
                              </a:solidFill>
                              <a:latin typeface="Cambria Math" panose="02040503050406030204" pitchFamily="18" charset="0"/>
                            </a:rPr>
                          </m:ctrlPr>
                        </m:fPr>
                        <m:num>
                          <m:r>
                            <a:rPr lang="en-IN" sz="2300" b="0" i="1" smtClean="0">
                              <a:solidFill>
                                <a:srgbClr val="002060"/>
                              </a:solidFill>
                              <a:latin typeface="Cambria Math" panose="02040503050406030204" pitchFamily="18" charset="0"/>
                            </a:rPr>
                            <m:t>5</m:t>
                          </m:r>
                        </m:num>
                        <m:den>
                          <m:r>
                            <a:rPr lang="en-IN" sz="2300" b="0" i="1" smtClean="0">
                              <a:solidFill>
                                <a:srgbClr val="002060"/>
                              </a:solidFill>
                              <a:latin typeface="Cambria Math" panose="02040503050406030204" pitchFamily="18" charset="0"/>
                            </a:rPr>
                            <m:t> 13 </m:t>
                          </m:r>
                        </m:den>
                      </m:f>
                    </m:oMath>
                  </m:oMathPara>
                </a14:m>
                <a:endParaRPr lang="en-IN" sz="2300" dirty="0">
                  <a:solidFill>
                    <a:srgbClr val="002060"/>
                  </a:solidFill>
                  <a:latin typeface="Cambria Math" panose="02040503050406030204" pitchFamily="18" charset="0"/>
                </a:endParaRPr>
              </a:p>
            </p:txBody>
          </p:sp>
        </mc:Choice>
        <mc:Fallback xmlns="">
          <p:sp>
            <p:nvSpPr>
              <p:cNvPr id="59" name="TextBox 58">
                <a:extLst>
                  <a:ext uri="{FF2B5EF4-FFF2-40B4-BE49-F238E27FC236}">
                    <a16:creationId xmlns:a16="http://schemas.microsoft.com/office/drawing/2014/main" id="{D313FD60-F492-4DE0-AD2B-226568604E19}"/>
                  </a:ext>
                </a:extLst>
              </p:cNvPr>
              <p:cNvSpPr txBox="1">
                <a:spLocks noRot="1" noChangeAspect="1" noMove="1" noResize="1" noEditPoints="1" noAdjustHandles="1" noChangeArrowheads="1" noChangeShapeType="1" noTextEdit="1"/>
              </p:cNvSpPr>
              <p:nvPr/>
            </p:nvSpPr>
            <p:spPr>
              <a:xfrm>
                <a:off x="11107266" y="4529597"/>
                <a:ext cx="1063150" cy="762260"/>
              </a:xfrm>
              <a:prstGeom prst="rect">
                <a:avLst/>
              </a:prstGeom>
              <a:blipFill>
                <a:blip r:embed="rId3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086CE412-5D34-4ECE-9B66-6F76D103531E}"/>
                  </a:ext>
                </a:extLst>
              </p:cNvPr>
              <p:cNvSpPr txBox="1"/>
              <p:nvPr/>
            </p:nvSpPr>
            <p:spPr>
              <a:xfrm>
                <a:off x="6140854" y="4557302"/>
                <a:ext cx="1183173" cy="910570"/>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3</m:t>
                          </m:r>
                        </m:num>
                        <m:den>
                          <m:r>
                            <a:rPr lang="en-IN" sz="2800" i="1">
                              <a:solidFill>
                                <a:srgbClr val="002060"/>
                              </a:solidFill>
                              <a:latin typeface="Cambria Math" panose="02040503050406030204" pitchFamily="18" charset="0"/>
                            </a:rPr>
                            <m:t> 10 </m:t>
                          </m:r>
                        </m:den>
                      </m:f>
                    </m:oMath>
                  </m:oMathPara>
                </a14:m>
                <a:endParaRPr lang="en-IN" sz="2800" dirty="0">
                  <a:solidFill>
                    <a:srgbClr val="002060"/>
                  </a:solidFill>
                  <a:latin typeface="Cambria Math" panose="02040503050406030204" pitchFamily="18" charset="0"/>
                </a:endParaRPr>
              </a:p>
            </p:txBody>
          </p:sp>
        </mc:Choice>
        <mc:Fallback xmlns="">
          <p:sp>
            <p:nvSpPr>
              <p:cNvPr id="60" name="TextBox 59">
                <a:extLst>
                  <a:ext uri="{FF2B5EF4-FFF2-40B4-BE49-F238E27FC236}">
                    <a16:creationId xmlns:a16="http://schemas.microsoft.com/office/drawing/2014/main" id="{086CE412-5D34-4ECE-9B66-6F76D103531E}"/>
                  </a:ext>
                </a:extLst>
              </p:cNvPr>
              <p:cNvSpPr txBox="1">
                <a:spLocks noRot="1" noChangeAspect="1" noMove="1" noResize="1" noEditPoints="1" noAdjustHandles="1" noChangeArrowheads="1" noChangeShapeType="1" noTextEdit="1"/>
              </p:cNvSpPr>
              <p:nvPr/>
            </p:nvSpPr>
            <p:spPr>
              <a:xfrm>
                <a:off x="6140854" y="4557302"/>
                <a:ext cx="1183173" cy="910570"/>
              </a:xfrm>
              <a:prstGeom prst="rect">
                <a:avLst/>
              </a:prstGeom>
              <a:blipFill>
                <a:blip r:embed="rId3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9852795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wipe(left)">
                                      <p:cBhvr>
                                        <p:cTn id="31" dur="500"/>
                                        <p:tgtEl>
                                          <p:spTgt spid="29"/>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5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33"/>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8"/>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6"/>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50"/>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31"/>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35"/>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36"/>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wipe(left)">
                                      <p:cBhvr>
                                        <p:cTn id="72" dur="500"/>
                                        <p:tgtEl>
                                          <p:spTgt spid="37"/>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6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7"/>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51"/>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39"/>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4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41"/>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nodeType="clickEffect">
                                  <p:stCondLst>
                                    <p:cond delay="0"/>
                                  </p:stCondLst>
                                  <p:childTnLst>
                                    <p:set>
                                      <p:cBhvr>
                                        <p:cTn id="108" dur="1" fill="hold">
                                          <p:stCondLst>
                                            <p:cond delay="0"/>
                                          </p:stCondLst>
                                        </p:cTn>
                                        <p:tgtEl>
                                          <p:spTgt spid="42"/>
                                        </p:tgtEl>
                                        <p:attrNameLst>
                                          <p:attrName>style.visibility</p:attrName>
                                        </p:attrNameLst>
                                      </p:cBhvr>
                                      <p:to>
                                        <p:strVal val="visible"/>
                                      </p:to>
                                    </p:set>
                                    <p:animEffect transition="in" filter="wipe(left)">
                                      <p:cBhvr>
                                        <p:cTn id="109" dur="500"/>
                                        <p:tgtEl>
                                          <p:spTgt spid="42"/>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43"/>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grpId="0" nodeType="clickEffect">
                                  <p:stCondLst>
                                    <p:cond delay="0"/>
                                  </p:stCondLst>
                                  <p:childTnLst>
                                    <p:set>
                                      <p:cBhvr>
                                        <p:cTn id="117" dur="1" fill="hold">
                                          <p:stCondLst>
                                            <p:cond delay="0"/>
                                          </p:stCondLst>
                                        </p:cTn>
                                        <p:tgtEl>
                                          <p:spTgt spid="53"/>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grpId="0" nodeType="clickEffect">
                                  <p:stCondLst>
                                    <p:cond delay="0"/>
                                  </p:stCondLst>
                                  <p:childTnLst>
                                    <p:set>
                                      <p:cBhvr>
                                        <p:cTn id="121"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27" grpId="0"/>
      <p:bldP spid="28" grpId="0"/>
      <p:bldP spid="32" grpId="0"/>
      <p:bldP spid="33" grpId="0"/>
      <p:bldP spid="34" grpId="0"/>
      <p:bldP spid="23" grpId="0"/>
      <p:bldP spid="24" grpId="0"/>
      <p:bldP spid="26" grpId="0"/>
      <p:bldP spid="30" grpId="0"/>
      <p:bldP spid="31" grpId="0"/>
      <p:bldP spid="35" grpId="0"/>
      <p:bldP spid="36" grpId="0"/>
      <p:bldP spid="38" grpId="0"/>
      <p:bldP spid="39" grpId="0"/>
      <p:bldP spid="40" grpId="0"/>
      <p:bldP spid="41" grpId="0"/>
      <p:bldP spid="43" grpId="0"/>
      <p:bldP spid="49" grpId="0"/>
      <p:bldP spid="50" grpId="0"/>
      <p:bldP spid="51" grpId="0"/>
      <p:bldP spid="52" grpId="0"/>
      <p:bldP spid="53" grpId="0"/>
      <p:bldP spid="60"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2 (Continue)</a:t>
            </a:r>
            <a:endParaRPr lang="en-US"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C7D64DC-A061-4206-8363-D85C3126734A}"/>
                  </a:ext>
                </a:extLst>
              </p:cNvPr>
              <p:cNvSpPr txBox="1"/>
              <p:nvPr/>
            </p:nvSpPr>
            <p:spPr>
              <a:xfrm>
                <a:off x="2414686" y="3615847"/>
                <a:ext cx="903708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A</m:t>
                              </m:r>
                            </m:e>
                            <m:sub>
                              <m:r>
                                <a:rPr lang="en-IN" sz="2800" b="0" i="0">
                                  <a:solidFill>
                                    <a:srgbClr val="002060"/>
                                  </a:solidFill>
                                  <a:latin typeface="Cambria Math" panose="02040503050406030204" pitchFamily="18" charset="0"/>
                                </a:rPr>
                                <m:t>1</m:t>
                              </m:r>
                            </m:sub>
                          </m:sSub>
                        </m:e>
                      </m:d>
                      <m:r>
                        <a:rPr lang="en-IN" sz="2800" b="0" i="0">
                          <a:solidFill>
                            <a:srgbClr val="002060"/>
                          </a:solidFill>
                          <a:latin typeface="Cambria Math" panose="02040503050406030204" pitchFamily="18" charset="0"/>
                        </a:rPr>
                        <m:t>⋅</m:t>
                      </m:r>
                      <m:r>
                        <m:rPr>
                          <m:sty m:val="p"/>
                        </m:rPr>
                        <a:rPr lang="en-IN"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a:solidFill>
                                <a:srgbClr val="002060"/>
                              </a:solidFill>
                              <a:latin typeface="Cambria Math" panose="02040503050406030204" pitchFamily="18" charset="0"/>
                            </a:rPr>
                            <m:t>B</m:t>
                          </m:r>
                          <m:r>
                            <a:rPr lang="en-IN" sz="2800" b="0" i="0">
                              <a:solidFill>
                                <a:srgbClr val="002060"/>
                              </a:solidFill>
                              <a:latin typeface="Cambria Math" panose="02040503050406030204" pitchFamily="18" charset="0"/>
                            </a:rPr>
                            <m:t> </m:t>
                          </m:r>
                        </m:e>
                        <m:e>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A</m:t>
                              </m:r>
                            </m:e>
                            <m:sub>
                              <m:r>
                                <a:rPr lang="en-IN" sz="2800" b="0" i="0">
                                  <a:solidFill>
                                    <a:srgbClr val="002060"/>
                                  </a:solidFill>
                                  <a:latin typeface="Cambria Math" panose="02040503050406030204" pitchFamily="18" charset="0"/>
                                </a:rPr>
                                <m:t>1</m:t>
                              </m:r>
                            </m:sub>
                          </m:sSub>
                        </m:e>
                      </m:d>
                      <m:r>
                        <a:rPr lang="en-IN" sz="2800" b="0" i="0">
                          <a:solidFill>
                            <a:srgbClr val="002060"/>
                          </a:solidFill>
                          <a:latin typeface="Cambria Math" panose="02040503050406030204" pitchFamily="18" charset="0"/>
                        </a:rPr>
                        <m:t> + </m:t>
                      </m:r>
                      <m:r>
                        <m:rPr>
                          <m:sty m:val="p"/>
                        </m:rPr>
                        <a:rPr lang="en-IN"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A</m:t>
                              </m:r>
                            </m:e>
                            <m:sub>
                              <m:r>
                                <a:rPr lang="en-IN" sz="2800" b="0" i="0">
                                  <a:solidFill>
                                    <a:srgbClr val="002060"/>
                                  </a:solidFill>
                                  <a:latin typeface="Cambria Math" panose="02040503050406030204" pitchFamily="18" charset="0"/>
                                </a:rPr>
                                <m:t>2</m:t>
                              </m:r>
                            </m:sub>
                          </m:sSub>
                        </m:e>
                      </m:d>
                      <m:r>
                        <a:rPr lang="en-IN" sz="2800" b="0" i="0">
                          <a:solidFill>
                            <a:srgbClr val="002060"/>
                          </a:solidFill>
                          <a:latin typeface="Cambria Math" panose="02040503050406030204" pitchFamily="18" charset="0"/>
                        </a:rPr>
                        <m:t>⋅</m:t>
                      </m:r>
                      <m:r>
                        <m:rPr>
                          <m:sty m:val="p"/>
                        </m:rPr>
                        <a:rPr lang="en-IN"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a:solidFill>
                                <a:srgbClr val="002060"/>
                              </a:solidFill>
                              <a:latin typeface="Cambria Math" panose="02040503050406030204" pitchFamily="18" charset="0"/>
                            </a:rPr>
                            <m:t>B</m:t>
                          </m:r>
                          <m:r>
                            <a:rPr lang="en-IN" sz="2800" b="0" i="0">
                              <a:solidFill>
                                <a:srgbClr val="002060"/>
                              </a:solidFill>
                              <a:latin typeface="Cambria Math" panose="02040503050406030204" pitchFamily="18" charset="0"/>
                            </a:rPr>
                            <m:t> </m:t>
                          </m:r>
                        </m:e>
                        <m:e>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A</m:t>
                              </m:r>
                            </m:e>
                            <m:sub>
                              <m:r>
                                <a:rPr lang="en-IN" sz="2800" b="0" i="0">
                                  <a:solidFill>
                                    <a:srgbClr val="002060"/>
                                  </a:solidFill>
                                  <a:latin typeface="Cambria Math" panose="02040503050406030204" pitchFamily="18" charset="0"/>
                                </a:rPr>
                                <m:t>2</m:t>
                              </m:r>
                            </m:sub>
                          </m:sSub>
                        </m:e>
                      </m:d>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3</m:t>
                              </m:r>
                            </m:sub>
                          </m:sSub>
                        </m:e>
                      </m:d>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a:solidFill>
                                <a:srgbClr val="002060"/>
                              </a:solidFill>
                              <a:latin typeface="Cambria Math" panose="02040503050406030204" pitchFamily="18" charset="0"/>
                            </a:rPr>
                            <m:t> </m:t>
                          </m:r>
                        </m:e>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3</m:t>
                              </m:r>
                            </m:sub>
                          </m:sSub>
                        </m:e>
                      </m:d>
                    </m:oMath>
                  </m:oMathPara>
                </a14:m>
                <a:endParaRPr lang="en-IN" sz="2800" dirty="0">
                  <a:solidFill>
                    <a:srgbClr val="002060"/>
                  </a:solidFill>
                </a:endParaRPr>
              </a:p>
            </p:txBody>
          </p:sp>
        </mc:Choice>
        <mc:Fallback xmlns="">
          <p:sp>
            <p:nvSpPr>
              <p:cNvPr id="23" name="TextBox 22">
                <a:extLst>
                  <a:ext uri="{FF2B5EF4-FFF2-40B4-BE49-F238E27FC236}">
                    <a16:creationId xmlns:a16="http://schemas.microsoft.com/office/drawing/2014/main" id="{6C7D64DC-A061-4206-8363-D85C3126734A}"/>
                  </a:ext>
                </a:extLst>
              </p:cNvPr>
              <p:cNvSpPr txBox="1">
                <a:spLocks noRot="1" noChangeAspect="1" noMove="1" noResize="1" noEditPoints="1" noAdjustHandles="1" noChangeArrowheads="1" noChangeShapeType="1" noTextEdit="1"/>
              </p:cNvSpPr>
              <p:nvPr/>
            </p:nvSpPr>
            <p:spPr>
              <a:xfrm>
                <a:off x="2414686" y="3615847"/>
                <a:ext cx="9037085"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4C08BB0-FB33-410F-9F82-C6BC953A4922}"/>
                  </a:ext>
                </a:extLst>
              </p:cNvPr>
              <p:cNvSpPr txBox="1"/>
              <p:nvPr/>
            </p:nvSpPr>
            <p:spPr>
              <a:xfrm>
                <a:off x="2414689" y="4445798"/>
                <a:ext cx="7967562" cy="106048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15</m:t>
                              </m:r>
                            </m:num>
                            <m:den>
                              <m:r>
                                <a:rPr lang="en-IN" sz="2800" i="1">
                                  <a:solidFill>
                                    <a:srgbClr val="002060"/>
                                  </a:solidFill>
                                  <a:latin typeface="Cambria Math" panose="02040503050406030204" pitchFamily="18" charset="0"/>
                                </a:rPr>
                                <m:t> 26 </m:t>
                              </m:r>
                            </m:den>
                          </m:f>
                        </m:e>
                      </m:d>
                      <m:r>
                        <a:rPr lang="en-IN" sz="2800" b="0" i="0">
                          <a:solidFill>
                            <a:srgbClr val="002060"/>
                          </a:solidFill>
                          <a:latin typeface="Cambria Math" panose="02040503050406030204" pitchFamily="18" charset="0"/>
                        </a:rPr>
                        <m:t>⋅</m:t>
                      </m:r>
                      <m:d>
                        <m:dPr>
                          <m:ctrlPr>
                            <a:rPr lang="en-IN" sz="2800" b="0" i="1" smtClean="0">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1</m:t>
                              </m:r>
                            </m:num>
                            <m:den>
                              <m:r>
                                <a:rPr lang="en-IN" sz="2800" i="1">
                                  <a:solidFill>
                                    <a:srgbClr val="002060"/>
                                  </a:solidFill>
                                  <a:latin typeface="Cambria Math" panose="02040503050406030204" pitchFamily="18" charset="0"/>
                                </a:rPr>
                                <m:t> 2 </m:t>
                              </m:r>
                            </m:den>
                          </m:f>
                        </m:e>
                      </m:d>
                      <m:r>
                        <a:rPr lang="en-IN" sz="2800" b="0" i="0">
                          <a:solidFill>
                            <a:srgbClr val="002060"/>
                          </a:solidFill>
                          <a:latin typeface="Cambria Math" panose="02040503050406030204" pitchFamily="18" charset="0"/>
                        </a:rPr>
                        <m:t> + </m:t>
                      </m:r>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1</m:t>
                              </m:r>
                            </m:num>
                            <m:den>
                              <m:r>
                                <a:rPr lang="en-IN" sz="2800" i="1">
                                  <a:solidFill>
                                    <a:srgbClr val="002060"/>
                                  </a:solidFill>
                                  <a:latin typeface="Cambria Math" panose="02040503050406030204" pitchFamily="18" charset="0"/>
                                </a:rPr>
                                <m:t> 26 </m:t>
                              </m:r>
                            </m:den>
                          </m:f>
                        </m:e>
                      </m:d>
                      <m:r>
                        <a:rPr lang="en-IN" sz="2800" b="0" i="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3</m:t>
                              </m:r>
                            </m:num>
                            <m:den>
                              <m:r>
                                <a:rPr lang="en-IN" sz="2800" i="1">
                                  <a:solidFill>
                                    <a:srgbClr val="002060"/>
                                  </a:solidFill>
                                  <a:latin typeface="Cambria Math" panose="02040503050406030204" pitchFamily="18" charset="0"/>
                                </a:rPr>
                                <m:t> 10 </m:t>
                              </m:r>
                            </m:den>
                          </m:f>
                        </m:e>
                      </m:d>
                      <m:r>
                        <a:rPr lang="en-IN" sz="280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5</m:t>
                              </m:r>
                            </m:num>
                            <m:den>
                              <m:r>
                                <a:rPr lang="en-IN" sz="2800" i="1">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13</m:t>
                              </m:r>
                              <m:r>
                                <a:rPr lang="en-IN" sz="2800" i="1">
                                  <a:solidFill>
                                    <a:srgbClr val="002060"/>
                                  </a:solidFill>
                                  <a:latin typeface="Cambria Math" panose="02040503050406030204" pitchFamily="18" charset="0"/>
                                </a:rPr>
                                <m:t> </m:t>
                              </m:r>
                            </m:den>
                          </m:f>
                        </m:e>
                      </m:d>
                      <m:r>
                        <a:rPr lang="en-IN" sz="280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2</m:t>
                              </m:r>
                            </m:num>
                            <m:den>
                              <m:r>
                                <a:rPr lang="en-IN" sz="2800" i="1">
                                  <a:solidFill>
                                    <a:srgbClr val="002060"/>
                                  </a:solidFill>
                                  <a:latin typeface="Cambria Math" panose="02040503050406030204" pitchFamily="18" charset="0"/>
                                </a:rPr>
                                <m:t> 5 </m:t>
                              </m:r>
                            </m:den>
                          </m:f>
                        </m:e>
                      </m:d>
                    </m:oMath>
                  </m:oMathPara>
                </a14:m>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24C08BB0-FB33-410F-9F82-C6BC953A4922}"/>
                  </a:ext>
                </a:extLst>
              </p:cNvPr>
              <p:cNvSpPr txBox="1">
                <a:spLocks noRot="1" noChangeAspect="1" noMove="1" noResize="1" noEditPoints="1" noAdjustHandles="1" noChangeArrowheads="1" noChangeShapeType="1" noTextEdit="1"/>
              </p:cNvSpPr>
              <p:nvPr/>
            </p:nvSpPr>
            <p:spPr>
              <a:xfrm>
                <a:off x="2414689" y="4445798"/>
                <a:ext cx="7967562" cy="1060483"/>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2F98FD8-B7D7-4FD2-ABCC-0056112420EB}"/>
                  </a:ext>
                </a:extLst>
              </p:cNvPr>
              <p:cNvSpPr txBox="1"/>
              <p:nvPr/>
            </p:nvSpPr>
            <p:spPr>
              <a:xfrm>
                <a:off x="2414686" y="5677304"/>
                <a:ext cx="1376264" cy="901785"/>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US" b="0" smtClean="0">
                          <a:latin typeface="Cambria Math" panose="02040503050406030204" pitchFamily="18" charset="0"/>
                        </a:rPr>
                        <m:t>=</m:t>
                      </m:r>
                      <m:f>
                        <m:fPr>
                          <m:ctrlPr>
                            <a:rPr lang="en-IN" i="1">
                              <a:latin typeface="Cambria Math" panose="02040503050406030204" pitchFamily="18" charset="0"/>
                            </a:rPr>
                          </m:ctrlPr>
                        </m:fPr>
                        <m:num>
                          <m:r>
                            <a:rPr lang="en-IN" b="0" i="1" smtClean="0">
                              <a:latin typeface="Cambria Math" panose="02040503050406030204" pitchFamily="18" charset="0"/>
                            </a:rPr>
                            <m:t>5</m:t>
                          </m:r>
                          <m:r>
                            <a:rPr lang="en-US" b="0" i="1">
                              <a:latin typeface="Cambria Math" panose="02040503050406030204" pitchFamily="18" charset="0"/>
                            </a:rPr>
                            <m:t>9</m:t>
                          </m:r>
                          <m:r>
                            <a:rPr lang="en-US" b="0">
                              <a:latin typeface="Cambria Math" panose="02040503050406030204" pitchFamily="18" charset="0"/>
                            </a:rPr>
                            <m:t> </m:t>
                          </m:r>
                        </m:num>
                        <m:den>
                          <m:r>
                            <a:rPr lang="en-US" b="0" i="1">
                              <a:latin typeface="Cambria Math" panose="02040503050406030204" pitchFamily="18" charset="0"/>
                            </a:rPr>
                            <m:t>130</m:t>
                          </m:r>
                          <m:r>
                            <a:rPr lang="en-US" b="0">
                              <a:latin typeface="Cambria Math" panose="02040503050406030204" pitchFamily="18" charset="0"/>
                            </a:rPr>
                            <m:t> </m:t>
                          </m:r>
                        </m:den>
                      </m:f>
                    </m:oMath>
                  </m:oMathPara>
                </a14:m>
                <a:endParaRPr lang="en-IN" dirty="0"/>
              </a:p>
            </p:txBody>
          </p:sp>
        </mc:Choice>
        <mc:Fallback xmlns="">
          <p:sp>
            <p:nvSpPr>
              <p:cNvPr id="26" name="TextBox 25">
                <a:extLst>
                  <a:ext uri="{FF2B5EF4-FFF2-40B4-BE49-F238E27FC236}">
                    <a16:creationId xmlns:a16="http://schemas.microsoft.com/office/drawing/2014/main" id="{82F98FD8-B7D7-4FD2-ABCC-0056112420EB}"/>
                  </a:ext>
                </a:extLst>
              </p:cNvPr>
              <p:cNvSpPr txBox="1">
                <a:spLocks noRot="1" noChangeAspect="1" noMove="1" noResize="1" noEditPoints="1" noAdjustHandles="1" noChangeArrowheads="1" noChangeShapeType="1" noTextEdit="1"/>
              </p:cNvSpPr>
              <p:nvPr/>
            </p:nvSpPr>
            <p:spPr>
              <a:xfrm>
                <a:off x="2414686" y="5677304"/>
                <a:ext cx="1376264" cy="901785"/>
              </a:xfrm>
              <a:prstGeom prst="rect">
                <a:avLst/>
              </a:prstGeom>
              <a:blipFill>
                <a:blip r:embed="rId4"/>
                <a:stretch>
                  <a:fillRect/>
                </a:stretch>
              </a:blipFill>
            </p:spPr>
            <p:txBody>
              <a:bodyPr/>
              <a:lstStyle/>
              <a:p>
                <a:r>
                  <a:rPr lang="en-IN">
                    <a:noFill/>
                  </a:rPr>
                  <a:t> </a:t>
                </a:r>
              </a:p>
            </p:txBody>
          </p:sp>
        </mc:Fallback>
      </mc:AlternateContent>
      <p:sp>
        <p:nvSpPr>
          <p:cNvPr id="29" name="TextBox 28">
            <a:extLst>
              <a:ext uri="{FF2B5EF4-FFF2-40B4-BE49-F238E27FC236}">
                <a16:creationId xmlns:a16="http://schemas.microsoft.com/office/drawing/2014/main" id="{BBC6DE37-5CAE-468D-AC8D-664B4578C718}"/>
              </a:ext>
            </a:extLst>
          </p:cNvPr>
          <p:cNvSpPr txBox="1"/>
          <p:nvPr/>
        </p:nvSpPr>
        <p:spPr>
          <a:xfrm>
            <a:off x="1594217" y="2995918"/>
            <a:ext cx="3776070" cy="523220"/>
          </a:xfrm>
          <a:prstGeom prst="rect">
            <a:avLst/>
          </a:prstGeom>
          <a:noFill/>
        </p:spPr>
        <p:txBody>
          <a:bodyPr wrap="square">
            <a:spAutoFit/>
          </a:bodyPr>
          <a:lstStyle/>
          <a:p>
            <a:r>
              <a:rPr lang="en-IN" sz="2800" b="1" dirty="0">
                <a:solidFill>
                  <a:srgbClr val="002060"/>
                </a:solidFill>
              </a:rPr>
              <a:t>Law of Total Probability:</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770FDE69-BAC8-43D1-AD9E-92B8451CC7D8}"/>
                  </a:ext>
                </a:extLst>
              </p:cNvPr>
              <p:cNvSpPr txBox="1"/>
              <p:nvPr/>
            </p:nvSpPr>
            <p:spPr>
              <a:xfrm>
                <a:off x="1594216" y="3615847"/>
                <a:ext cx="82047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e>
                      </m:d>
                    </m:oMath>
                  </m:oMathPara>
                </a14:m>
                <a:endParaRPr lang="en-IN" sz="2800" dirty="0">
                  <a:solidFill>
                    <a:srgbClr val="002060"/>
                  </a:solidFill>
                  <a:latin typeface="Cambria Math" panose="02040503050406030204" pitchFamily="18" charset="0"/>
                </a:endParaRPr>
              </a:p>
            </p:txBody>
          </p:sp>
        </mc:Choice>
        <mc:Fallback xmlns="">
          <p:sp>
            <p:nvSpPr>
              <p:cNvPr id="30" name="TextBox 29">
                <a:extLst>
                  <a:ext uri="{FF2B5EF4-FFF2-40B4-BE49-F238E27FC236}">
                    <a16:creationId xmlns:a16="http://schemas.microsoft.com/office/drawing/2014/main" id="{770FDE69-BAC8-43D1-AD9E-92B8451CC7D8}"/>
                  </a:ext>
                </a:extLst>
              </p:cNvPr>
              <p:cNvSpPr txBox="1">
                <a:spLocks noRot="1" noChangeAspect="1" noMove="1" noResize="1" noEditPoints="1" noAdjustHandles="1" noChangeArrowheads="1" noChangeShapeType="1" noTextEdit="1"/>
              </p:cNvSpPr>
              <p:nvPr/>
            </p:nvSpPr>
            <p:spPr>
              <a:xfrm>
                <a:off x="1594216" y="3615847"/>
                <a:ext cx="820470"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4147553-E7E1-4FE3-BB30-3E9A2A5994AB}"/>
                  </a:ext>
                </a:extLst>
              </p:cNvPr>
              <p:cNvSpPr txBox="1"/>
              <p:nvPr/>
            </p:nvSpPr>
            <p:spPr>
              <a:xfrm>
                <a:off x="1594216" y="2110137"/>
                <a:ext cx="1541724" cy="523220"/>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oMath>
                  </m:oMathPara>
                </a14:m>
                <a:endParaRPr lang="en-IN" sz="2800" dirty="0">
                  <a:solidFill>
                    <a:srgbClr val="002060"/>
                  </a:solidFill>
                  <a:latin typeface="Cambria Math" panose="02040503050406030204" pitchFamily="18" charset="0"/>
                </a:endParaRPr>
              </a:p>
            </p:txBody>
          </p:sp>
        </mc:Choice>
        <mc:Fallback xmlns="">
          <p:sp>
            <p:nvSpPr>
              <p:cNvPr id="10" name="TextBox 9">
                <a:extLst>
                  <a:ext uri="{FF2B5EF4-FFF2-40B4-BE49-F238E27FC236}">
                    <a16:creationId xmlns:a16="http://schemas.microsoft.com/office/drawing/2014/main" id="{24147553-E7E1-4FE3-BB30-3E9A2A5994AB}"/>
                  </a:ext>
                </a:extLst>
              </p:cNvPr>
              <p:cNvSpPr txBox="1">
                <a:spLocks noRot="1" noChangeAspect="1" noMove="1" noResize="1" noEditPoints="1" noAdjustHandles="1" noChangeArrowheads="1" noChangeShapeType="1" noTextEdit="1"/>
              </p:cNvSpPr>
              <p:nvPr/>
            </p:nvSpPr>
            <p:spPr>
              <a:xfrm>
                <a:off x="1594216" y="2110137"/>
                <a:ext cx="1541724"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BB4A5DC-5A8F-461A-87D3-9EBAB47672CB}"/>
                  </a:ext>
                </a:extLst>
              </p:cNvPr>
              <p:cNvSpPr txBox="1"/>
              <p:nvPr/>
            </p:nvSpPr>
            <p:spPr>
              <a:xfrm>
                <a:off x="8599419" y="2110137"/>
                <a:ext cx="1517845" cy="523220"/>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3</m:t>
                              </m:r>
                            </m:sub>
                          </m:sSub>
                        </m:e>
                      </m:d>
                    </m:oMath>
                  </m:oMathPara>
                </a14:m>
                <a:endParaRPr lang="en-IN" sz="2800" dirty="0">
                  <a:solidFill>
                    <a:srgbClr val="002060"/>
                  </a:solidFill>
                  <a:latin typeface="Cambria Math" panose="02040503050406030204" pitchFamily="18" charset="0"/>
                </a:endParaRPr>
              </a:p>
            </p:txBody>
          </p:sp>
        </mc:Choice>
        <mc:Fallback xmlns="">
          <p:sp>
            <p:nvSpPr>
              <p:cNvPr id="12" name="TextBox 11">
                <a:extLst>
                  <a:ext uri="{FF2B5EF4-FFF2-40B4-BE49-F238E27FC236}">
                    <a16:creationId xmlns:a16="http://schemas.microsoft.com/office/drawing/2014/main" id="{CBB4A5DC-5A8F-461A-87D3-9EBAB47672CB}"/>
                  </a:ext>
                </a:extLst>
              </p:cNvPr>
              <p:cNvSpPr txBox="1">
                <a:spLocks noRot="1" noChangeAspect="1" noMove="1" noResize="1" noEditPoints="1" noAdjustHandles="1" noChangeArrowheads="1" noChangeShapeType="1" noTextEdit="1"/>
              </p:cNvSpPr>
              <p:nvPr/>
            </p:nvSpPr>
            <p:spPr>
              <a:xfrm>
                <a:off x="8599419" y="2110137"/>
                <a:ext cx="1517845"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F64AEF5-9235-402A-8E91-020E172F3F75}"/>
                  </a:ext>
                </a:extLst>
              </p:cNvPr>
              <p:cNvSpPr txBox="1"/>
              <p:nvPr/>
            </p:nvSpPr>
            <p:spPr>
              <a:xfrm>
                <a:off x="3135939" y="1920855"/>
                <a:ext cx="1183173" cy="901785"/>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i="1">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2</m:t>
                          </m:r>
                          <m:r>
                            <a:rPr lang="en-IN" sz="2800" i="1">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13" name="TextBox 12">
                <a:extLst>
                  <a:ext uri="{FF2B5EF4-FFF2-40B4-BE49-F238E27FC236}">
                    <a16:creationId xmlns:a16="http://schemas.microsoft.com/office/drawing/2014/main" id="{1F64AEF5-9235-402A-8E91-020E172F3F75}"/>
                  </a:ext>
                </a:extLst>
              </p:cNvPr>
              <p:cNvSpPr txBox="1">
                <a:spLocks noRot="1" noChangeAspect="1" noMove="1" noResize="1" noEditPoints="1" noAdjustHandles="1" noChangeArrowheads="1" noChangeShapeType="1" noTextEdit="1"/>
              </p:cNvSpPr>
              <p:nvPr/>
            </p:nvSpPr>
            <p:spPr>
              <a:xfrm>
                <a:off x="3135939" y="1920855"/>
                <a:ext cx="1183173" cy="901785"/>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8102447-2E82-4442-9C93-21468176B27C}"/>
                  </a:ext>
                </a:extLst>
              </p:cNvPr>
              <p:cNvSpPr txBox="1"/>
              <p:nvPr/>
            </p:nvSpPr>
            <p:spPr>
              <a:xfrm>
                <a:off x="10161126" y="1920855"/>
                <a:ext cx="1183173" cy="901785"/>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2</m:t>
                          </m:r>
                        </m:num>
                        <m:den>
                          <m:r>
                            <a:rPr lang="en-IN" sz="2800" i="1">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5</m:t>
                          </m:r>
                          <m:r>
                            <a:rPr lang="en-IN" sz="2800" i="1">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14" name="TextBox 13">
                <a:extLst>
                  <a:ext uri="{FF2B5EF4-FFF2-40B4-BE49-F238E27FC236}">
                    <a16:creationId xmlns:a16="http://schemas.microsoft.com/office/drawing/2014/main" id="{88102447-2E82-4442-9C93-21468176B27C}"/>
                  </a:ext>
                </a:extLst>
              </p:cNvPr>
              <p:cNvSpPr txBox="1">
                <a:spLocks noRot="1" noChangeAspect="1" noMove="1" noResize="1" noEditPoints="1" noAdjustHandles="1" noChangeArrowheads="1" noChangeShapeType="1" noTextEdit="1"/>
              </p:cNvSpPr>
              <p:nvPr/>
            </p:nvSpPr>
            <p:spPr>
              <a:xfrm>
                <a:off x="10161126" y="1920855"/>
                <a:ext cx="1183173" cy="901785"/>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5BAC70A-B254-4BE4-B56E-35A25A16EFBB}"/>
                  </a:ext>
                </a:extLst>
              </p:cNvPr>
              <p:cNvSpPr txBox="1"/>
              <p:nvPr/>
            </p:nvSpPr>
            <p:spPr>
              <a:xfrm>
                <a:off x="1594216" y="945033"/>
                <a:ext cx="1063150" cy="523220"/>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1</m:t>
                              </m:r>
                            </m:sub>
                          </m:sSub>
                        </m:e>
                      </m:d>
                    </m:oMath>
                  </m:oMathPara>
                </a14:m>
                <a:endParaRPr lang="en-IN" sz="2800" dirty="0">
                  <a:solidFill>
                    <a:srgbClr val="002060"/>
                  </a:solidFill>
                  <a:latin typeface="Cambria Math" panose="02040503050406030204" pitchFamily="18" charset="0"/>
                </a:endParaRPr>
              </a:p>
            </p:txBody>
          </p:sp>
        </mc:Choice>
        <mc:Fallback xmlns="">
          <p:sp>
            <p:nvSpPr>
              <p:cNvPr id="22" name="TextBox 21">
                <a:extLst>
                  <a:ext uri="{FF2B5EF4-FFF2-40B4-BE49-F238E27FC236}">
                    <a16:creationId xmlns:a16="http://schemas.microsoft.com/office/drawing/2014/main" id="{45BAC70A-B254-4BE4-B56E-35A25A16EFBB}"/>
                  </a:ext>
                </a:extLst>
              </p:cNvPr>
              <p:cNvSpPr txBox="1">
                <a:spLocks noRot="1" noChangeAspect="1" noMove="1" noResize="1" noEditPoints="1" noAdjustHandles="1" noChangeArrowheads="1" noChangeShapeType="1" noTextEdit="1"/>
              </p:cNvSpPr>
              <p:nvPr/>
            </p:nvSpPr>
            <p:spPr>
              <a:xfrm>
                <a:off x="1594216" y="945033"/>
                <a:ext cx="1063150"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D3C2D85-20E8-42EB-B4B4-13AB1FE1CBB5}"/>
                  </a:ext>
                </a:extLst>
              </p:cNvPr>
              <p:cNvSpPr txBox="1"/>
              <p:nvPr/>
            </p:nvSpPr>
            <p:spPr>
              <a:xfrm>
                <a:off x="5223265" y="945033"/>
                <a:ext cx="1063150" cy="523220"/>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2</m:t>
                              </m:r>
                            </m:sub>
                          </m:sSub>
                        </m:e>
                      </m:d>
                    </m:oMath>
                  </m:oMathPara>
                </a14:m>
                <a:endParaRPr lang="en-IN" sz="2800" dirty="0">
                  <a:solidFill>
                    <a:srgbClr val="002060"/>
                  </a:solidFill>
                  <a:latin typeface="Cambria Math" panose="02040503050406030204" pitchFamily="18" charset="0"/>
                </a:endParaRPr>
              </a:p>
            </p:txBody>
          </p:sp>
        </mc:Choice>
        <mc:Fallback xmlns="">
          <p:sp>
            <p:nvSpPr>
              <p:cNvPr id="25" name="TextBox 24">
                <a:extLst>
                  <a:ext uri="{FF2B5EF4-FFF2-40B4-BE49-F238E27FC236}">
                    <a16:creationId xmlns:a16="http://schemas.microsoft.com/office/drawing/2014/main" id="{CD3C2D85-20E8-42EB-B4B4-13AB1FE1CBB5}"/>
                  </a:ext>
                </a:extLst>
              </p:cNvPr>
              <p:cNvSpPr txBox="1">
                <a:spLocks noRot="1" noChangeAspect="1" noMove="1" noResize="1" noEditPoints="1" noAdjustHandles="1" noChangeArrowheads="1" noChangeShapeType="1" noTextEdit="1"/>
              </p:cNvSpPr>
              <p:nvPr/>
            </p:nvSpPr>
            <p:spPr>
              <a:xfrm>
                <a:off x="5223265" y="945033"/>
                <a:ext cx="1063150"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D4BE902-E80E-49B7-8211-0F93B73E4786}"/>
                  </a:ext>
                </a:extLst>
              </p:cNvPr>
              <p:cNvSpPr txBox="1"/>
              <p:nvPr/>
            </p:nvSpPr>
            <p:spPr>
              <a:xfrm>
                <a:off x="2589365" y="751358"/>
                <a:ext cx="1063150" cy="910570"/>
              </a:xfrm>
              <a:prstGeom prst="rect">
                <a:avLst/>
              </a:prstGeom>
              <a:noFill/>
            </p:spPr>
            <p:txBody>
              <a:bodyPr wrap="square" rtlCol="0">
                <a:spAutoFit/>
              </a:bodyPr>
              <a:lstStyle/>
              <a:p>
                <a:pPr algn="r"/>
                <a14:m>
                  <m:oMathPara xmlns:m="http://schemas.openxmlformats.org/officeDocument/2006/math">
                    <m:oMathParaPr>
                      <m:jc m:val="righ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5</m:t>
                          </m:r>
                        </m:num>
                        <m:den>
                          <m:r>
                            <a:rPr lang="en-IN" sz="2800" b="0" i="1" smtClean="0">
                              <a:solidFill>
                                <a:srgbClr val="002060"/>
                              </a:solidFill>
                              <a:latin typeface="Cambria Math" panose="02040503050406030204" pitchFamily="18" charset="0"/>
                            </a:rPr>
                            <m:t> 26 </m:t>
                          </m:r>
                        </m:den>
                      </m:f>
                    </m:oMath>
                  </m:oMathPara>
                </a14:m>
                <a:endParaRPr lang="en-IN" sz="2800" dirty="0">
                  <a:solidFill>
                    <a:srgbClr val="002060"/>
                  </a:solidFill>
                  <a:latin typeface="Cambria Math" panose="02040503050406030204" pitchFamily="18" charset="0"/>
                </a:endParaRPr>
              </a:p>
            </p:txBody>
          </p:sp>
        </mc:Choice>
        <mc:Fallback xmlns="">
          <p:sp>
            <p:nvSpPr>
              <p:cNvPr id="27" name="TextBox 26">
                <a:extLst>
                  <a:ext uri="{FF2B5EF4-FFF2-40B4-BE49-F238E27FC236}">
                    <a16:creationId xmlns:a16="http://schemas.microsoft.com/office/drawing/2014/main" id="{DD4BE902-E80E-49B7-8211-0F93B73E4786}"/>
                  </a:ext>
                </a:extLst>
              </p:cNvPr>
              <p:cNvSpPr txBox="1">
                <a:spLocks noRot="1" noChangeAspect="1" noMove="1" noResize="1" noEditPoints="1" noAdjustHandles="1" noChangeArrowheads="1" noChangeShapeType="1" noTextEdit="1"/>
              </p:cNvSpPr>
              <p:nvPr/>
            </p:nvSpPr>
            <p:spPr>
              <a:xfrm>
                <a:off x="2589365" y="751358"/>
                <a:ext cx="1063150" cy="91057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5BBCD0D-7D51-4C9E-84B3-B3C337AE7C54}"/>
                  </a:ext>
                </a:extLst>
              </p:cNvPr>
              <p:cNvSpPr txBox="1"/>
              <p:nvPr/>
            </p:nvSpPr>
            <p:spPr>
              <a:xfrm>
                <a:off x="8599419" y="945033"/>
                <a:ext cx="1063150" cy="523220"/>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3</m:t>
                              </m:r>
                            </m:sub>
                          </m:sSub>
                        </m:e>
                      </m:d>
                    </m:oMath>
                  </m:oMathPara>
                </a14:m>
                <a:endParaRPr lang="en-IN" sz="2800" dirty="0">
                  <a:solidFill>
                    <a:srgbClr val="002060"/>
                  </a:solidFill>
                  <a:latin typeface="Cambria Math" panose="02040503050406030204" pitchFamily="18" charset="0"/>
                </a:endParaRPr>
              </a:p>
            </p:txBody>
          </p:sp>
        </mc:Choice>
        <mc:Fallback xmlns="">
          <p:sp>
            <p:nvSpPr>
              <p:cNvPr id="28" name="TextBox 27">
                <a:extLst>
                  <a:ext uri="{FF2B5EF4-FFF2-40B4-BE49-F238E27FC236}">
                    <a16:creationId xmlns:a16="http://schemas.microsoft.com/office/drawing/2014/main" id="{65BBCD0D-7D51-4C9E-84B3-B3C337AE7C54}"/>
                  </a:ext>
                </a:extLst>
              </p:cNvPr>
              <p:cNvSpPr txBox="1">
                <a:spLocks noRot="1" noChangeAspect="1" noMove="1" noResize="1" noEditPoints="1" noAdjustHandles="1" noChangeArrowheads="1" noChangeShapeType="1" noTextEdit="1"/>
              </p:cNvSpPr>
              <p:nvPr/>
            </p:nvSpPr>
            <p:spPr>
              <a:xfrm>
                <a:off x="8599419" y="945033"/>
                <a:ext cx="1063150"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30980B3F-3F14-4058-B89E-760ADB1C61ED}"/>
                  </a:ext>
                </a:extLst>
              </p:cNvPr>
              <p:cNvSpPr txBox="1"/>
              <p:nvPr/>
            </p:nvSpPr>
            <p:spPr>
              <a:xfrm>
                <a:off x="6246637" y="755751"/>
                <a:ext cx="1063150" cy="901785"/>
              </a:xfrm>
              <a:prstGeom prst="rect">
                <a:avLst/>
              </a:prstGeom>
              <a:noFill/>
            </p:spPr>
            <p:txBody>
              <a:bodyPr wrap="square" rtlCol="0">
                <a:spAutoFit/>
              </a:bodyPr>
              <a:lstStyle/>
              <a:p>
                <a:pPr algn="r"/>
                <a14:m>
                  <m:oMathPara xmlns:m="http://schemas.openxmlformats.org/officeDocument/2006/math">
                    <m:oMathParaPr>
                      <m:jc m:val="righ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26 </m:t>
                          </m:r>
                        </m:den>
                      </m:f>
                    </m:oMath>
                  </m:oMathPara>
                </a14:m>
                <a:endParaRPr lang="en-IN" sz="2800" dirty="0">
                  <a:solidFill>
                    <a:srgbClr val="002060"/>
                  </a:solidFill>
                  <a:latin typeface="Cambria Math" panose="02040503050406030204" pitchFamily="18" charset="0"/>
                </a:endParaRPr>
              </a:p>
            </p:txBody>
          </p:sp>
        </mc:Choice>
        <mc:Fallback xmlns="">
          <p:sp>
            <p:nvSpPr>
              <p:cNvPr id="31" name="TextBox 30">
                <a:extLst>
                  <a:ext uri="{FF2B5EF4-FFF2-40B4-BE49-F238E27FC236}">
                    <a16:creationId xmlns:a16="http://schemas.microsoft.com/office/drawing/2014/main" id="{30980B3F-3F14-4058-B89E-760ADB1C61ED}"/>
                  </a:ext>
                </a:extLst>
              </p:cNvPr>
              <p:cNvSpPr txBox="1">
                <a:spLocks noRot="1" noChangeAspect="1" noMove="1" noResize="1" noEditPoints="1" noAdjustHandles="1" noChangeArrowheads="1" noChangeShapeType="1" noTextEdit="1"/>
              </p:cNvSpPr>
              <p:nvPr/>
            </p:nvSpPr>
            <p:spPr>
              <a:xfrm>
                <a:off x="6246637" y="755751"/>
                <a:ext cx="1063150" cy="901785"/>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CD530022-3E4E-43CF-83AF-22DA28AA13E6}"/>
                  </a:ext>
                </a:extLst>
              </p:cNvPr>
              <p:cNvSpPr txBox="1"/>
              <p:nvPr/>
            </p:nvSpPr>
            <p:spPr>
              <a:xfrm>
                <a:off x="9656420" y="751358"/>
                <a:ext cx="1063150" cy="910570"/>
              </a:xfrm>
              <a:prstGeom prst="rect">
                <a:avLst/>
              </a:prstGeom>
              <a:noFill/>
            </p:spPr>
            <p:txBody>
              <a:bodyPr wrap="square" rtlCol="0">
                <a:spAutoFit/>
              </a:bodyPr>
              <a:lstStyle/>
              <a:p>
                <a:pPr algn="r"/>
                <a14:m>
                  <m:oMathPara xmlns:m="http://schemas.openxmlformats.org/officeDocument/2006/math">
                    <m:oMathParaPr>
                      <m:jc m:val="righ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5</m:t>
                          </m:r>
                        </m:num>
                        <m:den>
                          <m:r>
                            <a:rPr lang="en-IN" sz="2800" b="0" i="1" smtClean="0">
                              <a:solidFill>
                                <a:srgbClr val="002060"/>
                              </a:solidFill>
                              <a:latin typeface="Cambria Math" panose="02040503050406030204" pitchFamily="18" charset="0"/>
                            </a:rPr>
                            <m:t> 13 </m:t>
                          </m:r>
                        </m:den>
                      </m:f>
                    </m:oMath>
                  </m:oMathPara>
                </a14:m>
                <a:endParaRPr lang="en-IN" sz="2800" dirty="0">
                  <a:solidFill>
                    <a:srgbClr val="002060"/>
                  </a:solidFill>
                  <a:latin typeface="Cambria Math" panose="02040503050406030204" pitchFamily="18" charset="0"/>
                </a:endParaRPr>
              </a:p>
            </p:txBody>
          </p:sp>
        </mc:Choice>
        <mc:Fallback xmlns="">
          <p:sp>
            <p:nvSpPr>
              <p:cNvPr id="32" name="TextBox 31">
                <a:extLst>
                  <a:ext uri="{FF2B5EF4-FFF2-40B4-BE49-F238E27FC236}">
                    <a16:creationId xmlns:a16="http://schemas.microsoft.com/office/drawing/2014/main" id="{CD530022-3E4E-43CF-83AF-22DA28AA13E6}"/>
                  </a:ext>
                </a:extLst>
              </p:cNvPr>
              <p:cNvSpPr txBox="1">
                <a:spLocks noRot="1" noChangeAspect="1" noMove="1" noResize="1" noEditPoints="1" noAdjustHandles="1" noChangeArrowheads="1" noChangeShapeType="1" noTextEdit="1"/>
              </p:cNvSpPr>
              <p:nvPr/>
            </p:nvSpPr>
            <p:spPr>
              <a:xfrm>
                <a:off x="9656420" y="751358"/>
                <a:ext cx="1063150" cy="91057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F66FE61-3F32-46CB-8BF9-AB8A419E9AEA}"/>
                  </a:ext>
                </a:extLst>
              </p:cNvPr>
              <p:cNvSpPr txBox="1"/>
              <p:nvPr/>
            </p:nvSpPr>
            <p:spPr>
              <a:xfrm>
                <a:off x="5160987" y="2116131"/>
                <a:ext cx="1579253" cy="523220"/>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oMath>
                  </m:oMathPara>
                </a14:m>
                <a:endParaRPr lang="en-IN" sz="2800" dirty="0">
                  <a:solidFill>
                    <a:srgbClr val="002060"/>
                  </a:solidFill>
                  <a:latin typeface="Cambria Math" panose="02040503050406030204" pitchFamily="18" charset="0"/>
                </a:endParaRPr>
              </a:p>
            </p:txBody>
          </p:sp>
        </mc:Choice>
        <mc:Fallback xmlns="">
          <p:sp>
            <p:nvSpPr>
              <p:cNvPr id="19" name="TextBox 18">
                <a:extLst>
                  <a:ext uri="{FF2B5EF4-FFF2-40B4-BE49-F238E27FC236}">
                    <a16:creationId xmlns:a16="http://schemas.microsoft.com/office/drawing/2014/main" id="{7F66FE61-3F32-46CB-8BF9-AB8A419E9AEA}"/>
                  </a:ext>
                </a:extLst>
              </p:cNvPr>
              <p:cNvSpPr txBox="1">
                <a:spLocks noRot="1" noChangeAspect="1" noMove="1" noResize="1" noEditPoints="1" noAdjustHandles="1" noChangeArrowheads="1" noChangeShapeType="1" noTextEdit="1"/>
              </p:cNvSpPr>
              <p:nvPr/>
            </p:nvSpPr>
            <p:spPr>
              <a:xfrm>
                <a:off x="5160987" y="2116131"/>
                <a:ext cx="1579253"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BDF080F-5754-4983-8A08-F2D1EF9CBE0E}"/>
                  </a:ext>
                </a:extLst>
              </p:cNvPr>
              <p:cNvSpPr txBox="1"/>
              <p:nvPr/>
            </p:nvSpPr>
            <p:spPr>
              <a:xfrm>
                <a:off x="6642007" y="1922456"/>
                <a:ext cx="1183173" cy="910570"/>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3</m:t>
                          </m:r>
                        </m:num>
                        <m:den>
                          <m:r>
                            <a:rPr lang="en-IN" sz="2800" i="1">
                              <a:solidFill>
                                <a:srgbClr val="002060"/>
                              </a:solidFill>
                              <a:latin typeface="Cambria Math" panose="02040503050406030204" pitchFamily="18" charset="0"/>
                            </a:rPr>
                            <m:t> 10 </m:t>
                          </m:r>
                        </m:den>
                      </m:f>
                    </m:oMath>
                  </m:oMathPara>
                </a14:m>
                <a:endParaRPr lang="en-IN" sz="2800" dirty="0">
                  <a:solidFill>
                    <a:srgbClr val="002060"/>
                  </a:solidFill>
                  <a:latin typeface="Cambria Math" panose="02040503050406030204" pitchFamily="18" charset="0"/>
                </a:endParaRPr>
              </a:p>
            </p:txBody>
          </p:sp>
        </mc:Choice>
        <mc:Fallback xmlns="">
          <p:sp>
            <p:nvSpPr>
              <p:cNvPr id="20" name="TextBox 19">
                <a:extLst>
                  <a:ext uri="{FF2B5EF4-FFF2-40B4-BE49-F238E27FC236}">
                    <a16:creationId xmlns:a16="http://schemas.microsoft.com/office/drawing/2014/main" id="{7BDF080F-5754-4983-8A08-F2D1EF9CBE0E}"/>
                  </a:ext>
                </a:extLst>
              </p:cNvPr>
              <p:cNvSpPr txBox="1">
                <a:spLocks noRot="1" noChangeAspect="1" noMove="1" noResize="1" noEditPoints="1" noAdjustHandles="1" noChangeArrowheads="1" noChangeShapeType="1" noTextEdit="1"/>
              </p:cNvSpPr>
              <p:nvPr/>
            </p:nvSpPr>
            <p:spPr>
              <a:xfrm>
                <a:off x="6642007" y="1922456"/>
                <a:ext cx="1183173" cy="910570"/>
              </a:xfrm>
              <a:prstGeom prst="rect">
                <a:avLst/>
              </a:prstGeom>
              <a:blipFill>
                <a:blip r:embed="rId18"/>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6523479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6" grpId="0"/>
      <p:bldP spid="29" grpId="0"/>
      <p:bldP spid="30"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1722961"/>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dist">
                  <a:lnSpc>
                    <a:spcPct val="125000"/>
                  </a:lnSpc>
                </a:pPr>
                <a:r>
                  <a:rPr lang="en-GB" dirty="0"/>
                  <a:t>Consider two boxes, first with </a:t>
                </a:r>
                <a14:m>
                  <m:oMath xmlns:m="http://schemas.openxmlformats.org/officeDocument/2006/math">
                    <m:r>
                      <a:rPr lang="en-GB" i="1" dirty="0" smtClean="0">
                        <a:latin typeface="Cambria Math" panose="02040503050406030204" pitchFamily="18" charset="0"/>
                      </a:rPr>
                      <m:t>5</m:t>
                    </m:r>
                  </m:oMath>
                </a14:m>
                <a:r>
                  <a:rPr lang="en-GB" dirty="0"/>
                  <a:t> green &amp; </a:t>
                </a:r>
                <a14:m>
                  <m:oMath xmlns:m="http://schemas.openxmlformats.org/officeDocument/2006/math">
                    <m:r>
                      <a:rPr lang="en-GB" i="1" dirty="0" smtClean="0">
                        <a:latin typeface="Cambria Math" panose="02040503050406030204" pitchFamily="18" charset="0"/>
                      </a:rPr>
                      <m:t>2</m:t>
                    </m:r>
                  </m:oMath>
                </a14:m>
                <a:r>
                  <a:rPr lang="en-GB" dirty="0"/>
                  <a:t> pink and second with </a:t>
                </a:r>
                <a14:m>
                  <m:oMath xmlns:m="http://schemas.openxmlformats.org/officeDocument/2006/math">
                    <m:r>
                      <a:rPr lang="en-GB" i="1" dirty="0" smtClean="0">
                        <a:latin typeface="Cambria Math" panose="02040503050406030204" pitchFamily="18" charset="0"/>
                      </a:rPr>
                      <m:t>4</m:t>
                    </m:r>
                  </m:oMath>
                </a14:m>
                <a:r>
                  <a:rPr lang="en-GB" dirty="0"/>
                  <a:t> green &amp; </a:t>
                </a:r>
                <a14:m>
                  <m:oMath xmlns:m="http://schemas.openxmlformats.org/officeDocument/2006/math">
                    <m:r>
                      <a:rPr lang="en-GB" i="1" dirty="0" smtClean="0">
                        <a:latin typeface="Cambria Math" panose="02040503050406030204" pitchFamily="18" charset="0"/>
                      </a:rPr>
                      <m:t>3</m:t>
                    </m:r>
                  </m:oMath>
                </a14:m>
                <a:r>
                  <a:rPr lang="en-GB" dirty="0"/>
                  <a:t> pink </a:t>
                </a:r>
              </a:p>
              <a:p>
                <a:pPr algn="dist">
                  <a:lnSpc>
                    <a:spcPct val="125000"/>
                  </a:lnSpc>
                </a:pPr>
                <a:r>
                  <a:rPr lang="en-GB" dirty="0"/>
                  <a:t>balls. Two balls are selected from random box. </a:t>
                </a:r>
                <a:r>
                  <a:rPr lang="en-US" dirty="0"/>
                  <a:t>If both balls are pink, find the </a:t>
                </a:r>
              </a:p>
              <a:p>
                <a:pPr>
                  <a:lnSpc>
                    <a:spcPct val="125000"/>
                  </a:lnSpc>
                </a:pPr>
                <a:r>
                  <a:rPr lang="en-US" dirty="0"/>
                  <a:t>probability that they are from second box.</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1722961"/>
              </a:xfrm>
              <a:prstGeom prst="rect">
                <a:avLst/>
              </a:prstGeom>
              <a:blipFill>
                <a:blip r:embed="rId2"/>
                <a:stretch>
                  <a:fillRect l="-1074" r="-1074" b="-5654"/>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4 ⇝ Example 3</a:t>
            </a:r>
            <a:endParaRPr lang="en-US" dirty="0"/>
          </a:p>
        </p:txBody>
      </p:sp>
      <p:sp>
        <p:nvSpPr>
          <p:cNvPr id="4" name="Content Placeholder 2"/>
          <p:cNvSpPr txBox="1">
            <a:spLocks/>
          </p:cNvSpPr>
          <p:nvPr/>
        </p:nvSpPr>
        <p:spPr>
          <a:xfrm>
            <a:off x="131176" y="2750952"/>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F0DC217-D4D1-4C8A-974B-2E44A438FFA5}"/>
                  </a:ext>
                </a:extLst>
              </p:cNvPr>
              <p:cNvSpPr txBox="1"/>
              <p:nvPr/>
            </p:nvSpPr>
            <p:spPr>
              <a:xfrm>
                <a:off x="1594216" y="2747438"/>
                <a:ext cx="3406409" cy="523220"/>
              </a:xfrm>
              <a:prstGeom prst="rect">
                <a:avLst/>
              </a:prstGeom>
              <a:noFill/>
            </p:spPr>
            <p:txBody>
              <a:bodyPr wrap="square">
                <a:spAutoFit/>
              </a:bodyPr>
              <a:lstStyle/>
              <a:p>
                <a:r>
                  <a:rPr lang="en-GB" sz="2800" b="0" dirty="0">
                    <a:solidFill>
                      <a:srgbClr val="002060"/>
                    </a:solidFill>
                    <a:effectLst/>
                  </a:rPr>
                  <a:t>Box </a:t>
                </a:r>
                <a14:m>
                  <m:oMath xmlns:m="http://schemas.openxmlformats.org/officeDocument/2006/math">
                    <m:r>
                      <a:rPr lang="en-GB" sz="2800" b="0" i="1" dirty="0" smtClean="0">
                        <a:solidFill>
                          <a:srgbClr val="002060"/>
                        </a:solidFill>
                        <a:effectLst/>
                        <a:latin typeface="Cambria Math" panose="02040503050406030204" pitchFamily="18" charset="0"/>
                      </a:rPr>
                      <m:t>1</m:t>
                    </m:r>
                  </m:oMath>
                </a14:m>
                <a:r>
                  <a:rPr lang="en-GB" sz="2800" b="0" dirty="0">
                    <a:solidFill>
                      <a:srgbClr val="002060"/>
                    </a:solidFill>
                    <a:effectLst/>
                  </a:rPr>
                  <a:t> : </a:t>
                </a:r>
                <a14:m>
                  <m:oMath xmlns:m="http://schemas.openxmlformats.org/officeDocument/2006/math">
                    <m:r>
                      <a:rPr lang="en-GB" sz="2800" b="0" i="1" dirty="0" smtClean="0">
                        <a:solidFill>
                          <a:srgbClr val="002060"/>
                        </a:solidFill>
                        <a:effectLst/>
                        <a:latin typeface="Cambria Math" panose="02040503050406030204" pitchFamily="18" charset="0"/>
                      </a:rPr>
                      <m:t>5</m:t>
                    </m:r>
                  </m:oMath>
                </a14:m>
                <a:r>
                  <a:rPr lang="en-GB" sz="2800" b="0" dirty="0">
                    <a:solidFill>
                      <a:srgbClr val="002060"/>
                    </a:solidFill>
                    <a:effectLst/>
                  </a:rPr>
                  <a:t> Green, </a:t>
                </a:r>
                <a14:m>
                  <m:oMath xmlns:m="http://schemas.openxmlformats.org/officeDocument/2006/math">
                    <m:r>
                      <a:rPr lang="en-GB" sz="2800" b="0" i="1" dirty="0" smtClean="0">
                        <a:solidFill>
                          <a:srgbClr val="002060"/>
                        </a:solidFill>
                        <a:effectLst/>
                        <a:latin typeface="Cambria Math" panose="02040503050406030204" pitchFamily="18" charset="0"/>
                      </a:rPr>
                      <m:t>2</m:t>
                    </m:r>
                  </m:oMath>
                </a14:m>
                <a:r>
                  <a:rPr lang="en-GB" sz="2800" b="0" dirty="0">
                    <a:solidFill>
                      <a:srgbClr val="002060"/>
                    </a:solidFill>
                    <a:effectLst/>
                  </a:rPr>
                  <a:t> Pink</a:t>
                </a:r>
                <a:endParaRPr lang="en-IN" sz="2800" dirty="0">
                  <a:solidFill>
                    <a:srgbClr val="002060"/>
                  </a:solidFill>
                </a:endParaRPr>
              </a:p>
            </p:txBody>
          </p:sp>
        </mc:Choice>
        <mc:Fallback xmlns="">
          <p:sp>
            <p:nvSpPr>
              <p:cNvPr id="20" name="TextBox 19">
                <a:extLst>
                  <a:ext uri="{FF2B5EF4-FFF2-40B4-BE49-F238E27FC236}">
                    <a16:creationId xmlns:a16="http://schemas.microsoft.com/office/drawing/2014/main" id="{EF0DC217-D4D1-4C8A-974B-2E44A438FFA5}"/>
                  </a:ext>
                </a:extLst>
              </p:cNvPr>
              <p:cNvSpPr txBox="1">
                <a:spLocks noRot="1" noChangeAspect="1" noMove="1" noResize="1" noEditPoints="1" noAdjustHandles="1" noChangeArrowheads="1" noChangeShapeType="1" noTextEdit="1"/>
              </p:cNvSpPr>
              <p:nvPr/>
            </p:nvSpPr>
            <p:spPr>
              <a:xfrm>
                <a:off x="1594216" y="2747438"/>
                <a:ext cx="3406409" cy="523220"/>
              </a:xfrm>
              <a:prstGeom prst="rect">
                <a:avLst/>
              </a:prstGeom>
              <a:blipFill>
                <a:blip r:embed="rId3"/>
                <a:stretch>
                  <a:fillRect l="-3763" t="-11628" r="-1434"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8911A32-F081-401B-9F35-A5A6A1A39EB1}"/>
                  </a:ext>
                </a:extLst>
              </p:cNvPr>
              <p:cNvSpPr txBox="1"/>
              <p:nvPr/>
            </p:nvSpPr>
            <p:spPr>
              <a:xfrm>
                <a:off x="1594215" y="3319140"/>
                <a:ext cx="3406409" cy="523220"/>
              </a:xfrm>
              <a:prstGeom prst="rect">
                <a:avLst/>
              </a:prstGeom>
              <a:noFill/>
            </p:spPr>
            <p:txBody>
              <a:bodyPr wrap="square">
                <a:spAutoFit/>
              </a:bodyPr>
              <a:lstStyle/>
              <a:p>
                <a:r>
                  <a:rPr lang="en-GB" sz="2800" b="0" dirty="0">
                    <a:solidFill>
                      <a:srgbClr val="002060"/>
                    </a:solidFill>
                    <a:effectLst/>
                  </a:rPr>
                  <a:t>Box </a:t>
                </a:r>
                <a14:m>
                  <m:oMath xmlns:m="http://schemas.openxmlformats.org/officeDocument/2006/math">
                    <m:r>
                      <a:rPr lang="en-GB" sz="2800" b="0" i="1" dirty="0" smtClean="0">
                        <a:solidFill>
                          <a:srgbClr val="002060"/>
                        </a:solidFill>
                        <a:effectLst/>
                        <a:latin typeface="Cambria Math" panose="02040503050406030204" pitchFamily="18" charset="0"/>
                      </a:rPr>
                      <m:t>2</m:t>
                    </m:r>
                  </m:oMath>
                </a14:m>
                <a:r>
                  <a:rPr lang="en-GB" sz="2800" b="0" dirty="0">
                    <a:solidFill>
                      <a:srgbClr val="002060"/>
                    </a:solidFill>
                    <a:effectLst/>
                  </a:rPr>
                  <a:t> : </a:t>
                </a:r>
                <a14:m>
                  <m:oMath xmlns:m="http://schemas.openxmlformats.org/officeDocument/2006/math">
                    <m:r>
                      <a:rPr lang="en-GB" sz="2800" b="0" i="1" dirty="0" smtClean="0">
                        <a:solidFill>
                          <a:srgbClr val="002060"/>
                        </a:solidFill>
                        <a:effectLst/>
                        <a:latin typeface="Cambria Math" panose="02040503050406030204" pitchFamily="18" charset="0"/>
                      </a:rPr>
                      <m:t>4</m:t>
                    </m:r>
                  </m:oMath>
                </a14:m>
                <a:r>
                  <a:rPr lang="en-GB" sz="2800" b="0" dirty="0">
                    <a:solidFill>
                      <a:srgbClr val="002060"/>
                    </a:solidFill>
                    <a:effectLst/>
                  </a:rPr>
                  <a:t> Green, </a:t>
                </a:r>
                <a14:m>
                  <m:oMath xmlns:m="http://schemas.openxmlformats.org/officeDocument/2006/math">
                    <m:r>
                      <a:rPr lang="en-GB" sz="2800" b="0" i="1" dirty="0" smtClean="0">
                        <a:solidFill>
                          <a:srgbClr val="002060"/>
                        </a:solidFill>
                        <a:effectLst/>
                        <a:latin typeface="Cambria Math" panose="02040503050406030204" pitchFamily="18" charset="0"/>
                      </a:rPr>
                      <m:t>3</m:t>
                    </m:r>
                  </m:oMath>
                </a14:m>
                <a:r>
                  <a:rPr lang="en-GB" sz="2800" b="0" dirty="0">
                    <a:solidFill>
                      <a:srgbClr val="002060"/>
                    </a:solidFill>
                    <a:effectLst/>
                  </a:rPr>
                  <a:t> Pink</a:t>
                </a:r>
                <a:endParaRPr lang="en-IN" sz="2800" dirty="0">
                  <a:solidFill>
                    <a:srgbClr val="002060"/>
                  </a:solidFill>
                </a:endParaRPr>
              </a:p>
            </p:txBody>
          </p:sp>
        </mc:Choice>
        <mc:Fallback xmlns="">
          <p:sp>
            <p:nvSpPr>
              <p:cNvPr id="21" name="TextBox 20">
                <a:extLst>
                  <a:ext uri="{FF2B5EF4-FFF2-40B4-BE49-F238E27FC236}">
                    <a16:creationId xmlns:a16="http://schemas.microsoft.com/office/drawing/2014/main" id="{A8911A32-F081-401B-9F35-A5A6A1A39EB1}"/>
                  </a:ext>
                </a:extLst>
              </p:cNvPr>
              <p:cNvSpPr txBox="1">
                <a:spLocks noRot="1" noChangeAspect="1" noMove="1" noResize="1" noEditPoints="1" noAdjustHandles="1" noChangeArrowheads="1" noChangeShapeType="1" noTextEdit="1"/>
              </p:cNvSpPr>
              <p:nvPr/>
            </p:nvSpPr>
            <p:spPr>
              <a:xfrm>
                <a:off x="1594215" y="3319140"/>
                <a:ext cx="3406409" cy="523220"/>
              </a:xfrm>
              <a:prstGeom prst="rect">
                <a:avLst/>
              </a:prstGeom>
              <a:blipFill>
                <a:blip r:embed="rId4"/>
                <a:stretch>
                  <a:fillRect l="-3763" t="-10465" r="-1434" b="-32558"/>
                </a:stretch>
              </a:blipFill>
            </p:spPr>
            <p:txBody>
              <a:bodyPr/>
              <a:lstStyle/>
              <a:p>
                <a:r>
                  <a:rPr lang="en-IN">
                    <a:noFill/>
                  </a:rPr>
                  <a:t> </a:t>
                </a:r>
              </a:p>
            </p:txBody>
          </p:sp>
        </mc:Fallback>
      </mc:AlternateContent>
      <p:sp>
        <p:nvSpPr>
          <p:cNvPr id="32" name="TextBox 31">
            <a:extLst>
              <a:ext uri="{FF2B5EF4-FFF2-40B4-BE49-F238E27FC236}">
                <a16:creationId xmlns:a16="http://schemas.microsoft.com/office/drawing/2014/main" id="{40FA5103-C3B1-445C-BA20-90671FC189E1}"/>
              </a:ext>
            </a:extLst>
          </p:cNvPr>
          <p:cNvSpPr txBox="1"/>
          <p:nvPr/>
        </p:nvSpPr>
        <p:spPr>
          <a:xfrm>
            <a:off x="1594216" y="3959573"/>
            <a:ext cx="1301384" cy="523220"/>
          </a:xfrm>
          <a:prstGeom prst="rect">
            <a:avLst/>
          </a:prstGeom>
          <a:noFill/>
        </p:spPr>
        <p:txBody>
          <a:bodyPr wrap="square">
            <a:spAutoFit/>
          </a:bodyPr>
          <a:lstStyle/>
          <a:p>
            <a:r>
              <a:rPr lang="en-IN" sz="2800" b="1" dirty="0">
                <a:solidFill>
                  <a:srgbClr val="002060"/>
                </a:solidFill>
              </a:rPr>
              <a:t>Events:</a:t>
            </a: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957236D-2ACC-4033-AD01-3500F74E4F3B}"/>
                  </a:ext>
                </a:extLst>
              </p:cNvPr>
              <p:cNvSpPr txBox="1"/>
              <p:nvPr/>
            </p:nvSpPr>
            <p:spPr>
              <a:xfrm>
                <a:off x="1594216" y="4504527"/>
                <a:ext cx="3168284" cy="523220"/>
              </a:xfrm>
              <a:prstGeom prst="rect">
                <a:avLst/>
              </a:prstGeom>
              <a:noFill/>
            </p:spPr>
            <p:txBody>
              <a:bodyPr wrap="square">
                <a:spAutoFit/>
              </a:bodyPr>
              <a:lstStyle/>
              <a:p>
                <a14:m>
                  <m:oMath xmlns:m="http://schemas.openxmlformats.org/officeDocument/2006/math">
                    <m:sSub>
                      <m:sSubPr>
                        <m:ctrlPr>
                          <a:rPr lang="en-IN" sz="2800" b="0" i="1" dirty="0" smtClean="0">
                            <a:solidFill>
                              <a:srgbClr val="002060"/>
                            </a:solidFill>
                            <a:latin typeface="Cambria Math" panose="02040503050406030204" pitchFamily="18" charset="0"/>
                          </a:rPr>
                        </m:ctrlPr>
                      </m:sSubPr>
                      <m:e>
                        <m:r>
                          <m:rPr>
                            <m:sty m:val="p"/>
                          </m:rPr>
                          <a:rPr lang="en-GB" sz="2800" i="0" dirty="0" smtClean="0">
                            <a:solidFill>
                              <a:srgbClr val="002060"/>
                            </a:solidFill>
                            <a:latin typeface="Cambria Math" panose="02040503050406030204" pitchFamily="18" charset="0"/>
                          </a:rPr>
                          <m:t>A</m:t>
                        </m:r>
                      </m:e>
                      <m:sub>
                        <m:r>
                          <a:rPr lang="en-GB" sz="2800" i="0" dirty="0" smtClean="0">
                            <a:solidFill>
                              <a:srgbClr val="002060"/>
                            </a:solidFill>
                            <a:latin typeface="Cambria Math" panose="02040503050406030204" pitchFamily="18" charset="0"/>
                          </a:rPr>
                          <m:t>1</m:t>
                        </m:r>
                      </m:sub>
                    </m:sSub>
                  </m:oMath>
                </a14:m>
                <a:r>
                  <a:rPr lang="en-GB" sz="2800" dirty="0">
                    <a:solidFill>
                      <a:srgbClr val="002060"/>
                    </a:solidFill>
                  </a:rPr>
                  <a:t> : Selecting Box </a:t>
                </a:r>
                <a14:m>
                  <m:oMath xmlns:m="http://schemas.openxmlformats.org/officeDocument/2006/math">
                    <m:r>
                      <a:rPr lang="en-GB" sz="2800" i="1" dirty="0" smtClean="0">
                        <a:solidFill>
                          <a:srgbClr val="002060"/>
                        </a:solidFill>
                        <a:latin typeface="Cambria Math" panose="02040503050406030204" pitchFamily="18" charset="0"/>
                      </a:rPr>
                      <m:t>1</m:t>
                    </m:r>
                  </m:oMath>
                </a14:m>
                <a:endParaRPr lang="en-IN" sz="2800" dirty="0">
                  <a:solidFill>
                    <a:srgbClr val="002060"/>
                  </a:solidFill>
                </a:endParaRPr>
              </a:p>
            </p:txBody>
          </p:sp>
        </mc:Choice>
        <mc:Fallback xmlns="">
          <p:sp>
            <p:nvSpPr>
              <p:cNvPr id="37" name="TextBox 36">
                <a:extLst>
                  <a:ext uri="{FF2B5EF4-FFF2-40B4-BE49-F238E27FC236}">
                    <a16:creationId xmlns:a16="http://schemas.microsoft.com/office/drawing/2014/main" id="{F957236D-2ACC-4033-AD01-3500F74E4F3B}"/>
                  </a:ext>
                </a:extLst>
              </p:cNvPr>
              <p:cNvSpPr txBox="1">
                <a:spLocks noRot="1" noChangeAspect="1" noMove="1" noResize="1" noEditPoints="1" noAdjustHandles="1" noChangeArrowheads="1" noChangeShapeType="1" noTextEdit="1"/>
              </p:cNvSpPr>
              <p:nvPr/>
            </p:nvSpPr>
            <p:spPr>
              <a:xfrm>
                <a:off x="1594216" y="4504527"/>
                <a:ext cx="3168284" cy="523220"/>
              </a:xfrm>
              <a:prstGeom prst="rect">
                <a:avLst/>
              </a:prstGeom>
              <a:blipFill>
                <a:blip r:embed="rId5"/>
                <a:stretch>
                  <a:fillRect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C8F3C28-E457-497C-A7E8-7C89805F07A8}"/>
                  </a:ext>
                </a:extLst>
              </p:cNvPr>
              <p:cNvSpPr txBox="1"/>
              <p:nvPr/>
            </p:nvSpPr>
            <p:spPr>
              <a:xfrm>
                <a:off x="1594216" y="5167491"/>
                <a:ext cx="3168284" cy="523220"/>
              </a:xfrm>
              <a:prstGeom prst="rect">
                <a:avLst/>
              </a:prstGeom>
              <a:noFill/>
            </p:spPr>
            <p:txBody>
              <a:bodyPr wrap="square">
                <a:spAutoFit/>
              </a:bodyPr>
              <a:lstStyle/>
              <a:p>
                <a14:m>
                  <m:oMath xmlns:m="http://schemas.openxmlformats.org/officeDocument/2006/math">
                    <m:sSub>
                      <m:sSubPr>
                        <m:ctrlPr>
                          <a:rPr lang="en-IN" sz="2800" b="0" i="1" dirty="0" smtClean="0">
                            <a:solidFill>
                              <a:srgbClr val="002060"/>
                            </a:solidFill>
                            <a:latin typeface="Cambria Math" panose="02040503050406030204" pitchFamily="18" charset="0"/>
                          </a:rPr>
                        </m:ctrlPr>
                      </m:sSubPr>
                      <m:e>
                        <m:r>
                          <m:rPr>
                            <m:sty m:val="p"/>
                          </m:rPr>
                          <a:rPr lang="en-GB" sz="2800" i="0" dirty="0" smtClean="0">
                            <a:solidFill>
                              <a:srgbClr val="002060"/>
                            </a:solidFill>
                            <a:latin typeface="Cambria Math" panose="02040503050406030204" pitchFamily="18" charset="0"/>
                          </a:rPr>
                          <m:t>A</m:t>
                        </m:r>
                      </m:e>
                      <m:sub>
                        <m:r>
                          <a:rPr lang="en-IN" sz="2800" b="0" i="0" dirty="0" smtClean="0">
                            <a:solidFill>
                              <a:srgbClr val="002060"/>
                            </a:solidFill>
                            <a:latin typeface="Cambria Math" panose="02040503050406030204" pitchFamily="18" charset="0"/>
                          </a:rPr>
                          <m:t>2</m:t>
                        </m:r>
                      </m:sub>
                    </m:sSub>
                  </m:oMath>
                </a14:m>
                <a:r>
                  <a:rPr lang="en-GB" sz="2800" dirty="0">
                    <a:solidFill>
                      <a:srgbClr val="002060"/>
                    </a:solidFill>
                  </a:rPr>
                  <a:t> : Selecting Box </a:t>
                </a:r>
                <a14:m>
                  <m:oMath xmlns:m="http://schemas.openxmlformats.org/officeDocument/2006/math">
                    <m:r>
                      <a:rPr lang="en-GB" sz="2800" i="1" dirty="0" smtClean="0">
                        <a:solidFill>
                          <a:srgbClr val="002060"/>
                        </a:solidFill>
                        <a:latin typeface="Cambria Math" panose="02040503050406030204" pitchFamily="18" charset="0"/>
                      </a:rPr>
                      <m:t>2</m:t>
                    </m:r>
                  </m:oMath>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AC8F3C28-E457-497C-A7E8-7C89805F07A8}"/>
                  </a:ext>
                </a:extLst>
              </p:cNvPr>
              <p:cNvSpPr txBox="1">
                <a:spLocks noRot="1" noChangeAspect="1" noMove="1" noResize="1" noEditPoints="1" noAdjustHandles="1" noChangeArrowheads="1" noChangeShapeType="1" noTextEdit="1"/>
              </p:cNvSpPr>
              <p:nvPr/>
            </p:nvSpPr>
            <p:spPr>
              <a:xfrm>
                <a:off x="1594216" y="5167491"/>
                <a:ext cx="3168284" cy="523220"/>
              </a:xfrm>
              <a:prstGeom prst="rect">
                <a:avLst/>
              </a:prstGeom>
              <a:blipFill>
                <a:blip r:embed="rId6"/>
                <a:stretch>
                  <a:fillRect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02B16E7-C2F5-4A1E-ACAF-DCCD9744D05E}"/>
                  </a:ext>
                </a:extLst>
              </p:cNvPr>
              <p:cNvSpPr txBox="1"/>
              <p:nvPr/>
            </p:nvSpPr>
            <p:spPr>
              <a:xfrm>
                <a:off x="1594216" y="5830455"/>
                <a:ext cx="4168409" cy="523220"/>
              </a:xfrm>
              <a:prstGeom prst="rect">
                <a:avLst/>
              </a:prstGeom>
              <a:noFill/>
            </p:spPr>
            <p:txBody>
              <a:bodyPr wrap="square">
                <a:spAutoFit/>
              </a:bodyPr>
              <a:lstStyle/>
              <a:p>
                <a14:m>
                  <m:oMath xmlns:m="http://schemas.openxmlformats.org/officeDocument/2006/math">
                    <m:r>
                      <m:rPr>
                        <m:sty m:val="p"/>
                      </m:rPr>
                      <a:rPr lang="en-GB" sz="2800" i="0" dirty="0" smtClean="0">
                        <a:solidFill>
                          <a:srgbClr val="002060"/>
                        </a:solidFill>
                        <a:latin typeface="Cambria Math" panose="02040503050406030204" pitchFamily="18" charset="0"/>
                      </a:rPr>
                      <m:t>B</m:t>
                    </m:r>
                  </m:oMath>
                </a14:m>
                <a:r>
                  <a:rPr lang="en-GB" sz="2800" dirty="0">
                    <a:solidFill>
                      <a:srgbClr val="002060"/>
                    </a:solidFill>
                  </a:rPr>
                  <a:t>   : Selecting two pink balls</a:t>
                </a:r>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102B16E7-C2F5-4A1E-ACAF-DCCD9744D05E}"/>
                  </a:ext>
                </a:extLst>
              </p:cNvPr>
              <p:cNvSpPr txBox="1">
                <a:spLocks noRot="1" noChangeAspect="1" noMove="1" noResize="1" noEditPoints="1" noAdjustHandles="1" noChangeArrowheads="1" noChangeShapeType="1" noTextEdit="1"/>
              </p:cNvSpPr>
              <p:nvPr/>
            </p:nvSpPr>
            <p:spPr>
              <a:xfrm>
                <a:off x="1594216" y="5830455"/>
                <a:ext cx="4168409" cy="523220"/>
              </a:xfrm>
              <a:prstGeom prst="rect">
                <a:avLst/>
              </a:prstGeom>
              <a:blipFill>
                <a:blip r:embed="rId7"/>
                <a:stretch>
                  <a:fillRect t="-10465" r="-586" b="-32558"/>
                </a:stretch>
              </a:blipFill>
            </p:spPr>
            <p:txBody>
              <a:bodyPr/>
              <a:lstStyle/>
              <a:p>
                <a:r>
                  <a:rPr lang="en-IN">
                    <a:noFill/>
                  </a:rPr>
                  <a:t> </a:t>
                </a:r>
              </a:p>
            </p:txBody>
          </p:sp>
        </mc:Fallback>
      </mc:AlternateContent>
      <p:sp>
        <p:nvSpPr>
          <p:cNvPr id="42" name="TextBox 41">
            <a:extLst>
              <a:ext uri="{FF2B5EF4-FFF2-40B4-BE49-F238E27FC236}">
                <a16:creationId xmlns:a16="http://schemas.microsoft.com/office/drawing/2014/main" id="{46EB6070-7B89-40E9-80EA-7F55B673B189}"/>
              </a:ext>
            </a:extLst>
          </p:cNvPr>
          <p:cNvSpPr txBox="1"/>
          <p:nvPr/>
        </p:nvSpPr>
        <p:spPr>
          <a:xfrm>
            <a:off x="7690213" y="2750952"/>
            <a:ext cx="2149369" cy="523220"/>
          </a:xfrm>
          <a:prstGeom prst="rect">
            <a:avLst/>
          </a:prstGeom>
          <a:noFill/>
        </p:spPr>
        <p:txBody>
          <a:bodyPr wrap="square">
            <a:spAutoFit/>
          </a:bodyPr>
          <a:lstStyle/>
          <a:p>
            <a:r>
              <a:rPr lang="en-IN" sz="2800" b="1" dirty="0">
                <a:solidFill>
                  <a:srgbClr val="002060"/>
                </a:solidFill>
              </a:rPr>
              <a:t>Probabilities:</a:t>
            </a:r>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FA6E29D9-DC5D-4AC7-8C35-3AD2D90231F8}"/>
                  </a:ext>
                </a:extLst>
              </p:cNvPr>
              <p:cNvSpPr txBox="1"/>
              <p:nvPr/>
            </p:nvSpPr>
            <p:spPr>
              <a:xfrm>
                <a:off x="7690213" y="3250743"/>
                <a:ext cx="1962153"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1</m:t>
                              </m:r>
                            </m:sub>
                          </m:sSub>
                        </m:e>
                      </m:d>
                      <m:r>
                        <a:rPr lang="en-US" sz="2800" i="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2 </m:t>
                          </m:r>
                        </m:den>
                      </m:f>
                    </m:oMath>
                  </m:oMathPara>
                </a14:m>
                <a:endParaRPr lang="en-IN" sz="2800" dirty="0">
                  <a:solidFill>
                    <a:srgbClr val="002060"/>
                  </a:solidFill>
                  <a:latin typeface="Cambria Math" panose="02040503050406030204" pitchFamily="18" charset="0"/>
                </a:endParaRPr>
              </a:p>
            </p:txBody>
          </p:sp>
        </mc:Choice>
        <mc:Fallback xmlns="">
          <p:sp>
            <p:nvSpPr>
              <p:cNvPr id="68" name="TextBox 67">
                <a:extLst>
                  <a:ext uri="{FF2B5EF4-FFF2-40B4-BE49-F238E27FC236}">
                    <a16:creationId xmlns:a16="http://schemas.microsoft.com/office/drawing/2014/main" id="{FA6E29D9-DC5D-4AC7-8C35-3AD2D90231F8}"/>
                  </a:ext>
                </a:extLst>
              </p:cNvPr>
              <p:cNvSpPr txBox="1">
                <a:spLocks noRot="1" noChangeAspect="1" noMove="1" noResize="1" noEditPoints="1" noAdjustHandles="1" noChangeArrowheads="1" noChangeShapeType="1" noTextEdit="1"/>
              </p:cNvSpPr>
              <p:nvPr/>
            </p:nvSpPr>
            <p:spPr>
              <a:xfrm>
                <a:off x="7690213" y="3250743"/>
                <a:ext cx="1962153" cy="898964"/>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898D836A-76E6-4C04-9B42-7D418261AEED}"/>
                  </a:ext>
                </a:extLst>
              </p:cNvPr>
              <p:cNvSpPr txBox="1"/>
              <p:nvPr/>
            </p:nvSpPr>
            <p:spPr>
              <a:xfrm>
                <a:off x="10013787" y="3250743"/>
                <a:ext cx="2047034"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2</m:t>
                              </m:r>
                            </m:sub>
                          </m:sSub>
                        </m:e>
                      </m:d>
                      <m:r>
                        <a:rPr lang="en-US" sz="2800" i="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2 </m:t>
                          </m:r>
                        </m:den>
                      </m:f>
                    </m:oMath>
                  </m:oMathPara>
                </a14:m>
                <a:endParaRPr lang="en-IN" sz="2800" dirty="0">
                  <a:solidFill>
                    <a:srgbClr val="002060"/>
                  </a:solidFill>
                  <a:latin typeface="Cambria Math" panose="02040503050406030204" pitchFamily="18" charset="0"/>
                </a:endParaRPr>
              </a:p>
            </p:txBody>
          </p:sp>
        </mc:Choice>
        <mc:Fallback xmlns="">
          <p:sp>
            <p:nvSpPr>
              <p:cNvPr id="69" name="TextBox 68">
                <a:extLst>
                  <a:ext uri="{FF2B5EF4-FFF2-40B4-BE49-F238E27FC236}">
                    <a16:creationId xmlns:a16="http://schemas.microsoft.com/office/drawing/2014/main" id="{898D836A-76E6-4C04-9B42-7D418261AEED}"/>
                  </a:ext>
                </a:extLst>
              </p:cNvPr>
              <p:cNvSpPr txBox="1">
                <a:spLocks noRot="1" noChangeAspect="1" noMove="1" noResize="1" noEditPoints="1" noAdjustHandles="1" noChangeArrowheads="1" noChangeShapeType="1" noTextEdit="1"/>
              </p:cNvSpPr>
              <p:nvPr/>
            </p:nvSpPr>
            <p:spPr>
              <a:xfrm>
                <a:off x="10013787" y="3250743"/>
                <a:ext cx="2047034" cy="898964"/>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ED2F91BA-958C-468E-9DA7-18119FB85744}"/>
                  </a:ext>
                </a:extLst>
              </p:cNvPr>
              <p:cNvSpPr txBox="1"/>
              <p:nvPr/>
            </p:nvSpPr>
            <p:spPr>
              <a:xfrm>
                <a:off x="7690213" y="4472334"/>
                <a:ext cx="1524003"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oMath>
                  </m:oMathPara>
                </a14:m>
                <a:endParaRPr lang="en-IN" sz="2800" dirty="0">
                  <a:solidFill>
                    <a:srgbClr val="002060"/>
                  </a:solidFill>
                  <a:latin typeface="Cambria Math" panose="02040503050406030204" pitchFamily="18" charset="0"/>
                </a:endParaRPr>
              </a:p>
            </p:txBody>
          </p:sp>
        </mc:Choice>
        <mc:Fallback xmlns="">
          <p:sp>
            <p:nvSpPr>
              <p:cNvPr id="70" name="TextBox 69">
                <a:extLst>
                  <a:ext uri="{FF2B5EF4-FFF2-40B4-BE49-F238E27FC236}">
                    <a16:creationId xmlns:a16="http://schemas.microsoft.com/office/drawing/2014/main" id="{ED2F91BA-958C-468E-9DA7-18119FB85744}"/>
                  </a:ext>
                </a:extLst>
              </p:cNvPr>
              <p:cNvSpPr txBox="1">
                <a:spLocks noRot="1" noChangeAspect="1" noMove="1" noResize="1" noEditPoints="1" noAdjustHandles="1" noChangeArrowheads="1" noChangeShapeType="1" noTextEdit="1"/>
              </p:cNvSpPr>
              <p:nvPr/>
            </p:nvSpPr>
            <p:spPr>
              <a:xfrm>
                <a:off x="7690213" y="4472334"/>
                <a:ext cx="1524003"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5D2EAF46-46FB-4433-909C-1991CF05FC3F}"/>
                  </a:ext>
                </a:extLst>
              </p:cNvPr>
              <p:cNvSpPr txBox="1"/>
              <p:nvPr/>
            </p:nvSpPr>
            <p:spPr>
              <a:xfrm>
                <a:off x="10286013" y="4284462"/>
                <a:ext cx="1063150"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21 </m:t>
                          </m:r>
                        </m:den>
                      </m:f>
                    </m:oMath>
                  </m:oMathPara>
                </a14:m>
                <a:endParaRPr lang="en-IN" sz="2800" dirty="0">
                  <a:solidFill>
                    <a:srgbClr val="002060"/>
                  </a:solidFill>
                  <a:latin typeface="Cambria Math" panose="02040503050406030204" pitchFamily="18" charset="0"/>
                </a:endParaRPr>
              </a:p>
            </p:txBody>
          </p:sp>
        </mc:Choice>
        <mc:Fallback xmlns="">
          <p:sp>
            <p:nvSpPr>
              <p:cNvPr id="81" name="TextBox 80">
                <a:extLst>
                  <a:ext uri="{FF2B5EF4-FFF2-40B4-BE49-F238E27FC236}">
                    <a16:creationId xmlns:a16="http://schemas.microsoft.com/office/drawing/2014/main" id="{5D2EAF46-46FB-4433-909C-1991CF05FC3F}"/>
                  </a:ext>
                </a:extLst>
              </p:cNvPr>
              <p:cNvSpPr txBox="1">
                <a:spLocks noRot="1" noChangeAspect="1" noMove="1" noResize="1" noEditPoints="1" noAdjustHandles="1" noChangeArrowheads="1" noChangeShapeType="1" noTextEdit="1"/>
              </p:cNvSpPr>
              <p:nvPr/>
            </p:nvSpPr>
            <p:spPr>
              <a:xfrm>
                <a:off x="10286013" y="4284462"/>
                <a:ext cx="1063150" cy="898964"/>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47B5B446-06FE-4214-A79A-49951A75EF4E}"/>
                  </a:ext>
                </a:extLst>
              </p:cNvPr>
              <p:cNvSpPr txBox="1"/>
              <p:nvPr/>
            </p:nvSpPr>
            <p:spPr>
              <a:xfrm>
                <a:off x="7690213" y="5652040"/>
                <a:ext cx="1524003"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oMath>
                  </m:oMathPara>
                </a14:m>
                <a:endParaRPr lang="en-IN" sz="2800" dirty="0">
                  <a:solidFill>
                    <a:srgbClr val="002060"/>
                  </a:solidFill>
                  <a:latin typeface="Cambria Math" panose="02040503050406030204" pitchFamily="18" charset="0"/>
                </a:endParaRPr>
              </a:p>
            </p:txBody>
          </p:sp>
        </mc:Choice>
        <mc:Fallback xmlns="">
          <p:sp>
            <p:nvSpPr>
              <p:cNvPr id="82" name="TextBox 81">
                <a:extLst>
                  <a:ext uri="{FF2B5EF4-FFF2-40B4-BE49-F238E27FC236}">
                    <a16:creationId xmlns:a16="http://schemas.microsoft.com/office/drawing/2014/main" id="{47B5B446-06FE-4214-A79A-49951A75EF4E}"/>
                  </a:ext>
                </a:extLst>
              </p:cNvPr>
              <p:cNvSpPr txBox="1">
                <a:spLocks noRot="1" noChangeAspect="1" noMove="1" noResize="1" noEditPoints="1" noAdjustHandles="1" noChangeArrowheads="1" noChangeShapeType="1" noTextEdit="1"/>
              </p:cNvSpPr>
              <p:nvPr/>
            </p:nvSpPr>
            <p:spPr>
              <a:xfrm>
                <a:off x="7690213" y="5652040"/>
                <a:ext cx="1524003"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CF784005-240C-4867-994E-ECB7B675B4AC}"/>
                  </a:ext>
                </a:extLst>
              </p:cNvPr>
              <p:cNvSpPr txBox="1"/>
              <p:nvPr/>
            </p:nvSpPr>
            <p:spPr>
              <a:xfrm>
                <a:off x="10286013" y="5464168"/>
                <a:ext cx="1063150"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3</m:t>
                          </m:r>
                        </m:num>
                        <m:den>
                          <m:r>
                            <a:rPr lang="en-IN" sz="2800" b="0" i="1" smtClean="0">
                              <a:solidFill>
                                <a:srgbClr val="002060"/>
                              </a:solidFill>
                              <a:latin typeface="Cambria Math" panose="02040503050406030204" pitchFamily="18" charset="0"/>
                            </a:rPr>
                            <m:t> 21 </m:t>
                          </m:r>
                        </m:den>
                      </m:f>
                    </m:oMath>
                  </m:oMathPara>
                </a14:m>
                <a:endParaRPr lang="en-IN" sz="2800" dirty="0">
                  <a:solidFill>
                    <a:srgbClr val="002060"/>
                  </a:solidFill>
                  <a:latin typeface="Cambria Math" panose="02040503050406030204" pitchFamily="18" charset="0"/>
                </a:endParaRPr>
              </a:p>
            </p:txBody>
          </p:sp>
        </mc:Choice>
        <mc:Fallback xmlns="">
          <p:sp>
            <p:nvSpPr>
              <p:cNvPr id="83" name="TextBox 82">
                <a:extLst>
                  <a:ext uri="{FF2B5EF4-FFF2-40B4-BE49-F238E27FC236}">
                    <a16:creationId xmlns:a16="http://schemas.microsoft.com/office/drawing/2014/main" id="{CF784005-240C-4867-994E-ECB7B675B4AC}"/>
                  </a:ext>
                </a:extLst>
              </p:cNvPr>
              <p:cNvSpPr txBox="1">
                <a:spLocks noRot="1" noChangeAspect="1" noMove="1" noResize="1" noEditPoints="1" noAdjustHandles="1" noChangeArrowheads="1" noChangeShapeType="1" noTextEdit="1"/>
              </p:cNvSpPr>
              <p:nvPr/>
            </p:nvSpPr>
            <p:spPr>
              <a:xfrm>
                <a:off x="10286013" y="5464168"/>
                <a:ext cx="1063150" cy="898964"/>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5860E96-8861-4937-AAE2-85F8842D86C0}"/>
                  </a:ext>
                </a:extLst>
              </p:cNvPr>
              <p:cNvSpPr txBox="1"/>
              <p:nvPr/>
            </p:nvSpPr>
            <p:spPr>
              <a:xfrm>
                <a:off x="9120790" y="4220182"/>
                <a:ext cx="1325325" cy="102752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a:solidFill>
                                    <a:srgbClr val="002060"/>
                                  </a:solidFill>
                                  <a:latin typeface="Cambria Math" panose="02040503050406030204" pitchFamily="18" charset="0"/>
                                </a:rPr>
                                <m:t>2</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e>
                          </m:sPre>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i="1">
                                  <a:solidFill>
                                    <a:srgbClr val="002060"/>
                                  </a:solidFill>
                                  <a:latin typeface="Cambria Math" panose="02040503050406030204" pitchFamily="18" charset="0"/>
                                </a:rPr>
                                <m:t> </m:t>
                              </m:r>
                            </m:sub>
                            <m:sup>
                              <m:r>
                                <a:rPr lang="en-IN" sz="2800">
                                  <a:solidFill>
                                    <a:srgbClr val="002060"/>
                                  </a:solidFill>
                                  <a:latin typeface="Cambria Math" panose="02040503050406030204" pitchFamily="18" charset="0"/>
                                </a:rPr>
                                <m:t>7</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r>
                                <a:rPr lang="en-IN" sz="2800" i="1">
                                  <a:solidFill>
                                    <a:srgbClr val="002060"/>
                                  </a:solidFill>
                                  <a:latin typeface="Cambria Math" panose="02040503050406030204" pitchFamily="18" charset="0"/>
                                </a:rPr>
                                <m:t> </m:t>
                              </m:r>
                            </m:e>
                          </m:sPre>
                        </m:den>
                      </m:f>
                    </m:oMath>
                  </m:oMathPara>
                </a14:m>
                <a:endParaRPr lang="en-IN" sz="2800" dirty="0">
                  <a:solidFill>
                    <a:srgbClr val="002060"/>
                  </a:solidFill>
                  <a:latin typeface="Cambria Math" panose="02040503050406030204" pitchFamily="18" charset="0"/>
                </a:endParaRPr>
              </a:p>
            </p:txBody>
          </p:sp>
        </mc:Choice>
        <mc:Fallback xmlns="">
          <p:sp>
            <p:nvSpPr>
              <p:cNvPr id="18" name="TextBox 17">
                <a:extLst>
                  <a:ext uri="{FF2B5EF4-FFF2-40B4-BE49-F238E27FC236}">
                    <a16:creationId xmlns:a16="http://schemas.microsoft.com/office/drawing/2014/main" id="{F5860E96-8861-4937-AAE2-85F8842D86C0}"/>
                  </a:ext>
                </a:extLst>
              </p:cNvPr>
              <p:cNvSpPr txBox="1">
                <a:spLocks noRot="1" noChangeAspect="1" noMove="1" noResize="1" noEditPoints="1" noAdjustHandles="1" noChangeArrowheads="1" noChangeShapeType="1" noTextEdit="1"/>
              </p:cNvSpPr>
              <p:nvPr/>
            </p:nvSpPr>
            <p:spPr>
              <a:xfrm>
                <a:off x="9120790" y="4220182"/>
                <a:ext cx="1325325" cy="1027525"/>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DBE02FA-9C2D-4766-BD32-2B60DE6D7098}"/>
                  </a:ext>
                </a:extLst>
              </p:cNvPr>
              <p:cNvSpPr txBox="1"/>
              <p:nvPr/>
            </p:nvSpPr>
            <p:spPr>
              <a:xfrm>
                <a:off x="9176919" y="5399888"/>
                <a:ext cx="1325325" cy="102752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a:solidFill>
                                    <a:srgbClr val="002060"/>
                                  </a:solidFill>
                                  <a:latin typeface="Cambria Math" panose="02040503050406030204" pitchFamily="18" charset="0"/>
                                </a:rPr>
                                <m:t>3</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e>
                          </m:sPre>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i="1">
                                  <a:solidFill>
                                    <a:srgbClr val="002060"/>
                                  </a:solidFill>
                                  <a:latin typeface="Cambria Math" panose="02040503050406030204" pitchFamily="18" charset="0"/>
                                </a:rPr>
                                <m:t> </m:t>
                              </m:r>
                            </m:sub>
                            <m:sup>
                              <m:r>
                                <a:rPr lang="en-IN" sz="2800">
                                  <a:solidFill>
                                    <a:srgbClr val="002060"/>
                                  </a:solidFill>
                                  <a:latin typeface="Cambria Math" panose="02040503050406030204" pitchFamily="18" charset="0"/>
                                </a:rPr>
                                <m:t>7</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r>
                                <a:rPr lang="en-IN" sz="2800" i="1">
                                  <a:solidFill>
                                    <a:srgbClr val="002060"/>
                                  </a:solidFill>
                                  <a:latin typeface="Cambria Math" panose="02040503050406030204" pitchFamily="18" charset="0"/>
                                </a:rPr>
                                <m:t> </m:t>
                              </m:r>
                            </m:e>
                          </m:sPre>
                        </m:den>
                      </m:f>
                    </m:oMath>
                  </m:oMathPara>
                </a14:m>
                <a:endParaRPr lang="en-IN" sz="2800" dirty="0">
                  <a:solidFill>
                    <a:srgbClr val="002060"/>
                  </a:solidFill>
                  <a:latin typeface="Cambria Math" panose="02040503050406030204" pitchFamily="18" charset="0"/>
                </a:endParaRPr>
              </a:p>
            </p:txBody>
          </p:sp>
        </mc:Choice>
        <mc:Fallback xmlns="">
          <p:sp>
            <p:nvSpPr>
              <p:cNvPr id="22" name="TextBox 21">
                <a:extLst>
                  <a:ext uri="{FF2B5EF4-FFF2-40B4-BE49-F238E27FC236}">
                    <a16:creationId xmlns:a16="http://schemas.microsoft.com/office/drawing/2014/main" id="{0DBE02FA-9C2D-4766-BD32-2B60DE6D7098}"/>
                  </a:ext>
                </a:extLst>
              </p:cNvPr>
              <p:cNvSpPr txBox="1">
                <a:spLocks noRot="1" noChangeAspect="1" noMove="1" noResize="1" noEditPoints="1" noAdjustHandles="1" noChangeArrowheads="1" noChangeShapeType="1" noTextEdit="1"/>
              </p:cNvSpPr>
              <p:nvPr/>
            </p:nvSpPr>
            <p:spPr>
              <a:xfrm>
                <a:off x="9176919" y="5399888"/>
                <a:ext cx="1325325" cy="1027525"/>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D7653F49-AF81-4F24-B3E4-7A0DDEB78AA6}"/>
                  </a:ext>
                </a:extLst>
              </p:cNvPr>
              <p:cNvSpPr txBox="1"/>
              <p:nvPr/>
            </p:nvSpPr>
            <p:spPr>
              <a:xfrm>
                <a:off x="4918316" y="2747438"/>
                <a:ext cx="1358659" cy="523220"/>
              </a:xfrm>
              <a:prstGeom prst="rect">
                <a:avLst/>
              </a:prstGeom>
              <a:noFill/>
            </p:spPr>
            <p:txBody>
              <a:bodyPr wrap="square">
                <a:spAutoFit/>
              </a:bodyPr>
              <a:lstStyle/>
              <a:p>
                <a:r>
                  <a:rPr lang="en-GB" sz="2800" b="0" dirty="0">
                    <a:solidFill>
                      <a:srgbClr val="002060"/>
                    </a:solidFill>
                    <a:effectLst/>
                  </a:rPr>
                  <a:t>(</a:t>
                </a:r>
                <a14:m>
                  <m:oMath xmlns:m="http://schemas.openxmlformats.org/officeDocument/2006/math">
                    <m:r>
                      <a:rPr lang="en-GB" sz="2800" b="0" i="1" dirty="0" smtClean="0">
                        <a:solidFill>
                          <a:srgbClr val="002060"/>
                        </a:solidFill>
                        <a:effectLst/>
                        <a:latin typeface="Cambria Math" panose="02040503050406030204" pitchFamily="18" charset="0"/>
                      </a:rPr>
                      <m:t>7</m:t>
                    </m:r>
                  </m:oMath>
                </a14:m>
                <a:r>
                  <a:rPr lang="en-GB" sz="2800" b="0" dirty="0">
                    <a:solidFill>
                      <a:srgbClr val="002060"/>
                    </a:solidFill>
                    <a:effectLst/>
                  </a:rPr>
                  <a:t> balls) </a:t>
                </a:r>
                <a:endParaRPr lang="en-IN" sz="2800" dirty="0">
                  <a:solidFill>
                    <a:srgbClr val="002060"/>
                  </a:solidFill>
                </a:endParaRPr>
              </a:p>
            </p:txBody>
          </p:sp>
        </mc:Choice>
        <mc:Fallback xmlns="">
          <p:sp>
            <p:nvSpPr>
              <p:cNvPr id="23" name="TextBox 22">
                <a:extLst>
                  <a:ext uri="{FF2B5EF4-FFF2-40B4-BE49-F238E27FC236}">
                    <a16:creationId xmlns:a16="http://schemas.microsoft.com/office/drawing/2014/main" id="{D7653F49-AF81-4F24-B3E4-7A0DDEB78AA6}"/>
                  </a:ext>
                </a:extLst>
              </p:cNvPr>
              <p:cNvSpPr txBox="1">
                <a:spLocks noRot="1" noChangeAspect="1" noMove="1" noResize="1" noEditPoints="1" noAdjustHandles="1" noChangeArrowheads="1" noChangeShapeType="1" noTextEdit="1"/>
              </p:cNvSpPr>
              <p:nvPr/>
            </p:nvSpPr>
            <p:spPr>
              <a:xfrm>
                <a:off x="4918316" y="2747438"/>
                <a:ext cx="1358659" cy="523220"/>
              </a:xfrm>
              <a:prstGeom prst="rect">
                <a:avLst/>
              </a:prstGeom>
              <a:blipFill>
                <a:blip r:embed="rId16"/>
                <a:stretch>
                  <a:fillRect l="-9417" t="-11628" r="-11659"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C95BCC0-14F2-4A54-9FDC-B3E3F967B9D9}"/>
                  </a:ext>
                </a:extLst>
              </p:cNvPr>
              <p:cNvSpPr txBox="1"/>
              <p:nvPr/>
            </p:nvSpPr>
            <p:spPr>
              <a:xfrm>
                <a:off x="4918316" y="3319140"/>
                <a:ext cx="1358659" cy="523220"/>
              </a:xfrm>
              <a:prstGeom prst="rect">
                <a:avLst/>
              </a:prstGeom>
              <a:noFill/>
            </p:spPr>
            <p:txBody>
              <a:bodyPr wrap="square">
                <a:spAutoFit/>
              </a:bodyPr>
              <a:lstStyle/>
              <a:p>
                <a:r>
                  <a:rPr lang="en-GB" sz="2800" b="0" dirty="0">
                    <a:solidFill>
                      <a:srgbClr val="002060"/>
                    </a:solidFill>
                    <a:effectLst/>
                  </a:rPr>
                  <a:t>(</a:t>
                </a:r>
                <a14:m>
                  <m:oMath xmlns:m="http://schemas.openxmlformats.org/officeDocument/2006/math">
                    <m:r>
                      <a:rPr lang="en-GB" sz="2800" b="0" i="1" dirty="0" smtClean="0">
                        <a:solidFill>
                          <a:srgbClr val="002060"/>
                        </a:solidFill>
                        <a:effectLst/>
                        <a:latin typeface="Cambria Math" panose="02040503050406030204" pitchFamily="18" charset="0"/>
                      </a:rPr>
                      <m:t>7</m:t>
                    </m:r>
                  </m:oMath>
                </a14:m>
                <a:r>
                  <a:rPr lang="en-GB" sz="2800" b="0" dirty="0">
                    <a:solidFill>
                      <a:srgbClr val="002060"/>
                    </a:solidFill>
                    <a:effectLst/>
                  </a:rPr>
                  <a:t> balls) </a:t>
                </a:r>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FC95BCC0-14F2-4A54-9FDC-B3E3F967B9D9}"/>
                  </a:ext>
                </a:extLst>
              </p:cNvPr>
              <p:cNvSpPr txBox="1">
                <a:spLocks noRot="1" noChangeAspect="1" noMove="1" noResize="1" noEditPoints="1" noAdjustHandles="1" noChangeArrowheads="1" noChangeShapeType="1" noTextEdit="1"/>
              </p:cNvSpPr>
              <p:nvPr/>
            </p:nvSpPr>
            <p:spPr>
              <a:xfrm>
                <a:off x="4918316" y="3319140"/>
                <a:ext cx="1358659" cy="523220"/>
              </a:xfrm>
              <a:prstGeom prst="rect">
                <a:avLst/>
              </a:prstGeom>
              <a:blipFill>
                <a:blip r:embed="rId17"/>
                <a:stretch>
                  <a:fillRect l="-9417" t="-10465" r="-11659" b="-32558"/>
                </a:stretch>
              </a:blipFill>
            </p:spPr>
            <p:txBody>
              <a:bodyPr/>
              <a:lstStyle/>
              <a:p>
                <a:r>
                  <a:rPr lang="en-IN">
                    <a:noFill/>
                  </a:rPr>
                  <a:t> </a:t>
                </a:r>
              </a:p>
            </p:txBody>
          </p:sp>
        </mc:Fallback>
      </mc:AlternateContent>
    </p:spTree>
    <p:extLst>
      <p:ext uri="{BB962C8B-B14F-4D97-AF65-F5344CB8AC3E}">
        <p14:creationId xmlns:p14="http://schemas.microsoft.com/office/powerpoint/2010/main" val="1383248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8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0" grpId="0"/>
      <p:bldP spid="21" grpId="0"/>
      <p:bldP spid="32" grpId="0"/>
      <p:bldP spid="37" grpId="0"/>
      <p:bldP spid="40" grpId="0"/>
      <p:bldP spid="41" grpId="0"/>
      <p:bldP spid="42" grpId="0"/>
      <p:bldP spid="68" grpId="0"/>
      <p:bldP spid="69" grpId="0"/>
      <p:bldP spid="70" grpId="0"/>
      <p:bldP spid="81" grpId="0"/>
      <p:bldP spid="82" grpId="0"/>
      <p:bldP spid="83" grpId="0"/>
      <p:bldP spid="18" grpId="0"/>
      <p:bldP spid="22" grpId="0"/>
      <p:bldP spid="23" grpId="0"/>
      <p:bldP spid="24"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3 (Continue)</a:t>
            </a:r>
            <a:endParaRPr lang="en-US" dirty="0"/>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D98D12A-DA85-4F87-AB79-9B8BA7CDF8BA}"/>
                  </a:ext>
                </a:extLst>
              </p:cNvPr>
              <p:cNvSpPr txBox="1"/>
              <p:nvPr/>
            </p:nvSpPr>
            <p:spPr>
              <a:xfrm>
                <a:off x="3086833" y="2443670"/>
                <a:ext cx="6533418" cy="112697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a:solidFill>
                                    <a:srgbClr val="002060"/>
                                  </a:solidFill>
                                  <a:latin typeface="Cambria Math" panose="02040503050406030204" pitchFamily="18" charset="0"/>
                                </a:rPr>
                                <m:t> </m:t>
                              </m:r>
                              <m:d>
                                <m:dPr>
                                  <m:begChr m:val="|"/>
                                  <m:endChr m:val=""/>
                                  <m:ctrlPr>
                                    <a:rPr lang="en-IN" sz="2800" i="1">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e>
                          </m:d>
                        </m:num>
                        <m:den>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a:solidFill>
                                        <a:srgbClr val="002060"/>
                                      </a:solidFill>
                                      <a:latin typeface="Cambria Math" panose="02040503050406030204" pitchFamily="18" charset="0"/>
                                    </a:rPr>
                                    <m:t>1</m:t>
                                  </m:r>
                                </m:sub>
                              </m:sSub>
                            </m:e>
                          </m:d>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a:solidFill>
                                    <a:srgbClr val="002060"/>
                                  </a:solidFill>
                                  <a:latin typeface="Cambria Math" panose="02040503050406030204" pitchFamily="18" charset="0"/>
                                </a:rPr>
                                <m:t> </m:t>
                              </m:r>
                              <m:d>
                                <m:dPr>
                                  <m:begChr m:val="|"/>
                                  <m:endChr m:val=""/>
                                  <m:ctrlPr>
                                    <a:rPr lang="en-IN" sz="2800" i="1">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a:solidFill>
                                            <a:srgbClr val="002060"/>
                                          </a:solidFill>
                                          <a:latin typeface="Cambria Math" panose="02040503050406030204" pitchFamily="18" charset="0"/>
                                        </a:rPr>
                                        <m:t>1</m:t>
                                      </m:r>
                                    </m:sub>
                                  </m:sSub>
                                </m:e>
                              </m:d>
                            </m:e>
                          </m:d>
                          <m:r>
                            <a:rPr lang="en-IN" sz="2800">
                              <a:solidFill>
                                <a:srgbClr val="002060"/>
                              </a:solidFill>
                              <a:latin typeface="Cambria Math" panose="02040503050406030204" pitchFamily="18" charset="0"/>
                            </a:rPr>
                            <m:t> + </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a:solidFill>
                                        <a:srgbClr val="002060"/>
                                      </a:solidFill>
                                      <a:latin typeface="Cambria Math" panose="02040503050406030204" pitchFamily="18" charset="0"/>
                                    </a:rPr>
                                    <m:t>2</m:t>
                                  </m:r>
                                </m:sub>
                              </m:sSub>
                            </m:e>
                          </m:d>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a:solidFill>
                                    <a:srgbClr val="002060"/>
                                  </a:solidFill>
                                  <a:latin typeface="Cambria Math" panose="02040503050406030204" pitchFamily="18" charset="0"/>
                                </a:rPr>
                                <m:t> </m:t>
                              </m:r>
                              <m:d>
                                <m:dPr>
                                  <m:begChr m:val="|"/>
                                  <m:endChr m:val=""/>
                                  <m:ctrlPr>
                                    <a:rPr lang="en-IN" sz="2800" i="1">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a:solidFill>
                                            <a:srgbClr val="002060"/>
                                          </a:solidFill>
                                          <a:latin typeface="Cambria Math" panose="02040503050406030204" pitchFamily="18" charset="0"/>
                                        </a:rPr>
                                        <m:t>2</m:t>
                                      </m:r>
                                    </m:sub>
                                  </m:sSub>
                                </m:e>
                              </m:d>
                            </m:e>
                          </m:d>
                          <m:r>
                            <a:rPr lang="en-IN" sz="2800">
                              <a:solidFill>
                                <a:srgbClr val="002060"/>
                              </a:solidFill>
                              <a:latin typeface="Cambria Math" panose="02040503050406030204" pitchFamily="18" charset="0"/>
                            </a:rPr>
                            <m:t> </m:t>
                          </m:r>
                        </m:den>
                      </m:f>
                    </m:oMath>
                  </m:oMathPara>
                </a14:m>
                <a:endParaRPr/>
              </a:p>
            </p:txBody>
          </p:sp>
        </mc:Choice>
        <mc:Fallback xmlns="">
          <p:sp>
            <p:nvSpPr>
              <p:cNvPr id="16" name="TextBox 15">
                <a:extLst>
                  <a:ext uri="{FF2B5EF4-FFF2-40B4-BE49-F238E27FC236}">
                    <a16:creationId xmlns:a16="http://schemas.microsoft.com/office/drawing/2014/main" id="{0D98D12A-DA85-4F87-AB79-9B8BA7CDF8BA}"/>
                  </a:ext>
                </a:extLst>
              </p:cNvPr>
              <p:cNvSpPr txBox="1">
                <a:spLocks noRot="1" noChangeAspect="1" noMove="1" noResize="1" noEditPoints="1" noAdjustHandles="1" noChangeArrowheads="1" noChangeShapeType="1" noTextEdit="1"/>
              </p:cNvSpPr>
              <p:nvPr/>
            </p:nvSpPr>
            <p:spPr>
              <a:xfrm>
                <a:off x="3086833" y="2443670"/>
                <a:ext cx="6533418" cy="1126975"/>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F7BC74A-31EF-465F-ACD5-6FB23770B7F6}"/>
                  </a:ext>
                </a:extLst>
              </p:cNvPr>
              <p:cNvSpPr txBox="1"/>
              <p:nvPr/>
            </p:nvSpPr>
            <p:spPr>
              <a:xfrm>
                <a:off x="3086832" y="3827542"/>
                <a:ext cx="5549462" cy="128022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d>
                            <m:dPr>
                              <m:ctrlPr>
                                <a:rPr lang="en-IN" sz="2800" i="1">
                                  <a:solidFill>
                                    <a:srgbClr val="002060"/>
                                  </a:solidFill>
                                  <a:latin typeface="Cambria Math" panose="02040503050406030204" pitchFamily="18" charset="0"/>
                                </a:rPr>
                              </m:ctrlPr>
                            </m:dPr>
                            <m:e>
                              <m:f>
                                <m:fPr>
                                  <m:type m:val="skw"/>
                                  <m:ctrlPr>
                                    <a:rPr lang="en-IN" sz="2800" i="1">
                                      <a:solidFill>
                                        <a:srgbClr val="002060"/>
                                      </a:solidFill>
                                      <a:latin typeface="Cambria Math" panose="02040503050406030204" pitchFamily="18" charset="0"/>
                                    </a:rPr>
                                  </m:ctrlPr>
                                </m:fPr>
                                <m:num>
                                  <m:r>
                                    <a:rPr lang="en-IN" sz="2800" i="0">
                                      <a:solidFill>
                                        <a:srgbClr val="002060"/>
                                      </a:solidFill>
                                      <a:latin typeface="Cambria Math" panose="02040503050406030204" pitchFamily="18" charset="0"/>
                                    </a:rPr>
                                    <m:t>1</m:t>
                                  </m:r>
                                </m:num>
                                <m:den>
                                  <m:r>
                                    <a:rPr lang="en-IN" sz="2800" i="0">
                                      <a:solidFill>
                                        <a:srgbClr val="002060"/>
                                      </a:solidFill>
                                      <a:latin typeface="Cambria Math" panose="02040503050406030204" pitchFamily="18" charset="0"/>
                                    </a:rPr>
                                    <m:t>2</m:t>
                                  </m:r>
                                </m:den>
                              </m:f>
                            </m:e>
                          </m:d>
                          <m:r>
                            <a:rPr lang="en-IN" sz="2800" i="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f>
                                <m:fPr>
                                  <m:type m:val="skw"/>
                                  <m:ctrlPr>
                                    <a:rPr lang="en-IN" sz="2800" i="1">
                                      <a:solidFill>
                                        <a:srgbClr val="002060"/>
                                      </a:solidFill>
                                      <a:latin typeface="Cambria Math" panose="02040503050406030204" pitchFamily="18" charset="0"/>
                                    </a:rPr>
                                  </m:ctrlPr>
                                </m:fPr>
                                <m:num>
                                  <m:r>
                                    <a:rPr lang="en-IN" sz="2800" i="0">
                                      <a:solidFill>
                                        <a:srgbClr val="002060"/>
                                      </a:solidFill>
                                      <a:latin typeface="Cambria Math" panose="02040503050406030204" pitchFamily="18" charset="0"/>
                                    </a:rPr>
                                    <m:t>3</m:t>
                                  </m:r>
                                </m:num>
                                <m:den>
                                  <m:r>
                                    <a:rPr lang="en-IN" sz="2800" i="0">
                                      <a:solidFill>
                                        <a:srgbClr val="002060"/>
                                      </a:solidFill>
                                      <a:latin typeface="Cambria Math" panose="02040503050406030204" pitchFamily="18" charset="0"/>
                                    </a:rPr>
                                    <m:t>21</m:t>
                                  </m:r>
                                </m:den>
                              </m:f>
                            </m:e>
                          </m:d>
                        </m:num>
                        <m:den>
                          <m:r>
                            <a:rPr lang="en-IN" sz="2800" b="0" i="0" smtClean="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f>
                                <m:fPr>
                                  <m:type m:val="skw"/>
                                  <m:ctrlPr>
                                    <a:rPr lang="en-IN" sz="2800" b="0" i="1" smtClean="0">
                                      <a:solidFill>
                                        <a:srgbClr val="002060"/>
                                      </a:solidFill>
                                      <a:latin typeface="Cambria Math" panose="02040503050406030204" pitchFamily="18" charset="0"/>
                                    </a:rPr>
                                  </m:ctrlPr>
                                </m:fPr>
                                <m:num>
                                  <m:r>
                                    <a:rPr lang="en-IN" sz="2800" i="0" smtClean="0">
                                      <a:solidFill>
                                        <a:srgbClr val="002060"/>
                                      </a:solidFill>
                                      <a:latin typeface="Cambria Math" panose="02040503050406030204" pitchFamily="18" charset="0"/>
                                    </a:rPr>
                                    <m:t>1</m:t>
                                  </m:r>
                                </m:num>
                                <m:den>
                                  <m:r>
                                    <a:rPr lang="en-IN" sz="2800" b="0" i="0" smtClean="0">
                                      <a:solidFill>
                                        <a:srgbClr val="002060"/>
                                      </a:solidFill>
                                      <a:latin typeface="Cambria Math" panose="02040503050406030204" pitchFamily="18" charset="0"/>
                                    </a:rPr>
                                    <m:t>2</m:t>
                                  </m:r>
                                </m:den>
                              </m:f>
                            </m:e>
                          </m:d>
                          <m:r>
                            <a:rPr lang="en-IN" sz="2800" b="0" i="0">
                              <a:solidFill>
                                <a:srgbClr val="002060"/>
                              </a:solidFill>
                              <a:latin typeface="Cambria Math" panose="02040503050406030204" pitchFamily="18" charset="0"/>
                            </a:rPr>
                            <m:t>⋅</m:t>
                          </m:r>
                          <m:d>
                            <m:dPr>
                              <m:ctrlPr>
                                <a:rPr lang="en-IN" sz="2800" b="0" i="1" smtClean="0">
                                  <a:solidFill>
                                    <a:srgbClr val="002060"/>
                                  </a:solidFill>
                                  <a:latin typeface="Cambria Math" panose="02040503050406030204" pitchFamily="18" charset="0"/>
                                </a:rPr>
                              </m:ctrlPr>
                            </m:dPr>
                            <m:e>
                              <m:f>
                                <m:fPr>
                                  <m:type m:val="skw"/>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1</m:t>
                                  </m:r>
                                </m:num>
                                <m:den>
                                  <m:r>
                                    <a:rPr lang="en-IN" sz="2800" b="0" i="0" smtClean="0">
                                      <a:solidFill>
                                        <a:srgbClr val="002060"/>
                                      </a:solidFill>
                                      <a:latin typeface="Cambria Math" panose="02040503050406030204" pitchFamily="18" charset="0"/>
                                    </a:rPr>
                                    <m:t>21</m:t>
                                  </m:r>
                                </m:den>
                              </m:f>
                            </m:e>
                          </m:d>
                          <m:r>
                            <a:rPr lang="en-IN" sz="2800" b="0" i="0">
                              <a:solidFill>
                                <a:srgbClr val="002060"/>
                              </a:solidFill>
                              <a:latin typeface="Cambria Math" panose="02040503050406030204" pitchFamily="18" charset="0"/>
                            </a:rPr>
                            <m:t> + </m:t>
                          </m:r>
                          <m:d>
                            <m:dPr>
                              <m:ctrlPr>
                                <a:rPr lang="en-IN" sz="2800" i="1">
                                  <a:solidFill>
                                    <a:srgbClr val="002060"/>
                                  </a:solidFill>
                                  <a:latin typeface="Cambria Math" panose="02040503050406030204" pitchFamily="18" charset="0"/>
                                </a:rPr>
                              </m:ctrlPr>
                            </m:dPr>
                            <m:e>
                              <m:f>
                                <m:fPr>
                                  <m:type m:val="skw"/>
                                  <m:ctrlPr>
                                    <a:rPr lang="en-IN" sz="2800" b="0" i="1" smtClean="0">
                                      <a:solidFill>
                                        <a:srgbClr val="002060"/>
                                      </a:solidFill>
                                      <a:latin typeface="Cambria Math" panose="02040503050406030204" pitchFamily="18" charset="0"/>
                                    </a:rPr>
                                  </m:ctrlPr>
                                </m:fPr>
                                <m:num>
                                  <m:r>
                                    <a:rPr lang="en-IN" sz="2800" i="0" smtClean="0">
                                      <a:solidFill>
                                        <a:srgbClr val="002060"/>
                                      </a:solidFill>
                                      <a:latin typeface="Cambria Math" panose="02040503050406030204" pitchFamily="18" charset="0"/>
                                    </a:rPr>
                                    <m:t>1</m:t>
                                  </m:r>
                                </m:num>
                                <m:den>
                                  <m:r>
                                    <a:rPr lang="en-IN" sz="2800" b="0" i="0" smtClean="0">
                                      <a:solidFill>
                                        <a:srgbClr val="002060"/>
                                      </a:solidFill>
                                      <a:latin typeface="Cambria Math" panose="02040503050406030204" pitchFamily="18" charset="0"/>
                                    </a:rPr>
                                    <m:t>2</m:t>
                                  </m:r>
                                </m:den>
                              </m:f>
                            </m:e>
                          </m:d>
                          <m:r>
                            <a:rPr lang="en-IN" sz="2800" b="0" i="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f>
                                <m:fPr>
                                  <m:type m:val="skw"/>
                                  <m:ctrlPr>
                                    <a:rPr lang="en-IN" sz="2800" i="1">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3</m:t>
                                  </m:r>
                                </m:num>
                                <m:den>
                                  <m:r>
                                    <a:rPr lang="en-IN" sz="2800" i="0">
                                      <a:solidFill>
                                        <a:srgbClr val="002060"/>
                                      </a:solidFill>
                                      <a:latin typeface="Cambria Math" panose="02040503050406030204" pitchFamily="18" charset="0"/>
                                    </a:rPr>
                                    <m:t>21</m:t>
                                  </m:r>
                                </m:den>
                              </m:f>
                            </m:e>
                          </m:d>
                          <m:r>
                            <a:rPr lang="en-IN" sz="2800" b="0" i="0" smtClean="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17" name="TextBox 16">
                <a:extLst>
                  <a:ext uri="{FF2B5EF4-FFF2-40B4-BE49-F238E27FC236}">
                    <a16:creationId xmlns:a16="http://schemas.microsoft.com/office/drawing/2014/main" id="{5F7BC74A-31EF-465F-ACD5-6FB23770B7F6}"/>
                  </a:ext>
                </a:extLst>
              </p:cNvPr>
              <p:cNvSpPr txBox="1">
                <a:spLocks noRot="1" noChangeAspect="1" noMove="1" noResize="1" noEditPoints="1" noAdjustHandles="1" noChangeArrowheads="1" noChangeShapeType="1" noTextEdit="1"/>
              </p:cNvSpPr>
              <p:nvPr/>
            </p:nvSpPr>
            <p:spPr>
              <a:xfrm>
                <a:off x="3086832" y="3827542"/>
                <a:ext cx="5549462" cy="128022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58F9255-1AFD-4936-9BC8-A4247DF76023}"/>
                  </a:ext>
                </a:extLst>
              </p:cNvPr>
              <p:cNvSpPr txBox="1"/>
              <p:nvPr/>
            </p:nvSpPr>
            <p:spPr>
              <a:xfrm>
                <a:off x="3086832" y="5639161"/>
                <a:ext cx="1147664" cy="898964"/>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US" smtClean="0">
                          <a:latin typeface="Cambria Math" panose="02040503050406030204" pitchFamily="18" charset="0"/>
                        </a:rPr>
                        <m:t>=</m:t>
                      </m:r>
                      <m:f>
                        <m:fPr>
                          <m:ctrlPr>
                            <a:rPr lang="en-IN" b="0" i="1" smtClean="0">
                              <a:latin typeface="Cambria Math" panose="02040503050406030204" pitchFamily="18" charset="0"/>
                            </a:rPr>
                          </m:ctrlPr>
                        </m:fPr>
                        <m:num>
                          <m:r>
                            <a:rPr lang="en-IN" b="0" i="0" smtClean="0">
                              <a:latin typeface="Cambria Math" panose="02040503050406030204" pitchFamily="18" charset="0"/>
                            </a:rPr>
                            <m:t>3</m:t>
                          </m:r>
                        </m:num>
                        <m:den>
                          <m:r>
                            <a:rPr lang="en-IN" b="0" i="1" smtClean="0">
                              <a:latin typeface="Cambria Math" panose="02040503050406030204" pitchFamily="18" charset="0"/>
                            </a:rPr>
                            <m:t> </m:t>
                          </m:r>
                          <m:r>
                            <a:rPr lang="en-IN" b="0" i="0" smtClean="0">
                              <a:latin typeface="Cambria Math" panose="02040503050406030204" pitchFamily="18" charset="0"/>
                            </a:rPr>
                            <m:t>4</m:t>
                          </m:r>
                          <m:r>
                            <a:rPr lang="en-IN" b="0" i="1" smtClean="0">
                              <a:latin typeface="Cambria Math" panose="02040503050406030204" pitchFamily="18" charset="0"/>
                            </a:rPr>
                            <m:t> </m:t>
                          </m:r>
                        </m:den>
                      </m:f>
                    </m:oMath>
                  </m:oMathPara>
                </a14:m>
                <a:endParaRPr lang="en-IN" dirty="0"/>
              </a:p>
            </p:txBody>
          </p:sp>
        </mc:Choice>
        <mc:Fallback xmlns="">
          <p:sp>
            <p:nvSpPr>
              <p:cNvPr id="18" name="TextBox 17">
                <a:extLst>
                  <a:ext uri="{FF2B5EF4-FFF2-40B4-BE49-F238E27FC236}">
                    <a16:creationId xmlns:a16="http://schemas.microsoft.com/office/drawing/2014/main" id="{B58F9255-1AFD-4936-9BC8-A4247DF76023}"/>
                  </a:ext>
                </a:extLst>
              </p:cNvPr>
              <p:cNvSpPr txBox="1">
                <a:spLocks noRot="1" noChangeAspect="1" noMove="1" noResize="1" noEditPoints="1" noAdjustHandles="1" noChangeArrowheads="1" noChangeShapeType="1" noTextEdit="1"/>
              </p:cNvSpPr>
              <p:nvPr/>
            </p:nvSpPr>
            <p:spPr>
              <a:xfrm>
                <a:off x="3086832" y="5639161"/>
                <a:ext cx="1147664" cy="898964"/>
              </a:xfrm>
              <a:prstGeom prst="rect">
                <a:avLst/>
              </a:prstGeom>
              <a:blipFill>
                <a:blip r:embed="rId4"/>
                <a:stretch>
                  <a:fillRect/>
                </a:stretch>
              </a:blipFill>
            </p:spPr>
            <p:txBody>
              <a:bodyPr/>
              <a:lstStyle/>
              <a:p>
                <a:r>
                  <a:rPr lang="en-IN">
                    <a:noFill/>
                  </a:rPr>
                  <a:t> </a:t>
                </a:r>
              </a:p>
            </p:txBody>
          </p:sp>
        </mc:Fallback>
      </mc:AlternateContent>
      <p:sp>
        <p:nvSpPr>
          <p:cNvPr id="23" name="TextBox 22">
            <a:extLst>
              <a:ext uri="{FF2B5EF4-FFF2-40B4-BE49-F238E27FC236}">
                <a16:creationId xmlns:a16="http://schemas.microsoft.com/office/drawing/2014/main" id="{2DB7A873-8063-4086-9A41-965EAD393F18}"/>
              </a:ext>
            </a:extLst>
          </p:cNvPr>
          <p:cNvSpPr txBox="1"/>
          <p:nvPr/>
        </p:nvSpPr>
        <p:spPr>
          <a:xfrm>
            <a:off x="1594217" y="1858397"/>
            <a:ext cx="2555766" cy="523220"/>
          </a:xfrm>
          <a:prstGeom prst="rect">
            <a:avLst/>
          </a:prstGeom>
          <a:noFill/>
        </p:spPr>
        <p:txBody>
          <a:bodyPr wrap="square">
            <a:spAutoFit/>
          </a:bodyPr>
          <a:lstStyle/>
          <a:p>
            <a:r>
              <a:rPr lang="en-IN" sz="2800" b="1" dirty="0">
                <a:solidFill>
                  <a:srgbClr val="002060"/>
                </a:solidFill>
              </a:rPr>
              <a:t>Bayes’ Theorem:</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5C1BA23-8D90-4EF4-BE30-5984D6E0F018}"/>
                  </a:ext>
                </a:extLst>
              </p:cNvPr>
              <p:cNvSpPr txBox="1"/>
              <p:nvPr/>
            </p:nvSpPr>
            <p:spPr>
              <a:xfrm>
                <a:off x="1594216" y="2745547"/>
                <a:ext cx="1492616"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begChr m:val=""/>
                          <m:ctrlPr>
                            <a:rPr lang="en-IN" sz="2800" i="1" smtClean="0">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P</m:t>
                          </m:r>
                          <m:d>
                            <m:dPr>
                              <m:endChr m:val="|"/>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r>
                                <a:rPr lang="en-IN" sz="2800">
                                  <a:solidFill>
                                    <a:srgbClr val="002060"/>
                                  </a:solidFill>
                                  <a:latin typeface="Cambria Math" panose="02040503050406030204" pitchFamily="18" charset="0"/>
                                </a:rPr>
                                <m:t> </m:t>
                              </m:r>
                            </m:e>
                          </m:d>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B</m:t>
                          </m:r>
                        </m:e>
                      </m:d>
                    </m:oMath>
                  </m:oMathPara>
                </a14:m>
                <a:endParaRPr lang="en-IN" sz="2800" dirty="0">
                  <a:solidFill>
                    <a:srgbClr val="002060"/>
                  </a:solidFill>
                  <a:latin typeface="Cambria Math" panose="02040503050406030204" pitchFamily="18" charset="0"/>
                </a:endParaRPr>
              </a:p>
            </p:txBody>
          </p:sp>
        </mc:Choice>
        <mc:Fallback xmlns="">
          <p:sp>
            <p:nvSpPr>
              <p:cNvPr id="25" name="TextBox 24">
                <a:extLst>
                  <a:ext uri="{FF2B5EF4-FFF2-40B4-BE49-F238E27FC236}">
                    <a16:creationId xmlns:a16="http://schemas.microsoft.com/office/drawing/2014/main" id="{E5C1BA23-8D90-4EF4-BE30-5984D6E0F018}"/>
                  </a:ext>
                </a:extLst>
              </p:cNvPr>
              <p:cNvSpPr txBox="1">
                <a:spLocks noRot="1" noChangeAspect="1" noMove="1" noResize="1" noEditPoints="1" noAdjustHandles="1" noChangeArrowheads="1" noChangeShapeType="1" noTextEdit="1"/>
              </p:cNvSpPr>
              <p:nvPr/>
            </p:nvSpPr>
            <p:spPr>
              <a:xfrm>
                <a:off x="1594216" y="2745547"/>
                <a:ext cx="1492616"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CED1A3A-937B-4D90-ACDC-47B8CE1308AB}"/>
                  </a:ext>
                </a:extLst>
              </p:cNvPr>
              <p:cNvSpPr txBox="1"/>
              <p:nvPr/>
            </p:nvSpPr>
            <p:spPr>
              <a:xfrm>
                <a:off x="1594216" y="769357"/>
                <a:ext cx="1962153"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1</m:t>
                              </m:r>
                            </m:sub>
                          </m:sSub>
                        </m:e>
                      </m:d>
                      <m:r>
                        <a:rPr lang="en-US" sz="2800" i="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2 </m:t>
                          </m:r>
                        </m:den>
                      </m:f>
                    </m:oMath>
                  </m:oMathPara>
                </a14:m>
                <a:endParaRPr lang="en-IN" sz="2800" dirty="0">
                  <a:solidFill>
                    <a:srgbClr val="002060"/>
                  </a:solidFill>
                  <a:latin typeface="Cambria Math" panose="02040503050406030204" pitchFamily="18" charset="0"/>
                </a:endParaRPr>
              </a:p>
            </p:txBody>
          </p:sp>
        </mc:Choice>
        <mc:Fallback xmlns="">
          <p:sp>
            <p:nvSpPr>
              <p:cNvPr id="10" name="TextBox 9">
                <a:extLst>
                  <a:ext uri="{FF2B5EF4-FFF2-40B4-BE49-F238E27FC236}">
                    <a16:creationId xmlns:a16="http://schemas.microsoft.com/office/drawing/2014/main" id="{5CED1A3A-937B-4D90-ACDC-47B8CE1308AB}"/>
                  </a:ext>
                </a:extLst>
              </p:cNvPr>
              <p:cNvSpPr txBox="1">
                <a:spLocks noRot="1" noChangeAspect="1" noMove="1" noResize="1" noEditPoints="1" noAdjustHandles="1" noChangeArrowheads="1" noChangeShapeType="1" noTextEdit="1"/>
              </p:cNvSpPr>
              <p:nvPr/>
            </p:nvSpPr>
            <p:spPr>
              <a:xfrm>
                <a:off x="1594216" y="769357"/>
                <a:ext cx="1962153" cy="898964"/>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79E5F63-347D-4CFC-B1D2-418EC180E704}"/>
                  </a:ext>
                </a:extLst>
              </p:cNvPr>
              <p:cNvSpPr txBox="1"/>
              <p:nvPr/>
            </p:nvSpPr>
            <p:spPr>
              <a:xfrm>
                <a:off x="7018808" y="769357"/>
                <a:ext cx="2047034"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2</m:t>
                              </m:r>
                            </m:sub>
                          </m:sSub>
                        </m:e>
                      </m:d>
                      <m:r>
                        <a:rPr lang="en-US" sz="2800" i="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2 </m:t>
                          </m:r>
                        </m:den>
                      </m:f>
                    </m:oMath>
                  </m:oMathPara>
                </a14:m>
                <a:endParaRPr lang="en-IN" sz="2800" dirty="0">
                  <a:solidFill>
                    <a:srgbClr val="002060"/>
                  </a:solidFill>
                  <a:latin typeface="Cambria Math" panose="02040503050406030204" pitchFamily="18" charset="0"/>
                </a:endParaRPr>
              </a:p>
            </p:txBody>
          </p:sp>
        </mc:Choice>
        <mc:Fallback xmlns="">
          <p:sp>
            <p:nvSpPr>
              <p:cNvPr id="11" name="TextBox 10">
                <a:extLst>
                  <a:ext uri="{FF2B5EF4-FFF2-40B4-BE49-F238E27FC236}">
                    <a16:creationId xmlns:a16="http://schemas.microsoft.com/office/drawing/2014/main" id="{579E5F63-347D-4CFC-B1D2-418EC180E704}"/>
                  </a:ext>
                </a:extLst>
              </p:cNvPr>
              <p:cNvSpPr txBox="1">
                <a:spLocks noRot="1" noChangeAspect="1" noMove="1" noResize="1" noEditPoints="1" noAdjustHandles="1" noChangeArrowheads="1" noChangeShapeType="1" noTextEdit="1"/>
              </p:cNvSpPr>
              <p:nvPr/>
            </p:nvSpPr>
            <p:spPr>
              <a:xfrm>
                <a:off x="7018808" y="769357"/>
                <a:ext cx="2047034" cy="898964"/>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E8D4D34-9A34-4726-A822-C4219FEF5AA3}"/>
                  </a:ext>
                </a:extLst>
              </p:cNvPr>
              <p:cNvSpPr txBox="1"/>
              <p:nvPr/>
            </p:nvSpPr>
            <p:spPr>
              <a:xfrm>
                <a:off x="4149829" y="985804"/>
                <a:ext cx="1524003"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oMath>
                  </m:oMathPara>
                </a14:m>
                <a:endParaRPr lang="en-IN" sz="2800" dirty="0">
                  <a:solidFill>
                    <a:srgbClr val="002060"/>
                  </a:solidFill>
                  <a:latin typeface="Cambria Math" panose="02040503050406030204" pitchFamily="18" charset="0"/>
                </a:endParaRPr>
              </a:p>
            </p:txBody>
          </p:sp>
        </mc:Choice>
        <mc:Fallback xmlns="">
          <p:sp>
            <p:nvSpPr>
              <p:cNvPr id="12" name="TextBox 11">
                <a:extLst>
                  <a:ext uri="{FF2B5EF4-FFF2-40B4-BE49-F238E27FC236}">
                    <a16:creationId xmlns:a16="http://schemas.microsoft.com/office/drawing/2014/main" id="{4E8D4D34-9A34-4726-A822-C4219FEF5AA3}"/>
                  </a:ext>
                </a:extLst>
              </p:cNvPr>
              <p:cNvSpPr txBox="1">
                <a:spLocks noRot="1" noChangeAspect="1" noMove="1" noResize="1" noEditPoints="1" noAdjustHandles="1" noChangeArrowheads="1" noChangeShapeType="1" noTextEdit="1"/>
              </p:cNvSpPr>
              <p:nvPr/>
            </p:nvSpPr>
            <p:spPr>
              <a:xfrm>
                <a:off x="4149829" y="985804"/>
                <a:ext cx="1524003"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54D7332-5468-48A2-B7D4-8C252D047010}"/>
                  </a:ext>
                </a:extLst>
              </p:cNvPr>
              <p:cNvSpPr txBox="1"/>
              <p:nvPr/>
            </p:nvSpPr>
            <p:spPr>
              <a:xfrm>
                <a:off x="5564425" y="769357"/>
                <a:ext cx="1063150"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21 </m:t>
                          </m:r>
                        </m:den>
                      </m:f>
                    </m:oMath>
                  </m:oMathPara>
                </a14:m>
                <a:endParaRPr lang="en-IN" sz="2800" dirty="0">
                  <a:solidFill>
                    <a:srgbClr val="002060"/>
                  </a:solidFill>
                  <a:latin typeface="Cambria Math" panose="02040503050406030204" pitchFamily="18" charset="0"/>
                </a:endParaRPr>
              </a:p>
            </p:txBody>
          </p:sp>
        </mc:Choice>
        <mc:Fallback xmlns="">
          <p:sp>
            <p:nvSpPr>
              <p:cNvPr id="13" name="TextBox 12">
                <a:extLst>
                  <a:ext uri="{FF2B5EF4-FFF2-40B4-BE49-F238E27FC236}">
                    <a16:creationId xmlns:a16="http://schemas.microsoft.com/office/drawing/2014/main" id="{754D7332-5468-48A2-B7D4-8C252D047010}"/>
                  </a:ext>
                </a:extLst>
              </p:cNvPr>
              <p:cNvSpPr txBox="1">
                <a:spLocks noRot="1" noChangeAspect="1" noMove="1" noResize="1" noEditPoints="1" noAdjustHandles="1" noChangeArrowheads="1" noChangeShapeType="1" noTextEdit="1"/>
              </p:cNvSpPr>
              <p:nvPr/>
            </p:nvSpPr>
            <p:spPr>
              <a:xfrm>
                <a:off x="5564425" y="769357"/>
                <a:ext cx="1063150" cy="898964"/>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0BC5A4E-4E37-46DA-AE2A-ED5FF8E31E46}"/>
                  </a:ext>
                </a:extLst>
              </p:cNvPr>
              <p:cNvSpPr txBox="1"/>
              <p:nvPr/>
            </p:nvSpPr>
            <p:spPr>
              <a:xfrm>
                <a:off x="9214342" y="985804"/>
                <a:ext cx="1524003"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oMath>
                  </m:oMathPara>
                </a14:m>
                <a:endParaRPr lang="en-IN" sz="2800" dirty="0">
                  <a:solidFill>
                    <a:srgbClr val="002060"/>
                  </a:solidFill>
                  <a:latin typeface="Cambria Math" panose="02040503050406030204" pitchFamily="18" charset="0"/>
                </a:endParaRPr>
              </a:p>
            </p:txBody>
          </p:sp>
        </mc:Choice>
        <mc:Fallback xmlns="">
          <p:sp>
            <p:nvSpPr>
              <p:cNvPr id="14" name="TextBox 13">
                <a:extLst>
                  <a:ext uri="{FF2B5EF4-FFF2-40B4-BE49-F238E27FC236}">
                    <a16:creationId xmlns:a16="http://schemas.microsoft.com/office/drawing/2014/main" id="{80BC5A4E-4E37-46DA-AE2A-ED5FF8E31E46}"/>
                  </a:ext>
                </a:extLst>
              </p:cNvPr>
              <p:cNvSpPr txBox="1">
                <a:spLocks noRot="1" noChangeAspect="1" noMove="1" noResize="1" noEditPoints="1" noAdjustHandles="1" noChangeArrowheads="1" noChangeShapeType="1" noTextEdit="1"/>
              </p:cNvSpPr>
              <p:nvPr/>
            </p:nvSpPr>
            <p:spPr>
              <a:xfrm>
                <a:off x="9214342" y="985804"/>
                <a:ext cx="1524003"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8E1B5F9-2A14-40A3-9CDB-43A76A6B0D65}"/>
                  </a:ext>
                </a:extLst>
              </p:cNvPr>
              <p:cNvSpPr txBox="1"/>
              <p:nvPr/>
            </p:nvSpPr>
            <p:spPr>
              <a:xfrm>
                <a:off x="10655166" y="769357"/>
                <a:ext cx="1063150"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3</m:t>
                          </m:r>
                        </m:num>
                        <m:den>
                          <m:r>
                            <a:rPr lang="en-IN" sz="2800" b="0" i="1" smtClean="0">
                              <a:solidFill>
                                <a:srgbClr val="002060"/>
                              </a:solidFill>
                              <a:latin typeface="Cambria Math" panose="02040503050406030204" pitchFamily="18" charset="0"/>
                            </a:rPr>
                            <m:t> 21 </m:t>
                          </m:r>
                        </m:den>
                      </m:f>
                    </m:oMath>
                  </m:oMathPara>
                </a14:m>
                <a:endParaRPr lang="en-IN" sz="2800" dirty="0">
                  <a:solidFill>
                    <a:srgbClr val="002060"/>
                  </a:solidFill>
                  <a:latin typeface="Cambria Math" panose="02040503050406030204" pitchFamily="18" charset="0"/>
                </a:endParaRPr>
              </a:p>
            </p:txBody>
          </p:sp>
        </mc:Choice>
        <mc:Fallback xmlns="">
          <p:sp>
            <p:nvSpPr>
              <p:cNvPr id="15" name="TextBox 14">
                <a:extLst>
                  <a:ext uri="{FF2B5EF4-FFF2-40B4-BE49-F238E27FC236}">
                    <a16:creationId xmlns:a16="http://schemas.microsoft.com/office/drawing/2014/main" id="{48E1B5F9-2A14-40A3-9CDB-43A76A6B0D65}"/>
                  </a:ext>
                </a:extLst>
              </p:cNvPr>
              <p:cNvSpPr txBox="1">
                <a:spLocks noRot="1" noChangeAspect="1" noMove="1" noResize="1" noEditPoints="1" noAdjustHandles="1" noChangeArrowheads="1" noChangeShapeType="1" noTextEdit="1"/>
              </p:cNvSpPr>
              <p:nvPr/>
            </p:nvSpPr>
            <p:spPr>
              <a:xfrm>
                <a:off x="10655166" y="769357"/>
                <a:ext cx="1063150" cy="898964"/>
              </a:xfrm>
              <a:prstGeom prst="rect">
                <a:avLst/>
              </a:prstGeom>
              <a:blipFill>
                <a:blip r:embed="rId11"/>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9952202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23" grpId="0"/>
      <p:bldP spid="25"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2751662"/>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5000"/>
                  </a:lnSpc>
                </a:pPr>
                <a:r>
                  <a:rPr lang="en-US" dirty="0"/>
                  <a:t>A company has two plants to manufacture hydraulic machine. Plant </a:t>
                </a:r>
                <a14:m>
                  <m:oMath xmlns:m="http://schemas.openxmlformats.org/officeDocument/2006/math">
                    <m:r>
                      <m:rPr>
                        <m:sty m:val="p"/>
                      </m:rPr>
                      <a:rPr lang="en-US" i="0" dirty="0" smtClean="0">
                        <a:latin typeface="Cambria Math" panose="02040503050406030204" pitchFamily="18" charset="0"/>
                      </a:rPr>
                      <m:t>I</m:t>
                    </m:r>
                  </m:oMath>
                </a14:m>
                <a:r>
                  <a:rPr lang="en-US" dirty="0"/>
                  <a:t> manufacture </a:t>
                </a:r>
                <a14:m>
                  <m:oMath xmlns:m="http://schemas.openxmlformats.org/officeDocument/2006/math">
                    <m:r>
                      <a:rPr lang="en-US">
                        <a:latin typeface="Cambria Math" panose="02040503050406030204" pitchFamily="18" charset="0"/>
                      </a:rPr>
                      <m:t>70%</m:t>
                    </m:r>
                  </m:oMath>
                </a14:m>
                <a:r>
                  <a:rPr lang="en-US" dirty="0"/>
                  <a:t> of the hydraulic machines and Plant </a:t>
                </a:r>
                <a14:m>
                  <m:oMath xmlns:m="http://schemas.openxmlformats.org/officeDocument/2006/math">
                    <m:r>
                      <m:rPr>
                        <m:sty m:val="p"/>
                      </m:rPr>
                      <a:rPr lang="en-US" i="0" dirty="0" smtClean="0">
                        <a:latin typeface="Cambria Math" panose="02040503050406030204" pitchFamily="18" charset="0"/>
                      </a:rPr>
                      <m:t>II</m:t>
                    </m:r>
                  </m:oMath>
                </a14:m>
                <a:r>
                  <a:rPr lang="en-US" dirty="0"/>
                  <a:t> manufactures </a:t>
                </a:r>
                <a14:m>
                  <m:oMath xmlns:m="http://schemas.openxmlformats.org/officeDocument/2006/math">
                    <m:r>
                      <a:rPr lang="en-US">
                        <a:latin typeface="Cambria Math" panose="02040503050406030204" pitchFamily="18" charset="0"/>
                      </a:rPr>
                      <m:t>30%</m:t>
                    </m:r>
                  </m:oMath>
                </a14:m>
                <a:r>
                  <a:rPr lang="en-US" dirty="0"/>
                  <a:t>. At Plant </a:t>
                </a:r>
                <a14:m>
                  <m:oMath xmlns:m="http://schemas.openxmlformats.org/officeDocument/2006/math">
                    <m:r>
                      <m:rPr>
                        <m:sty m:val="p"/>
                      </m:rPr>
                      <a:rPr lang="en-US" i="0" dirty="0" smtClean="0">
                        <a:latin typeface="Cambria Math" panose="02040503050406030204" pitchFamily="18" charset="0"/>
                      </a:rPr>
                      <m:t>I</m:t>
                    </m:r>
                  </m:oMath>
                </a14:m>
                <a:r>
                  <a:rPr lang="en-US" dirty="0"/>
                  <a:t>, </a:t>
                </a:r>
                <a14:m>
                  <m:oMath xmlns:m="http://schemas.openxmlformats.org/officeDocument/2006/math">
                    <m:r>
                      <a:rPr lang="en-US">
                        <a:latin typeface="Cambria Math" panose="02040503050406030204" pitchFamily="18" charset="0"/>
                      </a:rPr>
                      <m:t>80%</m:t>
                    </m:r>
                  </m:oMath>
                </a14:m>
                <a:r>
                  <a:rPr lang="en-US" dirty="0"/>
                  <a:t> of hydraulic machines are rated standard quality and at Plant </a:t>
                </a:r>
                <a14:m>
                  <m:oMath xmlns:m="http://schemas.openxmlformats.org/officeDocument/2006/math">
                    <m:r>
                      <m:rPr>
                        <m:sty m:val="p"/>
                      </m:rPr>
                      <a:rPr lang="en-US" i="0" dirty="0" smtClean="0">
                        <a:latin typeface="Cambria Math" panose="02040503050406030204" pitchFamily="18" charset="0"/>
                      </a:rPr>
                      <m:t>II</m:t>
                    </m:r>
                  </m:oMath>
                </a14:m>
                <a:r>
                  <a:rPr lang="en-US" dirty="0"/>
                  <a:t>, </a:t>
                </a:r>
                <a14:m>
                  <m:oMath xmlns:m="http://schemas.openxmlformats.org/officeDocument/2006/math">
                    <m:r>
                      <a:rPr lang="en-US">
                        <a:latin typeface="Cambria Math" panose="02040503050406030204" pitchFamily="18" charset="0"/>
                      </a:rPr>
                      <m:t>90%</m:t>
                    </m:r>
                  </m:oMath>
                </a14:m>
                <a:r>
                  <a:rPr lang="en-US" dirty="0"/>
                  <a:t> of hydraulic machine are rated standard quality. A machine is picked up at random and is found to be of standard quality. What is the chance that it has come from Plant </a:t>
                </a:r>
                <a14:m>
                  <m:oMath xmlns:m="http://schemas.openxmlformats.org/officeDocument/2006/math">
                    <m:r>
                      <m:rPr>
                        <m:sty m:val="p"/>
                      </m:rPr>
                      <a:rPr lang="en-US" i="0" dirty="0" smtClean="0">
                        <a:latin typeface="Cambria Math" panose="02040503050406030204" pitchFamily="18" charset="0"/>
                      </a:rPr>
                      <m:t>I</m:t>
                    </m:r>
                  </m:oMath>
                </a14:m>
                <a:r>
                  <a:rPr lang="en-US" dirty="0"/>
                  <a:t>?</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2751662"/>
              </a:xfrm>
              <a:prstGeom prst="rect">
                <a:avLst/>
              </a:prstGeom>
              <a:blipFill>
                <a:blip r:embed="rId2"/>
                <a:stretch>
                  <a:fillRect l="-1074" r="-1074" b="-4867"/>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4 ⇝ Example 4</a:t>
            </a:r>
            <a:endParaRPr lang="en-US" dirty="0"/>
          </a:p>
        </p:txBody>
      </p:sp>
      <p:sp>
        <p:nvSpPr>
          <p:cNvPr id="4" name="Content Placeholder 2"/>
          <p:cNvSpPr txBox="1">
            <a:spLocks/>
          </p:cNvSpPr>
          <p:nvPr/>
        </p:nvSpPr>
        <p:spPr>
          <a:xfrm>
            <a:off x="131176" y="3776139"/>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20" name="TextBox 19">
            <a:extLst>
              <a:ext uri="{FF2B5EF4-FFF2-40B4-BE49-F238E27FC236}">
                <a16:creationId xmlns:a16="http://schemas.microsoft.com/office/drawing/2014/main" id="{EF0DC217-D4D1-4C8A-974B-2E44A438FFA5}"/>
              </a:ext>
            </a:extLst>
          </p:cNvPr>
          <p:cNvSpPr txBox="1"/>
          <p:nvPr/>
        </p:nvSpPr>
        <p:spPr>
          <a:xfrm>
            <a:off x="1594216" y="3780087"/>
            <a:ext cx="4044584" cy="523220"/>
          </a:xfrm>
          <a:prstGeom prst="rect">
            <a:avLst/>
          </a:prstGeom>
          <a:noFill/>
        </p:spPr>
        <p:txBody>
          <a:bodyPr wrap="square" anchor="ctr">
            <a:spAutoFit/>
          </a:bodyPr>
          <a:lstStyle/>
          <a:p>
            <a:pPr>
              <a:tabLst>
                <a:tab pos="3048000" algn="l"/>
              </a:tabLst>
            </a:pPr>
            <a:r>
              <a:rPr lang="fr-FR" sz="2800" dirty="0">
                <a:solidFill>
                  <a:srgbClr val="002060"/>
                </a:solidFill>
              </a:rPr>
              <a:t>Production Contribution:</a:t>
            </a:r>
            <a:endParaRPr lang="en-IN" sz="2800" dirty="0">
              <a:solidFill>
                <a:srgbClr val="002060"/>
              </a:solidFill>
            </a:endParaRPr>
          </a:p>
        </p:txBody>
      </p:sp>
      <p:sp>
        <p:nvSpPr>
          <p:cNvPr id="21" name="TextBox 20">
            <a:extLst>
              <a:ext uri="{FF2B5EF4-FFF2-40B4-BE49-F238E27FC236}">
                <a16:creationId xmlns:a16="http://schemas.microsoft.com/office/drawing/2014/main" id="{A8911A32-F081-401B-9F35-A5A6A1A39EB1}"/>
              </a:ext>
            </a:extLst>
          </p:cNvPr>
          <p:cNvSpPr txBox="1"/>
          <p:nvPr/>
        </p:nvSpPr>
        <p:spPr>
          <a:xfrm>
            <a:off x="1594216" y="5083371"/>
            <a:ext cx="4501784" cy="523220"/>
          </a:xfrm>
          <a:prstGeom prst="rect">
            <a:avLst/>
          </a:prstGeom>
          <a:noFill/>
        </p:spPr>
        <p:txBody>
          <a:bodyPr wrap="square" anchor="ctr">
            <a:spAutoFit/>
          </a:bodyPr>
          <a:lstStyle/>
          <a:p>
            <a:pPr>
              <a:tabLst>
                <a:tab pos="3048000" algn="l"/>
              </a:tabLst>
            </a:pPr>
            <a:r>
              <a:rPr lang="en-GB" sz="2800" dirty="0">
                <a:solidFill>
                  <a:srgbClr val="002060"/>
                </a:solidFill>
              </a:rPr>
              <a:t>Standard Quality Proportions:</a:t>
            </a:r>
            <a:endParaRPr lang="en-IN" sz="2800" dirty="0">
              <a:solidFill>
                <a:srgbClr val="002060"/>
              </a:solidFill>
            </a:endParaRPr>
          </a:p>
        </p:txBody>
      </p:sp>
      <p:sp>
        <p:nvSpPr>
          <p:cNvPr id="32" name="TextBox 31">
            <a:extLst>
              <a:ext uri="{FF2B5EF4-FFF2-40B4-BE49-F238E27FC236}">
                <a16:creationId xmlns:a16="http://schemas.microsoft.com/office/drawing/2014/main" id="{40FA5103-C3B1-445C-BA20-90671FC189E1}"/>
              </a:ext>
            </a:extLst>
          </p:cNvPr>
          <p:cNvSpPr txBox="1"/>
          <p:nvPr/>
        </p:nvSpPr>
        <p:spPr>
          <a:xfrm>
            <a:off x="6553202" y="3776139"/>
            <a:ext cx="1301384" cy="523220"/>
          </a:xfrm>
          <a:prstGeom prst="rect">
            <a:avLst/>
          </a:prstGeom>
          <a:noFill/>
        </p:spPr>
        <p:txBody>
          <a:bodyPr wrap="square" anchor="ctr">
            <a:spAutoFit/>
          </a:bodyPr>
          <a:lstStyle/>
          <a:p>
            <a:r>
              <a:rPr lang="en-IN" sz="2800" b="1" dirty="0">
                <a:solidFill>
                  <a:srgbClr val="002060"/>
                </a:solidFill>
              </a:rPr>
              <a:t>Events:</a:t>
            </a: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957236D-2ACC-4033-AD01-3500F74E4F3B}"/>
                  </a:ext>
                </a:extLst>
              </p:cNvPr>
              <p:cNvSpPr txBox="1"/>
              <p:nvPr/>
            </p:nvSpPr>
            <p:spPr>
              <a:xfrm>
                <a:off x="6553202" y="4292984"/>
                <a:ext cx="4758421" cy="523220"/>
              </a:xfrm>
              <a:prstGeom prst="rect">
                <a:avLst/>
              </a:prstGeom>
              <a:noFill/>
            </p:spPr>
            <p:txBody>
              <a:bodyPr wrap="square" anchor="ctr">
                <a:spAutoFit/>
              </a:bodyPr>
              <a:lstStyle/>
              <a:p>
                <a14:m>
                  <m:oMath xmlns:m="http://schemas.openxmlformats.org/officeDocument/2006/math">
                    <m:sSub>
                      <m:sSubPr>
                        <m:ctrlPr>
                          <a:rPr lang="en-IN" sz="2800" b="0" i="1" dirty="0" smtClean="0">
                            <a:solidFill>
                              <a:srgbClr val="002060"/>
                            </a:solidFill>
                            <a:latin typeface="Cambria Math" panose="02040503050406030204" pitchFamily="18" charset="0"/>
                          </a:rPr>
                        </m:ctrlPr>
                      </m:sSubPr>
                      <m:e>
                        <m:r>
                          <m:rPr>
                            <m:sty m:val="p"/>
                          </m:rPr>
                          <a:rPr lang="en-GB" sz="2800" i="0" dirty="0" smtClean="0">
                            <a:solidFill>
                              <a:srgbClr val="002060"/>
                            </a:solidFill>
                            <a:latin typeface="Cambria Math" panose="02040503050406030204" pitchFamily="18" charset="0"/>
                          </a:rPr>
                          <m:t>A</m:t>
                        </m:r>
                      </m:e>
                      <m:sub>
                        <m:r>
                          <a:rPr lang="en-GB" sz="2800" i="0" dirty="0" smtClean="0">
                            <a:solidFill>
                              <a:srgbClr val="002060"/>
                            </a:solidFill>
                            <a:latin typeface="Cambria Math" panose="02040503050406030204" pitchFamily="18" charset="0"/>
                          </a:rPr>
                          <m:t>1</m:t>
                        </m:r>
                      </m:sub>
                    </m:sSub>
                  </m:oMath>
                </a14:m>
                <a:r>
                  <a:rPr lang="en-GB" sz="2800" dirty="0">
                    <a:solidFill>
                      <a:srgbClr val="002060"/>
                    </a:solidFill>
                  </a:rPr>
                  <a:t> : The machine is from Plant </a:t>
                </a:r>
                <a14:m>
                  <m:oMath xmlns:m="http://schemas.openxmlformats.org/officeDocument/2006/math">
                    <m:r>
                      <m:rPr>
                        <m:sty m:val="p"/>
                      </m:rPr>
                      <a:rPr lang="en-GB" sz="2800" i="0" dirty="0" smtClean="0">
                        <a:solidFill>
                          <a:srgbClr val="002060"/>
                        </a:solidFill>
                        <a:latin typeface="Cambria Math" panose="02040503050406030204" pitchFamily="18" charset="0"/>
                      </a:rPr>
                      <m:t>I</m:t>
                    </m:r>
                  </m:oMath>
                </a14:m>
                <a:endParaRPr lang="en-IN" sz="2800" dirty="0">
                  <a:solidFill>
                    <a:srgbClr val="002060"/>
                  </a:solidFill>
                </a:endParaRPr>
              </a:p>
            </p:txBody>
          </p:sp>
        </mc:Choice>
        <mc:Fallback xmlns="">
          <p:sp>
            <p:nvSpPr>
              <p:cNvPr id="37" name="TextBox 36">
                <a:extLst>
                  <a:ext uri="{FF2B5EF4-FFF2-40B4-BE49-F238E27FC236}">
                    <a16:creationId xmlns:a16="http://schemas.microsoft.com/office/drawing/2014/main" id="{F957236D-2ACC-4033-AD01-3500F74E4F3B}"/>
                  </a:ext>
                </a:extLst>
              </p:cNvPr>
              <p:cNvSpPr txBox="1">
                <a:spLocks noRot="1" noChangeAspect="1" noMove="1" noResize="1" noEditPoints="1" noAdjustHandles="1" noChangeArrowheads="1" noChangeShapeType="1" noTextEdit="1"/>
              </p:cNvSpPr>
              <p:nvPr/>
            </p:nvSpPr>
            <p:spPr>
              <a:xfrm>
                <a:off x="6553202" y="4292984"/>
                <a:ext cx="4758421" cy="523220"/>
              </a:xfrm>
              <a:prstGeom prst="rect">
                <a:avLst/>
              </a:prstGeom>
              <a:blipFill>
                <a:blip r:embed="rId3"/>
                <a:stretch>
                  <a:fillRect t="-10465"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C8F3C28-E457-497C-A7E8-7C89805F07A8}"/>
                  </a:ext>
                </a:extLst>
              </p:cNvPr>
              <p:cNvSpPr txBox="1"/>
              <p:nvPr/>
            </p:nvSpPr>
            <p:spPr>
              <a:xfrm>
                <a:off x="6553202" y="4858710"/>
                <a:ext cx="4951239" cy="523220"/>
              </a:xfrm>
              <a:prstGeom prst="rect">
                <a:avLst/>
              </a:prstGeom>
              <a:noFill/>
            </p:spPr>
            <p:txBody>
              <a:bodyPr wrap="square" anchor="ctr">
                <a:spAutoFit/>
              </a:bodyPr>
              <a:lstStyle/>
              <a:p>
                <a14:m>
                  <m:oMath xmlns:m="http://schemas.openxmlformats.org/officeDocument/2006/math">
                    <m:sSub>
                      <m:sSubPr>
                        <m:ctrlPr>
                          <a:rPr lang="en-IN" sz="2800" b="0" i="1" dirty="0" smtClean="0">
                            <a:solidFill>
                              <a:srgbClr val="002060"/>
                            </a:solidFill>
                            <a:latin typeface="Cambria Math" panose="02040503050406030204" pitchFamily="18" charset="0"/>
                          </a:rPr>
                        </m:ctrlPr>
                      </m:sSubPr>
                      <m:e>
                        <m:r>
                          <m:rPr>
                            <m:sty m:val="p"/>
                          </m:rPr>
                          <a:rPr lang="en-GB" sz="2800" i="0" dirty="0" smtClean="0">
                            <a:solidFill>
                              <a:srgbClr val="002060"/>
                            </a:solidFill>
                            <a:latin typeface="Cambria Math" panose="02040503050406030204" pitchFamily="18" charset="0"/>
                          </a:rPr>
                          <m:t>A</m:t>
                        </m:r>
                      </m:e>
                      <m:sub>
                        <m:r>
                          <a:rPr lang="en-IN" sz="2800" b="0" i="0" dirty="0" smtClean="0">
                            <a:solidFill>
                              <a:srgbClr val="002060"/>
                            </a:solidFill>
                            <a:latin typeface="Cambria Math" panose="02040503050406030204" pitchFamily="18" charset="0"/>
                          </a:rPr>
                          <m:t>2</m:t>
                        </m:r>
                      </m:sub>
                    </m:sSub>
                  </m:oMath>
                </a14:m>
                <a:r>
                  <a:rPr lang="en-GB" sz="2800" dirty="0">
                    <a:solidFill>
                      <a:srgbClr val="002060"/>
                    </a:solidFill>
                  </a:rPr>
                  <a:t> : The machine is from Plant </a:t>
                </a:r>
                <a14:m>
                  <m:oMath xmlns:m="http://schemas.openxmlformats.org/officeDocument/2006/math">
                    <m:r>
                      <m:rPr>
                        <m:sty m:val="p"/>
                      </m:rPr>
                      <a:rPr lang="en-GB" sz="2800" i="0" dirty="0" smtClean="0">
                        <a:solidFill>
                          <a:srgbClr val="002060"/>
                        </a:solidFill>
                        <a:latin typeface="Cambria Math" panose="02040503050406030204" pitchFamily="18" charset="0"/>
                      </a:rPr>
                      <m:t>II</m:t>
                    </m:r>
                  </m:oMath>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AC8F3C28-E457-497C-A7E8-7C89805F07A8}"/>
                  </a:ext>
                </a:extLst>
              </p:cNvPr>
              <p:cNvSpPr txBox="1">
                <a:spLocks noRot="1" noChangeAspect="1" noMove="1" noResize="1" noEditPoints="1" noAdjustHandles="1" noChangeArrowheads="1" noChangeShapeType="1" noTextEdit="1"/>
              </p:cNvSpPr>
              <p:nvPr/>
            </p:nvSpPr>
            <p:spPr>
              <a:xfrm>
                <a:off x="6553202" y="4858710"/>
                <a:ext cx="4951239" cy="523220"/>
              </a:xfrm>
              <a:prstGeom prst="rect">
                <a:avLst/>
              </a:prstGeom>
              <a:blipFill>
                <a:blip r:embed="rId4"/>
                <a:stretch>
                  <a:fillRect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93A4EC9-6217-4D55-B3B4-2092D7FDE64A}"/>
                  </a:ext>
                </a:extLst>
              </p:cNvPr>
              <p:cNvSpPr txBox="1"/>
              <p:nvPr/>
            </p:nvSpPr>
            <p:spPr>
              <a:xfrm>
                <a:off x="6553202" y="5466941"/>
                <a:ext cx="5738005" cy="523220"/>
              </a:xfrm>
              <a:prstGeom prst="rect">
                <a:avLst/>
              </a:prstGeom>
              <a:noFill/>
            </p:spPr>
            <p:txBody>
              <a:bodyPr wrap="square" anchor="ctr">
                <a:spAutoFit/>
              </a:bodyPr>
              <a:lstStyle/>
              <a:p>
                <a:pPr>
                  <a:tabLst>
                    <a:tab pos="447675" algn="l"/>
                  </a:tabLst>
                </a:pPr>
                <a14:m>
                  <m:oMath xmlns:m="http://schemas.openxmlformats.org/officeDocument/2006/math">
                    <m:r>
                      <m:rPr>
                        <m:sty m:val="p"/>
                      </m:rPr>
                      <a:rPr lang="en-IN" sz="2800" i="0" dirty="0" smtClean="0">
                        <a:solidFill>
                          <a:srgbClr val="002060"/>
                        </a:solidFill>
                        <a:latin typeface="Cambria Math" panose="02040503050406030204" pitchFamily="18" charset="0"/>
                      </a:rPr>
                      <m:t>B</m:t>
                    </m:r>
                  </m:oMath>
                </a14:m>
                <a:r>
                  <a:rPr lang="en-GB" sz="2800" dirty="0">
                    <a:solidFill>
                      <a:srgbClr val="002060"/>
                    </a:solidFill>
                  </a:rPr>
                  <a:t> 	: The machine is of standard quality</a:t>
                </a:r>
                <a:endParaRPr lang="en-IN" sz="2800" dirty="0">
                  <a:solidFill>
                    <a:srgbClr val="002060"/>
                  </a:solidFill>
                </a:endParaRPr>
              </a:p>
            </p:txBody>
          </p:sp>
        </mc:Choice>
        <mc:Fallback xmlns="">
          <p:sp>
            <p:nvSpPr>
              <p:cNvPr id="22" name="TextBox 21">
                <a:extLst>
                  <a:ext uri="{FF2B5EF4-FFF2-40B4-BE49-F238E27FC236}">
                    <a16:creationId xmlns:a16="http://schemas.microsoft.com/office/drawing/2014/main" id="{693A4EC9-6217-4D55-B3B4-2092D7FDE64A}"/>
                  </a:ext>
                </a:extLst>
              </p:cNvPr>
              <p:cNvSpPr txBox="1">
                <a:spLocks noRot="1" noChangeAspect="1" noMove="1" noResize="1" noEditPoints="1" noAdjustHandles="1" noChangeArrowheads="1" noChangeShapeType="1" noTextEdit="1"/>
              </p:cNvSpPr>
              <p:nvPr/>
            </p:nvSpPr>
            <p:spPr>
              <a:xfrm>
                <a:off x="6553202" y="5466941"/>
                <a:ext cx="5738005" cy="523220"/>
              </a:xfrm>
              <a:prstGeom prst="rect">
                <a:avLst/>
              </a:prstGeom>
              <a:blipFill>
                <a:blip r:embed="rId5"/>
                <a:stretch>
                  <a:fillRect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92634F1-28C9-4BF2-9D96-2AAAC1C19D35}"/>
                  </a:ext>
                </a:extLst>
              </p:cNvPr>
              <p:cNvSpPr txBox="1"/>
              <p:nvPr/>
            </p:nvSpPr>
            <p:spPr>
              <a:xfrm>
                <a:off x="1594215" y="5610539"/>
                <a:ext cx="5053327" cy="523220"/>
              </a:xfrm>
              <a:prstGeom prst="rect">
                <a:avLst/>
              </a:prstGeom>
              <a:noFill/>
            </p:spPr>
            <p:txBody>
              <a:bodyPr wrap="square" anchor="ctr">
                <a:spAutoFit/>
              </a:bodyPr>
              <a:lstStyle/>
              <a:p>
                <a:pPr>
                  <a:tabLst>
                    <a:tab pos="3048000" algn="l"/>
                  </a:tabLst>
                </a:pPr>
                <a14:m>
                  <m:oMathPara xmlns:m="http://schemas.openxmlformats.org/officeDocument/2006/math">
                    <m:oMathParaPr>
                      <m:jc m:val="left"/>
                    </m:oMathParaPr>
                    <m:oMath xmlns:m="http://schemas.openxmlformats.org/officeDocument/2006/math">
                      <m:r>
                        <m:rPr>
                          <m:nor/>
                        </m:rPr>
                        <a:rPr lang="en-IN" sz="2800" smtClean="0">
                          <a:solidFill>
                            <a:srgbClr val="002060"/>
                          </a:solidFill>
                        </a:rPr>
                        <m:t>Plant</m:t>
                      </m:r>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I</m:t>
                      </m:r>
                      <m:r>
                        <a:rPr lang="en-IN" sz="2800">
                          <a:solidFill>
                            <a:srgbClr val="002060"/>
                          </a:solidFill>
                          <a:latin typeface="Cambria Math" panose="02040503050406030204" pitchFamily="18" charset="0"/>
                        </a:rPr>
                        <m:t> </m:t>
                      </m:r>
                      <m:d>
                        <m:dPr>
                          <m:ctrlPr>
                            <a:rPr lang="fr-FR" sz="2800" i="1" dirty="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8</m:t>
                          </m:r>
                          <m:r>
                            <a:rPr lang="fr-FR" sz="2800" dirty="0">
                              <a:solidFill>
                                <a:srgbClr val="002060"/>
                              </a:solidFill>
                              <a:latin typeface="Cambria Math" panose="02040503050406030204" pitchFamily="18" charset="0"/>
                            </a:rPr>
                            <m:t>0%</m:t>
                          </m:r>
                        </m:e>
                      </m:d>
                      <m:r>
                        <a:rPr lang="fr-FR" sz="2800" dirty="0">
                          <a:solidFill>
                            <a:srgbClr val="002060"/>
                          </a:solidFill>
                          <a:latin typeface="Cambria Math" panose="02040503050406030204" pitchFamily="18" charset="0"/>
                        </a:rPr>
                        <m:t>,</m:t>
                      </m:r>
                      <m:r>
                        <a:rPr lang="en-IN" sz="2800" dirty="0">
                          <a:solidFill>
                            <a:srgbClr val="002060"/>
                          </a:solidFill>
                          <a:latin typeface="Cambria Math" panose="02040503050406030204" pitchFamily="18" charset="0"/>
                        </a:rPr>
                        <m:t>    </m:t>
                      </m:r>
                      <m:r>
                        <m:rPr>
                          <m:nor/>
                        </m:rPr>
                        <a:rPr lang="en-IN" sz="2800">
                          <a:solidFill>
                            <a:srgbClr val="002060"/>
                          </a:solidFill>
                        </a:rPr>
                        <m:t>Plant</m:t>
                      </m:r>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II</m:t>
                      </m:r>
                      <m:r>
                        <a:rPr lang="en-IN" sz="2800">
                          <a:solidFill>
                            <a:srgbClr val="002060"/>
                          </a:solidFill>
                          <a:latin typeface="Cambria Math" panose="02040503050406030204" pitchFamily="18" charset="0"/>
                        </a:rPr>
                        <m:t> </m:t>
                      </m:r>
                      <m:d>
                        <m:dPr>
                          <m:ctrlPr>
                            <a:rPr lang="fr-FR" sz="2800" i="1" dirty="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90</m:t>
                          </m:r>
                          <m:r>
                            <a:rPr lang="fr-FR" sz="2800" dirty="0">
                              <a:solidFill>
                                <a:srgbClr val="002060"/>
                              </a:solidFill>
                              <a:latin typeface="Cambria Math" panose="02040503050406030204" pitchFamily="18" charset="0"/>
                            </a:rPr>
                            <m:t>%</m:t>
                          </m:r>
                        </m:e>
                      </m:d>
                    </m:oMath>
                  </m:oMathPara>
                </a14:m>
                <a:endParaRPr lang="en-IN" sz="2800" dirty="0">
                  <a:solidFill>
                    <a:srgbClr val="002060"/>
                  </a:solidFill>
                </a:endParaRPr>
              </a:p>
            </p:txBody>
          </p:sp>
        </mc:Choice>
        <mc:Fallback xmlns="">
          <p:sp>
            <p:nvSpPr>
              <p:cNvPr id="12" name="TextBox 11">
                <a:extLst>
                  <a:ext uri="{FF2B5EF4-FFF2-40B4-BE49-F238E27FC236}">
                    <a16:creationId xmlns:a16="http://schemas.microsoft.com/office/drawing/2014/main" id="{D92634F1-28C9-4BF2-9D96-2AAAC1C19D35}"/>
                  </a:ext>
                </a:extLst>
              </p:cNvPr>
              <p:cNvSpPr txBox="1">
                <a:spLocks noRot="1" noChangeAspect="1" noMove="1" noResize="1" noEditPoints="1" noAdjustHandles="1" noChangeArrowheads="1" noChangeShapeType="1" noTextEdit="1"/>
              </p:cNvSpPr>
              <p:nvPr/>
            </p:nvSpPr>
            <p:spPr>
              <a:xfrm>
                <a:off x="1594215" y="5610539"/>
                <a:ext cx="5053327"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D8AB890-132E-4066-8AF6-2965B965F225}"/>
                  </a:ext>
                </a:extLst>
              </p:cNvPr>
              <p:cNvSpPr txBox="1"/>
              <p:nvPr/>
            </p:nvSpPr>
            <p:spPr>
              <a:xfrm>
                <a:off x="1594216" y="4355384"/>
                <a:ext cx="5329098" cy="523220"/>
              </a:xfrm>
              <a:prstGeom prst="rect">
                <a:avLst/>
              </a:prstGeom>
              <a:noFill/>
            </p:spPr>
            <p:txBody>
              <a:bodyPr wrap="square" anchor="ctr">
                <a:spAutoFit/>
              </a:bodyPr>
              <a:lstStyle/>
              <a:p>
                <a:pPr>
                  <a:tabLst>
                    <a:tab pos="3048000" algn="l"/>
                  </a:tabLst>
                </a:pPr>
                <a14:m>
                  <m:oMathPara xmlns:m="http://schemas.openxmlformats.org/officeDocument/2006/math">
                    <m:oMathParaPr>
                      <m:jc m:val="left"/>
                    </m:oMathParaPr>
                    <m:oMath xmlns:m="http://schemas.openxmlformats.org/officeDocument/2006/math">
                      <m:r>
                        <m:rPr>
                          <m:nor/>
                        </m:rPr>
                        <a:rPr lang="en-IN" sz="2800" b="0" i="0" smtClean="0">
                          <a:solidFill>
                            <a:srgbClr val="002060"/>
                          </a:solidFill>
                          <a:latin typeface="+mj-lt"/>
                        </a:rPr>
                        <m:t>Plant</m:t>
                      </m:r>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I</m:t>
                      </m:r>
                      <m:r>
                        <a:rPr lang="en-IN" sz="2800" b="0" i="0" smtClean="0">
                          <a:solidFill>
                            <a:srgbClr val="002060"/>
                          </a:solidFill>
                          <a:latin typeface="Cambria Math" panose="02040503050406030204" pitchFamily="18" charset="0"/>
                        </a:rPr>
                        <m:t> </m:t>
                      </m:r>
                      <m:d>
                        <m:dPr>
                          <m:ctrlPr>
                            <a:rPr lang="fr-FR" sz="2800" i="1" dirty="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7</m:t>
                          </m:r>
                          <m:r>
                            <a:rPr lang="fr-FR" sz="2800" i="0" dirty="0">
                              <a:solidFill>
                                <a:srgbClr val="002060"/>
                              </a:solidFill>
                              <a:latin typeface="Cambria Math" panose="02040503050406030204" pitchFamily="18" charset="0"/>
                            </a:rPr>
                            <m:t>0%</m:t>
                          </m:r>
                        </m:e>
                      </m:d>
                      <m:r>
                        <a:rPr lang="fr-FR" sz="2800" i="0" dirty="0">
                          <a:solidFill>
                            <a:srgbClr val="002060"/>
                          </a:solidFill>
                          <a:latin typeface="Cambria Math" panose="02040503050406030204" pitchFamily="18" charset="0"/>
                        </a:rPr>
                        <m:t>,</m:t>
                      </m:r>
                      <m:r>
                        <a:rPr lang="en-IN" sz="2800" i="0" dirty="0">
                          <a:solidFill>
                            <a:srgbClr val="002060"/>
                          </a:solidFill>
                          <a:latin typeface="Cambria Math" panose="02040503050406030204" pitchFamily="18" charset="0"/>
                        </a:rPr>
                        <m:t>    </m:t>
                      </m:r>
                      <m:r>
                        <m:rPr>
                          <m:nor/>
                        </m:rPr>
                        <a:rPr lang="en-IN" sz="2800">
                          <a:solidFill>
                            <a:srgbClr val="002060"/>
                          </a:solidFill>
                        </a:rPr>
                        <m:t>Plant</m:t>
                      </m:r>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II</m:t>
                      </m:r>
                      <m:r>
                        <a:rPr lang="en-IN" sz="2800" b="0" i="0" smtClean="0">
                          <a:solidFill>
                            <a:srgbClr val="002060"/>
                          </a:solidFill>
                          <a:latin typeface="Cambria Math" panose="02040503050406030204" pitchFamily="18" charset="0"/>
                        </a:rPr>
                        <m:t> </m:t>
                      </m:r>
                      <m:d>
                        <m:dPr>
                          <m:ctrlPr>
                            <a:rPr lang="fr-FR" sz="2800" i="1" dirty="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30</m:t>
                          </m:r>
                          <m:r>
                            <a:rPr lang="fr-FR" sz="2800" i="0" dirty="0">
                              <a:solidFill>
                                <a:srgbClr val="002060"/>
                              </a:solidFill>
                              <a:latin typeface="Cambria Math" panose="02040503050406030204" pitchFamily="18" charset="0"/>
                            </a:rPr>
                            <m:t>%</m:t>
                          </m:r>
                        </m:e>
                      </m:d>
                    </m:oMath>
                  </m:oMathPara>
                </a14:m>
                <a:endParaRPr lang="en-IN" sz="2800" dirty="0">
                  <a:solidFill>
                    <a:srgbClr val="002060"/>
                  </a:solidFill>
                  <a:latin typeface="+mj-lt"/>
                </a:endParaRPr>
              </a:p>
            </p:txBody>
          </p:sp>
        </mc:Choice>
        <mc:Fallback xmlns="">
          <p:sp>
            <p:nvSpPr>
              <p:cNvPr id="13" name="TextBox 12">
                <a:extLst>
                  <a:ext uri="{FF2B5EF4-FFF2-40B4-BE49-F238E27FC236}">
                    <a16:creationId xmlns:a16="http://schemas.microsoft.com/office/drawing/2014/main" id="{7D8AB890-132E-4066-8AF6-2965B965F225}"/>
                  </a:ext>
                </a:extLst>
              </p:cNvPr>
              <p:cNvSpPr txBox="1">
                <a:spLocks noRot="1" noChangeAspect="1" noMove="1" noResize="1" noEditPoints="1" noAdjustHandles="1" noChangeArrowheads="1" noChangeShapeType="1" noTextEdit="1"/>
              </p:cNvSpPr>
              <p:nvPr/>
            </p:nvSpPr>
            <p:spPr>
              <a:xfrm>
                <a:off x="1594216" y="4355384"/>
                <a:ext cx="5329098" cy="523220"/>
              </a:xfrm>
              <a:prstGeom prst="rect">
                <a:avLst/>
              </a:prstGeom>
              <a:blipFill>
                <a:blip r:embed="rId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629965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0" grpId="0"/>
      <p:bldP spid="21" grpId="0"/>
      <p:bldP spid="32" grpId="0"/>
      <p:bldP spid="37" grpId="0"/>
      <p:bldP spid="40" grpId="0"/>
      <p:bldP spid="22" grpId="0"/>
      <p:bldP spid="12" grpId="0"/>
      <p:bldP spid="13"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4 (Continue)</a:t>
            </a:r>
            <a:endParaRPr lang="en-US" dirty="0"/>
          </a:p>
        </p:txBody>
      </p:sp>
      <p:sp>
        <p:nvSpPr>
          <p:cNvPr id="42" name="TextBox 41">
            <a:extLst>
              <a:ext uri="{FF2B5EF4-FFF2-40B4-BE49-F238E27FC236}">
                <a16:creationId xmlns:a16="http://schemas.microsoft.com/office/drawing/2014/main" id="{46EB6070-7B89-40E9-80EA-7F55B673B189}"/>
              </a:ext>
            </a:extLst>
          </p:cNvPr>
          <p:cNvSpPr txBox="1"/>
          <p:nvPr/>
        </p:nvSpPr>
        <p:spPr>
          <a:xfrm>
            <a:off x="1594216" y="2198509"/>
            <a:ext cx="2149369" cy="523220"/>
          </a:xfrm>
          <a:prstGeom prst="rect">
            <a:avLst/>
          </a:prstGeom>
          <a:noFill/>
        </p:spPr>
        <p:txBody>
          <a:bodyPr wrap="square">
            <a:spAutoFit/>
          </a:bodyPr>
          <a:lstStyle/>
          <a:p>
            <a:r>
              <a:rPr lang="en-IN" sz="2800" b="1" dirty="0">
                <a:solidFill>
                  <a:srgbClr val="002060"/>
                </a:solidFill>
              </a:rPr>
              <a:t>Probabilities:</a:t>
            </a:r>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FA6E29D9-DC5D-4AC7-8C35-3AD2D90231F8}"/>
                  </a:ext>
                </a:extLst>
              </p:cNvPr>
              <p:cNvSpPr txBox="1"/>
              <p:nvPr/>
            </p:nvSpPr>
            <p:spPr>
              <a:xfrm>
                <a:off x="1594216" y="2751409"/>
                <a:ext cx="225256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1</m:t>
                              </m:r>
                            </m:sub>
                          </m:sSub>
                        </m:e>
                      </m:d>
                      <m:r>
                        <a:rPr lang="en-US" sz="2800" i="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0.70</m:t>
                      </m:r>
                    </m:oMath>
                  </m:oMathPara>
                </a14:m>
                <a:endParaRPr lang="en-IN" sz="2800" dirty="0">
                  <a:solidFill>
                    <a:srgbClr val="002060"/>
                  </a:solidFill>
                  <a:latin typeface="Cambria Math" panose="02040503050406030204" pitchFamily="18" charset="0"/>
                </a:endParaRPr>
              </a:p>
            </p:txBody>
          </p:sp>
        </mc:Choice>
        <mc:Fallback xmlns="">
          <p:sp>
            <p:nvSpPr>
              <p:cNvPr id="68" name="TextBox 67">
                <a:extLst>
                  <a:ext uri="{FF2B5EF4-FFF2-40B4-BE49-F238E27FC236}">
                    <a16:creationId xmlns:a16="http://schemas.microsoft.com/office/drawing/2014/main" id="{FA6E29D9-DC5D-4AC7-8C35-3AD2D90231F8}"/>
                  </a:ext>
                </a:extLst>
              </p:cNvPr>
              <p:cNvSpPr txBox="1">
                <a:spLocks noRot="1" noChangeAspect="1" noMove="1" noResize="1" noEditPoints="1" noAdjustHandles="1" noChangeArrowheads="1" noChangeShapeType="1" noTextEdit="1"/>
              </p:cNvSpPr>
              <p:nvPr/>
            </p:nvSpPr>
            <p:spPr>
              <a:xfrm>
                <a:off x="1594216" y="2751409"/>
                <a:ext cx="2252560"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898D836A-76E6-4C04-9B42-7D418261AEED}"/>
                  </a:ext>
                </a:extLst>
              </p:cNvPr>
              <p:cNvSpPr txBox="1"/>
              <p:nvPr/>
            </p:nvSpPr>
            <p:spPr>
              <a:xfrm>
                <a:off x="4048914" y="2751409"/>
                <a:ext cx="225256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2</m:t>
                              </m:r>
                            </m:sub>
                          </m:sSub>
                        </m:e>
                      </m:d>
                      <m:r>
                        <a:rPr lang="en-US" sz="2800" i="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0.30</m:t>
                      </m:r>
                    </m:oMath>
                  </m:oMathPara>
                </a14:m>
                <a:endParaRPr lang="en-IN" sz="2800" dirty="0">
                  <a:solidFill>
                    <a:srgbClr val="002060"/>
                  </a:solidFill>
                  <a:latin typeface="Cambria Math" panose="02040503050406030204" pitchFamily="18" charset="0"/>
                </a:endParaRPr>
              </a:p>
            </p:txBody>
          </p:sp>
        </mc:Choice>
        <mc:Fallback xmlns="">
          <p:sp>
            <p:nvSpPr>
              <p:cNvPr id="69" name="TextBox 68">
                <a:extLst>
                  <a:ext uri="{FF2B5EF4-FFF2-40B4-BE49-F238E27FC236}">
                    <a16:creationId xmlns:a16="http://schemas.microsoft.com/office/drawing/2014/main" id="{898D836A-76E6-4C04-9B42-7D418261AEED}"/>
                  </a:ext>
                </a:extLst>
              </p:cNvPr>
              <p:cNvSpPr txBox="1">
                <a:spLocks noRot="1" noChangeAspect="1" noMove="1" noResize="1" noEditPoints="1" noAdjustHandles="1" noChangeArrowheads="1" noChangeShapeType="1" noTextEdit="1"/>
              </p:cNvSpPr>
              <p:nvPr/>
            </p:nvSpPr>
            <p:spPr>
              <a:xfrm>
                <a:off x="4048914" y="2751409"/>
                <a:ext cx="2252560"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ED2F91BA-958C-468E-9DA7-18119FB85744}"/>
                  </a:ext>
                </a:extLst>
              </p:cNvPr>
              <p:cNvSpPr txBox="1"/>
              <p:nvPr/>
            </p:nvSpPr>
            <p:spPr>
              <a:xfrm>
                <a:off x="6503612" y="2751409"/>
                <a:ext cx="2755903"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r>
                        <a:rPr lang="en-US" sz="2800" i="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0.80</m:t>
                      </m:r>
                    </m:oMath>
                  </m:oMathPara>
                </a14:m>
                <a:endParaRPr lang="en-IN" sz="2800" dirty="0">
                  <a:solidFill>
                    <a:srgbClr val="002060"/>
                  </a:solidFill>
                  <a:latin typeface="Cambria Math" panose="02040503050406030204" pitchFamily="18" charset="0"/>
                </a:endParaRPr>
              </a:p>
            </p:txBody>
          </p:sp>
        </mc:Choice>
        <mc:Fallback xmlns="">
          <p:sp>
            <p:nvSpPr>
              <p:cNvPr id="70" name="TextBox 69">
                <a:extLst>
                  <a:ext uri="{FF2B5EF4-FFF2-40B4-BE49-F238E27FC236}">
                    <a16:creationId xmlns:a16="http://schemas.microsoft.com/office/drawing/2014/main" id="{ED2F91BA-958C-468E-9DA7-18119FB85744}"/>
                  </a:ext>
                </a:extLst>
              </p:cNvPr>
              <p:cNvSpPr txBox="1">
                <a:spLocks noRot="1" noChangeAspect="1" noMove="1" noResize="1" noEditPoints="1" noAdjustHandles="1" noChangeArrowheads="1" noChangeShapeType="1" noTextEdit="1"/>
              </p:cNvSpPr>
              <p:nvPr/>
            </p:nvSpPr>
            <p:spPr>
              <a:xfrm>
                <a:off x="6503612" y="2751409"/>
                <a:ext cx="2755903"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47B5B446-06FE-4214-A79A-49951A75EF4E}"/>
                  </a:ext>
                </a:extLst>
              </p:cNvPr>
              <p:cNvSpPr txBox="1"/>
              <p:nvPr/>
            </p:nvSpPr>
            <p:spPr>
              <a:xfrm>
                <a:off x="9461653" y="2751409"/>
                <a:ext cx="2755903"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r>
                        <a:rPr lang="en-US" sz="2800" i="0">
                          <a:solidFill>
                            <a:srgbClr val="002060"/>
                          </a:solidFill>
                          <a:latin typeface="Cambria Math" panose="02040503050406030204" pitchFamily="18" charset="0"/>
                        </a:rPr>
                        <m:t>=</m:t>
                      </m:r>
                      <m:r>
                        <a:rPr lang="en-IN"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90</m:t>
                      </m:r>
                    </m:oMath>
                  </m:oMathPara>
                </a14:m>
                <a:endParaRPr lang="en-IN" sz="2800" dirty="0">
                  <a:solidFill>
                    <a:srgbClr val="002060"/>
                  </a:solidFill>
                  <a:latin typeface="Cambria Math" panose="02040503050406030204" pitchFamily="18" charset="0"/>
                </a:endParaRPr>
              </a:p>
            </p:txBody>
          </p:sp>
        </mc:Choice>
        <mc:Fallback xmlns="">
          <p:sp>
            <p:nvSpPr>
              <p:cNvPr id="82" name="TextBox 81">
                <a:extLst>
                  <a:ext uri="{FF2B5EF4-FFF2-40B4-BE49-F238E27FC236}">
                    <a16:creationId xmlns:a16="http://schemas.microsoft.com/office/drawing/2014/main" id="{47B5B446-06FE-4214-A79A-49951A75EF4E}"/>
                  </a:ext>
                </a:extLst>
              </p:cNvPr>
              <p:cNvSpPr txBox="1">
                <a:spLocks noRot="1" noChangeAspect="1" noMove="1" noResize="1" noEditPoints="1" noAdjustHandles="1" noChangeArrowheads="1" noChangeShapeType="1" noTextEdit="1"/>
              </p:cNvSpPr>
              <p:nvPr/>
            </p:nvSpPr>
            <p:spPr>
              <a:xfrm>
                <a:off x="9461653" y="2751409"/>
                <a:ext cx="2755903" cy="523220"/>
              </a:xfrm>
              <a:prstGeom prst="rect">
                <a:avLst/>
              </a:prstGeom>
              <a:blipFill>
                <a:blip r:embed="rId5"/>
                <a:stretch>
                  <a:fillRect/>
                </a:stretch>
              </a:blipFill>
            </p:spPr>
            <p:txBody>
              <a:bodyPr/>
              <a:lstStyle/>
              <a:p>
                <a:r>
                  <a:rPr lang="en-IN">
                    <a:noFill/>
                  </a:rPr>
                  <a:t> </a:t>
                </a:r>
              </a:p>
            </p:txBody>
          </p:sp>
        </mc:Fallback>
      </mc:AlternateContent>
      <p:sp>
        <p:nvSpPr>
          <p:cNvPr id="19" name="TextBox 18">
            <a:extLst>
              <a:ext uri="{FF2B5EF4-FFF2-40B4-BE49-F238E27FC236}">
                <a16:creationId xmlns:a16="http://schemas.microsoft.com/office/drawing/2014/main" id="{9D165B34-D1BB-4EE1-B1B7-4D3E779A3C38}"/>
              </a:ext>
            </a:extLst>
          </p:cNvPr>
          <p:cNvSpPr txBox="1"/>
          <p:nvPr/>
        </p:nvSpPr>
        <p:spPr>
          <a:xfrm>
            <a:off x="2266950" y="728434"/>
            <a:ext cx="3631209" cy="523220"/>
          </a:xfrm>
          <a:prstGeom prst="rect">
            <a:avLst/>
          </a:prstGeom>
          <a:noFill/>
        </p:spPr>
        <p:txBody>
          <a:bodyPr wrap="square" anchor="ctr">
            <a:spAutoFit/>
          </a:bodyPr>
          <a:lstStyle/>
          <a:p>
            <a:pPr>
              <a:tabLst>
                <a:tab pos="3048000" algn="l"/>
              </a:tabLst>
            </a:pPr>
            <a:r>
              <a:rPr lang="fr-FR" sz="2800">
                <a:solidFill>
                  <a:srgbClr val="002060"/>
                </a:solidFill>
              </a:rPr>
              <a:t>Production Contribution:</a:t>
            </a:r>
            <a:endParaRPr lang="en-IN" sz="2800" dirty="0">
              <a:solidFill>
                <a:srgbClr val="002060"/>
              </a:solidFill>
            </a:endParaRPr>
          </a:p>
        </p:txBody>
      </p:sp>
      <p:sp>
        <p:nvSpPr>
          <p:cNvPr id="20" name="TextBox 19">
            <a:extLst>
              <a:ext uri="{FF2B5EF4-FFF2-40B4-BE49-F238E27FC236}">
                <a16:creationId xmlns:a16="http://schemas.microsoft.com/office/drawing/2014/main" id="{57B46D00-B6FF-4A57-AA74-42750D880B26}"/>
              </a:ext>
            </a:extLst>
          </p:cNvPr>
          <p:cNvSpPr txBox="1"/>
          <p:nvPr/>
        </p:nvSpPr>
        <p:spPr>
          <a:xfrm>
            <a:off x="1589010" y="1378522"/>
            <a:ext cx="4309149" cy="523220"/>
          </a:xfrm>
          <a:prstGeom prst="rect">
            <a:avLst/>
          </a:prstGeom>
          <a:noFill/>
        </p:spPr>
        <p:txBody>
          <a:bodyPr wrap="square" anchor="ctr">
            <a:spAutoFit/>
          </a:bodyPr>
          <a:lstStyle/>
          <a:p>
            <a:pPr>
              <a:tabLst>
                <a:tab pos="3048000" algn="l"/>
              </a:tabLst>
            </a:pPr>
            <a:r>
              <a:rPr lang="en-GB" sz="2800" dirty="0">
                <a:solidFill>
                  <a:srgbClr val="002060"/>
                </a:solidFill>
              </a:rPr>
              <a:t>Standard Quality Proportions:</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08F44C8-9DE8-4211-B4C9-7E40DBA2F726}"/>
                  </a:ext>
                </a:extLst>
              </p:cNvPr>
              <p:cNvSpPr txBox="1"/>
              <p:nvPr/>
            </p:nvSpPr>
            <p:spPr>
              <a:xfrm>
                <a:off x="5817799" y="1374350"/>
                <a:ext cx="4980754" cy="523220"/>
              </a:xfrm>
              <a:prstGeom prst="rect">
                <a:avLst/>
              </a:prstGeom>
              <a:noFill/>
            </p:spPr>
            <p:txBody>
              <a:bodyPr wrap="square" anchor="ctr">
                <a:spAutoFit/>
              </a:bodyPr>
              <a:lstStyle/>
              <a:p>
                <a:pPr>
                  <a:tabLst>
                    <a:tab pos="3048000" algn="l"/>
                  </a:tabLst>
                </a:pPr>
                <a14:m>
                  <m:oMathPara xmlns:m="http://schemas.openxmlformats.org/officeDocument/2006/math">
                    <m:oMathParaPr>
                      <m:jc m:val="left"/>
                    </m:oMathParaPr>
                    <m:oMath xmlns:m="http://schemas.openxmlformats.org/officeDocument/2006/math">
                      <m:r>
                        <m:rPr>
                          <m:nor/>
                        </m:rPr>
                        <a:rPr lang="en-IN" sz="2800">
                          <a:solidFill>
                            <a:srgbClr val="002060"/>
                          </a:solidFill>
                        </a:rPr>
                        <m:t>Plant</m:t>
                      </m:r>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I</m:t>
                      </m:r>
                      <m:r>
                        <a:rPr lang="en-IN" sz="2800">
                          <a:solidFill>
                            <a:srgbClr val="002060"/>
                          </a:solidFill>
                          <a:latin typeface="Cambria Math" panose="02040503050406030204" pitchFamily="18" charset="0"/>
                        </a:rPr>
                        <m:t> </m:t>
                      </m:r>
                      <m:d>
                        <m:dPr>
                          <m:ctrlPr>
                            <a:rPr lang="fr-FR" sz="2800" i="1" dirty="0">
                              <a:solidFill>
                                <a:srgbClr val="002060"/>
                              </a:solidFill>
                              <a:latin typeface="Cambria Math" panose="02040503050406030204" pitchFamily="18" charset="0"/>
                            </a:rPr>
                          </m:ctrlPr>
                        </m:dPr>
                        <m:e>
                          <m:r>
                            <a:rPr lang="en-IN" sz="2800" dirty="0">
                              <a:solidFill>
                                <a:srgbClr val="002060"/>
                              </a:solidFill>
                              <a:latin typeface="Cambria Math" panose="02040503050406030204" pitchFamily="18" charset="0"/>
                            </a:rPr>
                            <m:t>8</m:t>
                          </m:r>
                          <m:r>
                            <a:rPr lang="fr-FR" sz="2800" dirty="0">
                              <a:solidFill>
                                <a:srgbClr val="002060"/>
                              </a:solidFill>
                              <a:latin typeface="Cambria Math" panose="02040503050406030204" pitchFamily="18" charset="0"/>
                            </a:rPr>
                            <m:t>0%</m:t>
                          </m:r>
                        </m:e>
                      </m:d>
                      <m:r>
                        <a:rPr lang="fr-FR" sz="2800" dirty="0">
                          <a:solidFill>
                            <a:srgbClr val="002060"/>
                          </a:solidFill>
                          <a:latin typeface="Cambria Math" panose="02040503050406030204" pitchFamily="18" charset="0"/>
                        </a:rPr>
                        <m:t>,</m:t>
                      </m:r>
                      <m:r>
                        <a:rPr lang="en-IN" sz="2800" dirty="0">
                          <a:solidFill>
                            <a:srgbClr val="002060"/>
                          </a:solidFill>
                          <a:latin typeface="Cambria Math" panose="02040503050406030204" pitchFamily="18" charset="0"/>
                        </a:rPr>
                        <m:t>    </m:t>
                      </m:r>
                      <m:r>
                        <m:rPr>
                          <m:nor/>
                        </m:rPr>
                        <a:rPr lang="en-IN" sz="2800">
                          <a:solidFill>
                            <a:srgbClr val="002060"/>
                          </a:solidFill>
                        </a:rPr>
                        <m:t>Plant</m:t>
                      </m:r>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II</m:t>
                      </m:r>
                      <m:r>
                        <a:rPr lang="en-IN" sz="2800">
                          <a:solidFill>
                            <a:srgbClr val="002060"/>
                          </a:solidFill>
                          <a:latin typeface="Cambria Math" panose="02040503050406030204" pitchFamily="18" charset="0"/>
                        </a:rPr>
                        <m:t> </m:t>
                      </m:r>
                      <m:d>
                        <m:dPr>
                          <m:ctrlPr>
                            <a:rPr lang="fr-FR" sz="2800" i="1" dirty="0">
                              <a:solidFill>
                                <a:srgbClr val="002060"/>
                              </a:solidFill>
                              <a:latin typeface="Cambria Math" panose="02040503050406030204" pitchFamily="18" charset="0"/>
                            </a:rPr>
                          </m:ctrlPr>
                        </m:dPr>
                        <m:e>
                          <m:r>
                            <a:rPr lang="en-IN" sz="2800" dirty="0">
                              <a:solidFill>
                                <a:srgbClr val="002060"/>
                              </a:solidFill>
                              <a:latin typeface="Cambria Math" panose="02040503050406030204" pitchFamily="18" charset="0"/>
                            </a:rPr>
                            <m:t>90</m:t>
                          </m:r>
                          <m:r>
                            <a:rPr lang="fr-FR" sz="2800" dirty="0">
                              <a:solidFill>
                                <a:srgbClr val="002060"/>
                              </a:solidFill>
                              <a:latin typeface="Cambria Math" panose="02040503050406030204" pitchFamily="18" charset="0"/>
                            </a:rPr>
                            <m:t>%</m:t>
                          </m:r>
                        </m:e>
                      </m:d>
                    </m:oMath>
                  </m:oMathPara>
                </a14:m>
                <a:endParaRPr lang="en-IN" sz="2800" dirty="0">
                  <a:solidFill>
                    <a:srgbClr val="002060"/>
                  </a:solidFill>
                </a:endParaRPr>
              </a:p>
            </p:txBody>
          </p:sp>
        </mc:Choice>
        <mc:Fallback xmlns="">
          <p:sp>
            <p:nvSpPr>
              <p:cNvPr id="21" name="TextBox 20">
                <a:extLst>
                  <a:ext uri="{FF2B5EF4-FFF2-40B4-BE49-F238E27FC236}">
                    <a16:creationId xmlns:a16="http://schemas.microsoft.com/office/drawing/2014/main" id="{A08F44C8-9DE8-4211-B4C9-7E40DBA2F726}"/>
                  </a:ext>
                </a:extLst>
              </p:cNvPr>
              <p:cNvSpPr txBox="1">
                <a:spLocks noRot="1" noChangeAspect="1" noMove="1" noResize="1" noEditPoints="1" noAdjustHandles="1" noChangeArrowheads="1" noChangeShapeType="1" noTextEdit="1"/>
              </p:cNvSpPr>
              <p:nvPr/>
            </p:nvSpPr>
            <p:spPr>
              <a:xfrm>
                <a:off x="5817799" y="1374350"/>
                <a:ext cx="4980754"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A82512B-88C0-49E9-A49E-045F16807E58}"/>
                  </a:ext>
                </a:extLst>
              </p:cNvPr>
              <p:cNvSpPr txBox="1"/>
              <p:nvPr/>
            </p:nvSpPr>
            <p:spPr>
              <a:xfrm>
                <a:off x="5811080" y="730994"/>
                <a:ext cx="5330151" cy="523220"/>
              </a:xfrm>
              <a:prstGeom prst="rect">
                <a:avLst/>
              </a:prstGeom>
              <a:noFill/>
            </p:spPr>
            <p:txBody>
              <a:bodyPr wrap="square" anchor="ctr">
                <a:spAutoFit/>
              </a:bodyPr>
              <a:lstStyle/>
              <a:p>
                <a:pPr>
                  <a:tabLst>
                    <a:tab pos="3048000" algn="l"/>
                  </a:tabLst>
                </a:pPr>
                <a14:m>
                  <m:oMathPara xmlns:m="http://schemas.openxmlformats.org/officeDocument/2006/math">
                    <m:oMathParaPr>
                      <m:jc m:val="left"/>
                    </m:oMathParaPr>
                    <m:oMath xmlns:m="http://schemas.openxmlformats.org/officeDocument/2006/math">
                      <m:r>
                        <m:rPr>
                          <m:nor/>
                        </m:rPr>
                        <a:rPr lang="en-IN" sz="2800">
                          <a:solidFill>
                            <a:srgbClr val="002060"/>
                          </a:solidFill>
                        </a:rPr>
                        <m:t>Plant</m:t>
                      </m:r>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I</m:t>
                      </m:r>
                      <m:r>
                        <a:rPr lang="en-IN" sz="2800">
                          <a:solidFill>
                            <a:srgbClr val="002060"/>
                          </a:solidFill>
                          <a:latin typeface="Cambria Math" panose="02040503050406030204" pitchFamily="18" charset="0"/>
                        </a:rPr>
                        <m:t> </m:t>
                      </m:r>
                      <m:d>
                        <m:dPr>
                          <m:ctrlPr>
                            <a:rPr lang="fr-FR" sz="2800" i="1" dirty="0">
                              <a:solidFill>
                                <a:srgbClr val="002060"/>
                              </a:solidFill>
                              <a:latin typeface="Cambria Math" panose="02040503050406030204" pitchFamily="18" charset="0"/>
                            </a:rPr>
                          </m:ctrlPr>
                        </m:dPr>
                        <m:e>
                          <m:r>
                            <a:rPr lang="en-IN" sz="2800" dirty="0">
                              <a:solidFill>
                                <a:srgbClr val="002060"/>
                              </a:solidFill>
                              <a:latin typeface="Cambria Math" panose="02040503050406030204" pitchFamily="18" charset="0"/>
                            </a:rPr>
                            <m:t>7</m:t>
                          </m:r>
                          <m:r>
                            <a:rPr lang="fr-FR" sz="2800" dirty="0">
                              <a:solidFill>
                                <a:srgbClr val="002060"/>
                              </a:solidFill>
                              <a:latin typeface="Cambria Math" panose="02040503050406030204" pitchFamily="18" charset="0"/>
                            </a:rPr>
                            <m:t>0%</m:t>
                          </m:r>
                        </m:e>
                      </m:d>
                      <m:r>
                        <a:rPr lang="fr-FR" sz="2800" dirty="0">
                          <a:solidFill>
                            <a:srgbClr val="002060"/>
                          </a:solidFill>
                          <a:latin typeface="Cambria Math" panose="02040503050406030204" pitchFamily="18" charset="0"/>
                        </a:rPr>
                        <m:t>,</m:t>
                      </m:r>
                      <m:r>
                        <a:rPr lang="en-IN" sz="2800" dirty="0">
                          <a:solidFill>
                            <a:srgbClr val="002060"/>
                          </a:solidFill>
                          <a:latin typeface="Cambria Math" panose="02040503050406030204" pitchFamily="18" charset="0"/>
                        </a:rPr>
                        <m:t>    </m:t>
                      </m:r>
                      <m:r>
                        <m:rPr>
                          <m:nor/>
                        </m:rPr>
                        <a:rPr lang="en-IN" sz="2800">
                          <a:solidFill>
                            <a:srgbClr val="002060"/>
                          </a:solidFill>
                        </a:rPr>
                        <m:t>Plant</m:t>
                      </m:r>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II</m:t>
                      </m:r>
                      <m:r>
                        <a:rPr lang="en-IN" sz="2800">
                          <a:solidFill>
                            <a:srgbClr val="002060"/>
                          </a:solidFill>
                          <a:latin typeface="Cambria Math" panose="02040503050406030204" pitchFamily="18" charset="0"/>
                        </a:rPr>
                        <m:t> </m:t>
                      </m:r>
                      <m:d>
                        <m:dPr>
                          <m:ctrlPr>
                            <a:rPr lang="fr-FR" sz="2800" i="1" dirty="0">
                              <a:solidFill>
                                <a:srgbClr val="002060"/>
                              </a:solidFill>
                              <a:latin typeface="Cambria Math" panose="02040503050406030204" pitchFamily="18" charset="0"/>
                            </a:rPr>
                          </m:ctrlPr>
                        </m:dPr>
                        <m:e>
                          <m:r>
                            <a:rPr lang="en-IN" sz="2800" dirty="0">
                              <a:solidFill>
                                <a:srgbClr val="002060"/>
                              </a:solidFill>
                              <a:latin typeface="Cambria Math" panose="02040503050406030204" pitchFamily="18" charset="0"/>
                            </a:rPr>
                            <m:t>30</m:t>
                          </m:r>
                          <m:r>
                            <a:rPr lang="fr-FR" sz="2800" dirty="0">
                              <a:solidFill>
                                <a:srgbClr val="002060"/>
                              </a:solidFill>
                              <a:latin typeface="Cambria Math" panose="02040503050406030204" pitchFamily="18" charset="0"/>
                            </a:rPr>
                            <m:t>%</m:t>
                          </m:r>
                        </m:e>
                      </m:d>
                    </m:oMath>
                  </m:oMathPara>
                </a14:m>
                <a:endParaRPr lang="en-IN" sz="2800" dirty="0">
                  <a:solidFill>
                    <a:srgbClr val="002060"/>
                  </a:solidFill>
                </a:endParaRPr>
              </a:p>
            </p:txBody>
          </p:sp>
        </mc:Choice>
        <mc:Fallback xmlns="">
          <p:sp>
            <p:nvSpPr>
              <p:cNvPr id="22" name="TextBox 21">
                <a:extLst>
                  <a:ext uri="{FF2B5EF4-FFF2-40B4-BE49-F238E27FC236}">
                    <a16:creationId xmlns:a16="http://schemas.microsoft.com/office/drawing/2014/main" id="{BA82512B-88C0-49E9-A49E-045F16807E58}"/>
                  </a:ext>
                </a:extLst>
              </p:cNvPr>
              <p:cNvSpPr txBox="1">
                <a:spLocks noRot="1" noChangeAspect="1" noMove="1" noResize="1" noEditPoints="1" noAdjustHandles="1" noChangeArrowheads="1" noChangeShapeType="1" noTextEdit="1"/>
              </p:cNvSpPr>
              <p:nvPr/>
            </p:nvSpPr>
            <p:spPr>
              <a:xfrm>
                <a:off x="5811080" y="730994"/>
                <a:ext cx="5330151"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28DC830-50D5-4E9E-B00C-C743CE0A8805}"/>
                  </a:ext>
                </a:extLst>
              </p:cNvPr>
              <p:cNvSpPr txBox="1"/>
              <p:nvPr/>
            </p:nvSpPr>
            <p:spPr>
              <a:xfrm>
                <a:off x="3086833" y="4121632"/>
                <a:ext cx="6533418" cy="112697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a:solidFill>
                                    <a:srgbClr val="002060"/>
                                  </a:solidFill>
                                  <a:latin typeface="Cambria Math" panose="02040503050406030204" pitchFamily="18" charset="0"/>
                                </a:rPr>
                                <m:t> </m:t>
                              </m:r>
                              <m:d>
                                <m:dPr>
                                  <m:begChr m:val="|"/>
                                  <m:endChr m:val=""/>
                                  <m:ctrlPr>
                                    <a:rPr lang="en-IN" sz="2800" i="1">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e>
                          </m:d>
                        </m:num>
                        <m:den>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a:solidFill>
                                        <a:srgbClr val="002060"/>
                                      </a:solidFill>
                                      <a:latin typeface="Cambria Math" panose="02040503050406030204" pitchFamily="18" charset="0"/>
                                    </a:rPr>
                                    <m:t>1</m:t>
                                  </m:r>
                                </m:sub>
                              </m:sSub>
                            </m:e>
                          </m:d>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a:solidFill>
                                    <a:srgbClr val="002060"/>
                                  </a:solidFill>
                                  <a:latin typeface="Cambria Math" panose="02040503050406030204" pitchFamily="18" charset="0"/>
                                </a:rPr>
                                <m:t> </m:t>
                              </m:r>
                              <m:d>
                                <m:dPr>
                                  <m:begChr m:val="|"/>
                                  <m:endChr m:val=""/>
                                  <m:ctrlPr>
                                    <a:rPr lang="en-IN" sz="2800" i="1">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a:solidFill>
                                            <a:srgbClr val="002060"/>
                                          </a:solidFill>
                                          <a:latin typeface="Cambria Math" panose="02040503050406030204" pitchFamily="18" charset="0"/>
                                        </a:rPr>
                                        <m:t>1</m:t>
                                      </m:r>
                                    </m:sub>
                                  </m:sSub>
                                </m:e>
                              </m:d>
                            </m:e>
                          </m:d>
                          <m:r>
                            <a:rPr lang="en-IN" sz="2800">
                              <a:solidFill>
                                <a:srgbClr val="002060"/>
                              </a:solidFill>
                              <a:latin typeface="Cambria Math" panose="02040503050406030204" pitchFamily="18" charset="0"/>
                            </a:rPr>
                            <m:t> + </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a:solidFill>
                                        <a:srgbClr val="002060"/>
                                      </a:solidFill>
                                      <a:latin typeface="Cambria Math" panose="02040503050406030204" pitchFamily="18" charset="0"/>
                                    </a:rPr>
                                    <m:t>2</m:t>
                                  </m:r>
                                </m:sub>
                              </m:sSub>
                            </m:e>
                          </m:d>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a:solidFill>
                                    <a:srgbClr val="002060"/>
                                  </a:solidFill>
                                  <a:latin typeface="Cambria Math" panose="02040503050406030204" pitchFamily="18" charset="0"/>
                                </a:rPr>
                                <m:t> </m:t>
                              </m:r>
                              <m:d>
                                <m:dPr>
                                  <m:begChr m:val="|"/>
                                  <m:endChr m:val=""/>
                                  <m:ctrlPr>
                                    <a:rPr lang="en-IN" sz="2800" i="1">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a:solidFill>
                                            <a:srgbClr val="002060"/>
                                          </a:solidFill>
                                          <a:latin typeface="Cambria Math" panose="02040503050406030204" pitchFamily="18" charset="0"/>
                                        </a:rPr>
                                        <m:t>2</m:t>
                                      </m:r>
                                    </m:sub>
                                  </m:sSub>
                                </m:e>
                              </m:d>
                            </m:e>
                          </m:d>
                          <m:r>
                            <a:rPr lang="en-IN" sz="2800">
                              <a:solidFill>
                                <a:srgbClr val="002060"/>
                              </a:solidFill>
                              <a:latin typeface="Cambria Math" panose="02040503050406030204" pitchFamily="18" charset="0"/>
                            </a:rPr>
                            <m:t> </m:t>
                          </m:r>
                        </m:den>
                      </m:f>
                    </m:oMath>
                  </m:oMathPara>
                </a14:m>
                <a:endParaRPr dirty="0"/>
              </a:p>
            </p:txBody>
          </p:sp>
        </mc:Choice>
        <mc:Fallback xmlns="">
          <p:sp>
            <p:nvSpPr>
              <p:cNvPr id="25" name="TextBox 24">
                <a:extLst>
                  <a:ext uri="{FF2B5EF4-FFF2-40B4-BE49-F238E27FC236}">
                    <a16:creationId xmlns:a16="http://schemas.microsoft.com/office/drawing/2014/main" id="{B28DC830-50D5-4E9E-B00C-C743CE0A8805}"/>
                  </a:ext>
                </a:extLst>
              </p:cNvPr>
              <p:cNvSpPr txBox="1">
                <a:spLocks noRot="1" noChangeAspect="1" noMove="1" noResize="1" noEditPoints="1" noAdjustHandles="1" noChangeArrowheads="1" noChangeShapeType="1" noTextEdit="1"/>
              </p:cNvSpPr>
              <p:nvPr/>
            </p:nvSpPr>
            <p:spPr>
              <a:xfrm>
                <a:off x="3086833" y="4121632"/>
                <a:ext cx="6533418" cy="1126975"/>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C3F9149-5067-49DD-8AAC-4CBEAD89B1A3}"/>
                  </a:ext>
                </a:extLst>
              </p:cNvPr>
              <p:cNvSpPr txBox="1"/>
              <p:nvPr/>
            </p:nvSpPr>
            <p:spPr>
              <a:xfrm>
                <a:off x="3086832" y="5509278"/>
                <a:ext cx="5549462" cy="98943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0.70</m:t>
                              </m:r>
                            </m:e>
                          </m:d>
                          <m:r>
                            <a:rPr lang="en-IN" sz="280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0.80</m:t>
                              </m:r>
                            </m:e>
                          </m:d>
                        </m:num>
                        <m:den>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7</m:t>
                              </m:r>
                              <m:r>
                                <a:rPr lang="en-IN" sz="2800" i="1">
                                  <a:solidFill>
                                    <a:srgbClr val="002060"/>
                                  </a:solidFill>
                                  <a:latin typeface="Cambria Math" panose="02040503050406030204" pitchFamily="18" charset="0"/>
                                </a:rPr>
                                <m:t>0</m:t>
                              </m:r>
                            </m:e>
                          </m:d>
                          <m:r>
                            <a:rPr lang="en-IN" sz="280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8</m:t>
                              </m:r>
                              <m:r>
                                <a:rPr lang="en-IN" sz="2800" i="1">
                                  <a:solidFill>
                                    <a:srgbClr val="002060"/>
                                  </a:solidFill>
                                  <a:latin typeface="Cambria Math" panose="02040503050406030204" pitchFamily="18" charset="0"/>
                                </a:rPr>
                                <m:t>0</m:t>
                              </m:r>
                            </m:e>
                          </m:d>
                          <m:r>
                            <a:rPr lang="en-IN" sz="2800" b="0" i="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0.30</m:t>
                              </m:r>
                            </m:e>
                          </m:d>
                          <m:r>
                            <a:rPr lang="en-IN" sz="280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0.90</m:t>
                              </m:r>
                            </m:e>
                          </m:d>
                          <m:r>
                            <a:rPr lang="en-IN" sz="2800" b="0" i="1" smtClean="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26" name="TextBox 25">
                <a:extLst>
                  <a:ext uri="{FF2B5EF4-FFF2-40B4-BE49-F238E27FC236}">
                    <a16:creationId xmlns:a16="http://schemas.microsoft.com/office/drawing/2014/main" id="{6C3F9149-5067-49DD-8AAC-4CBEAD89B1A3}"/>
                  </a:ext>
                </a:extLst>
              </p:cNvPr>
              <p:cNvSpPr txBox="1">
                <a:spLocks noRot="1" noChangeAspect="1" noMove="1" noResize="1" noEditPoints="1" noAdjustHandles="1" noChangeArrowheads="1" noChangeShapeType="1" noTextEdit="1"/>
              </p:cNvSpPr>
              <p:nvPr/>
            </p:nvSpPr>
            <p:spPr>
              <a:xfrm>
                <a:off x="3086832" y="5509278"/>
                <a:ext cx="5549462" cy="989438"/>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B9C741A9-51F7-4C3F-83C2-61426BCE0F7E}"/>
                  </a:ext>
                </a:extLst>
              </p:cNvPr>
              <p:cNvSpPr txBox="1"/>
              <p:nvPr/>
            </p:nvSpPr>
            <p:spPr>
              <a:xfrm>
                <a:off x="8476155" y="5742387"/>
                <a:ext cx="1701506"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US" smtClean="0">
                          <a:latin typeface="Cambria Math" panose="02040503050406030204" pitchFamily="18" charset="0"/>
                        </a:rPr>
                        <m:t>=</m:t>
                      </m:r>
                      <m:r>
                        <a:rPr lang="en-IN" b="0" i="1" smtClean="0">
                          <a:latin typeface="Cambria Math" panose="02040503050406030204" pitchFamily="18" charset="0"/>
                        </a:rPr>
                        <m:t>0.6747</m:t>
                      </m:r>
                    </m:oMath>
                  </m:oMathPara>
                </a14:m>
                <a:endParaRPr lang="en-IN" dirty="0"/>
              </a:p>
            </p:txBody>
          </p:sp>
        </mc:Choice>
        <mc:Fallback xmlns="">
          <p:sp>
            <p:nvSpPr>
              <p:cNvPr id="27" name="TextBox 26">
                <a:extLst>
                  <a:ext uri="{FF2B5EF4-FFF2-40B4-BE49-F238E27FC236}">
                    <a16:creationId xmlns:a16="http://schemas.microsoft.com/office/drawing/2014/main" id="{B9C741A9-51F7-4C3F-83C2-61426BCE0F7E}"/>
                  </a:ext>
                </a:extLst>
              </p:cNvPr>
              <p:cNvSpPr txBox="1">
                <a:spLocks noRot="1" noChangeAspect="1" noMove="1" noResize="1" noEditPoints="1" noAdjustHandles="1" noChangeArrowheads="1" noChangeShapeType="1" noTextEdit="1"/>
              </p:cNvSpPr>
              <p:nvPr/>
            </p:nvSpPr>
            <p:spPr>
              <a:xfrm>
                <a:off x="8476155" y="5742387"/>
                <a:ext cx="1701506" cy="523220"/>
              </a:xfrm>
              <a:prstGeom prst="rect">
                <a:avLst/>
              </a:prstGeom>
              <a:blipFill>
                <a:blip r:embed="rId10"/>
                <a:stretch>
                  <a:fillRect/>
                </a:stretch>
              </a:blipFill>
            </p:spPr>
            <p:txBody>
              <a:bodyPr/>
              <a:lstStyle/>
              <a:p>
                <a:r>
                  <a:rPr lang="en-IN">
                    <a:noFill/>
                  </a:rPr>
                  <a:t> </a:t>
                </a:r>
              </a:p>
            </p:txBody>
          </p:sp>
        </mc:Fallback>
      </mc:AlternateContent>
      <p:sp>
        <p:nvSpPr>
          <p:cNvPr id="28" name="TextBox 27">
            <a:extLst>
              <a:ext uri="{FF2B5EF4-FFF2-40B4-BE49-F238E27FC236}">
                <a16:creationId xmlns:a16="http://schemas.microsoft.com/office/drawing/2014/main" id="{C52D894B-9BD9-432C-8ED2-B1509645EE18}"/>
              </a:ext>
            </a:extLst>
          </p:cNvPr>
          <p:cNvSpPr txBox="1"/>
          <p:nvPr/>
        </p:nvSpPr>
        <p:spPr>
          <a:xfrm>
            <a:off x="1594217" y="3598411"/>
            <a:ext cx="2555766" cy="523220"/>
          </a:xfrm>
          <a:prstGeom prst="rect">
            <a:avLst/>
          </a:prstGeom>
          <a:noFill/>
        </p:spPr>
        <p:txBody>
          <a:bodyPr wrap="square">
            <a:spAutoFit/>
          </a:bodyPr>
          <a:lstStyle/>
          <a:p>
            <a:r>
              <a:rPr lang="en-IN" sz="2800" b="1" dirty="0">
                <a:solidFill>
                  <a:srgbClr val="002060"/>
                </a:solidFill>
              </a:rPr>
              <a:t>Bayes’ Theorem:</a:t>
            </a: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54EC35B-64DA-4CB9-B0BB-2774C464B925}"/>
                  </a:ext>
                </a:extLst>
              </p:cNvPr>
              <p:cNvSpPr txBox="1"/>
              <p:nvPr/>
            </p:nvSpPr>
            <p:spPr>
              <a:xfrm>
                <a:off x="1594216" y="4423509"/>
                <a:ext cx="1492616"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begChr m:val=""/>
                          <m:ctrlPr>
                            <a:rPr lang="en-IN" sz="2800" i="1" smtClean="0">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P</m:t>
                          </m:r>
                          <m:d>
                            <m:dPr>
                              <m:endChr m:val="|"/>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r>
                                <a:rPr lang="en-IN" sz="2800">
                                  <a:solidFill>
                                    <a:srgbClr val="002060"/>
                                  </a:solidFill>
                                  <a:latin typeface="Cambria Math" panose="02040503050406030204" pitchFamily="18" charset="0"/>
                                </a:rPr>
                                <m:t> </m:t>
                              </m:r>
                            </m:e>
                          </m:d>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B</m:t>
                          </m:r>
                        </m:e>
                      </m:d>
                    </m:oMath>
                  </m:oMathPara>
                </a14:m>
                <a:endParaRPr lang="en-IN" sz="2800" dirty="0">
                  <a:solidFill>
                    <a:srgbClr val="002060"/>
                  </a:solidFill>
                  <a:latin typeface="Cambria Math" panose="02040503050406030204" pitchFamily="18" charset="0"/>
                </a:endParaRPr>
              </a:p>
            </p:txBody>
          </p:sp>
        </mc:Choice>
        <mc:Fallback xmlns="">
          <p:sp>
            <p:nvSpPr>
              <p:cNvPr id="29" name="TextBox 28">
                <a:extLst>
                  <a:ext uri="{FF2B5EF4-FFF2-40B4-BE49-F238E27FC236}">
                    <a16:creationId xmlns:a16="http://schemas.microsoft.com/office/drawing/2014/main" id="{654EC35B-64DA-4CB9-B0BB-2774C464B925}"/>
                  </a:ext>
                </a:extLst>
              </p:cNvPr>
              <p:cNvSpPr txBox="1">
                <a:spLocks noRot="1" noChangeAspect="1" noMove="1" noResize="1" noEditPoints="1" noAdjustHandles="1" noChangeArrowheads="1" noChangeShapeType="1" noTextEdit="1"/>
              </p:cNvSpPr>
              <p:nvPr/>
            </p:nvSpPr>
            <p:spPr>
              <a:xfrm>
                <a:off x="1594216" y="4423509"/>
                <a:ext cx="1492616" cy="523220"/>
              </a:xfrm>
              <a:prstGeom prst="rect">
                <a:avLst/>
              </a:prstGeom>
              <a:blipFill>
                <a:blip r:embed="rId11"/>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3710463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68" grpId="0"/>
      <p:bldP spid="69" grpId="0"/>
      <p:bldP spid="70" grpId="0"/>
      <p:bldP spid="82" grpId="0"/>
      <p:bldP spid="25" grpId="0"/>
      <p:bldP spid="26" grpId="0"/>
      <p:bldP spid="27" grpId="0"/>
      <p:bldP spid="28" grpId="0"/>
      <p:bldP spid="29"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2751662"/>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5000"/>
                  </a:lnSpc>
                </a:pPr>
                <a:r>
                  <a:rPr lang="en-US" dirty="0"/>
                  <a:t>In a proposed medical screening on a population, the probability that the test correctly identifies someone with illness as positive is </a:t>
                </a:r>
                <a14:m>
                  <m:oMath xmlns:m="http://schemas.openxmlformats.org/officeDocument/2006/math">
                    <m:r>
                      <a:rPr lang="en-US">
                        <a:latin typeface="Cambria Math" panose="02040503050406030204" pitchFamily="18" charset="0"/>
                      </a:rPr>
                      <m:t>0.99</m:t>
                    </m:r>
                  </m:oMath>
                </a14:m>
                <a:r>
                  <a:rPr lang="en-US" dirty="0"/>
                  <a:t> and the probability that test correctly identifies someone without illness as negative is </a:t>
                </a:r>
                <a14:m>
                  <m:oMath xmlns:m="http://schemas.openxmlformats.org/officeDocument/2006/math">
                    <m:r>
                      <a:rPr lang="en-US">
                        <a:latin typeface="Cambria Math" panose="02040503050406030204" pitchFamily="18" charset="0"/>
                      </a:rPr>
                      <m:t>0.95</m:t>
                    </m:r>
                  </m:oMath>
                </a14:m>
                <a:r>
                  <a:rPr lang="en-US" dirty="0"/>
                  <a:t>. The incident of illness in general population is </a:t>
                </a:r>
                <a14:m>
                  <m:oMath xmlns:m="http://schemas.openxmlformats.org/officeDocument/2006/math">
                    <m:r>
                      <a:rPr lang="en-US">
                        <a:latin typeface="Cambria Math" panose="02040503050406030204" pitchFamily="18" charset="0"/>
                      </a:rPr>
                      <m:t>0.0001</m:t>
                    </m:r>
                  </m:oMath>
                </a14:m>
                <a:r>
                  <a:rPr lang="en-US" dirty="0"/>
                  <a:t>. You take the test the result is positive then what is the probability that you have illness?</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2751662"/>
              </a:xfrm>
              <a:prstGeom prst="rect">
                <a:avLst/>
              </a:prstGeom>
              <a:blipFill>
                <a:blip r:embed="rId2"/>
                <a:stretch>
                  <a:fillRect l="-1074" r="-1074" b="-4867"/>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4 ⇝ Example 5</a:t>
            </a:r>
            <a:endParaRPr lang="en-US" dirty="0"/>
          </a:p>
        </p:txBody>
      </p:sp>
      <p:sp>
        <p:nvSpPr>
          <p:cNvPr id="4" name="Content Placeholder 2"/>
          <p:cNvSpPr txBox="1">
            <a:spLocks/>
          </p:cNvSpPr>
          <p:nvPr/>
        </p:nvSpPr>
        <p:spPr>
          <a:xfrm>
            <a:off x="131176" y="3776139"/>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32" name="TextBox 31">
            <a:extLst>
              <a:ext uri="{FF2B5EF4-FFF2-40B4-BE49-F238E27FC236}">
                <a16:creationId xmlns:a16="http://schemas.microsoft.com/office/drawing/2014/main" id="{40FA5103-C3B1-445C-BA20-90671FC189E1}"/>
              </a:ext>
            </a:extLst>
          </p:cNvPr>
          <p:cNvSpPr txBox="1"/>
          <p:nvPr/>
        </p:nvSpPr>
        <p:spPr>
          <a:xfrm>
            <a:off x="1594216" y="3776139"/>
            <a:ext cx="1301384" cy="523220"/>
          </a:xfrm>
          <a:prstGeom prst="rect">
            <a:avLst/>
          </a:prstGeom>
          <a:noFill/>
        </p:spPr>
        <p:txBody>
          <a:bodyPr wrap="square" anchor="ctr">
            <a:spAutoFit/>
          </a:bodyPr>
          <a:lstStyle/>
          <a:p>
            <a:r>
              <a:rPr lang="en-IN" sz="2800" b="1" dirty="0">
                <a:solidFill>
                  <a:srgbClr val="002060"/>
                </a:solidFill>
              </a:rPr>
              <a:t>Events:</a:t>
            </a: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957236D-2ACC-4033-AD01-3500F74E4F3B}"/>
                  </a:ext>
                </a:extLst>
              </p:cNvPr>
              <p:cNvSpPr txBox="1"/>
              <p:nvPr/>
            </p:nvSpPr>
            <p:spPr>
              <a:xfrm>
                <a:off x="2806187" y="3772341"/>
                <a:ext cx="4831984" cy="523220"/>
              </a:xfrm>
              <a:prstGeom prst="rect">
                <a:avLst/>
              </a:prstGeom>
              <a:noFill/>
            </p:spPr>
            <p:txBody>
              <a:bodyPr wrap="square" anchor="ctr">
                <a:spAutoFit/>
              </a:bodyPr>
              <a:lstStyle/>
              <a:p>
                <a14:m>
                  <m:oMath xmlns:m="http://schemas.openxmlformats.org/officeDocument/2006/math">
                    <m:sSub>
                      <m:sSubPr>
                        <m:ctrlPr>
                          <a:rPr lang="en-IN" sz="2800" b="0" i="1" dirty="0" smtClean="0">
                            <a:solidFill>
                              <a:srgbClr val="002060"/>
                            </a:solidFill>
                            <a:latin typeface="Cambria Math" panose="02040503050406030204" pitchFamily="18" charset="0"/>
                          </a:rPr>
                        </m:ctrlPr>
                      </m:sSubPr>
                      <m:e>
                        <m:r>
                          <m:rPr>
                            <m:sty m:val="p"/>
                          </m:rPr>
                          <a:rPr lang="en-GB" sz="2800" i="0" dirty="0" smtClean="0">
                            <a:solidFill>
                              <a:srgbClr val="002060"/>
                            </a:solidFill>
                            <a:latin typeface="Cambria Math" panose="02040503050406030204" pitchFamily="18" charset="0"/>
                          </a:rPr>
                          <m:t>A</m:t>
                        </m:r>
                      </m:e>
                      <m:sub>
                        <m:r>
                          <a:rPr lang="en-GB" sz="2800" i="0" dirty="0" smtClean="0">
                            <a:solidFill>
                              <a:srgbClr val="002060"/>
                            </a:solidFill>
                            <a:latin typeface="Cambria Math" panose="02040503050406030204" pitchFamily="18" charset="0"/>
                          </a:rPr>
                          <m:t>1</m:t>
                        </m:r>
                      </m:sub>
                    </m:sSub>
                  </m:oMath>
                </a14:m>
                <a:r>
                  <a:rPr lang="en-GB" sz="2800" dirty="0">
                    <a:solidFill>
                      <a:srgbClr val="002060"/>
                    </a:solidFill>
                  </a:rPr>
                  <a:t> : The individual has the illness</a:t>
                </a:r>
                <a:endParaRPr lang="en-IN" sz="2800" dirty="0">
                  <a:solidFill>
                    <a:srgbClr val="002060"/>
                  </a:solidFill>
                </a:endParaRPr>
              </a:p>
            </p:txBody>
          </p:sp>
        </mc:Choice>
        <mc:Fallback xmlns="">
          <p:sp>
            <p:nvSpPr>
              <p:cNvPr id="37" name="TextBox 36">
                <a:extLst>
                  <a:ext uri="{FF2B5EF4-FFF2-40B4-BE49-F238E27FC236}">
                    <a16:creationId xmlns:a16="http://schemas.microsoft.com/office/drawing/2014/main" id="{F957236D-2ACC-4033-AD01-3500F74E4F3B}"/>
                  </a:ext>
                </a:extLst>
              </p:cNvPr>
              <p:cNvSpPr txBox="1">
                <a:spLocks noRot="1" noChangeAspect="1" noMove="1" noResize="1" noEditPoints="1" noAdjustHandles="1" noChangeArrowheads="1" noChangeShapeType="1" noTextEdit="1"/>
              </p:cNvSpPr>
              <p:nvPr/>
            </p:nvSpPr>
            <p:spPr>
              <a:xfrm>
                <a:off x="2806187" y="3772341"/>
                <a:ext cx="4831984" cy="523220"/>
              </a:xfrm>
              <a:prstGeom prst="rect">
                <a:avLst/>
              </a:prstGeom>
              <a:blipFill>
                <a:blip r:embed="rId3"/>
                <a:stretch>
                  <a:fillRect t="-10465" r="-1387"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C8F3C28-E457-497C-A7E8-7C89805F07A8}"/>
                  </a:ext>
                </a:extLst>
              </p:cNvPr>
              <p:cNvSpPr txBox="1"/>
              <p:nvPr/>
            </p:nvSpPr>
            <p:spPr>
              <a:xfrm>
                <a:off x="2806187" y="4359320"/>
                <a:ext cx="6457584" cy="523220"/>
              </a:xfrm>
              <a:prstGeom prst="rect">
                <a:avLst/>
              </a:prstGeom>
              <a:noFill/>
            </p:spPr>
            <p:txBody>
              <a:bodyPr wrap="square" anchor="ctr">
                <a:spAutoFit/>
              </a:bodyPr>
              <a:lstStyle/>
              <a:p>
                <a14:m>
                  <m:oMath xmlns:m="http://schemas.openxmlformats.org/officeDocument/2006/math">
                    <m:sSub>
                      <m:sSubPr>
                        <m:ctrlPr>
                          <a:rPr lang="en-IN" sz="2800" b="0" i="1" dirty="0" smtClean="0">
                            <a:solidFill>
                              <a:srgbClr val="002060"/>
                            </a:solidFill>
                            <a:latin typeface="Cambria Math" panose="02040503050406030204" pitchFamily="18" charset="0"/>
                          </a:rPr>
                        </m:ctrlPr>
                      </m:sSubPr>
                      <m:e>
                        <m:r>
                          <m:rPr>
                            <m:sty m:val="p"/>
                          </m:rPr>
                          <a:rPr lang="en-GB" sz="2800" i="0" dirty="0" smtClean="0">
                            <a:solidFill>
                              <a:srgbClr val="002060"/>
                            </a:solidFill>
                            <a:latin typeface="Cambria Math" panose="02040503050406030204" pitchFamily="18" charset="0"/>
                          </a:rPr>
                          <m:t>A</m:t>
                        </m:r>
                      </m:e>
                      <m:sub>
                        <m:r>
                          <a:rPr lang="en-IN" sz="2800" b="0" i="0" dirty="0" smtClean="0">
                            <a:solidFill>
                              <a:srgbClr val="002060"/>
                            </a:solidFill>
                            <a:latin typeface="Cambria Math" panose="02040503050406030204" pitchFamily="18" charset="0"/>
                          </a:rPr>
                          <m:t>2</m:t>
                        </m:r>
                      </m:sub>
                    </m:sSub>
                  </m:oMath>
                </a14:m>
                <a:r>
                  <a:rPr lang="en-GB" sz="2800" dirty="0">
                    <a:solidFill>
                      <a:srgbClr val="002060"/>
                    </a:solidFill>
                  </a:rPr>
                  <a:t> : The individual does not have the illness</a:t>
                </a:r>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AC8F3C28-E457-497C-A7E8-7C89805F07A8}"/>
                  </a:ext>
                </a:extLst>
              </p:cNvPr>
              <p:cNvSpPr txBox="1">
                <a:spLocks noRot="1" noChangeAspect="1" noMove="1" noResize="1" noEditPoints="1" noAdjustHandles="1" noChangeArrowheads="1" noChangeShapeType="1" noTextEdit="1"/>
              </p:cNvSpPr>
              <p:nvPr/>
            </p:nvSpPr>
            <p:spPr>
              <a:xfrm>
                <a:off x="2806187" y="4359320"/>
                <a:ext cx="6457584" cy="523220"/>
              </a:xfrm>
              <a:prstGeom prst="rect">
                <a:avLst/>
              </a:prstGeom>
              <a:blipFill>
                <a:blip r:embed="rId4"/>
                <a:stretch>
                  <a:fillRect t="-10465"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93A4EC9-6217-4D55-B3B4-2092D7FDE64A}"/>
                  </a:ext>
                </a:extLst>
              </p:cNvPr>
              <p:cNvSpPr txBox="1"/>
              <p:nvPr/>
            </p:nvSpPr>
            <p:spPr>
              <a:xfrm>
                <a:off x="2806187" y="4946298"/>
                <a:ext cx="3754633" cy="523220"/>
              </a:xfrm>
              <a:prstGeom prst="rect">
                <a:avLst/>
              </a:prstGeom>
              <a:noFill/>
            </p:spPr>
            <p:txBody>
              <a:bodyPr wrap="square" anchor="ctr">
                <a:spAutoFit/>
              </a:bodyPr>
              <a:lstStyle/>
              <a:p>
                <a14:m>
                  <m:oMath xmlns:m="http://schemas.openxmlformats.org/officeDocument/2006/math">
                    <m:r>
                      <m:rPr>
                        <m:sty m:val="p"/>
                      </m:rPr>
                      <a:rPr lang="en-IN" sz="2800" i="0" dirty="0" smtClean="0">
                        <a:solidFill>
                          <a:srgbClr val="002060"/>
                        </a:solidFill>
                        <a:latin typeface="Cambria Math" panose="02040503050406030204" pitchFamily="18" charset="0"/>
                      </a:rPr>
                      <m:t>B</m:t>
                    </m:r>
                  </m:oMath>
                </a14:m>
                <a:r>
                  <a:rPr lang="en-GB" sz="2800" dirty="0">
                    <a:solidFill>
                      <a:srgbClr val="002060"/>
                    </a:solidFill>
                  </a:rPr>
                  <a:t>   : the result is positive</a:t>
                </a:r>
                <a:endParaRPr lang="en-IN" sz="2800" dirty="0">
                  <a:solidFill>
                    <a:srgbClr val="002060"/>
                  </a:solidFill>
                </a:endParaRPr>
              </a:p>
            </p:txBody>
          </p:sp>
        </mc:Choice>
        <mc:Fallback xmlns="">
          <p:sp>
            <p:nvSpPr>
              <p:cNvPr id="22" name="TextBox 21">
                <a:extLst>
                  <a:ext uri="{FF2B5EF4-FFF2-40B4-BE49-F238E27FC236}">
                    <a16:creationId xmlns:a16="http://schemas.microsoft.com/office/drawing/2014/main" id="{693A4EC9-6217-4D55-B3B4-2092D7FDE64A}"/>
                  </a:ext>
                </a:extLst>
              </p:cNvPr>
              <p:cNvSpPr txBox="1">
                <a:spLocks noRot="1" noChangeAspect="1" noMove="1" noResize="1" noEditPoints="1" noAdjustHandles="1" noChangeArrowheads="1" noChangeShapeType="1" noTextEdit="1"/>
              </p:cNvSpPr>
              <p:nvPr/>
            </p:nvSpPr>
            <p:spPr>
              <a:xfrm>
                <a:off x="2806187" y="4946298"/>
                <a:ext cx="3754633" cy="523220"/>
              </a:xfrm>
              <a:prstGeom prst="rect">
                <a:avLst/>
              </a:prstGeom>
              <a:blipFill>
                <a:blip r:embed="rId5"/>
                <a:stretch>
                  <a:fillRect t="-10465"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BBDD070-73C9-42B0-9075-A5D24E751167}"/>
                  </a:ext>
                </a:extLst>
              </p:cNvPr>
              <p:cNvSpPr txBox="1"/>
              <p:nvPr/>
            </p:nvSpPr>
            <p:spPr>
              <a:xfrm>
                <a:off x="9020706" y="4376674"/>
                <a:ext cx="959879"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sSubSup>
                        <m:sSubSupPr>
                          <m:ctrlPr>
                            <a:rPr lang="en-IN" sz="2800" i="1" dirty="0">
                              <a:solidFill>
                                <a:srgbClr val="002060"/>
                              </a:solidFill>
                              <a:latin typeface="Cambria Math" panose="02040503050406030204" pitchFamily="18" charset="0"/>
                            </a:rPr>
                          </m:ctrlPr>
                        </m:sSubSupPr>
                        <m:e>
                          <m:r>
                            <m:rPr>
                              <m:sty m:val="p"/>
                            </m:rPr>
                            <a:rPr lang="en-IN" sz="2800" i="0" dirty="0">
                              <a:solidFill>
                                <a:srgbClr val="002060"/>
                              </a:solidFill>
                              <a:latin typeface="Cambria Math" panose="02040503050406030204" pitchFamily="18" charset="0"/>
                            </a:rPr>
                            <m:t>A</m:t>
                          </m:r>
                        </m:e>
                        <m:sub>
                          <m:r>
                            <a:rPr lang="en-IN" sz="2800" i="0" dirty="0">
                              <a:solidFill>
                                <a:srgbClr val="002060"/>
                              </a:solidFill>
                              <a:latin typeface="Cambria Math" panose="02040503050406030204" pitchFamily="18" charset="0"/>
                            </a:rPr>
                            <m:t>1</m:t>
                          </m:r>
                        </m:sub>
                        <m:sup>
                          <m:r>
                            <a:rPr lang="en-IN" sz="2800" i="0" dirty="0">
                              <a:solidFill>
                                <a:srgbClr val="002060"/>
                              </a:solidFill>
                              <a:latin typeface="Cambria Math" panose="02040503050406030204" pitchFamily="18" charset="0"/>
                            </a:rPr>
                            <m:t>′</m:t>
                          </m:r>
                        </m:sup>
                      </m:sSubSup>
                    </m:oMath>
                  </m:oMathPara>
                </a14:m>
                <a:endParaRPr lang="en-IN" sz="2800" dirty="0">
                  <a:solidFill>
                    <a:srgbClr val="002060"/>
                  </a:solidFill>
                </a:endParaRPr>
              </a:p>
            </p:txBody>
          </p:sp>
        </mc:Choice>
        <mc:Fallback xmlns="">
          <p:sp>
            <p:nvSpPr>
              <p:cNvPr id="14" name="TextBox 13">
                <a:extLst>
                  <a:ext uri="{FF2B5EF4-FFF2-40B4-BE49-F238E27FC236}">
                    <a16:creationId xmlns:a16="http://schemas.microsoft.com/office/drawing/2014/main" id="{BBBDD070-73C9-42B0-9075-A5D24E751167}"/>
                  </a:ext>
                </a:extLst>
              </p:cNvPr>
              <p:cNvSpPr txBox="1">
                <a:spLocks noRot="1" noChangeAspect="1" noMove="1" noResize="1" noEditPoints="1" noAdjustHandles="1" noChangeArrowheads="1" noChangeShapeType="1" noTextEdit="1"/>
              </p:cNvSpPr>
              <p:nvPr/>
            </p:nvSpPr>
            <p:spPr>
              <a:xfrm>
                <a:off x="9020706" y="4376674"/>
                <a:ext cx="959879" cy="523220"/>
              </a:xfrm>
              <a:prstGeom prst="rect">
                <a:avLst/>
              </a:prstGeom>
              <a:blipFill>
                <a:blip r:embed="rId6"/>
                <a:stretch>
                  <a:fillRect/>
                </a:stretch>
              </a:blipFill>
            </p:spPr>
            <p:txBody>
              <a:bodyPr/>
              <a:lstStyle/>
              <a:p>
                <a:r>
                  <a:rPr lang="en-IN">
                    <a:noFill/>
                  </a:rPr>
                  <a:t> </a:t>
                </a:r>
              </a:p>
            </p:txBody>
          </p:sp>
        </mc:Fallback>
      </mc:AlternateContent>
      <p:cxnSp>
        <p:nvCxnSpPr>
          <p:cNvPr id="5" name="Straight Connector 4">
            <a:extLst>
              <a:ext uri="{FF2B5EF4-FFF2-40B4-BE49-F238E27FC236}">
                <a16:creationId xmlns:a16="http://schemas.microsoft.com/office/drawing/2014/main" id="{F913CE5F-F7BC-4B27-A852-9C52CECC6F45}"/>
              </a:ext>
            </a:extLst>
          </p:cNvPr>
          <p:cNvCxnSpPr>
            <a:cxnSpLocks/>
          </p:cNvCxnSpPr>
          <p:nvPr/>
        </p:nvCxnSpPr>
        <p:spPr>
          <a:xfrm>
            <a:off x="7200582" y="3023507"/>
            <a:ext cx="4796156" cy="0"/>
          </a:xfrm>
          <a:prstGeom prst="line">
            <a:avLst/>
          </a:prstGeom>
          <a:ln w="38100">
            <a:solidFill>
              <a:schemeClr val="accent2">
                <a:lumMod val="20000"/>
                <a:lumOff val="80000"/>
              </a:schemeClr>
            </a:solidFill>
          </a:ln>
        </p:spPr>
        <p:style>
          <a:lnRef idx="1">
            <a:schemeClr val="accent2"/>
          </a:lnRef>
          <a:fillRef idx="0">
            <a:schemeClr val="accent2"/>
          </a:fillRef>
          <a:effectRef idx="0">
            <a:schemeClr val="accent2"/>
          </a:effectRef>
          <a:fontRef idx="minor">
            <a:schemeClr val="tx1"/>
          </a:fontRef>
        </p:style>
      </p:cxnSp>
      <p:cxnSp>
        <p:nvCxnSpPr>
          <p:cNvPr id="23" name="Straight Connector 22">
            <a:extLst>
              <a:ext uri="{FF2B5EF4-FFF2-40B4-BE49-F238E27FC236}">
                <a16:creationId xmlns:a16="http://schemas.microsoft.com/office/drawing/2014/main" id="{B82C6352-5403-4BA5-8A0D-6FB47A924789}"/>
              </a:ext>
            </a:extLst>
          </p:cNvPr>
          <p:cNvCxnSpPr>
            <a:cxnSpLocks/>
          </p:cNvCxnSpPr>
          <p:nvPr/>
        </p:nvCxnSpPr>
        <p:spPr>
          <a:xfrm>
            <a:off x="213726" y="3536950"/>
            <a:ext cx="6168024" cy="0"/>
          </a:xfrm>
          <a:prstGeom prst="line">
            <a:avLst/>
          </a:prstGeom>
          <a:ln w="38100">
            <a:solidFill>
              <a:schemeClr val="accent2">
                <a:lumMod val="20000"/>
                <a:lumOff val="80000"/>
              </a:schemeClr>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D3414E89-4F6E-42C1-8A48-3FCF6056F582}"/>
              </a:ext>
            </a:extLst>
          </p:cNvPr>
          <p:cNvCxnSpPr>
            <a:cxnSpLocks/>
          </p:cNvCxnSpPr>
          <p:nvPr/>
        </p:nvCxnSpPr>
        <p:spPr>
          <a:xfrm>
            <a:off x="9874250" y="2471057"/>
            <a:ext cx="2122488" cy="0"/>
          </a:xfrm>
          <a:prstGeom prst="line">
            <a:avLst/>
          </a:prstGeom>
          <a:ln w="38100">
            <a:solidFill>
              <a:schemeClr val="accent2">
                <a:lumMod val="20000"/>
                <a:lumOff val="80000"/>
              </a:schemeClr>
            </a:solidFill>
          </a:ln>
        </p:spPr>
        <p:style>
          <a:lnRef idx="1">
            <a:schemeClr val="accent2"/>
          </a:lnRef>
          <a:fillRef idx="0">
            <a:schemeClr val="accent2"/>
          </a:fillRef>
          <a:effectRef idx="0">
            <a:schemeClr val="accent2"/>
          </a:effectRef>
          <a:fontRef idx="minor">
            <a:schemeClr val="tx1"/>
          </a:fontRef>
        </p:style>
      </p:cxnSp>
      <p:cxnSp>
        <p:nvCxnSpPr>
          <p:cNvPr id="33" name="Straight Connector 32">
            <a:extLst>
              <a:ext uri="{FF2B5EF4-FFF2-40B4-BE49-F238E27FC236}">
                <a16:creationId xmlns:a16="http://schemas.microsoft.com/office/drawing/2014/main" id="{2CBDEB44-A173-4F90-9A23-89273E02B861}"/>
              </a:ext>
            </a:extLst>
          </p:cNvPr>
          <p:cNvCxnSpPr>
            <a:cxnSpLocks/>
          </p:cNvCxnSpPr>
          <p:nvPr/>
        </p:nvCxnSpPr>
        <p:spPr>
          <a:xfrm>
            <a:off x="213726" y="2999014"/>
            <a:ext cx="5554249" cy="0"/>
          </a:xfrm>
          <a:prstGeom prst="line">
            <a:avLst/>
          </a:prstGeom>
          <a:ln w="38100">
            <a:solidFill>
              <a:schemeClr val="accent2">
                <a:lumMod val="20000"/>
                <a:lumOff val="80000"/>
              </a:schemeClr>
            </a:solidFill>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EB15A2B-8C1D-4EC5-9B9B-A77639A99B19}"/>
                  </a:ext>
                </a:extLst>
              </p:cNvPr>
              <p:cNvSpPr txBox="1"/>
              <p:nvPr/>
            </p:nvSpPr>
            <p:spPr>
              <a:xfrm>
                <a:off x="3743585" y="5503973"/>
                <a:ext cx="1079048"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oMath>
                  </m:oMathPara>
                </a14:m>
                <a:endParaRPr lang="en-IN" sz="2800" dirty="0">
                  <a:solidFill>
                    <a:srgbClr val="002060"/>
                  </a:solidFill>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4EB15A2B-8C1D-4EC5-9B9B-A77639A99B19}"/>
                  </a:ext>
                </a:extLst>
              </p:cNvPr>
              <p:cNvSpPr txBox="1">
                <a:spLocks noRot="1" noChangeAspect="1" noMove="1" noResize="1" noEditPoints="1" noAdjustHandles="1" noChangeArrowheads="1" noChangeShapeType="1" noTextEdit="1"/>
              </p:cNvSpPr>
              <p:nvPr/>
            </p:nvSpPr>
            <p:spPr>
              <a:xfrm>
                <a:off x="3743585" y="5503973"/>
                <a:ext cx="1079048"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DEF414C3-15B6-4BF1-A625-874BF04C9C90}"/>
                  </a:ext>
                </a:extLst>
              </p:cNvPr>
              <p:cNvSpPr txBox="1"/>
              <p:nvPr/>
            </p:nvSpPr>
            <p:spPr>
              <a:xfrm>
                <a:off x="4768423" y="5535853"/>
                <a:ext cx="1646790"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0.0001</m:t>
                      </m:r>
                    </m:oMath>
                  </m:oMathPara>
                </a14:m>
                <a:endParaRPr lang="en-IN" sz="2800" dirty="0">
                  <a:solidFill>
                    <a:srgbClr val="002060"/>
                  </a:solidFill>
                </a:endParaRPr>
              </a:p>
            </p:txBody>
          </p:sp>
        </mc:Choice>
        <mc:Fallback xmlns="">
          <p:sp>
            <p:nvSpPr>
              <p:cNvPr id="36" name="TextBox 35">
                <a:extLst>
                  <a:ext uri="{FF2B5EF4-FFF2-40B4-BE49-F238E27FC236}">
                    <a16:creationId xmlns:a16="http://schemas.microsoft.com/office/drawing/2014/main" id="{DEF414C3-15B6-4BF1-A625-874BF04C9C90}"/>
                  </a:ext>
                </a:extLst>
              </p:cNvPr>
              <p:cNvSpPr txBox="1">
                <a:spLocks noRot="1" noChangeAspect="1" noMove="1" noResize="1" noEditPoints="1" noAdjustHandles="1" noChangeArrowheads="1" noChangeShapeType="1" noTextEdit="1"/>
              </p:cNvSpPr>
              <p:nvPr/>
            </p:nvSpPr>
            <p:spPr>
              <a:xfrm>
                <a:off x="4768423" y="5535853"/>
                <a:ext cx="1646790"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E838056-947A-4F9E-BB0F-B6C07B0E24CA}"/>
                  </a:ext>
                </a:extLst>
              </p:cNvPr>
              <p:cNvSpPr txBox="1"/>
              <p:nvPr/>
            </p:nvSpPr>
            <p:spPr>
              <a:xfrm>
                <a:off x="3743585" y="6023122"/>
                <a:ext cx="1079048"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oMath>
                  </m:oMathPara>
                </a14:m>
                <a:endParaRPr lang="en-IN" sz="2800" dirty="0">
                  <a:solidFill>
                    <a:srgbClr val="002060"/>
                  </a:solidFill>
                  <a:latin typeface="Cambria Math" panose="02040503050406030204" pitchFamily="18" charset="0"/>
                </a:endParaRPr>
              </a:p>
            </p:txBody>
          </p:sp>
        </mc:Choice>
        <mc:Fallback xmlns="">
          <p:sp>
            <p:nvSpPr>
              <p:cNvPr id="38" name="TextBox 37">
                <a:extLst>
                  <a:ext uri="{FF2B5EF4-FFF2-40B4-BE49-F238E27FC236}">
                    <a16:creationId xmlns:a16="http://schemas.microsoft.com/office/drawing/2014/main" id="{0E838056-947A-4F9E-BB0F-B6C07B0E24CA}"/>
                  </a:ext>
                </a:extLst>
              </p:cNvPr>
              <p:cNvSpPr txBox="1">
                <a:spLocks noRot="1" noChangeAspect="1" noMove="1" noResize="1" noEditPoints="1" noAdjustHandles="1" noChangeArrowheads="1" noChangeShapeType="1" noTextEdit="1"/>
              </p:cNvSpPr>
              <p:nvPr/>
            </p:nvSpPr>
            <p:spPr>
              <a:xfrm>
                <a:off x="3743585" y="6023122"/>
                <a:ext cx="1079048"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F9E919AF-9056-4E0C-86DF-AD0981638F9C}"/>
                  </a:ext>
                </a:extLst>
              </p:cNvPr>
              <p:cNvSpPr txBox="1"/>
              <p:nvPr/>
            </p:nvSpPr>
            <p:spPr>
              <a:xfrm>
                <a:off x="4768423" y="6023122"/>
                <a:ext cx="2302110"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1−0.0001</m:t>
                      </m:r>
                    </m:oMath>
                  </m:oMathPara>
                </a14:m>
                <a:endParaRPr lang="en-IN" sz="2800" dirty="0">
                  <a:solidFill>
                    <a:srgbClr val="002060"/>
                  </a:solidFill>
                </a:endParaRPr>
              </a:p>
            </p:txBody>
          </p:sp>
        </mc:Choice>
        <mc:Fallback xmlns="">
          <p:sp>
            <p:nvSpPr>
              <p:cNvPr id="39" name="TextBox 38">
                <a:extLst>
                  <a:ext uri="{FF2B5EF4-FFF2-40B4-BE49-F238E27FC236}">
                    <a16:creationId xmlns:a16="http://schemas.microsoft.com/office/drawing/2014/main" id="{F9E919AF-9056-4E0C-86DF-AD0981638F9C}"/>
                  </a:ext>
                </a:extLst>
              </p:cNvPr>
              <p:cNvSpPr txBox="1">
                <a:spLocks noRot="1" noChangeAspect="1" noMove="1" noResize="1" noEditPoints="1" noAdjustHandles="1" noChangeArrowheads="1" noChangeShapeType="1" noTextEdit="1"/>
              </p:cNvSpPr>
              <p:nvPr/>
            </p:nvSpPr>
            <p:spPr>
              <a:xfrm>
                <a:off x="4768423" y="6023122"/>
                <a:ext cx="2302110"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F3191B7E-7087-4A20-BF8F-5FB733D04C68}"/>
                  </a:ext>
                </a:extLst>
              </p:cNvPr>
              <p:cNvSpPr txBox="1"/>
              <p:nvPr/>
            </p:nvSpPr>
            <p:spPr>
              <a:xfrm>
                <a:off x="6958276" y="6027623"/>
                <a:ext cx="1592580"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0.9999</m:t>
                      </m:r>
                    </m:oMath>
                  </m:oMathPara>
                </a14:m>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F3191B7E-7087-4A20-BF8F-5FB733D04C68}"/>
                  </a:ext>
                </a:extLst>
              </p:cNvPr>
              <p:cNvSpPr txBox="1">
                <a:spLocks noRot="1" noChangeAspect="1" noMove="1" noResize="1" noEditPoints="1" noAdjustHandles="1" noChangeArrowheads="1" noChangeShapeType="1" noTextEdit="1"/>
              </p:cNvSpPr>
              <p:nvPr/>
            </p:nvSpPr>
            <p:spPr>
              <a:xfrm>
                <a:off x="6958276" y="6027623"/>
                <a:ext cx="1592580" cy="523220"/>
              </a:xfrm>
              <a:prstGeom prst="rect">
                <a:avLst/>
              </a:prstGeom>
              <a:blipFill>
                <a:blip r:embed="rId11"/>
                <a:stretch>
                  <a:fillRect/>
                </a:stretch>
              </a:blipFill>
            </p:spPr>
            <p:txBody>
              <a:bodyPr/>
              <a:lstStyle/>
              <a:p>
                <a:r>
                  <a:rPr lang="en-IN">
                    <a:noFill/>
                  </a:rPr>
                  <a:t> </a:t>
                </a:r>
              </a:p>
            </p:txBody>
          </p:sp>
        </mc:Fallback>
      </mc:AlternateContent>
      <p:sp>
        <p:nvSpPr>
          <p:cNvPr id="42" name="TextBox 41">
            <a:extLst>
              <a:ext uri="{FF2B5EF4-FFF2-40B4-BE49-F238E27FC236}">
                <a16:creationId xmlns:a16="http://schemas.microsoft.com/office/drawing/2014/main" id="{4853259B-86E6-4647-B8E5-22EBEB9583D2}"/>
              </a:ext>
            </a:extLst>
          </p:cNvPr>
          <p:cNvSpPr txBox="1"/>
          <p:nvPr/>
        </p:nvSpPr>
        <p:spPr>
          <a:xfrm>
            <a:off x="1594216" y="5533276"/>
            <a:ext cx="2149369" cy="523220"/>
          </a:xfrm>
          <a:prstGeom prst="rect">
            <a:avLst/>
          </a:prstGeom>
          <a:noFill/>
        </p:spPr>
        <p:txBody>
          <a:bodyPr wrap="square">
            <a:spAutoFit/>
          </a:bodyPr>
          <a:lstStyle/>
          <a:p>
            <a:r>
              <a:rPr lang="en-IN" sz="2800" b="1" dirty="0">
                <a:solidFill>
                  <a:srgbClr val="002060"/>
                </a:solidFill>
              </a:rPr>
              <a:t>Probabilities:</a:t>
            </a: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E32CCD07-C9DE-4ED6-8F35-FF9A560208E4}"/>
                  </a:ext>
                </a:extLst>
              </p:cNvPr>
              <p:cNvSpPr txBox="1"/>
              <p:nvPr/>
            </p:nvSpPr>
            <p:spPr>
              <a:xfrm>
                <a:off x="8816244" y="5499902"/>
                <a:ext cx="1443621"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chemeClr val="bg1"/>
                              </a:solidFill>
                              <a:latin typeface="Cambria Math" panose="02040503050406030204" pitchFamily="18" charset="0"/>
                            </a:rPr>
                            <m:t>B</m:t>
                          </m:r>
                          <m:r>
                            <a:rPr lang="en-IN" sz="2800" b="0" i="0" smtClean="0">
                              <a:solidFill>
                                <a:srgbClr val="002060"/>
                              </a:solidFill>
                              <a:latin typeface="Cambria Math" panose="02040503050406030204" pitchFamily="18" charset="0"/>
                            </a:rPr>
                            <m:t> </m:t>
                          </m:r>
                        </m:e>
                        <m:e>
                          <m:r>
                            <a:rPr lang="en-IN" sz="2800" b="0" i="0" smtClean="0">
                              <a:solidFill>
                                <a:srgbClr val="002060"/>
                              </a:solidFill>
                              <a:latin typeface="Cambria Math" panose="02040503050406030204" pitchFamily="18" charset="0"/>
                            </a:rPr>
                            <m:t> </m:t>
                          </m:r>
                          <m:sSub>
                            <m:sSubPr>
                              <m:ctrlPr>
                                <a:rPr lang="en-IN" sz="2800" b="0" i="1" smtClean="0">
                                  <a:solidFill>
                                    <a:schemeClr val="bg1"/>
                                  </a:solidFill>
                                  <a:latin typeface="Cambria Math" panose="02040503050406030204" pitchFamily="18" charset="0"/>
                                </a:rPr>
                              </m:ctrlPr>
                            </m:sSubPr>
                            <m:e>
                              <m:r>
                                <m:rPr>
                                  <m:sty m:val="p"/>
                                </m:rPr>
                                <a:rPr lang="en-IN" sz="2800" b="0" i="0" smtClean="0">
                                  <a:solidFill>
                                    <a:schemeClr val="bg1"/>
                                  </a:solidFill>
                                  <a:latin typeface="Cambria Math" panose="02040503050406030204" pitchFamily="18" charset="0"/>
                                </a:rPr>
                                <m:t>A</m:t>
                              </m:r>
                            </m:e>
                            <m:sub>
                              <m:r>
                                <a:rPr lang="en-IN" sz="2800" b="0" i="0" smtClean="0">
                                  <a:solidFill>
                                    <a:schemeClr val="bg1"/>
                                  </a:solidFill>
                                  <a:latin typeface="Cambria Math" panose="02040503050406030204" pitchFamily="18" charset="0"/>
                                </a:rPr>
                                <m:t>1</m:t>
                              </m:r>
                            </m:sub>
                          </m:sSub>
                        </m:e>
                      </m:d>
                    </m:oMath>
                  </m:oMathPara>
                </a14:m>
                <a:endParaRPr lang="en-IN" sz="2800" dirty="0">
                  <a:solidFill>
                    <a:srgbClr val="002060"/>
                  </a:solidFill>
                  <a:latin typeface="Cambria Math" panose="02040503050406030204" pitchFamily="18" charset="0"/>
                </a:endParaRPr>
              </a:p>
            </p:txBody>
          </p:sp>
        </mc:Choice>
        <mc:Fallback xmlns="">
          <p:sp>
            <p:nvSpPr>
              <p:cNvPr id="43" name="TextBox 42">
                <a:extLst>
                  <a:ext uri="{FF2B5EF4-FFF2-40B4-BE49-F238E27FC236}">
                    <a16:creationId xmlns:a16="http://schemas.microsoft.com/office/drawing/2014/main" id="{E32CCD07-C9DE-4ED6-8F35-FF9A560208E4}"/>
                  </a:ext>
                </a:extLst>
              </p:cNvPr>
              <p:cNvSpPr txBox="1">
                <a:spLocks noRot="1" noChangeAspect="1" noMove="1" noResize="1" noEditPoints="1" noAdjustHandles="1" noChangeArrowheads="1" noChangeShapeType="1" noTextEdit="1"/>
              </p:cNvSpPr>
              <p:nvPr/>
            </p:nvSpPr>
            <p:spPr>
              <a:xfrm>
                <a:off x="8816244" y="5499902"/>
                <a:ext cx="1443621"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B3666052-D20F-46E0-9BC6-BE316214517A}"/>
                  </a:ext>
                </a:extLst>
              </p:cNvPr>
              <p:cNvSpPr txBox="1"/>
              <p:nvPr/>
            </p:nvSpPr>
            <p:spPr>
              <a:xfrm>
                <a:off x="9167165" y="5499902"/>
                <a:ext cx="364121"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a:solidFill>
                            <a:srgbClr val="002060"/>
                          </a:solidFill>
                          <a:latin typeface="Cambria Math" panose="02040503050406030204" pitchFamily="18" charset="0"/>
                        </a:rPr>
                        <m:t>B</m:t>
                      </m:r>
                    </m:oMath>
                  </m:oMathPara>
                </a14:m>
                <a:endParaRPr lang="en-IN" sz="2800" dirty="0">
                  <a:solidFill>
                    <a:srgbClr val="002060"/>
                  </a:solidFill>
                  <a:latin typeface="Cambria Math" panose="02040503050406030204" pitchFamily="18" charset="0"/>
                </a:endParaRPr>
              </a:p>
            </p:txBody>
          </p:sp>
        </mc:Choice>
        <mc:Fallback xmlns="">
          <p:sp>
            <p:nvSpPr>
              <p:cNvPr id="44" name="TextBox 43">
                <a:extLst>
                  <a:ext uri="{FF2B5EF4-FFF2-40B4-BE49-F238E27FC236}">
                    <a16:creationId xmlns:a16="http://schemas.microsoft.com/office/drawing/2014/main" id="{B3666052-D20F-46E0-9BC6-BE316214517A}"/>
                  </a:ext>
                </a:extLst>
              </p:cNvPr>
              <p:cNvSpPr txBox="1">
                <a:spLocks noRot="1" noChangeAspect="1" noMove="1" noResize="1" noEditPoints="1" noAdjustHandles="1" noChangeArrowheads="1" noChangeShapeType="1" noTextEdit="1"/>
              </p:cNvSpPr>
              <p:nvPr/>
            </p:nvSpPr>
            <p:spPr>
              <a:xfrm>
                <a:off x="9167165" y="5499902"/>
                <a:ext cx="364121"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0095B7A-4295-44AD-A803-477EFF7F1A79}"/>
                  </a:ext>
                </a:extLst>
              </p:cNvPr>
              <p:cNvSpPr txBox="1"/>
              <p:nvPr/>
            </p:nvSpPr>
            <p:spPr>
              <a:xfrm>
                <a:off x="9652908" y="5499902"/>
                <a:ext cx="496836"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oMath>
                  </m:oMathPara>
                </a14:m>
                <a:endParaRPr lang="en-IN" sz="2800" dirty="0">
                  <a:solidFill>
                    <a:srgbClr val="002060"/>
                  </a:solidFill>
                  <a:latin typeface="Cambria Math" panose="02040503050406030204" pitchFamily="18" charset="0"/>
                </a:endParaRPr>
              </a:p>
            </p:txBody>
          </p:sp>
        </mc:Choice>
        <mc:Fallback xmlns="">
          <p:sp>
            <p:nvSpPr>
              <p:cNvPr id="45" name="TextBox 44">
                <a:extLst>
                  <a:ext uri="{FF2B5EF4-FFF2-40B4-BE49-F238E27FC236}">
                    <a16:creationId xmlns:a16="http://schemas.microsoft.com/office/drawing/2014/main" id="{70095B7A-4295-44AD-A803-477EFF7F1A79}"/>
                  </a:ext>
                </a:extLst>
              </p:cNvPr>
              <p:cNvSpPr txBox="1">
                <a:spLocks noRot="1" noChangeAspect="1" noMove="1" noResize="1" noEditPoints="1" noAdjustHandles="1" noChangeArrowheads="1" noChangeShapeType="1" noTextEdit="1"/>
              </p:cNvSpPr>
              <p:nvPr/>
            </p:nvSpPr>
            <p:spPr>
              <a:xfrm>
                <a:off x="9652908" y="5499902"/>
                <a:ext cx="496836"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F9DC61F-FBF7-44DE-A515-CB6CAD9606FD}"/>
                  </a:ext>
                </a:extLst>
              </p:cNvPr>
              <p:cNvSpPr txBox="1"/>
              <p:nvPr/>
            </p:nvSpPr>
            <p:spPr>
              <a:xfrm>
                <a:off x="10296567" y="5499902"/>
                <a:ext cx="1277854"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0.99</m:t>
                      </m:r>
                    </m:oMath>
                  </m:oMathPara>
                </a14:m>
                <a:endParaRPr lang="en-IN" sz="2800" dirty="0">
                  <a:solidFill>
                    <a:srgbClr val="002060"/>
                  </a:solidFill>
                </a:endParaRPr>
              </a:p>
            </p:txBody>
          </p:sp>
        </mc:Choice>
        <mc:Fallback xmlns="">
          <p:sp>
            <p:nvSpPr>
              <p:cNvPr id="46" name="TextBox 45">
                <a:extLst>
                  <a:ext uri="{FF2B5EF4-FFF2-40B4-BE49-F238E27FC236}">
                    <a16:creationId xmlns:a16="http://schemas.microsoft.com/office/drawing/2014/main" id="{4F9DC61F-FBF7-44DE-A515-CB6CAD9606FD}"/>
                  </a:ext>
                </a:extLst>
              </p:cNvPr>
              <p:cNvSpPr txBox="1">
                <a:spLocks noRot="1" noChangeAspect="1" noMove="1" noResize="1" noEditPoints="1" noAdjustHandles="1" noChangeArrowheads="1" noChangeShapeType="1" noTextEdit="1"/>
              </p:cNvSpPr>
              <p:nvPr/>
            </p:nvSpPr>
            <p:spPr>
              <a:xfrm>
                <a:off x="10296567" y="5499902"/>
                <a:ext cx="1277854" cy="523220"/>
              </a:xfrm>
              <a:prstGeom prst="rect">
                <a:avLst/>
              </a:prstGeom>
              <a:blipFill>
                <a:blip r:embed="rId15"/>
                <a:stretch>
                  <a:fillRect/>
                </a:stretch>
              </a:blipFill>
            </p:spPr>
            <p:txBody>
              <a:bodyPr/>
              <a:lstStyle/>
              <a:p>
                <a:r>
                  <a:rPr lang="en-IN">
                    <a:noFill/>
                  </a:rPr>
                  <a:t> </a:t>
                </a:r>
              </a:p>
            </p:txBody>
          </p:sp>
        </mc:Fallback>
      </mc:AlternateContent>
      <p:cxnSp>
        <p:nvCxnSpPr>
          <p:cNvPr id="47" name="Straight Connector 46">
            <a:extLst>
              <a:ext uri="{FF2B5EF4-FFF2-40B4-BE49-F238E27FC236}">
                <a16:creationId xmlns:a16="http://schemas.microsoft.com/office/drawing/2014/main" id="{CCA33013-1A0A-4B54-B64C-F706A0DE2A1E}"/>
              </a:ext>
            </a:extLst>
          </p:cNvPr>
          <p:cNvCxnSpPr>
            <a:cxnSpLocks/>
          </p:cNvCxnSpPr>
          <p:nvPr/>
        </p:nvCxnSpPr>
        <p:spPr>
          <a:xfrm>
            <a:off x="7760074" y="1411514"/>
            <a:ext cx="4236664" cy="0"/>
          </a:xfrm>
          <a:prstGeom prst="line">
            <a:avLst/>
          </a:prstGeom>
          <a:ln w="38100">
            <a:solidFill>
              <a:schemeClr val="accent2">
                <a:lumMod val="20000"/>
                <a:lumOff val="80000"/>
              </a:schemeClr>
            </a:solidFill>
          </a:ln>
        </p:spPr>
        <p:style>
          <a:lnRef idx="1">
            <a:schemeClr val="accent2"/>
          </a:lnRef>
          <a:fillRef idx="0">
            <a:schemeClr val="accent2"/>
          </a:fillRef>
          <a:effectRef idx="0">
            <a:schemeClr val="accent2"/>
          </a:effectRef>
          <a:fontRef idx="minor">
            <a:schemeClr val="tx1"/>
          </a:fontRef>
        </p:style>
      </p:cxnSp>
      <p:cxnSp>
        <p:nvCxnSpPr>
          <p:cNvPr id="48" name="Straight Connector 47">
            <a:extLst>
              <a:ext uri="{FF2B5EF4-FFF2-40B4-BE49-F238E27FC236}">
                <a16:creationId xmlns:a16="http://schemas.microsoft.com/office/drawing/2014/main" id="{3B7BE88E-FA44-43C9-A631-7C62E2044B43}"/>
              </a:ext>
            </a:extLst>
          </p:cNvPr>
          <p:cNvCxnSpPr>
            <a:cxnSpLocks/>
          </p:cNvCxnSpPr>
          <p:nvPr/>
        </p:nvCxnSpPr>
        <p:spPr>
          <a:xfrm>
            <a:off x="213726" y="1948542"/>
            <a:ext cx="8364217" cy="0"/>
          </a:xfrm>
          <a:prstGeom prst="line">
            <a:avLst/>
          </a:prstGeom>
          <a:ln w="38100">
            <a:solidFill>
              <a:schemeClr val="accent2">
                <a:lumMod val="20000"/>
                <a:lumOff val="80000"/>
              </a:schemeClr>
            </a:solidFill>
          </a:ln>
        </p:spPr>
        <p:style>
          <a:lnRef idx="1">
            <a:schemeClr val="accent2"/>
          </a:lnRef>
          <a:fillRef idx="0">
            <a:schemeClr val="accent2"/>
          </a:fillRef>
          <a:effectRef idx="0">
            <a:schemeClr val="accent2"/>
          </a:effectRef>
          <a:fontRef idx="minor">
            <a:schemeClr val="tx1"/>
          </a:fontRef>
        </p:style>
      </p:cxnSp>
      <p:cxnSp>
        <p:nvCxnSpPr>
          <p:cNvPr id="49" name="Straight Connector 48">
            <a:extLst>
              <a:ext uri="{FF2B5EF4-FFF2-40B4-BE49-F238E27FC236}">
                <a16:creationId xmlns:a16="http://schemas.microsoft.com/office/drawing/2014/main" id="{8F0A6C9C-E212-490B-944C-A8C270520939}"/>
              </a:ext>
            </a:extLst>
          </p:cNvPr>
          <p:cNvCxnSpPr>
            <a:cxnSpLocks/>
          </p:cNvCxnSpPr>
          <p:nvPr/>
        </p:nvCxnSpPr>
        <p:spPr>
          <a:xfrm>
            <a:off x="9263771" y="1957976"/>
            <a:ext cx="2732967" cy="0"/>
          </a:xfrm>
          <a:prstGeom prst="line">
            <a:avLst/>
          </a:prstGeom>
          <a:ln w="38100">
            <a:solidFill>
              <a:schemeClr val="accent2">
                <a:lumMod val="20000"/>
                <a:lumOff val="80000"/>
              </a:schemeClr>
            </a:solidFill>
          </a:ln>
        </p:spPr>
        <p:style>
          <a:lnRef idx="1">
            <a:schemeClr val="accent2"/>
          </a:lnRef>
          <a:fillRef idx="0">
            <a:schemeClr val="accent2"/>
          </a:fillRef>
          <a:effectRef idx="0">
            <a:schemeClr val="accent2"/>
          </a:effectRef>
          <a:fontRef idx="minor">
            <a:schemeClr val="tx1"/>
          </a:fontRef>
        </p:style>
      </p:cxnSp>
      <p:cxnSp>
        <p:nvCxnSpPr>
          <p:cNvPr id="51" name="Straight Connector 50">
            <a:extLst>
              <a:ext uri="{FF2B5EF4-FFF2-40B4-BE49-F238E27FC236}">
                <a16:creationId xmlns:a16="http://schemas.microsoft.com/office/drawing/2014/main" id="{77BFE113-4C41-4924-AEC9-7351DB062A69}"/>
              </a:ext>
            </a:extLst>
          </p:cNvPr>
          <p:cNvCxnSpPr>
            <a:cxnSpLocks/>
          </p:cNvCxnSpPr>
          <p:nvPr/>
        </p:nvCxnSpPr>
        <p:spPr>
          <a:xfrm>
            <a:off x="213726" y="2463073"/>
            <a:ext cx="9539874" cy="0"/>
          </a:xfrm>
          <a:prstGeom prst="line">
            <a:avLst/>
          </a:prstGeom>
          <a:ln w="38100">
            <a:solidFill>
              <a:schemeClr val="accent2">
                <a:lumMod val="20000"/>
                <a:lumOff val="80000"/>
              </a:schemeClr>
            </a:solidFill>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0BBA1D47-B473-4718-B4E5-183840C8FF81}"/>
                  </a:ext>
                </a:extLst>
              </p:cNvPr>
              <p:cNvSpPr txBox="1"/>
              <p:nvPr/>
            </p:nvSpPr>
            <p:spPr>
              <a:xfrm>
                <a:off x="8738236" y="6053506"/>
                <a:ext cx="159258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p>
                            <m:sSupPr>
                              <m:ctrlPr>
                                <a:rPr lang="en-IN" sz="2800" b="0" i="1" smtClean="0">
                                  <a:solidFill>
                                    <a:schemeClr val="bg1"/>
                                  </a:solidFill>
                                  <a:latin typeface="Cambria Math" panose="02040503050406030204" pitchFamily="18" charset="0"/>
                                </a:rPr>
                              </m:ctrlPr>
                            </m:sSupPr>
                            <m:e>
                              <m:r>
                                <m:rPr>
                                  <m:sty m:val="p"/>
                                </m:rPr>
                                <a:rPr lang="en-IN" sz="2800" b="0" i="0" smtClean="0">
                                  <a:solidFill>
                                    <a:schemeClr val="bg1"/>
                                  </a:solidFill>
                                  <a:latin typeface="Cambria Math" panose="02040503050406030204" pitchFamily="18" charset="0"/>
                                </a:rPr>
                                <m:t>B</m:t>
                              </m:r>
                            </m:e>
                            <m:sup>
                              <m:r>
                                <a:rPr lang="en-IN" sz="2800" b="0" i="0" smtClean="0">
                                  <a:solidFill>
                                    <a:schemeClr val="bg1"/>
                                  </a:solidFill>
                                  <a:latin typeface="Cambria Math" panose="02040503050406030204" pitchFamily="18" charset="0"/>
                                </a:rPr>
                                <m:t>′</m:t>
                              </m:r>
                            </m:sup>
                          </m:sSup>
                          <m:r>
                            <a:rPr lang="en-IN" sz="2800" b="0" i="0" smtClean="0">
                              <a:solidFill>
                                <a:schemeClr val="bg1"/>
                              </a:solidFill>
                              <a:latin typeface="Cambria Math" panose="02040503050406030204" pitchFamily="18" charset="0"/>
                            </a:rPr>
                            <m:t> </m:t>
                          </m:r>
                        </m:e>
                        <m:e>
                          <m:r>
                            <a:rPr lang="en-IN" sz="2800" b="0" i="0" smtClean="0">
                              <a:solidFill>
                                <a:srgbClr val="002060"/>
                              </a:solidFill>
                              <a:latin typeface="Cambria Math" panose="02040503050406030204" pitchFamily="18" charset="0"/>
                            </a:rPr>
                            <m:t> </m:t>
                          </m:r>
                          <m:sSub>
                            <m:sSubPr>
                              <m:ctrlPr>
                                <a:rPr lang="en-IN" sz="2800" b="0" i="1" smtClean="0">
                                  <a:solidFill>
                                    <a:schemeClr val="bg1"/>
                                  </a:solidFill>
                                  <a:latin typeface="Cambria Math" panose="02040503050406030204" pitchFamily="18" charset="0"/>
                                </a:rPr>
                              </m:ctrlPr>
                            </m:sSubPr>
                            <m:e>
                              <m:r>
                                <m:rPr>
                                  <m:sty m:val="p"/>
                                </m:rPr>
                                <a:rPr lang="en-IN" sz="2800" b="0" i="0" smtClean="0">
                                  <a:solidFill>
                                    <a:schemeClr val="bg1"/>
                                  </a:solidFill>
                                  <a:latin typeface="Cambria Math" panose="02040503050406030204" pitchFamily="18" charset="0"/>
                                </a:rPr>
                                <m:t>A</m:t>
                              </m:r>
                            </m:e>
                            <m:sub>
                              <m:r>
                                <a:rPr lang="en-IN" sz="2800" b="0" i="0" smtClean="0">
                                  <a:solidFill>
                                    <a:schemeClr val="bg1"/>
                                  </a:solidFill>
                                  <a:latin typeface="Cambria Math" panose="02040503050406030204" pitchFamily="18" charset="0"/>
                                </a:rPr>
                                <m:t>2</m:t>
                              </m:r>
                            </m:sub>
                          </m:sSub>
                        </m:e>
                      </m:d>
                      <m:r>
                        <a:rPr lang="en-IN" sz="2800" b="0" i="0" smtClean="0">
                          <a:solidFill>
                            <a:srgbClr val="002060"/>
                          </a:solidFill>
                          <a:latin typeface="Cambria Math" panose="02040503050406030204" pitchFamily="18" charset="0"/>
                        </a:rPr>
                        <m:t> </m:t>
                      </m:r>
                    </m:oMath>
                  </m:oMathPara>
                </a14:m>
                <a:endParaRPr lang="en-IN" sz="2800" dirty="0">
                  <a:solidFill>
                    <a:srgbClr val="002060"/>
                  </a:solidFill>
                  <a:latin typeface="Cambria Math" panose="02040503050406030204" pitchFamily="18" charset="0"/>
                </a:endParaRPr>
              </a:p>
            </p:txBody>
          </p:sp>
        </mc:Choice>
        <mc:Fallback xmlns="">
          <p:sp>
            <p:nvSpPr>
              <p:cNvPr id="56" name="TextBox 55">
                <a:extLst>
                  <a:ext uri="{FF2B5EF4-FFF2-40B4-BE49-F238E27FC236}">
                    <a16:creationId xmlns:a16="http://schemas.microsoft.com/office/drawing/2014/main" id="{0BBA1D47-B473-4718-B4E5-183840C8FF81}"/>
                  </a:ext>
                </a:extLst>
              </p:cNvPr>
              <p:cNvSpPr txBox="1">
                <a:spLocks noRot="1" noChangeAspect="1" noMove="1" noResize="1" noEditPoints="1" noAdjustHandles="1" noChangeArrowheads="1" noChangeShapeType="1" noTextEdit="1"/>
              </p:cNvSpPr>
              <p:nvPr/>
            </p:nvSpPr>
            <p:spPr>
              <a:xfrm>
                <a:off x="8738236" y="6053506"/>
                <a:ext cx="1592580"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6D9C28D7-BBEA-43E5-98B7-6BD0F9DF4772}"/>
                  </a:ext>
                </a:extLst>
              </p:cNvPr>
              <p:cNvSpPr txBox="1"/>
              <p:nvPr/>
            </p:nvSpPr>
            <p:spPr>
              <a:xfrm>
                <a:off x="9086472" y="6053506"/>
                <a:ext cx="471865"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p>
                        <m:sSupPr>
                          <m:ctrlPr>
                            <a:rPr lang="en-IN" sz="2800" b="0" i="1" smtClean="0">
                              <a:solidFill>
                                <a:srgbClr val="002060"/>
                              </a:solidFill>
                              <a:latin typeface="Cambria Math" panose="02040503050406030204" pitchFamily="18" charset="0"/>
                            </a:rPr>
                          </m:ctrlPr>
                        </m:sSupPr>
                        <m:e>
                          <m:r>
                            <m:rPr>
                              <m:sty m:val="p"/>
                            </m:rPr>
                            <a:rPr lang="en-IN" sz="2800" smtClean="0">
                              <a:solidFill>
                                <a:srgbClr val="002060"/>
                              </a:solidFill>
                              <a:latin typeface="Cambria Math" panose="02040503050406030204" pitchFamily="18" charset="0"/>
                            </a:rPr>
                            <m:t>B</m:t>
                          </m:r>
                        </m:e>
                        <m:sup>
                          <m:r>
                            <a:rPr lang="en-IN" sz="2800" b="0" i="0" smtClean="0">
                              <a:solidFill>
                                <a:srgbClr val="002060"/>
                              </a:solidFill>
                              <a:latin typeface="Cambria Math" panose="02040503050406030204" pitchFamily="18" charset="0"/>
                            </a:rPr>
                            <m:t>′</m:t>
                          </m:r>
                        </m:sup>
                      </m:sSup>
                    </m:oMath>
                  </m:oMathPara>
                </a14:m>
                <a:endParaRPr lang="en-IN" sz="2800" dirty="0">
                  <a:solidFill>
                    <a:srgbClr val="002060"/>
                  </a:solidFill>
                  <a:latin typeface="Cambria Math" panose="02040503050406030204" pitchFamily="18" charset="0"/>
                </a:endParaRPr>
              </a:p>
            </p:txBody>
          </p:sp>
        </mc:Choice>
        <mc:Fallback xmlns="">
          <p:sp>
            <p:nvSpPr>
              <p:cNvPr id="57" name="TextBox 56">
                <a:extLst>
                  <a:ext uri="{FF2B5EF4-FFF2-40B4-BE49-F238E27FC236}">
                    <a16:creationId xmlns:a16="http://schemas.microsoft.com/office/drawing/2014/main" id="{6D9C28D7-BBEA-43E5-98B7-6BD0F9DF4772}"/>
                  </a:ext>
                </a:extLst>
              </p:cNvPr>
              <p:cNvSpPr txBox="1">
                <a:spLocks noRot="1" noChangeAspect="1" noMove="1" noResize="1" noEditPoints="1" noAdjustHandles="1" noChangeArrowheads="1" noChangeShapeType="1" noTextEdit="1"/>
              </p:cNvSpPr>
              <p:nvPr/>
            </p:nvSpPr>
            <p:spPr>
              <a:xfrm>
                <a:off x="9086472" y="6053506"/>
                <a:ext cx="471865"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7795691D-2B28-4E56-B31C-E85EA825FBE7}"/>
                  </a:ext>
                </a:extLst>
              </p:cNvPr>
              <p:cNvSpPr txBox="1"/>
              <p:nvPr/>
            </p:nvSpPr>
            <p:spPr>
              <a:xfrm>
                <a:off x="9689783" y="6053506"/>
                <a:ext cx="496836"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oMath>
                  </m:oMathPara>
                </a14:m>
                <a:endParaRPr lang="en-IN" sz="2800" dirty="0">
                  <a:solidFill>
                    <a:srgbClr val="002060"/>
                  </a:solidFill>
                  <a:latin typeface="Cambria Math" panose="02040503050406030204" pitchFamily="18" charset="0"/>
                </a:endParaRPr>
              </a:p>
            </p:txBody>
          </p:sp>
        </mc:Choice>
        <mc:Fallback xmlns="">
          <p:sp>
            <p:nvSpPr>
              <p:cNvPr id="58" name="TextBox 57">
                <a:extLst>
                  <a:ext uri="{FF2B5EF4-FFF2-40B4-BE49-F238E27FC236}">
                    <a16:creationId xmlns:a16="http://schemas.microsoft.com/office/drawing/2014/main" id="{7795691D-2B28-4E56-B31C-E85EA825FBE7}"/>
                  </a:ext>
                </a:extLst>
              </p:cNvPr>
              <p:cNvSpPr txBox="1">
                <a:spLocks noRot="1" noChangeAspect="1" noMove="1" noResize="1" noEditPoints="1" noAdjustHandles="1" noChangeArrowheads="1" noChangeShapeType="1" noTextEdit="1"/>
              </p:cNvSpPr>
              <p:nvPr/>
            </p:nvSpPr>
            <p:spPr>
              <a:xfrm>
                <a:off x="9689783" y="6053506"/>
                <a:ext cx="496836"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6A116A62-A638-454C-98C6-75B149EEEEBC}"/>
                  </a:ext>
                </a:extLst>
              </p:cNvPr>
              <p:cNvSpPr txBox="1"/>
              <p:nvPr/>
            </p:nvSpPr>
            <p:spPr>
              <a:xfrm>
                <a:off x="10296567" y="6053506"/>
                <a:ext cx="1277854"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0.95</m:t>
                      </m:r>
                    </m:oMath>
                  </m:oMathPara>
                </a14:m>
                <a:endParaRPr lang="en-IN" sz="2800" dirty="0">
                  <a:solidFill>
                    <a:srgbClr val="002060"/>
                  </a:solidFill>
                </a:endParaRPr>
              </a:p>
            </p:txBody>
          </p:sp>
        </mc:Choice>
        <mc:Fallback xmlns="">
          <p:sp>
            <p:nvSpPr>
              <p:cNvPr id="59" name="TextBox 58">
                <a:extLst>
                  <a:ext uri="{FF2B5EF4-FFF2-40B4-BE49-F238E27FC236}">
                    <a16:creationId xmlns:a16="http://schemas.microsoft.com/office/drawing/2014/main" id="{6A116A62-A638-454C-98C6-75B149EEEEBC}"/>
                  </a:ext>
                </a:extLst>
              </p:cNvPr>
              <p:cNvSpPr txBox="1">
                <a:spLocks noRot="1" noChangeAspect="1" noMove="1" noResize="1" noEditPoints="1" noAdjustHandles="1" noChangeArrowheads="1" noChangeShapeType="1" noTextEdit="1"/>
              </p:cNvSpPr>
              <p:nvPr/>
            </p:nvSpPr>
            <p:spPr>
              <a:xfrm>
                <a:off x="10296567" y="6053506"/>
                <a:ext cx="1277854"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54B4D91-F7B8-4AE7-87DE-17FC9185B572}"/>
                  </a:ext>
                </a:extLst>
              </p:cNvPr>
              <p:cNvSpPr txBox="1"/>
              <p:nvPr/>
            </p:nvSpPr>
            <p:spPr>
              <a:xfrm>
                <a:off x="9938201" y="3772341"/>
                <a:ext cx="1492616"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r>
                            <a:rPr lang="en-IN" sz="2800" b="0" i="0" smtClean="0">
                              <a:solidFill>
                                <a:srgbClr val="002060"/>
                              </a:solidFill>
                              <a:latin typeface="Cambria Math" panose="02040503050406030204" pitchFamily="18" charset="0"/>
                            </a:rPr>
                            <m:t> </m:t>
                          </m:r>
                        </m:e>
                        <m:e>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B</m:t>
                          </m:r>
                        </m:e>
                      </m:d>
                    </m:oMath>
                  </m:oMathPara>
                </a14:m>
                <a:endParaRPr lang="en-IN" sz="2800" dirty="0">
                  <a:solidFill>
                    <a:srgbClr val="002060"/>
                  </a:solidFill>
                  <a:latin typeface="Cambria Math" panose="02040503050406030204" pitchFamily="18" charset="0"/>
                </a:endParaRPr>
              </a:p>
            </p:txBody>
          </p:sp>
        </mc:Choice>
        <mc:Fallback xmlns="">
          <p:sp>
            <p:nvSpPr>
              <p:cNvPr id="60" name="TextBox 59">
                <a:extLst>
                  <a:ext uri="{FF2B5EF4-FFF2-40B4-BE49-F238E27FC236}">
                    <a16:creationId xmlns:a16="http://schemas.microsoft.com/office/drawing/2014/main" id="{554B4D91-F7B8-4AE7-87DE-17FC9185B572}"/>
                  </a:ext>
                </a:extLst>
              </p:cNvPr>
              <p:cNvSpPr txBox="1">
                <a:spLocks noRot="1" noChangeAspect="1" noMove="1" noResize="1" noEditPoints="1" noAdjustHandles="1" noChangeArrowheads="1" noChangeShapeType="1" noTextEdit="1"/>
              </p:cNvSpPr>
              <p:nvPr/>
            </p:nvSpPr>
            <p:spPr>
              <a:xfrm>
                <a:off x="9938201" y="3772341"/>
                <a:ext cx="1492616"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5621A008-16B3-4220-A350-36D3937A9238}"/>
                  </a:ext>
                </a:extLst>
              </p:cNvPr>
              <p:cNvSpPr txBox="1"/>
              <p:nvPr/>
            </p:nvSpPr>
            <p:spPr>
              <a:xfrm>
                <a:off x="11357811" y="3777698"/>
                <a:ext cx="703010"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 </m:t>
                      </m:r>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61" name="TextBox 60">
                <a:extLst>
                  <a:ext uri="{FF2B5EF4-FFF2-40B4-BE49-F238E27FC236}">
                    <a16:creationId xmlns:a16="http://schemas.microsoft.com/office/drawing/2014/main" id="{5621A008-16B3-4220-A350-36D3937A9238}"/>
                  </a:ext>
                </a:extLst>
              </p:cNvPr>
              <p:cNvSpPr txBox="1">
                <a:spLocks noRot="1" noChangeAspect="1" noMove="1" noResize="1" noEditPoints="1" noAdjustHandles="1" noChangeArrowheads="1" noChangeShapeType="1" noTextEdit="1"/>
              </p:cNvSpPr>
              <p:nvPr/>
            </p:nvSpPr>
            <p:spPr>
              <a:xfrm>
                <a:off x="11357811" y="3777698"/>
                <a:ext cx="703010" cy="523220"/>
              </a:xfrm>
              <a:prstGeom prst="rect">
                <a:avLst/>
              </a:prstGeom>
              <a:blipFill>
                <a:blip r:embed="rId21"/>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701472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wipe(left)">
                                      <p:cBhvr>
                                        <p:cTn id="31" dur="500"/>
                                        <p:tgtEl>
                                          <p:spTgt spid="23"/>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6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61"/>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xit" presetSubtype="0" fill="hold" nodeType="clickEffect">
                                  <p:stCondLst>
                                    <p:cond delay="0"/>
                                  </p:stCondLst>
                                  <p:childTnLst>
                                    <p:set>
                                      <p:cBhvr>
                                        <p:cTn id="43" dur="1" fill="hold">
                                          <p:stCondLst>
                                            <p:cond delay="0"/>
                                          </p:stCondLst>
                                        </p:cTn>
                                        <p:tgtEl>
                                          <p:spTgt spid="5"/>
                                        </p:tgtEl>
                                        <p:attrNameLst>
                                          <p:attrName>style.visibility</p:attrName>
                                        </p:attrNameLst>
                                      </p:cBhvr>
                                      <p:to>
                                        <p:strVal val="hidden"/>
                                      </p:to>
                                    </p:set>
                                  </p:childTnLst>
                                </p:cTn>
                              </p:par>
                              <p:par>
                                <p:cTn id="44" presetID="1" presetClass="exit" presetSubtype="0" fill="hold" nodeType="withEffect">
                                  <p:stCondLst>
                                    <p:cond delay="0"/>
                                  </p:stCondLst>
                                  <p:childTnLst>
                                    <p:set>
                                      <p:cBhvr>
                                        <p:cTn id="45" dur="1" fill="hold">
                                          <p:stCondLst>
                                            <p:cond delay="0"/>
                                          </p:stCondLst>
                                        </p:cTn>
                                        <p:tgtEl>
                                          <p:spTgt spid="23"/>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42"/>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wipe(left)">
                                      <p:cBhvr>
                                        <p:cTn id="54" dur="500"/>
                                        <p:tgtEl>
                                          <p:spTgt spid="27"/>
                                        </p:tgtEl>
                                      </p:cBhvr>
                                    </p:animEffec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wipe(left)">
                                      <p:cBhvr>
                                        <p:cTn id="58" dur="500"/>
                                        <p:tgtEl>
                                          <p:spTgt spid="33"/>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nodeType="clickEffect">
                                  <p:stCondLst>
                                    <p:cond delay="0"/>
                                  </p:stCondLst>
                                  <p:childTnLst>
                                    <p:set>
                                      <p:cBhvr>
                                        <p:cTn id="70" dur="1" fill="hold">
                                          <p:stCondLst>
                                            <p:cond delay="0"/>
                                          </p:stCondLst>
                                        </p:cTn>
                                        <p:tgtEl>
                                          <p:spTgt spid="27"/>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33"/>
                                        </p:tgtEl>
                                        <p:attrNameLst>
                                          <p:attrName>style.visibility</p:attrName>
                                        </p:attrNameLst>
                                      </p:cBhvr>
                                      <p:to>
                                        <p:strVal val="hidden"/>
                                      </p:to>
                                    </p:set>
                                  </p:childTnLst>
                                </p:cTn>
                              </p:par>
                              <p:par>
                                <p:cTn id="73" presetID="1" presetClass="entr" presetSubtype="0" fill="hold" grpId="0" nodeType="withEffect">
                                  <p:stCondLst>
                                    <p:cond delay="0"/>
                                  </p:stCondLst>
                                  <p:childTnLst>
                                    <p:set>
                                      <p:cBhvr>
                                        <p:cTn id="74" dur="1" fill="hold">
                                          <p:stCondLst>
                                            <p:cond delay="0"/>
                                          </p:stCondLst>
                                        </p:cTn>
                                        <p:tgtEl>
                                          <p:spTgt spid="3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47"/>
                                        </p:tgtEl>
                                        <p:attrNameLst>
                                          <p:attrName>style.visibility</p:attrName>
                                        </p:attrNameLst>
                                      </p:cBhvr>
                                      <p:to>
                                        <p:strVal val="visible"/>
                                      </p:to>
                                    </p:set>
                                    <p:animEffect transition="in" filter="wipe(left)">
                                      <p:cBhvr>
                                        <p:cTn id="91" dur="500"/>
                                        <p:tgtEl>
                                          <p:spTgt spid="47"/>
                                        </p:tgtEl>
                                      </p:cBhvr>
                                    </p:animEffect>
                                  </p:childTnLst>
                                </p:cTn>
                              </p:par>
                            </p:childTnLst>
                          </p:cTn>
                        </p:par>
                        <p:par>
                          <p:cTn id="92" fill="hold">
                            <p:stCondLst>
                              <p:cond delay="500"/>
                            </p:stCondLst>
                            <p:childTnLst>
                              <p:par>
                                <p:cTn id="93" presetID="22" presetClass="entr" presetSubtype="8" fill="hold" nodeType="afterEffect">
                                  <p:stCondLst>
                                    <p:cond delay="0"/>
                                  </p:stCondLst>
                                  <p:childTnLst>
                                    <p:set>
                                      <p:cBhvr>
                                        <p:cTn id="94" dur="1" fill="hold">
                                          <p:stCondLst>
                                            <p:cond delay="0"/>
                                          </p:stCondLst>
                                        </p:cTn>
                                        <p:tgtEl>
                                          <p:spTgt spid="48"/>
                                        </p:tgtEl>
                                        <p:attrNameLst>
                                          <p:attrName>style.visibility</p:attrName>
                                        </p:attrNameLst>
                                      </p:cBhvr>
                                      <p:to>
                                        <p:strVal val="visible"/>
                                      </p:to>
                                    </p:set>
                                    <p:animEffect transition="in" filter="wipe(left)">
                                      <p:cBhvr>
                                        <p:cTn id="95" dur="500"/>
                                        <p:tgtEl>
                                          <p:spTgt spid="48"/>
                                        </p:tgtEl>
                                      </p:cBhvr>
                                    </p:animEffec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43"/>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44"/>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45"/>
                                        </p:tgtEl>
                                        <p:attrNameLst>
                                          <p:attrName>style.visibility</p:attrName>
                                        </p:attrNameLst>
                                      </p:cBhvr>
                                      <p:to>
                                        <p:strVal val="visible"/>
                                      </p:to>
                                    </p:set>
                                  </p:childTnLst>
                                </p:cTn>
                              </p:par>
                              <p:par>
                                <p:cTn id="108" presetID="1" presetClass="exit" presetSubtype="0" fill="hold" grpId="1" nodeType="withEffect">
                                  <p:stCondLst>
                                    <p:cond delay="0"/>
                                  </p:stCondLst>
                                  <p:childTnLst>
                                    <p:set>
                                      <p:cBhvr>
                                        <p:cTn id="109" dur="1" fill="hold">
                                          <p:stCondLst>
                                            <p:cond delay="0"/>
                                          </p:stCondLst>
                                        </p:cTn>
                                        <p:tgtEl>
                                          <p:spTgt spid="44"/>
                                        </p:tgtEl>
                                        <p:attrNameLst>
                                          <p:attrName>style.visibility</p:attrName>
                                        </p:attrNameLst>
                                      </p:cBhvr>
                                      <p:to>
                                        <p:strVal val="hidden"/>
                                      </p:to>
                                    </p:set>
                                  </p:childTnLst>
                                </p:cTn>
                              </p:par>
                              <p:par>
                                <p:cTn id="110" presetID="1" presetClass="exit" presetSubtype="0" fill="hold" grpId="1" nodeType="withEffect">
                                  <p:stCondLst>
                                    <p:cond delay="0"/>
                                  </p:stCondLst>
                                  <p:childTnLst>
                                    <p:set>
                                      <p:cBhvr>
                                        <p:cTn id="111" dur="1" fill="hold">
                                          <p:stCondLst>
                                            <p:cond delay="0"/>
                                          </p:stCondLst>
                                        </p:cTn>
                                        <p:tgtEl>
                                          <p:spTgt spid="45"/>
                                        </p:tgtEl>
                                        <p:attrNameLst>
                                          <p:attrName>style.visibility</p:attrName>
                                        </p:attrNameLst>
                                      </p:cBhvr>
                                      <p:to>
                                        <p:strVal val="hidden"/>
                                      </p:to>
                                    </p:set>
                                  </p:childTnLst>
                                </p:cTn>
                              </p:par>
                              <p:par>
                                <p:cTn id="112" presetID="3" presetClass="emph" presetSubtype="2" fill="hold" grpId="1" nodeType="withEffect">
                                  <p:stCondLst>
                                    <p:cond delay="0"/>
                                  </p:stCondLst>
                                  <p:childTnLst>
                                    <p:animClr clrSpc="rgb" dir="cw">
                                      <p:cBhvr override="childStyle">
                                        <p:cTn id="113" dur="10" fill="hold"/>
                                        <p:tgtEl>
                                          <p:spTgt spid="43"/>
                                        </p:tgtEl>
                                        <p:attrNameLst>
                                          <p:attrName>style.color</p:attrName>
                                        </p:attrNameLst>
                                      </p:cBhvr>
                                      <p:to>
                                        <a:srgbClr val="002060"/>
                                      </p:to>
                                    </p:animClr>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grpId="0" nodeType="clickEffect">
                                  <p:stCondLst>
                                    <p:cond delay="0"/>
                                  </p:stCondLst>
                                  <p:childTnLst>
                                    <p:set>
                                      <p:cBhvr>
                                        <p:cTn id="117" dur="1" fill="hold">
                                          <p:stCondLst>
                                            <p:cond delay="0"/>
                                          </p:stCondLst>
                                        </p:cTn>
                                        <p:tgtEl>
                                          <p:spTgt spid="46"/>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xit" presetSubtype="0" fill="hold" nodeType="clickEffect">
                                  <p:stCondLst>
                                    <p:cond delay="0"/>
                                  </p:stCondLst>
                                  <p:childTnLst>
                                    <p:set>
                                      <p:cBhvr>
                                        <p:cTn id="121" dur="1" fill="hold">
                                          <p:stCondLst>
                                            <p:cond delay="0"/>
                                          </p:stCondLst>
                                        </p:cTn>
                                        <p:tgtEl>
                                          <p:spTgt spid="47"/>
                                        </p:tgtEl>
                                        <p:attrNameLst>
                                          <p:attrName>style.visibility</p:attrName>
                                        </p:attrNameLst>
                                      </p:cBhvr>
                                      <p:to>
                                        <p:strVal val="hidden"/>
                                      </p:to>
                                    </p:set>
                                  </p:childTnLst>
                                </p:cTn>
                              </p:par>
                              <p:par>
                                <p:cTn id="122" presetID="1" presetClass="exit" presetSubtype="0" fill="hold" nodeType="withEffect">
                                  <p:stCondLst>
                                    <p:cond delay="0"/>
                                  </p:stCondLst>
                                  <p:childTnLst>
                                    <p:set>
                                      <p:cBhvr>
                                        <p:cTn id="123" dur="1" fill="hold">
                                          <p:stCondLst>
                                            <p:cond delay="0"/>
                                          </p:stCondLst>
                                        </p:cTn>
                                        <p:tgtEl>
                                          <p:spTgt spid="48"/>
                                        </p:tgtEl>
                                        <p:attrNameLst>
                                          <p:attrName>style.visibility</p:attrName>
                                        </p:attrNameLst>
                                      </p:cBhvr>
                                      <p:to>
                                        <p:strVal val="hidden"/>
                                      </p:to>
                                    </p:set>
                                  </p:childTnLst>
                                </p:cTn>
                              </p:par>
                              <p:par>
                                <p:cTn id="124" presetID="22" presetClass="entr" presetSubtype="8" fill="hold" nodeType="withEffect">
                                  <p:stCondLst>
                                    <p:cond delay="0"/>
                                  </p:stCondLst>
                                  <p:childTnLst>
                                    <p:set>
                                      <p:cBhvr>
                                        <p:cTn id="125" dur="1" fill="hold">
                                          <p:stCondLst>
                                            <p:cond delay="0"/>
                                          </p:stCondLst>
                                        </p:cTn>
                                        <p:tgtEl>
                                          <p:spTgt spid="49"/>
                                        </p:tgtEl>
                                        <p:attrNameLst>
                                          <p:attrName>style.visibility</p:attrName>
                                        </p:attrNameLst>
                                      </p:cBhvr>
                                      <p:to>
                                        <p:strVal val="visible"/>
                                      </p:to>
                                    </p:set>
                                    <p:animEffect transition="in" filter="wipe(left)">
                                      <p:cBhvr>
                                        <p:cTn id="126" dur="500"/>
                                        <p:tgtEl>
                                          <p:spTgt spid="49"/>
                                        </p:tgtEl>
                                      </p:cBhvr>
                                    </p:animEffect>
                                  </p:childTnLst>
                                </p:cTn>
                              </p:par>
                            </p:childTnLst>
                          </p:cTn>
                        </p:par>
                        <p:par>
                          <p:cTn id="127" fill="hold">
                            <p:stCondLst>
                              <p:cond delay="500"/>
                            </p:stCondLst>
                            <p:childTnLst>
                              <p:par>
                                <p:cTn id="128" presetID="22" presetClass="entr" presetSubtype="8" fill="hold" nodeType="afterEffect">
                                  <p:stCondLst>
                                    <p:cond delay="0"/>
                                  </p:stCondLst>
                                  <p:childTnLst>
                                    <p:set>
                                      <p:cBhvr>
                                        <p:cTn id="129" dur="1" fill="hold">
                                          <p:stCondLst>
                                            <p:cond delay="0"/>
                                          </p:stCondLst>
                                        </p:cTn>
                                        <p:tgtEl>
                                          <p:spTgt spid="51"/>
                                        </p:tgtEl>
                                        <p:attrNameLst>
                                          <p:attrName>style.visibility</p:attrName>
                                        </p:attrNameLst>
                                      </p:cBhvr>
                                      <p:to>
                                        <p:strVal val="visible"/>
                                      </p:to>
                                    </p:set>
                                    <p:animEffect transition="in" filter="wipe(left)">
                                      <p:cBhvr>
                                        <p:cTn id="130" dur="500"/>
                                        <p:tgtEl>
                                          <p:spTgt spid="51"/>
                                        </p:tgtEl>
                                      </p:cBhvr>
                                    </p:animEffec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56"/>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57"/>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58"/>
                                        </p:tgtEl>
                                        <p:attrNameLst>
                                          <p:attrName>style.visibility</p:attrName>
                                        </p:attrNameLst>
                                      </p:cBhvr>
                                      <p:to>
                                        <p:strVal val="visible"/>
                                      </p:to>
                                    </p:set>
                                  </p:childTnLst>
                                </p:cTn>
                              </p:par>
                              <p:par>
                                <p:cTn id="143" presetID="1" presetClass="exit" presetSubtype="0" fill="hold" grpId="1" nodeType="withEffect">
                                  <p:stCondLst>
                                    <p:cond delay="0"/>
                                  </p:stCondLst>
                                  <p:childTnLst>
                                    <p:set>
                                      <p:cBhvr>
                                        <p:cTn id="144" dur="1" fill="hold">
                                          <p:stCondLst>
                                            <p:cond delay="0"/>
                                          </p:stCondLst>
                                        </p:cTn>
                                        <p:tgtEl>
                                          <p:spTgt spid="57"/>
                                        </p:tgtEl>
                                        <p:attrNameLst>
                                          <p:attrName>style.visibility</p:attrName>
                                        </p:attrNameLst>
                                      </p:cBhvr>
                                      <p:to>
                                        <p:strVal val="hidden"/>
                                      </p:to>
                                    </p:set>
                                  </p:childTnLst>
                                </p:cTn>
                              </p:par>
                              <p:par>
                                <p:cTn id="145" presetID="1" presetClass="exit" presetSubtype="0" fill="hold" grpId="1" nodeType="withEffect">
                                  <p:stCondLst>
                                    <p:cond delay="0"/>
                                  </p:stCondLst>
                                  <p:childTnLst>
                                    <p:set>
                                      <p:cBhvr>
                                        <p:cTn id="146" dur="1" fill="hold">
                                          <p:stCondLst>
                                            <p:cond delay="0"/>
                                          </p:stCondLst>
                                        </p:cTn>
                                        <p:tgtEl>
                                          <p:spTgt spid="58"/>
                                        </p:tgtEl>
                                        <p:attrNameLst>
                                          <p:attrName>style.visibility</p:attrName>
                                        </p:attrNameLst>
                                      </p:cBhvr>
                                      <p:to>
                                        <p:strVal val="hidden"/>
                                      </p:to>
                                    </p:set>
                                  </p:childTnLst>
                                </p:cTn>
                              </p:par>
                              <p:par>
                                <p:cTn id="147" presetID="3" presetClass="emph" presetSubtype="2" fill="hold" grpId="1" nodeType="withEffect">
                                  <p:stCondLst>
                                    <p:cond delay="0"/>
                                  </p:stCondLst>
                                  <p:childTnLst>
                                    <p:animClr clrSpc="rgb" dir="cw">
                                      <p:cBhvr override="childStyle">
                                        <p:cTn id="148" dur="10" fill="hold"/>
                                        <p:tgtEl>
                                          <p:spTgt spid="56"/>
                                        </p:tgtEl>
                                        <p:attrNameLst>
                                          <p:attrName>style.color</p:attrName>
                                        </p:attrNameLst>
                                      </p:cBhvr>
                                      <p:to>
                                        <a:srgbClr val="002060"/>
                                      </p:to>
                                    </p:animClr>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59"/>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xit" presetSubtype="0" fill="hold" nodeType="clickEffect">
                                  <p:stCondLst>
                                    <p:cond delay="0"/>
                                  </p:stCondLst>
                                  <p:childTnLst>
                                    <p:set>
                                      <p:cBhvr>
                                        <p:cTn id="156" dur="1" fill="hold">
                                          <p:stCondLst>
                                            <p:cond delay="0"/>
                                          </p:stCondLst>
                                        </p:cTn>
                                        <p:tgtEl>
                                          <p:spTgt spid="49"/>
                                        </p:tgtEl>
                                        <p:attrNameLst>
                                          <p:attrName>style.visibility</p:attrName>
                                        </p:attrNameLst>
                                      </p:cBhvr>
                                      <p:to>
                                        <p:strVal val="hidden"/>
                                      </p:to>
                                    </p:set>
                                  </p:childTnLst>
                                </p:cTn>
                              </p:par>
                              <p:par>
                                <p:cTn id="157" presetID="1" presetClass="exit" presetSubtype="0" fill="hold" nodeType="withEffect">
                                  <p:stCondLst>
                                    <p:cond delay="0"/>
                                  </p:stCondLst>
                                  <p:childTnLst>
                                    <p:set>
                                      <p:cBhvr>
                                        <p:cTn id="158" dur="1" fill="hold">
                                          <p:stCondLst>
                                            <p:cond delay="0"/>
                                          </p:stCondLst>
                                        </p:cTn>
                                        <p:tgtEl>
                                          <p:spTgt spid="5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2" grpId="0"/>
      <p:bldP spid="37" grpId="0"/>
      <p:bldP spid="40" grpId="0"/>
      <p:bldP spid="22" grpId="0"/>
      <p:bldP spid="14" grpId="0"/>
      <p:bldP spid="35" grpId="0"/>
      <p:bldP spid="36" grpId="0"/>
      <p:bldP spid="38" grpId="0"/>
      <p:bldP spid="39" grpId="0"/>
      <p:bldP spid="41" grpId="0"/>
      <p:bldP spid="42" grpId="0"/>
      <p:bldP spid="43" grpId="0"/>
      <p:bldP spid="43" grpId="1"/>
      <p:bldP spid="44" grpId="0"/>
      <p:bldP spid="44" grpId="1"/>
      <p:bldP spid="45" grpId="0"/>
      <p:bldP spid="45" grpId="1"/>
      <p:bldP spid="46" grpId="0"/>
      <p:bldP spid="56" grpId="0"/>
      <p:bldP spid="56" grpId="1"/>
      <p:bldP spid="57" grpId="0"/>
      <p:bldP spid="57" grpId="1"/>
      <p:bldP spid="58" grpId="0"/>
      <p:bldP spid="58" grpId="1"/>
      <p:bldP spid="59" grpId="0"/>
      <p:bldP spid="60" grpId="0"/>
      <p:bldP spid="61"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5 (Continue)</a:t>
            </a:r>
            <a:endParaRPr lang="en-US" dirty="0"/>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28DC830-50D5-4E9E-B00C-C743CE0A8805}"/>
                  </a:ext>
                </a:extLst>
              </p:cNvPr>
              <p:cNvSpPr txBox="1"/>
              <p:nvPr/>
            </p:nvSpPr>
            <p:spPr>
              <a:xfrm>
                <a:off x="3086833" y="3807756"/>
                <a:ext cx="6533418" cy="112697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a:solidFill>
                                    <a:srgbClr val="002060"/>
                                  </a:solidFill>
                                  <a:latin typeface="Cambria Math" panose="02040503050406030204" pitchFamily="18" charset="0"/>
                                </a:rPr>
                                <m:t> </m:t>
                              </m:r>
                              <m:d>
                                <m:dPr>
                                  <m:begChr m:val="|"/>
                                  <m:endChr m:val=""/>
                                  <m:ctrlPr>
                                    <a:rPr lang="en-IN" sz="2800" i="1">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e>
                          </m:d>
                        </m:num>
                        <m:den>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a:solidFill>
                                        <a:srgbClr val="002060"/>
                                      </a:solidFill>
                                      <a:latin typeface="Cambria Math" panose="02040503050406030204" pitchFamily="18" charset="0"/>
                                    </a:rPr>
                                    <m:t>1</m:t>
                                  </m:r>
                                </m:sub>
                              </m:sSub>
                            </m:e>
                          </m:d>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a:solidFill>
                                    <a:srgbClr val="002060"/>
                                  </a:solidFill>
                                  <a:latin typeface="Cambria Math" panose="02040503050406030204" pitchFamily="18" charset="0"/>
                                </a:rPr>
                                <m:t> </m:t>
                              </m:r>
                              <m:d>
                                <m:dPr>
                                  <m:begChr m:val="|"/>
                                  <m:endChr m:val=""/>
                                  <m:ctrlPr>
                                    <a:rPr lang="en-IN" sz="2800" i="1">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a:solidFill>
                                            <a:srgbClr val="002060"/>
                                          </a:solidFill>
                                          <a:latin typeface="Cambria Math" panose="02040503050406030204" pitchFamily="18" charset="0"/>
                                        </a:rPr>
                                        <m:t>1</m:t>
                                      </m:r>
                                    </m:sub>
                                  </m:sSub>
                                </m:e>
                              </m:d>
                            </m:e>
                          </m:d>
                          <m:r>
                            <a:rPr lang="en-IN" sz="2800">
                              <a:solidFill>
                                <a:srgbClr val="002060"/>
                              </a:solidFill>
                              <a:latin typeface="Cambria Math" panose="02040503050406030204" pitchFamily="18" charset="0"/>
                            </a:rPr>
                            <m:t> + </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a:solidFill>
                                        <a:srgbClr val="002060"/>
                                      </a:solidFill>
                                      <a:latin typeface="Cambria Math" panose="02040503050406030204" pitchFamily="18" charset="0"/>
                                    </a:rPr>
                                    <m:t>2</m:t>
                                  </m:r>
                                </m:sub>
                              </m:sSub>
                            </m:e>
                          </m:d>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a:solidFill>
                                    <a:srgbClr val="002060"/>
                                  </a:solidFill>
                                  <a:latin typeface="Cambria Math" panose="02040503050406030204" pitchFamily="18" charset="0"/>
                                </a:rPr>
                                <m:t> </m:t>
                              </m:r>
                              <m:d>
                                <m:dPr>
                                  <m:begChr m:val="|"/>
                                  <m:endChr m:val=""/>
                                  <m:ctrlPr>
                                    <a:rPr lang="en-IN" sz="2800" i="1">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a:solidFill>
                                            <a:srgbClr val="002060"/>
                                          </a:solidFill>
                                          <a:latin typeface="Cambria Math" panose="02040503050406030204" pitchFamily="18" charset="0"/>
                                        </a:rPr>
                                        <m:t>2</m:t>
                                      </m:r>
                                    </m:sub>
                                  </m:sSub>
                                </m:e>
                              </m:d>
                            </m:e>
                          </m:d>
                          <m:r>
                            <a:rPr lang="en-IN" sz="2800">
                              <a:solidFill>
                                <a:srgbClr val="002060"/>
                              </a:solidFill>
                              <a:latin typeface="Cambria Math" panose="02040503050406030204" pitchFamily="18" charset="0"/>
                            </a:rPr>
                            <m:t> </m:t>
                          </m:r>
                        </m:den>
                      </m:f>
                    </m:oMath>
                  </m:oMathPara>
                </a14:m>
                <a:endParaRPr dirty="0"/>
              </a:p>
            </p:txBody>
          </p:sp>
        </mc:Choice>
        <mc:Fallback xmlns="">
          <p:sp>
            <p:nvSpPr>
              <p:cNvPr id="25" name="TextBox 24">
                <a:extLst>
                  <a:ext uri="{FF2B5EF4-FFF2-40B4-BE49-F238E27FC236}">
                    <a16:creationId xmlns:a16="http://schemas.microsoft.com/office/drawing/2014/main" id="{B28DC830-50D5-4E9E-B00C-C743CE0A8805}"/>
                  </a:ext>
                </a:extLst>
              </p:cNvPr>
              <p:cNvSpPr txBox="1">
                <a:spLocks noRot="1" noChangeAspect="1" noMove="1" noResize="1" noEditPoints="1" noAdjustHandles="1" noChangeArrowheads="1" noChangeShapeType="1" noTextEdit="1"/>
              </p:cNvSpPr>
              <p:nvPr/>
            </p:nvSpPr>
            <p:spPr>
              <a:xfrm>
                <a:off x="3086833" y="3807756"/>
                <a:ext cx="6533418" cy="1126975"/>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C3F9149-5067-49DD-8AAC-4CBEAD89B1A3}"/>
                  </a:ext>
                </a:extLst>
              </p:cNvPr>
              <p:cNvSpPr txBox="1"/>
              <p:nvPr/>
            </p:nvSpPr>
            <p:spPr>
              <a:xfrm>
                <a:off x="3086832" y="5298661"/>
                <a:ext cx="6270528" cy="98943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0.0001</m:t>
                              </m:r>
                            </m:e>
                          </m:d>
                          <m:r>
                            <a:rPr lang="en-IN" sz="2800" i="1">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0.99</m:t>
                              </m:r>
                            </m:e>
                          </m:d>
                        </m:num>
                        <m:den>
                          <m:r>
                            <a:rPr lang="en-IN" sz="2800" b="0" i="1" smtClean="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0001</m:t>
                              </m:r>
                            </m:e>
                          </m:d>
                          <m:r>
                            <a:rPr lang="en-IN" sz="280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99</m:t>
                              </m:r>
                            </m:e>
                          </m:d>
                          <m:r>
                            <a:rPr lang="en-IN" sz="2800" b="0" i="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9999</m:t>
                              </m:r>
                            </m:e>
                          </m:d>
                          <m:r>
                            <a:rPr lang="en-IN" sz="280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05</m:t>
                              </m:r>
                            </m:e>
                          </m:d>
                          <m:r>
                            <a:rPr lang="en-IN" sz="2800" b="0" i="1" smtClean="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26" name="TextBox 25">
                <a:extLst>
                  <a:ext uri="{FF2B5EF4-FFF2-40B4-BE49-F238E27FC236}">
                    <a16:creationId xmlns:a16="http://schemas.microsoft.com/office/drawing/2014/main" id="{6C3F9149-5067-49DD-8AAC-4CBEAD89B1A3}"/>
                  </a:ext>
                </a:extLst>
              </p:cNvPr>
              <p:cNvSpPr txBox="1">
                <a:spLocks noRot="1" noChangeAspect="1" noMove="1" noResize="1" noEditPoints="1" noAdjustHandles="1" noChangeArrowheads="1" noChangeShapeType="1" noTextEdit="1"/>
              </p:cNvSpPr>
              <p:nvPr/>
            </p:nvSpPr>
            <p:spPr>
              <a:xfrm>
                <a:off x="3086832" y="5298661"/>
                <a:ext cx="6270528" cy="989438"/>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B9C741A9-51F7-4C3F-83C2-61426BCE0F7E}"/>
                  </a:ext>
                </a:extLst>
              </p:cNvPr>
              <p:cNvSpPr txBox="1"/>
              <p:nvPr/>
            </p:nvSpPr>
            <p:spPr>
              <a:xfrm>
                <a:off x="9357360" y="5531770"/>
                <a:ext cx="1701506"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US" smtClean="0">
                          <a:latin typeface="Cambria Math" panose="02040503050406030204" pitchFamily="18" charset="0"/>
                        </a:rPr>
                        <m:t>=</m:t>
                      </m:r>
                      <m:r>
                        <a:rPr lang="en-IN" b="0" i="1" smtClean="0">
                          <a:latin typeface="Cambria Math" panose="02040503050406030204" pitchFamily="18" charset="0"/>
                        </a:rPr>
                        <m:t>0.0020</m:t>
                      </m:r>
                    </m:oMath>
                  </m:oMathPara>
                </a14:m>
                <a:endParaRPr lang="en-IN" dirty="0"/>
              </a:p>
            </p:txBody>
          </p:sp>
        </mc:Choice>
        <mc:Fallback xmlns="">
          <p:sp>
            <p:nvSpPr>
              <p:cNvPr id="27" name="TextBox 26">
                <a:extLst>
                  <a:ext uri="{FF2B5EF4-FFF2-40B4-BE49-F238E27FC236}">
                    <a16:creationId xmlns:a16="http://schemas.microsoft.com/office/drawing/2014/main" id="{B9C741A9-51F7-4C3F-83C2-61426BCE0F7E}"/>
                  </a:ext>
                </a:extLst>
              </p:cNvPr>
              <p:cNvSpPr txBox="1">
                <a:spLocks noRot="1" noChangeAspect="1" noMove="1" noResize="1" noEditPoints="1" noAdjustHandles="1" noChangeArrowheads="1" noChangeShapeType="1" noTextEdit="1"/>
              </p:cNvSpPr>
              <p:nvPr/>
            </p:nvSpPr>
            <p:spPr>
              <a:xfrm>
                <a:off x="9357360" y="5531770"/>
                <a:ext cx="1701506" cy="523220"/>
              </a:xfrm>
              <a:prstGeom prst="rect">
                <a:avLst/>
              </a:prstGeom>
              <a:blipFill>
                <a:blip r:embed="rId4"/>
                <a:stretch>
                  <a:fillRect/>
                </a:stretch>
              </a:blipFill>
            </p:spPr>
            <p:txBody>
              <a:bodyPr/>
              <a:lstStyle/>
              <a:p>
                <a:r>
                  <a:rPr lang="en-IN">
                    <a:noFill/>
                  </a:rPr>
                  <a:t> </a:t>
                </a:r>
              </a:p>
            </p:txBody>
          </p:sp>
        </mc:Fallback>
      </mc:AlternateContent>
      <p:sp>
        <p:nvSpPr>
          <p:cNvPr id="28" name="TextBox 27">
            <a:extLst>
              <a:ext uri="{FF2B5EF4-FFF2-40B4-BE49-F238E27FC236}">
                <a16:creationId xmlns:a16="http://schemas.microsoft.com/office/drawing/2014/main" id="{C52D894B-9BD9-432C-8ED2-B1509645EE18}"/>
              </a:ext>
            </a:extLst>
          </p:cNvPr>
          <p:cNvSpPr txBox="1"/>
          <p:nvPr/>
        </p:nvSpPr>
        <p:spPr>
          <a:xfrm>
            <a:off x="1594217" y="3217720"/>
            <a:ext cx="2555766" cy="523220"/>
          </a:xfrm>
          <a:prstGeom prst="rect">
            <a:avLst/>
          </a:prstGeom>
          <a:noFill/>
        </p:spPr>
        <p:txBody>
          <a:bodyPr wrap="square">
            <a:spAutoFit/>
          </a:bodyPr>
          <a:lstStyle/>
          <a:p>
            <a:r>
              <a:rPr lang="en-IN" sz="2800" b="1" dirty="0">
                <a:solidFill>
                  <a:srgbClr val="002060"/>
                </a:solidFill>
              </a:rPr>
              <a:t>Bayes’ Theorem:</a:t>
            </a: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54EC35B-64DA-4CB9-B0BB-2774C464B925}"/>
                  </a:ext>
                </a:extLst>
              </p:cNvPr>
              <p:cNvSpPr txBox="1"/>
              <p:nvPr/>
            </p:nvSpPr>
            <p:spPr>
              <a:xfrm>
                <a:off x="1594216" y="4104870"/>
                <a:ext cx="1492616"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a:solidFill>
                                    <a:srgbClr val="002060"/>
                                  </a:solidFill>
                                  <a:latin typeface="Cambria Math" panose="02040503050406030204" pitchFamily="18" charset="0"/>
                                </a:rPr>
                                <m:t>1</m:t>
                              </m:r>
                            </m:sub>
                          </m:sSub>
                          <m:r>
                            <a:rPr lang="en-IN" sz="2800">
                              <a:solidFill>
                                <a:srgbClr val="002060"/>
                              </a:solidFill>
                              <a:latin typeface="Cambria Math" panose="02040503050406030204" pitchFamily="18" charset="0"/>
                            </a:rPr>
                            <m:t> </m:t>
                          </m:r>
                        </m:e>
                        <m:e>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B</m:t>
                          </m:r>
                        </m:e>
                      </m:d>
                    </m:oMath>
                  </m:oMathPara>
                </a14:m>
                <a:endParaRPr lang="en-IN" sz="2800" dirty="0">
                  <a:solidFill>
                    <a:srgbClr val="002060"/>
                  </a:solidFill>
                  <a:latin typeface="Cambria Math" panose="02040503050406030204" pitchFamily="18" charset="0"/>
                </a:endParaRPr>
              </a:p>
            </p:txBody>
          </p:sp>
        </mc:Choice>
        <mc:Fallback xmlns="">
          <p:sp>
            <p:nvSpPr>
              <p:cNvPr id="29" name="TextBox 28">
                <a:extLst>
                  <a:ext uri="{FF2B5EF4-FFF2-40B4-BE49-F238E27FC236}">
                    <a16:creationId xmlns:a16="http://schemas.microsoft.com/office/drawing/2014/main" id="{654EC35B-64DA-4CB9-B0BB-2774C464B925}"/>
                  </a:ext>
                </a:extLst>
              </p:cNvPr>
              <p:cNvSpPr txBox="1">
                <a:spLocks noRot="1" noChangeAspect="1" noMove="1" noResize="1" noEditPoints="1" noAdjustHandles="1" noChangeArrowheads="1" noChangeShapeType="1" noTextEdit="1"/>
              </p:cNvSpPr>
              <p:nvPr/>
            </p:nvSpPr>
            <p:spPr>
              <a:xfrm>
                <a:off x="1594216" y="4104870"/>
                <a:ext cx="1492616"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49ED855-12B3-4E78-9837-17B9BD904821}"/>
                  </a:ext>
                </a:extLst>
              </p:cNvPr>
              <p:cNvSpPr txBox="1"/>
              <p:nvPr/>
            </p:nvSpPr>
            <p:spPr>
              <a:xfrm>
                <a:off x="1594216" y="876515"/>
                <a:ext cx="1079048"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oMath>
                  </m:oMathPara>
                </a14:m>
                <a:endParaRPr lang="en-IN" sz="2800" dirty="0">
                  <a:solidFill>
                    <a:srgbClr val="002060"/>
                  </a:solidFill>
                  <a:latin typeface="Cambria Math" panose="02040503050406030204" pitchFamily="18" charset="0"/>
                </a:endParaRPr>
              </a:p>
            </p:txBody>
          </p:sp>
        </mc:Choice>
        <mc:Fallback xmlns="">
          <p:sp>
            <p:nvSpPr>
              <p:cNvPr id="17" name="TextBox 16">
                <a:extLst>
                  <a:ext uri="{FF2B5EF4-FFF2-40B4-BE49-F238E27FC236}">
                    <a16:creationId xmlns:a16="http://schemas.microsoft.com/office/drawing/2014/main" id="{449ED855-12B3-4E78-9837-17B9BD904821}"/>
                  </a:ext>
                </a:extLst>
              </p:cNvPr>
              <p:cNvSpPr txBox="1">
                <a:spLocks noRot="1" noChangeAspect="1" noMove="1" noResize="1" noEditPoints="1" noAdjustHandles="1" noChangeArrowheads="1" noChangeShapeType="1" noTextEdit="1"/>
              </p:cNvSpPr>
              <p:nvPr/>
            </p:nvSpPr>
            <p:spPr>
              <a:xfrm>
                <a:off x="1594216" y="876515"/>
                <a:ext cx="1079048"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DDC72B7-FA0C-4758-AC98-D49937178BC8}"/>
                  </a:ext>
                </a:extLst>
              </p:cNvPr>
              <p:cNvSpPr txBox="1"/>
              <p:nvPr/>
            </p:nvSpPr>
            <p:spPr>
              <a:xfrm>
                <a:off x="2619054" y="908395"/>
                <a:ext cx="1646790"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0.0001</m:t>
                      </m:r>
                    </m:oMath>
                  </m:oMathPara>
                </a14:m>
                <a:endParaRPr lang="en-IN" sz="2800" dirty="0">
                  <a:solidFill>
                    <a:srgbClr val="002060"/>
                  </a:solidFill>
                </a:endParaRPr>
              </a:p>
            </p:txBody>
          </p:sp>
        </mc:Choice>
        <mc:Fallback xmlns="">
          <p:sp>
            <p:nvSpPr>
              <p:cNvPr id="18" name="TextBox 17">
                <a:extLst>
                  <a:ext uri="{FF2B5EF4-FFF2-40B4-BE49-F238E27FC236}">
                    <a16:creationId xmlns:a16="http://schemas.microsoft.com/office/drawing/2014/main" id="{FDDC72B7-FA0C-4758-AC98-D49937178BC8}"/>
                  </a:ext>
                </a:extLst>
              </p:cNvPr>
              <p:cNvSpPr txBox="1">
                <a:spLocks noRot="1" noChangeAspect="1" noMove="1" noResize="1" noEditPoints="1" noAdjustHandles="1" noChangeArrowheads="1" noChangeShapeType="1" noTextEdit="1"/>
              </p:cNvSpPr>
              <p:nvPr/>
            </p:nvSpPr>
            <p:spPr>
              <a:xfrm>
                <a:off x="2619054" y="908395"/>
                <a:ext cx="1646790"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DB14D16-29F8-48F9-8539-323EB64B27E8}"/>
                  </a:ext>
                </a:extLst>
              </p:cNvPr>
              <p:cNvSpPr txBox="1"/>
              <p:nvPr/>
            </p:nvSpPr>
            <p:spPr>
              <a:xfrm>
                <a:off x="1594216" y="1549285"/>
                <a:ext cx="1079048"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oMath>
                  </m:oMathPara>
                </a14:m>
                <a:endParaRPr lang="en-IN" sz="2800" dirty="0">
                  <a:solidFill>
                    <a:srgbClr val="002060"/>
                  </a:solidFill>
                  <a:latin typeface="Cambria Math" panose="02040503050406030204" pitchFamily="18" charset="0"/>
                </a:endParaRPr>
              </a:p>
            </p:txBody>
          </p:sp>
        </mc:Choice>
        <mc:Fallback xmlns="">
          <p:sp>
            <p:nvSpPr>
              <p:cNvPr id="23" name="TextBox 22">
                <a:extLst>
                  <a:ext uri="{FF2B5EF4-FFF2-40B4-BE49-F238E27FC236}">
                    <a16:creationId xmlns:a16="http://schemas.microsoft.com/office/drawing/2014/main" id="{8DB14D16-29F8-48F9-8539-323EB64B27E8}"/>
                  </a:ext>
                </a:extLst>
              </p:cNvPr>
              <p:cNvSpPr txBox="1">
                <a:spLocks noRot="1" noChangeAspect="1" noMove="1" noResize="1" noEditPoints="1" noAdjustHandles="1" noChangeArrowheads="1" noChangeShapeType="1" noTextEdit="1"/>
              </p:cNvSpPr>
              <p:nvPr/>
            </p:nvSpPr>
            <p:spPr>
              <a:xfrm>
                <a:off x="1594216" y="1549285"/>
                <a:ext cx="1079048"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6279583-9B09-4EDC-93DD-49ED6E95402B}"/>
                  </a:ext>
                </a:extLst>
              </p:cNvPr>
              <p:cNvSpPr txBox="1"/>
              <p:nvPr/>
            </p:nvSpPr>
            <p:spPr>
              <a:xfrm>
                <a:off x="2614292" y="1553786"/>
                <a:ext cx="1592580"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0.9999</m:t>
                      </m:r>
                    </m:oMath>
                  </m:oMathPara>
                </a14:m>
                <a:endParaRPr lang="en-IN" sz="2800" dirty="0">
                  <a:solidFill>
                    <a:srgbClr val="002060"/>
                  </a:solidFill>
                </a:endParaRPr>
              </a:p>
            </p:txBody>
          </p:sp>
        </mc:Choice>
        <mc:Fallback xmlns="">
          <p:sp>
            <p:nvSpPr>
              <p:cNvPr id="30" name="TextBox 29">
                <a:extLst>
                  <a:ext uri="{FF2B5EF4-FFF2-40B4-BE49-F238E27FC236}">
                    <a16:creationId xmlns:a16="http://schemas.microsoft.com/office/drawing/2014/main" id="{C6279583-9B09-4EDC-93DD-49ED6E95402B}"/>
                  </a:ext>
                </a:extLst>
              </p:cNvPr>
              <p:cNvSpPr txBox="1">
                <a:spLocks noRot="1" noChangeAspect="1" noMove="1" noResize="1" noEditPoints="1" noAdjustHandles="1" noChangeArrowheads="1" noChangeShapeType="1" noTextEdit="1"/>
              </p:cNvSpPr>
              <p:nvPr/>
            </p:nvSpPr>
            <p:spPr>
              <a:xfrm>
                <a:off x="2614292" y="1553786"/>
                <a:ext cx="1592580"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3BF4E532-4F6C-4223-A3FF-72B0162622B8}"/>
                  </a:ext>
                </a:extLst>
              </p:cNvPr>
              <p:cNvSpPr txBox="1"/>
              <p:nvPr/>
            </p:nvSpPr>
            <p:spPr>
              <a:xfrm>
                <a:off x="4827432" y="872444"/>
                <a:ext cx="1443621"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m:t>
                          </m:r>
                        </m:e>
                        <m:e>
                          <m:r>
                            <a:rPr lang="en-IN" sz="2800" b="0" i="0" smtClean="0">
                              <a:solidFill>
                                <a:srgbClr val="002060"/>
                              </a:solidFill>
                              <a:latin typeface="Cambria Math" panose="02040503050406030204" pitchFamily="18" charset="0"/>
                            </a:rPr>
                            <m:t>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r>
                        <a:rPr lang="en-IN" sz="2800" b="0" i="0" smtClean="0">
                          <a:solidFill>
                            <a:srgbClr val="002060"/>
                          </a:solidFill>
                          <a:latin typeface="Cambria Math" panose="02040503050406030204" pitchFamily="18" charset="0"/>
                        </a:rPr>
                        <m:t> </m:t>
                      </m:r>
                    </m:oMath>
                  </m:oMathPara>
                </a14:m>
                <a:endParaRPr lang="en-IN" sz="2800" dirty="0">
                  <a:solidFill>
                    <a:srgbClr val="002060"/>
                  </a:solidFill>
                  <a:latin typeface="Cambria Math" panose="02040503050406030204" pitchFamily="18" charset="0"/>
                </a:endParaRPr>
              </a:p>
            </p:txBody>
          </p:sp>
        </mc:Choice>
        <mc:Fallback xmlns="">
          <p:sp>
            <p:nvSpPr>
              <p:cNvPr id="31" name="TextBox 30">
                <a:extLst>
                  <a:ext uri="{FF2B5EF4-FFF2-40B4-BE49-F238E27FC236}">
                    <a16:creationId xmlns:a16="http://schemas.microsoft.com/office/drawing/2014/main" id="{3BF4E532-4F6C-4223-A3FF-72B0162622B8}"/>
                  </a:ext>
                </a:extLst>
              </p:cNvPr>
              <p:cNvSpPr txBox="1">
                <a:spLocks noRot="1" noChangeAspect="1" noMove="1" noResize="1" noEditPoints="1" noAdjustHandles="1" noChangeArrowheads="1" noChangeShapeType="1" noTextEdit="1"/>
              </p:cNvSpPr>
              <p:nvPr/>
            </p:nvSpPr>
            <p:spPr>
              <a:xfrm>
                <a:off x="4827432" y="872444"/>
                <a:ext cx="1443621"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9C7AFF95-A23E-424B-9550-770F89CBBADC}"/>
                  </a:ext>
                </a:extLst>
              </p:cNvPr>
              <p:cNvSpPr txBox="1"/>
              <p:nvPr/>
            </p:nvSpPr>
            <p:spPr>
              <a:xfrm>
                <a:off x="6307755" y="872444"/>
                <a:ext cx="1277854"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0.99</m:t>
                      </m:r>
                    </m:oMath>
                  </m:oMathPara>
                </a14:m>
                <a:endParaRPr lang="en-IN" sz="2800" dirty="0">
                  <a:solidFill>
                    <a:srgbClr val="002060"/>
                  </a:solidFill>
                </a:endParaRPr>
              </a:p>
            </p:txBody>
          </p:sp>
        </mc:Choice>
        <mc:Fallback xmlns="">
          <p:sp>
            <p:nvSpPr>
              <p:cNvPr id="34" name="TextBox 33">
                <a:extLst>
                  <a:ext uri="{FF2B5EF4-FFF2-40B4-BE49-F238E27FC236}">
                    <a16:creationId xmlns:a16="http://schemas.microsoft.com/office/drawing/2014/main" id="{9C7AFF95-A23E-424B-9550-770F89CBBADC}"/>
                  </a:ext>
                </a:extLst>
              </p:cNvPr>
              <p:cNvSpPr txBox="1">
                <a:spLocks noRot="1" noChangeAspect="1" noMove="1" noResize="1" noEditPoints="1" noAdjustHandles="1" noChangeArrowheads="1" noChangeShapeType="1" noTextEdit="1"/>
              </p:cNvSpPr>
              <p:nvPr/>
            </p:nvSpPr>
            <p:spPr>
              <a:xfrm>
                <a:off x="6307755" y="872444"/>
                <a:ext cx="1277854"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A1D449A-11E3-4186-A31A-220A7790DA3E}"/>
                  </a:ext>
                </a:extLst>
              </p:cNvPr>
              <p:cNvSpPr txBox="1"/>
              <p:nvPr/>
            </p:nvSpPr>
            <p:spPr>
              <a:xfrm>
                <a:off x="4749424" y="1556204"/>
                <a:ext cx="164679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p>
                            <m:sSupPr>
                              <m:ctrlPr>
                                <a:rPr lang="en-IN" sz="2800" b="0" i="1" smtClean="0">
                                  <a:solidFill>
                                    <a:srgbClr val="002060"/>
                                  </a:solidFill>
                                  <a:latin typeface="Cambria Math" panose="02040503050406030204" pitchFamily="18" charset="0"/>
                                </a:rPr>
                              </m:ctrlPr>
                            </m:sSupPr>
                            <m:e>
                              <m:r>
                                <m:rPr>
                                  <m:sty m:val="p"/>
                                </m:rPr>
                                <a:rPr lang="en-IN" sz="2800" b="0" i="0" smtClean="0">
                                  <a:solidFill>
                                    <a:srgbClr val="002060"/>
                                  </a:solidFill>
                                  <a:latin typeface="Cambria Math" panose="02040503050406030204" pitchFamily="18" charset="0"/>
                                </a:rPr>
                                <m:t>B</m:t>
                              </m:r>
                            </m:e>
                            <m:sup>
                              <m:r>
                                <a:rPr lang="en-IN" sz="2800" b="0" i="0" smtClean="0">
                                  <a:solidFill>
                                    <a:srgbClr val="002060"/>
                                  </a:solidFill>
                                  <a:latin typeface="Cambria Math" panose="02040503050406030204" pitchFamily="18" charset="0"/>
                                </a:rPr>
                                <m:t>′</m:t>
                              </m:r>
                            </m:sup>
                          </m:sSup>
                          <m:r>
                            <a:rPr lang="en-IN" sz="2800" b="0" i="0" smtClean="0">
                              <a:solidFill>
                                <a:srgbClr val="002060"/>
                              </a:solidFill>
                              <a:latin typeface="Cambria Math" panose="02040503050406030204" pitchFamily="18" charset="0"/>
                            </a:rPr>
                            <m:t> </m:t>
                          </m:r>
                        </m:e>
                        <m:e>
                          <m:r>
                            <a:rPr lang="en-IN" sz="2800" b="0" i="0" smtClean="0">
                              <a:solidFill>
                                <a:srgbClr val="002060"/>
                              </a:solidFill>
                              <a:latin typeface="Cambria Math" panose="02040503050406030204" pitchFamily="18" charset="0"/>
                            </a:rPr>
                            <m:t>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r>
                        <a:rPr lang="en-IN" sz="2800" b="0" i="0" smtClean="0">
                          <a:solidFill>
                            <a:srgbClr val="002060"/>
                          </a:solidFill>
                          <a:latin typeface="Cambria Math" panose="02040503050406030204" pitchFamily="18" charset="0"/>
                        </a:rPr>
                        <m:t> </m:t>
                      </m:r>
                    </m:oMath>
                  </m:oMathPara>
                </a14:m>
                <a:endParaRPr lang="en-IN" sz="2800" dirty="0">
                  <a:solidFill>
                    <a:srgbClr val="002060"/>
                  </a:solidFill>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5A1D449A-11E3-4186-A31A-220A7790DA3E}"/>
                  </a:ext>
                </a:extLst>
              </p:cNvPr>
              <p:cNvSpPr txBox="1">
                <a:spLocks noRot="1" noChangeAspect="1" noMove="1" noResize="1" noEditPoints="1" noAdjustHandles="1" noChangeArrowheads="1" noChangeShapeType="1" noTextEdit="1"/>
              </p:cNvSpPr>
              <p:nvPr/>
            </p:nvSpPr>
            <p:spPr>
              <a:xfrm>
                <a:off x="4749424" y="1556204"/>
                <a:ext cx="1646790"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395F89B-0673-4E78-BEF5-C0880E9299C4}"/>
                  </a:ext>
                </a:extLst>
              </p:cNvPr>
              <p:cNvSpPr txBox="1"/>
              <p:nvPr/>
            </p:nvSpPr>
            <p:spPr>
              <a:xfrm>
                <a:off x="6307755" y="1555501"/>
                <a:ext cx="1277854"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0.95</m:t>
                      </m:r>
                    </m:oMath>
                  </m:oMathPara>
                </a14:m>
                <a:endParaRPr lang="en-IN" sz="2800" dirty="0">
                  <a:solidFill>
                    <a:srgbClr val="002060"/>
                  </a:solidFill>
                </a:endParaRPr>
              </a:p>
            </p:txBody>
          </p:sp>
        </mc:Choice>
        <mc:Fallback xmlns="">
          <p:sp>
            <p:nvSpPr>
              <p:cNvPr id="38" name="TextBox 37">
                <a:extLst>
                  <a:ext uri="{FF2B5EF4-FFF2-40B4-BE49-F238E27FC236}">
                    <a16:creationId xmlns:a16="http://schemas.microsoft.com/office/drawing/2014/main" id="{E395F89B-0673-4E78-BEF5-C0880E9299C4}"/>
                  </a:ext>
                </a:extLst>
              </p:cNvPr>
              <p:cNvSpPr txBox="1">
                <a:spLocks noRot="1" noChangeAspect="1" noMove="1" noResize="1" noEditPoints="1" noAdjustHandles="1" noChangeArrowheads="1" noChangeShapeType="1" noTextEdit="1"/>
              </p:cNvSpPr>
              <p:nvPr/>
            </p:nvSpPr>
            <p:spPr>
              <a:xfrm>
                <a:off x="6307755" y="1555501"/>
                <a:ext cx="1277854"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3CA85FDE-D267-48E9-BBFF-F806D37A2BFF}"/>
                  </a:ext>
                </a:extLst>
              </p:cNvPr>
              <p:cNvSpPr txBox="1"/>
              <p:nvPr/>
            </p:nvSpPr>
            <p:spPr>
              <a:xfrm>
                <a:off x="3090944" y="4104870"/>
                <a:ext cx="703010"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 </m:t>
                      </m:r>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3CA85FDE-D267-48E9-BBFF-F806D37A2BFF}"/>
                  </a:ext>
                </a:extLst>
              </p:cNvPr>
              <p:cNvSpPr txBox="1">
                <a:spLocks noRot="1" noChangeAspect="1" noMove="1" noResize="1" noEditPoints="1" noAdjustHandles="1" noChangeArrowheads="1" noChangeShapeType="1" noTextEdit="1"/>
              </p:cNvSpPr>
              <p:nvPr/>
            </p:nvSpPr>
            <p:spPr>
              <a:xfrm>
                <a:off x="3090944" y="4104870"/>
                <a:ext cx="703010"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F53ABA74-B039-4882-801C-2B4C13769FED}"/>
                  </a:ext>
                </a:extLst>
              </p:cNvPr>
              <p:cNvSpPr txBox="1"/>
              <p:nvPr/>
            </p:nvSpPr>
            <p:spPr>
              <a:xfrm>
                <a:off x="4749424" y="2239964"/>
                <a:ext cx="164679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m:t>
                          </m:r>
                        </m:e>
                        <m:e>
                          <m:r>
                            <a:rPr lang="en-IN" sz="2800" b="0" i="0" smtClean="0">
                              <a:solidFill>
                                <a:srgbClr val="002060"/>
                              </a:solidFill>
                              <a:latin typeface="Cambria Math" panose="02040503050406030204" pitchFamily="18" charset="0"/>
                            </a:rPr>
                            <m:t>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r>
                        <a:rPr lang="en-IN" sz="2800" b="0" i="0" smtClean="0">
                          <a:solidFill>
                            <a:srgbClr val="002060"/>
                          </a:solidFill>
                          <a:latin typeface="Cambria Math" panose="02040503050406030204" pitchFamily="18" charset="0"/>
                        </a:rPr>
                        <m:t> </m:t>
                      </m:r>
                    </m:oMath>
                  </m:oMathPara>
                </a14:m>
                <a:endParaRPr lang="en-IN" sz="2800" dirty="0">
                  <a:solidFill>
                    <a:srgbClr val="002060"/>
                  </a:solidFill>
                  <a:latin typeface="Cambria Math" panose="02040503050406030204" pitchFamily="18" charset="0"/>
                </a:endParaRPr>
              </a:p>
            </p:txBody>
          </p:sp>
        </mc:Choice>
        <mc:Fallback xmlns="">
          <p:sp>
            <p:nvSpPr>
              <p:cNvPr id="41" name="TextBox 40">
                <a:extLst>
                  <a:ext uri="{FF2B5EF4-FFF2-40B4-BE49-F238E27FC236}">
                    <a16:creationId xmlns:a16="http://schemas.microsoft.com/office/drawing/2014/main" id="{F53ABA74-B039-4882-801C-2B4C13769FED}"/>
                  </a:ext>
                </a:extLst>
              </p:cNvPr>
              <p:cNvSpPr txBox="1">
                <a:spLocks noRot="1" noChangeAspect="1" noMove="1" noResize="1" noEditPoints="1" noAdjustHandles="1" noChangeArrowheads="1" noChangeShapeType="1" noTextEdit="1"/>
              </p:cNvSpPr>
              <p:nvPr/>
            </p:nvSpPr>
            <p:spPr>
              <a:xfrm>
                <a:off x="4749424" y="2239964"/>
                <a:ext cx="1646790"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40B5C9BE-728A-41F9-A00B-C2CDF2A09FB4}"/>
                  </a:ext>
                </a:extLst>
              </p:cNvPr>
              <p:cNvSpPr txBox="1"/>
              <p:nvPr/>
            </p:nvSpPr>
            <p:spPr>
              <a:xfrm>
                <a:off x="6307754" y="2239964"/>
                <a:ext cx="2028525"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1−0.95</m:t>
                      </m:r>
                    </m:oMath>
                  </m:oMathPara>
                </a14:m>
                <a:endParaRPr lang="en-IN" sz="2800" dirty="0">
                  <a:solidFill>
                    <a:srgbClr val="002060"/>
                  </a:solidFill>
                </a:endParaRPr>
              </a:p>
            </p:txBody>
          </p:sp>
        </mc:Choice>
        <mc:Fallback xmlns="">
          <p:sp>
            <p:nvSpPr>
              <p:cNvPr id="43" name="TextBox 42">
                <a:extLst>
                  <a:ext uri="{FF2B5EF4-FFF2-40B4-BE49-F238E27FC236}">
                    <a16:creationId xmlns:a16="http://schemas.microsoft.com/office/drawing/2014/main" id="{40B5C9BE-728A-41F9-A00B-C2CDF2A09FB4}"/>
                  </a:ext>
                </a:extLst>
              </p:cNvPr>
              <p:cNvSpPr txBox="1">
                <a:spLocks noRot="1" noChangeAspect="1" noMove="1" noResize="1" noEditPoints="1" noAdjustHandles="1" noChangeArrowheads="1" noChangeShapeType="1" noTextEdit="1"/>
              </p:cNvSpPr>
              <p:nvPr/>
            </p:nvSpPr>
            <p:spPr>
              <a:xfrm>
                <a:off x="6307754" y="2239964"/>
                <a:ext cx="2028525"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95C1377-4163-4823-BFE9-A27F5CC072D7}"/>
                  </a:ext>
                </a:extLst>
              </p:cNvPr>
              <p:cNvSpPr txBox="1"/>
              <p:nvPr/>
            </p:nvSpPr>
            <p:spPr>
              <a:xfrm>
                <a:off x="8187354" y="2254536"/>
                <a:ext cx="1277855"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0.05</m:t>
                      </m:r>
                    </m:oMath>
                  </m:oMathPara>
                </a14:m>
                <a:endParaRPr lang="en-IN" sz="2800" dirty="0">
                  <a:solidFill>
                    <a:srgbClr val="002060"/>
                  </a:solidFill>
                </a:endParaRPr>
              </a:p>
            </p:txBody>
          </p:sp>
        </mc:Choice>
        <mc:Fallback xmlns="">
          <p:sp>
            <p:nvSpPr>
              <p:cNvPr id="44" name="TextBox 43">
                <a:extLst>
                  <a:ext uri="{FF2B5EF4-FFF2-40B4-BE49-F238E27FC236}">
                    <a16:creationId xmlns:a16="http://schemas.microsoft.com/office/drawing/2014/main" id="{995C1377-4163-4823-BFE9-A27F5CC072D7}"/>
                  </a:ext>
                </a:extLst>
              </p:cNvPr>
              <p:cNvSpPr txBox="1">
                <a:spLocks noRot="1" noChangeAspect="1" noMove="1" noResize="1" noEditPoints="1" noAdjustHandles="1" noChangeArrowheads="1" noChangeShapeType="1" noTextEdit="1"/>
              </p:cNvSpPr>
              <p:nvPr/>
            </p:nvSpPr>
            <p:spPr>
              <a:xfrm>
                <a:off x="8187354" y="2254536"/>
                <a:ext cx="1277855" cy="523220"/>
              </a:xfrm>
              <a:prstGeom prst="rect">
                <a:avLst/>
              </a:prstGeom>
              <a:blipFill>
                <a:blip r:embed="rId1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3503657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hidden"/>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2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1"/>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p:bldP spid="40" grpId="0"/>
      <p:bldP spid="41" grpId="0"/>
      <p:bldP spid="43" grpId="0"/>
      <p:bldP spid="44"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9951A2-01C1-4D0C-80E5-17B57CAA2CA6}"/>
              </a:ext>
            </a:extLst>
          </p:cNvPr>
          <p:cNvSpPr>
            <a:spLocks noGrp="1"/>
          </p:cNvSpPr>
          <p:nvPr>
            <p:ph type="title"/>
          </p:nvPr>
        </p:nvSpPr>
        <p:spPr/>
        <p:txBody>
          <a:bodyPr/>
          <a:lstStyle/>
          <a:p>
            <a:r>
              <a:rPr lang="en-IN" dirty="0"/>
              <a:t>Method 5</a:t>
            </a:r>
            <a:br>
              <a:rPr lang="en-IN" dirty="0"/>
            </a:br>
            <a:r>
              <a:rPr lang="en-GB" dirty="0"/>
              <a:t>Random Variable </a:t>
            </a:r>
            <a:br>
              <a:rPr lang="en-GB" dirty="0"/>
            </a:br>
            <a:r>
              <a:rPr lang="en-GB" dirty="0"/>
              <a:t>and Probability Function</a:t>
            </a:r>
            <a:endParaRPr lang="en-IN" dirty="0"/>
          </a:p>
        </p:txBody>
      </p:sp>
      <p:sp>
        <p:nvSpPr>
          <p:cNvPr id="5" name="Text Placeholder 4">
            <a:extLst>
              <a:ext uri="{FF2B5EF4-FFF2-40B4-BE49-F238E27FC236}">
                <a16:creationId xmlns:a16="http://schemas.microsoft.com/office/drawing/2014/main" id="{2519E3D0-8028-4C02-9FE0-4E21C1CEA3F3}"/>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8123799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340F1C-AEAB-43F6-BC28-2290E8462E32}"/>
              </a:ext>
            </a:extLst>
          </p:cNvPr>
          <p:cNvSpPr>
            <a:spLocks noGrp="1"/>
          </p:cNvSpPr>
          <p:nvPr>
            <p:ph type="title"/>
          </p:nvPr>
        </p:nvSpPr>
        <p:spPr/>
        <p:txBody>
          <a:bodyPr/>
          <a:lstStyle/>
          <a:p>
            <a:r>
              <a:rPr lang="en-IN" dirty="0"/>
              <a:t>Random Variable</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979EEE02-B6D3-43B4-AEFC-5E226BF33B4B}"/>
                  </a:ext>
                </a:extLst>
              </p:cNvPr>
              <p:cNvSpPr>
                <a:spLocks noGrp="1"/>
              </p:cNvSpPr>
              <p:nvPr>
                <p:ph idx="1"/>
              </p:nvPr>
            </p:nvSpPr>
            <p:spPr/>
            <p:txBody>
              <a:bodyPr/>
              <a:lstStyle/>
              <a:p>
                <a:r>
                  <a:rPr lang="en-GB" dirty="0"/>
                  <a:t>A variable whose </a:t>
                </a:r>
                <a:r>
                  <a:rPr lang="en-GB" b="1" dirty="0">
                    <a:solidFill>
                      <a:srgbClr val="FF0000"/>
                    </a:solidFill>
                  </a:rPr>
                  <a:t>values</a:t>
                </a:r>
                <a:r>
                  <a:rPr lang="en-GB" dirty="0"/>
                  <a:t> can be obtained from the </a:t>
                </a:r>
                <a:r>
                  <a:rPr lang="en-GB" b="1" dirty="0">
                    <a:solidFill>
                      <a:srgbClr val="FF0000"/>
                    </a:solidFill>
                  </a:rPr>
                  <a:t>results of a random experiment</a:t>
                </a:r>
                <a:r>
                  <a:rPr lang="en-GB" dirty="0"/>
                  <a:t> is known as random variable.</a:t>
                </a:r>
              </a:p>
              <a:p>
                <a:r>
                  <a:rPr lang="en-GB" dirty="0"/>
                  <a:t>A random variable is a function associated with a sample space of a random experiment.</a:t>
                </a:r>
              </a:p>
              <a:p>
                <a:r>
                  <a:rPr lang="en-GB" dirty="0"/>
                  <a:t>Random variable is often denoted by </a:t>
                </a:r>
                <a14:m>
                  <m:oMath xmlns:m="http://schemas.openxmlformats.org/officeDocument/2006/math">
                    <m:r>
                      <m:rPr>
                        <m:sty m:val="p"/>
                      </m:rPr>
                      <a:rPr lang="en-GB" i="0" dirty="0" smtClean="0">
                        <a:latin typeface="Cambria Math" panose="02040503050406030204" pitchFamily="18" charset="0"/>
                      </a:rPr>
                      <m:t>X</m:t>
                    </m:r>
                  </m:oMath>
                </a14:m>
                <a:r>
                  <a:rPr lang="en-GB" dirty="0"/>
                  <a:t>, </a:t>
                </a:r>
                <a14:m>
                  <m:oMath xmlns:m="http://schemas.openxmlformats.org/officeDocument/2006/math">
                    <m:r>
                      <m:rPr>
                        <m:sty m:val="p"/>
                      </m:rPr>
                      <a:rPr lang="en-GB" i="0" dirty="0" smtClean="0">
                        <a:latin typeface="Cambria Math" panose="02040503050406030204" pitchFamily="18" charset="0"/>
                      </a:rPr>
                      <m:t>Y</m:t>
                    </m:r>
                  </m:oMath>
                </a14:m>
                <a:r>
                  <a:rPr lang="en-GB" dirty="0"/>
                  <a:t>.</a:t>
                </a:r>
              </a:p>
              <a:p>
                <a:r>
                  <a:rPr lang="en-GB" dirty="0"/>
                  <a:t>Random variable can be classified as bellow:</a:t>
                </a:r>
              </a:p>
              <a:p>
                <a:pPr lvl="1"/>
                <a:r>
                  <a:rPr lang="en-GB" dirty="0"/>
                  <a:t>Discrete random variable</a:t>
                </a:r>
              </a:p>
              <a:p>
                <a:pPr lvl="1"/>
                <a:r>
                  <a:rPr lang="en-GB" dirty="0"/>
                  <a:t>Continuous random variable</a:t>
                </a:r>
              </a:p>
            </p:txBody>
          </p:sp>
        </mc:Choice>
        <mc:Fallback xmlns="">
          <p:sp>
            <p:nvSpPr>
              <p:cNvPr id="5" name="Content Placeholder 4">
                <a:extLst>
                  <a:ext uri="{FF2B5EF4-FFF2-40B4-BE49-F238E27FC236}">
                    <a16:creationId xmlns:a16="http://schemas.microsoft.com/office/drawing/2014/main" id="{979EEE02-B6D3-43B4-AEFC-5E226BF33B4B}"/>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3931242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340F1C-AEAB-43F6-BC28-2290E8462E32}"/>
              </a:ext>
            </a:extLst>
          </p:cNvPr>
          <p:cNvSpPr>
            <a:spLocks noGrp="1"/>
          </p:cNvSpPr>
          <p:nvPr>
            <p:ph type="title"/>
          </p:nvPr>
        </p:nvSpPr>
        <p:spPr/>
        <p:txBody>
          <a:bodyPr/>
          <a:lstStyle/>
          <a:p>
            <a:r>
              <a:rPr lang="en-IN" dirty="0"/>
              <a:t>Discrete Random Variable</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979EEE02-B6D3-43B4-AEFC-5E226BF33B4B}"/>
                  </a:ext>
                </a:extLst>
              </p:cNvPr>
              <p:cNvSpPr>
                <a:spLocks noGrp="1"/>
              </p:cNvSpPr>
              <p:nvPr>
                <p:ph idx="1"/>
              </p:nvPr>
            </p:nvSpPr>
            <p:spPr/>
            <p:txBody>
              <a:bodyPr/>
              <a:lstStyle/>
              <a:p>
                <a:r>
                  <a:rPr lang="en-GB" dirty="0"/>
                  <a:t>A random variable can take only </a:t>
                </a:r>
                <a:r>
                  <a:rPr lang="en-GB" b="1" dirty="0">
                    <a:solidFill>
                      <a:srgbClr val="FF0000"/>
                    </a:solidFill>
                  </a:rPr>
                  <a:t>finite values </a:t>
                </a:r>
                <a:r>
                  <a:rPr lang="en-GB" dirty="0"/>
                  <a:t>or </a:t>
                </a:r>
                <a:r>
                  <a:rPr lang="en-GB" b="1" dirty="0">
                    <a:solidFill>
                      <a:srgbClr val="FF0000"/>
                    </a:solidFill>
                  </a:rPr>
                  <a:t>countable infinite </a:t>
                </a:r>
                <a:r>
                  <a:rPr lang="en-GB" dirty="0"/>
                  <a:t>values is known as discrete random variable.</a:t>
                </a:r>
              </a:p>
              <a:p>
                <a:r>
                  <a:rPr lang="en-GB" dirty="0"/>
                  <a:t>Discrete random variables </a:t>
                </a:r>
                <a:r>
                  <a:rPr lang="en-GB" b="1" dirty="0"/>
                  <a:t>can be measured exactly</a:t>
                </a:r>
                <a:r>
                  <a:rPr lang="en-GB" dirty="0"/>
                  <a:t>.</a:t>
                </a:r>
              </a:p>
              <a:p>
                <a:r>
                  <a:rPr lang="en-GB" b="1" dirty="0">
                    <a:solidFill>
                      <a:schemeClr val="accent6">
                        <a:lumMod val="50000"/>
                      </a:schemeClr>
                    </a:solidFill>
                  </a:rPr>
                  <a:t>For example:</a:t>
                </a:r>
              </a:p>
              <a:p>
                <a:pPr lvl="1"/>
                <a:r>
                  <a:rPr lang="en-GB" dirty="0"/>
                  <a:t>If two coins are tossed simultaneously the following sample space is generated:</a:t>
                </a:r>
              </a:p>
              <a:p>
                <a:pPr marL="625475" lvl="1" indent="0">
                  <a:buNone/>
                </a:pPr>
                <a14:m>
                  <m:oMathPara xmlns:m="http://schemas.openxmlformats.org/officeDocument/2006/math">
                    <m:oMathParaPr>
                      <m:jc m:val="left"/>
                    </m:oMathParaPr>
                    <m:oMath xmlns:m="http://schemas.openxmlformats.org/officeDocument/2006/math">
                      <m:r>
                        <m:rPr>
                          <m:sty m:val="p"/>
                        </m:rPr>
                        <a:rPr lang="en-GB" i="0" dirty="0" smtClean="0">
                          <a:latin typeface="Cambria Math" panose="02040503050406030204" pitchFamily="18" charset="0"/>
                        </a:rPr>
                        <m:t>S</m:t>
                      </m:r>
                      <m:r>
                        <a:rPr lang="en-GB" i="0" dirty="0" smtClean="0">
                          <a:latin typeface="Cambria Math" panose="02040503050406030204" pitchFamily="18" charset="0"/>
                        </a:rPr>
                        <m:t>=</m:t>
                      </m:r>
                      <m:d>
                        <m:dPr>
                          <m:begChr m:val="{"/>
                          <m:endChr m:val="}"/>
                          <m:ctrlPr>
                            <a:rPr lang="en-GB" i="1" dirty="0" smtClean="0">
                              <a:latin typeface="Cambria Math" panose="02040503050406030204" pitchFamily="18" charset="0"/>
                            </a:rPr>
                          </m:ctrlPr>
                        </m:dPr>
                        <m:e>
                          <m:r>
                            <a:rPr lang="en-GB" i="0" dirty="0" smtClean="0">
                              <a:latin typeface="Cambria Math" panose="02040503050406030204" pitchFamily="18" charset="0"/>
                            </a:rPr>
                            <m:t> </m:t>
                          </m:r>
                          <m:r>
                            <m:rPr>
                              <m:sty m:val="p"/>
                            </m:rPr>
                            <a:rPr lang="en-GB" i="0" dirty="0" smtClean="0">
                              <a:latin typeface="Cambria Math" panose="02040503050406030204" pitchFamily="18" charset="0"/>
                            </a:rPr>
                            <m:t>HH</m:t>
                          </m:r>
                          <m:r>
                            <a:rPr lang="en-GB" i="0" dirty="0" smtClean="0">
                              <a:latin typeface="Cambria Math" panose="02040503050406030204" pitchFamily="18" charset="0"/>
                            </a:rPr>
                            <m:t>, </m:t>
                          </m:r>
                          <m:r>
                            <m:rPr>
                              <m:sty m:val="p"/>
                            </m:rPr>
                            <a:rPr lang="en-GB" i="0" dirty="0" smtClean="0">
                              <a:latin typeface="Cambria Math" panose="02040503050406030204" pitchFamily="18" charset="0"/>
                            </a:rPr>
                            <m:t>HT</m:t>
                          </m:r>
                          <m:r>
                            <a:rPr lang="en-GB" i="0" dirty="0" smtClean="0">
                              <a:latin typeface="Cambria Math" panose="02040503050406030204" pitchFamily="18" charset="0"/>
                            </a:rPr>
                            <m:t>, </m:t>
                          </m:r>
                          <m:r>
                            <m:rPr>
                              <m:sty m:val="p"/>
                            </m:rPr>
                            <a:rPr lang="en-GB" i="0" dirty="0" smtClean="0">
                              <a:latin typeface="Cambria Math" panose="02040503050406030204" pitchFamily="18" charset="0"/>
                            </a:rPr>
                            <m:t>TH</m:t>
                          </m:r>
                          <m:r>
                            <a:rPr lang="en-GB" i="0" dirty="0" smtClean="0">
                              <a:latin typeface="Cambria Math" panose="02040503050406030204" pitchFamily="18" charset="0"/>
                            </a:rPr>
                            <m:t>, </m:t>
                          </m:r>
                          <m:r>
                            <m:rPr>
                              <m:sty m:val="p"/>
                            </m:rPr>
                            <a:rPr lang="en-GB" i="0" dirty="0" smtClean="0">
                              <a:latin typeface="Cambria Math" panose="02040503050406030204" pitchFamily="18" charset="0"/>
                            </a:rPr>
                            <m:t>TT</m:t>
                          </m:r>
                          <m:r>
                            <a:rPr lang="en-GB" i="0" dirty="0" smtClean="0">
                              <a:latin typeface="Cambria Math" panose="02040503050406030204" pitchFamily="18" charset="0"/>
                            </a:rPr>
                            <m:t> </m:t>
                          </m:r>
                        </m:e>
                      </m:d>
                    </m:oMath>
                  </m:oMathPara>
                </a14:m>
                <a:endParaRPr lang="en-GB" dirty="0"/>
              </a:p>
              <a:p>
                <a:pPr marL="625475" indent="0">
                  <a:buNone/>
                </a:pPr>
                <a:r>
                  <a:rPr lang="en-GB" dirty="0"/>
                  <a:t>Now, if </a:t>
                </a:r>
                <a14:m>
                  <m:oMath xmlns:m="http://schemas.openxmlformats.org/officeDocument/2006/math">
                    <m:r>
                      <m:rPr>
                        <m:sty m:val="p"/>
                      </m:rPr>
                      <a:rPr lang="en-GB" i="0" dirty="0" smtClean="0">
                        <a:latin typeface="Cambria Math" panose="02040503050406030204" pitchFamily="18" charset="0"/>
                      </a:rPr>
                      <m:t>X</m:t>
                    </m:r>
                  </m:oMath>
                </a14:m>
                <a:r>
                  <a:rPr lang="en-GB" dirty="0"/>
                  <a:t> denotes the </a:t>
                </a:r>
                <a:r>
                  <a:rPr lang="en-GB" b="1" dirty="0"/>
                  <a:t>number of heads</a:t>
                </a:r>
                <a:r>
                  <a:rPr lang="en-GB" dirty="0"/>
                  <a:t>, then</a:t>
                </a:r>
              </a:p>
            </p:txBody>
          </p:sp>
        </mc:Choice>
        <mc:Fallback xmlns="">
          <p:sp>
            <p:nvSpPr>
              <p:cNvPr id="5" name="Content Placeholder 4">
                <a:extLst>
                  <a:ext uri="{FF2B5EF4-FFF2-40B4-BE49-F238E27FC236}">
                    <a16:creationId xmlns:a16="http://schemas.microsoft.com/office/drawing/2014/main" id="{979EEE02-B6D3-43B4-AEFC-5E226BF33B4B}"/>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BD6E560-F5F9-4375-87BA-E29BDD460C0E}"/>
                  </a:ext>
                </a:extLst>
              </p:cNvPr>
              <p:cNvSpPr txBox="1"/>
              <p:nvPr/>
            </p:nvSpPr>
            <p:spPr>
              <a:xfrm>
                <a:off x="802640" y="5206665"/>
                <a:ext cx="120033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X</m:t>
                      </m:r>
                      <m:d>
                        <m:dPr>
                          <m:ctrlPr>
                            <a:rPr lang="en-GB" sz="2800" i="1" dirty="0" smtClean="0">
                              <a:solidFill>
                                <a:srgbClr val="002060"/>
                              </a:solidFill>
                              <a:latin typeface="Cambria Math" panose="02040503050406030204" pitchFamily="18" charset="0"/>
                            </a:rPr>
                          </m:ctrlPr>
                        </m:dPr>
                        <m:e>
                          <m:r>
                            <m:rPr>
                              <m:sty m:val="p"/>
                            </m:rPr>
                            <a:rPr lang="en-GB" sz="2800" i="0" dirty="0" smtClean="0">
                              <a:solidFill>
                                <a:srgbClr val="002060"/>
                              </a:solidFill>
                              <a:latin typeface="Cambria Math" panose="02040503050406030204" pitchFamily="18" charset="0"/>
                            </a:rPr>
                            <m:t>HH</m:t>
                          </m:r>
                        </m:e>
                      </m:d>
                    </m:oMath>
                  </m:oMathPara>
                </a14:m>
                <a:endParaRPr lang="en-IN" sz="2800" dirty="0">
                  <a:solidFill>
                    <a:srgbClr val="002060"/>
                  </a:solidFill>
                </a:endParaRPr>
              </a:p>
            </p:txBody>
          </p:sp>
        </mc:Choice>
        <mc:Fallback xmlns="">
          <p:sp>
            <p:nvSpPr>
              <p:cNvPr id="6" name="TextBox 5">
                <a:extLst>
                  <a:ext uri="{FF2B5EF4-FFF2-40B4-BE49-F238E27FC236}">
                    <a16:creationId xmlns:a16="http://schemas.microsoft.com/office/drawing/2014/main" id="{BBD6E560-F5F9-4375-87BA-E29BDD460C0E}"/>
                  </a:ext>
                </a:extLst>
              </p:cNvPr>
              <p:cNvSpPr txBox="1">
                <a:spLocks noRot="1" noChangeAspect="1" noMove="1" noResize="1" noEditPoints="1" noAdjustHandles="1" noChangeArrowheads="1" noChangeShapeType="1" noTextEdit="1"/>
              </p:cNvSpPr>
              <p:nvPr/>
            </p:nvSpPr>
            <p:spPr>
              <a:xfrm>
                <a:off x="802640" y="5206665"/>
                <a:ext cx="1200331"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3A3B8D8-AD82-429F-8F61-C21CE7CA5E8F}"/>
                  </a:ext>
                </a:extLst>
              </p:cNvPr>
              <p:cNvSpPr txBox="1"/>
              <p:nvPr/>
            </p:nvSpPr>
            <p:spPr>
              <a:xfrm>
                <a:off x="1806890" y="5206665"/>
                <a:ext cx="88537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dirty="0">
                          <a:solidFill>
                            <a:srgbClr val="002060"/>
                          </a:solidFill>
                          <a:latin typeface="Cambria Math" panose="02040503050406030204" pitchFamily="18" charset="0"/>
                        </a:rPr>
                        <m:t>=2, </m:t>
                      </m:r>
                    </m:oMath>
                  </m:oMathPara>
                </a14:m>
                <a:endParaRPr lang="en-IN" sz="2800" dirty="0">
                  <a:solidFill>
                    <a:srgbClr val="002060"/>
                  </a:solidFill>
                </a:endParaRPr>
              </a:p>
            </p:txBody>
          </p:sp>
        </mc:Choice>
        <mc:Fallback xmlns="">
          <p:sp>
            <p:nvSpPr>
              <p:cNvPr id="7" name="TextBox 6">
                <a:extLst>
                  <a:ext uri="{FF2B5EF4-FFF2-40B4-BE49-F238E27FC236}">
                    <a16:creationId xmlns:a16="http://schemas.microsoft.com/office/drawing/2014/main" id="{23A3B8D8-AD82-429F-8F61-C21CE7CA5E8F}"/>
                  </a:ext>
                </a:extLst>
              </p:cNvPr>
              <p:cNvSpPr txBox="1">
                <a:spLocks noRot="1" noChangeAspect="1" noMove="1" noResize="1" noEditPoints="1" noAdjustHandles="1" noChangeArrowheads="1" noChangeShapeType="1" noTextEdit="1"/>
              </p:cNvSpPr>
              <p:nvPr/>
            </p:nvSpPr>
            <p:spPr>
              <a:xfrm>
                <a:off x="1806890" y="5206665"/>
                <a:ext cx="885372"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C302A62-E477-41E0-B04C-EDA0C49961BB}"/>
                  </a:ext>
                </a:extLst>
              </p:cNvPr>
              <p:cNvSpPr txBox="1"/>
              <p:nvPr/>
            </p:nvSpPr>
            <p:spPr>
              <a:xfrm>
                <a:off x="3105504" y="5206665"/>
                <a:ext cx="120033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X</m:t>
                      </m:r>
                      <m:d>
                        <m:dPr>
                          <m:ctrlPr>
                            <a:rPr lang="en-GB" sz="2800" i="1" dirty="0" smtClean="0">
                              <a:solidFill>
                                <a:srgbClr val="002060"/>
                              </a:solidFill>
                              <a:latin typeface="Cambria Math" panose="02040503050406030204" pitchFamily="18" charset="0"/>
                            </a:rPr>
                          </m:ctrlPr>
                        </m:dPr>
                        <m:e>
                          <m:r>
                            <m:rPr>
                              <m:sty m:val="p"/>
                            </m:rPr>
                            <a:rPr lang="en-GB" sz="2800" i="0" dirty="0" smtClean="0">
                              <a:solidFill>
                                <a:srgbClr val="002060"/>
                              </a:solidFill>
                              <a:latin typeface="Cambria Math" panose="02040503050406030204" pitchFamily="18" charset="0"/>
                            </a:rPr>
                            <m:t>H</m:t>
                          </m:r>
                          <m:r>
                            <m:rPr>
                              <m:sty m:val="p"/>
                            </m:rPr>
                            <a:rPr lang="en-IN" sz="2800" b="0" i="0" dirty="0" smtClean="0">
                              <a:solidFill>
                                <a:srgbClr val="002060"/>
                              </a:solidFill>
                              <a:latin typeface="Cambria Math" panose="02040503050406030204" pitchFamily="18" charset="0"/>
                            </a:rPr>
                            <m:t>T</m:t>
                          </m:r>
                        </m:e>
                      </m:d>
                    </m:oMath>
                  </m:oMathPara>
                </a14:m>
                <a:endParaRPr lang="en-IN" sz="2800" dirty="0">
                  <a:solidFill>
                    <a:srgbClr val="002060"/>
                  </a:solidFill>
                </a:endParaRPr>
              </a:p>
            </p:txBody>
          </p:sp>
        </mc:Choice>
        <mc:Fallback xmlns="">
          <p:sp>
            <p:nvSpPr>
              <p:cNvPr id="9" name="TextBox 8">
                <a:extLst>
                  <a:ext uri="{FF2B5EF4-FFF2-40B4-BE49-F238E27FC236}">
                    <a16:creationId xmlns:a16="http://schemas.microsoft.com/office/drawing/2014/main" id="{CC302A62-E477-41E0-B04C-EDA0C49961BB}"/>
                  </a:ext>
                </a:extLst>
              </p:cNvPr>
              <p:cNvSpPr txBox="1">
                <a:spLocks noRot="1" noChangeAspect="1" noMove="1" noResize="1" noEditPoints="1" noAdjustHandles="1" noChangeArrowheads="1" noChangeShapeType="1" noTextEdit="1"/>
              </p:cNvSpPr>
              <p:nvPr/>
            </p:nvSpPr>
            <p:spPr>
              <a:xfrm>
                <a:off x="3105504" y="5206665"/>
                <a:ext cx="1200331"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759BCBA-5CEE-4BA9-BB96-AA3EE96B17AE}"/>
                  </a:ext>
                </a:extLst>
              </p:cNvPr>
              <p:cNvSpPr txBox="1"/>
              <p:nvPr/>
            </p:nvSpPr>
            <p:spPr>
              <a:xfrm>
                <a:off x="4109754" y="5206665"/>
                <a:ext cx="88537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1</m:t>
                      </m:r>
                      <m:r>
                        <a:rPr lang="en-GB" sz="2800" dirty="0">
                          <a:solidFill>
                            <a:srgbClr val="002060"/>
                          </a:solidFill>
                          <a:latin typeface="Cambria Math" panose="02040503050406030204" pitchFamily="18" charset="0"/>
                        </a:rPr>
                        <m:t>, </m:t>
                      </m:r>
                    </m:oMath>
                  </m:oMathPara>
                </a14:m>
                <a:endParaRPr lang="en-IN" sz="2800" dirty="0">
                  <a:solidFill>
                    <a:srgbClr val="002060"/>
                  </a:solidFill>
                </a:endParaRPr>
              </a:p>
            </p:txBody>
          </p:sp>
        </mc:Choice>
        <mc:Fallback xmlns="">
          <p:sp>
            <p:nvSpPr>
              <p:cNvPr id="10" name="TextBox 9">
                <a:extLst>
                  <a:ext uri="{FF2B5EF4-FFF2-40B4-BE49-F238E27FC236}">
                    <a16:creationId xmlns:a16="http://schemas.microsoft.com/office/drawing/2014/main" id="{C759BCBA-5CEE-4BA9-BB96-AA3EE96B17AE}"/>
                  </a:ext>
                </a:extLst>
              </p:cNvPr>
              <p:cNvSpPr txBox="1">
                <a:spLocks noRot="1" noChangeAspect="1" noMove="1" noResize="1" noEditPoints="1" noAdjustHandles="1" noChangeArrowheads="1" noChangeShapeType="1" noTextEdit="1"/>
              </p:cNvSpPr>
              <p:nvPr/>
            </p:nvSpPr>
            <p:spPr>
              <a:xfrm>
                <a:off x="4109754" y="5206665"/>
                <a:ext cx="885372"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C6A011D-FDEB-46FB-B34A-CC8DA09581FF}"/>
                  </a:ext>
                </a:extLst>
              </p:cNvPr>
              <p:cNvSpPr txBox="1"/>
              <p:nvPr/>
            </p:nvSpPr>
            <p:spPr>
              <a:xfrm>
                <a:off x="5408368" y="5206665"/>
                <a:ext cx="120033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X</m:t>
                      </m:r>
                      <m:d>
                        <m:dPr>
                          <m:ctrlPr>
                            <a:rPr lang="en-GB" sz="280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TH</m:t>
                          </m:r>
                        </m:e>
                      </m:d>
                    </m:oMath>
                  </m:oMathPara>
                </a14:m>
                <a:endParaRPr lang="en-IN" sz="2800" dirty="0">
                  <a:solidFill>
                    <a:srgbClr val="002060"/>
                  </a:solidFill>
                </a:endParaRPr>
              </a:p>
            </p:txBody>
          </p:sp>
        </mc:Choice>
        <mc:Fallback xmlns="">
          <p:sp>
            <p:nvSpPr>
              <p:cNvPr id="11" name="TextBox 10">
                <a:extLst>
                  <a:ext uri="{FF2B5EF4-FFF2-40B4-BE49-F238E27FC236}">
                    <a16:creationId xmlns:a16="http://schemas.microsoft.com/office/drawing/2014/main" id="{CC6A011D-FDEB-46FB-B34A-CC8DA09581FF}"/>
                  </a:ext>
                </a:extLst>
              </p:cNvPr>
              <p:cNvSpPr txBox="1">
                <a:spLocks noRot="1" noChangeAspect="1" noMove="1" noResize="1" noEditPoints="1" noAdjustHandles="1" noChangeArrowheads="1" noChangeShapeType="1" noTextEdit="1"/>
              </p:cNvSpPr>
              <p:nvPr/>
            </p:nvSpPr>
            <p:spPr>
              <a:xfrm>
                <a:off x="5408368" y="5206665"/>
                <a:ext cx="1200331"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EC46755-B530-40F5-A8CB-9F2BA2681A4A}"/>
                  </a:ext>
                </a:extLst>
              </p:cNvPr>
              <p:cNvSpPr txBox="1"/>
              <p:nvPr/>
            </p:nvSpPr>
            <p:spPr>
              <a:xfrm>
                <a:off x="6397412" y="5206665"/>
                <a:ext cx="88537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1</m:t>
                      </m:r>
                      <m:r>
                        <a:rPr lang="en-GB" sz="2800" dirty="0">
                          <a:solidFill>
                            <a:srgbClr val="002060"/>
                          </a:solidFill>
                          <a:latin typeface="Cambria Math" panose="02040503050406030204" pitchFamily="18" charset="0"/>
                        </a:rPr>
                        <m:t>, </m:t>
                      </m:r>
                    </m:oMath>
                  </m:oMathPara>
                </a14:m>
                <a:endParaRPr lang="en-IN" sz="2800" dirty="0">
                  <a:solidFill>
                    <a:srgbClr val="002060"/>
                  </a:solidFill>
                </a:endParaRPr>
              </a:p>
            </p:txBody>
          </p:sp>
        </mc:Choice>
        <mc:Fallback xmlns="">
          <p:sp>
            <p:nvSpPr>
              <p:cNvPr id="12" name="TextBox 11">
                <a:extLst>
                  <a:ext uri="{FF2B5EF4-FFF2-40B4-BE49-F238E27FC236}">
                    <a16:creationId xmlns:a16="http://schemas.microsoft.com/office/drawing/2014/main" id="{DEC46755-B530-40F5-A8CB-9F2BA2681A4A}"/>
                  </a:ext>
                </a:extLst>
              </p:cNvPr>
              <p:cNvSpPr txBox="1">
                <a:spLocks noRot="1" noChangeAspect="1" noMove="1" noResize="1" noEditPoints="1" noAdjustHandles="1" noChangeArrowheads="1" noChangeShapeType="1" noTextEdit="1"/>
              </p:cNvSpPr>
              <p:nvPr/>
            </p:nvSpPr>
            <p:spPr>
              <a:xfrm>
                <a:off x="6397412" y="5206665"/>
                <a:ext cx="885372"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49DC39A-1300-46B1-B8F6-BC6D16B85AE3}"/>
                  </a:ext>
                </a:extLst>
              </p:cNvPr>
              <p:cNvSpPr txBox="1"/>
              <p:nvPr/>
            </p:nvSpPr>
            <p:spPr>
              <a:xfrm>
                <a:off x="7775993" y="5206665"/>
                <a:ext cx="120033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X</m:t>
                      </m:r>
                      <m:d>
                        <m:dPr>
                          <m:ctrlPr>
                            <a:rPr lang="en-GB" sz="280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TT</m:t>
                          </m:r>
                        </m:e>
                      </m:d>
                    </m:oMath>
                  </m:oMathPara>
                </a14:m>
                <a:endParaRPr lang="en-IN" sz="2800" dirty="0">
                  <a:solidFill>
                    <a:srgbClr val="002060"/>
                  </a:solidFill>
                </a:endParaRPr>
              </a:p>
            </p:txBody>
          </p:sp>
        </mc:Choice>
        <mc:Fallback xmlns="">
          <p:sp>
            <p:nvSpPr>
              <p:cNvPr id="15" name="TextBox 14">
                <a:extLst>
                  <a:ext uri="{FF2B5EF4-FFF2-40B4-BE49-F238E27FC236}">
                    <a16:creationId xmlns:a16="http://schemas.microsoft.com/office/drawing/2014/main" id="{C49DC39A-1300-46B1-B8F6-BC6D16B85AE3}"/>
                  </a:ext>
                </a:extLst>
              </p:cNvPr>
              <p:cNvSpPr txBox="1">
                <a:spLocks noRot="1" noChangeAspect="1" noMove="1" noResize="1" noEditPoints="1" noAdjustHandles="1" noChangeArrowheads="1" noChangeShapeType="1" noTextEdit="1"/>
              </p:cNvSpPr>
              <p:nvPr/>
            </p:nvSpPr>
            <p:spPr>
              <a:xfrm>
                <a:off x="7775993" y="5206665"/>
                <a:ext cx="1200331"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B3A78CD-DD56-401E-8F4C-4126A06880A8}"/>
                  </a:ext>
                </a:extLst>
              </p:cNvPr>
              <p:cNvSpPr txBox="1"/>
              <p:nvPr/>
            </p:nvSpPr>
            <p:spPr>
              <a:xfrm>
                <a:off x="8762411" y="5206665"/>
                <a:ext cx="88537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0</m:t>
                      </m:r>
                      <m:r>
                        <a:rPr lang="en-GB" sz="2800" dirty="0">
                          <a:solidFill>
                            <a:srgbClr val="002060"/>
                          </a:solidFill>
                          <a:latin typeface="Cambria Math" panose="02040503050406030204" pitchFamily="18" charset="0"/>
                        </a:rPr>
                        <m:t>, </m:t>
                      </m:r>
                    </m:oMath>
                  </m:oMathPara>
                </a14:m>
                <a:endParaRPr lang="en-IN" sz="2800" dirty="0">
                  <a:solidFill>
                    <a:srgbClr val="002060"/>
                  </a:solidFill>
                </a:endParaRPr>
              </a:p>
            </p:txBody>
          </p:sp>
        </mc:Choice>
        <mc:Fallback xmlns="">
          <p:sp>
            <p:nvSpPr>
              <p:cNvPr id="16" name="TextBox 15">
                <a:extLst>
                  <a:ext uri="{FF2B5EF4-FFF2-40B4-BE49-F238E27FC236}">
                    <a16:creationId xmlns:a16="http://schemas.microsoft.com/office/drawing/2014/main" id="{FB3A78CD-DD56-401E-8F4C-4126A06880A8}"/>
                  </a:ext>
                </a:extLst>
              </p:cNvPr>
              <p:cNvSpPr txBox="1">
                <a:spLocks noRot="1" noChangeAspect="1" noMove="1" noResize="1" noEditPoints="1" noAdjustHandles="1" noChangeArrowheads="1" noChangeShapeType="1" noTextEdit="1"/>
              </p:cNvSpPr>
              <p:nvPr/>
            </p:nvSpPr>
            <p:spPr>
              <a:xfrm>
                <a:off x="8762411" y="5206665"/>
                <a:ext cx="885372"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8BCB265-7FC3-4163-9196-EA48E26AA5D1}"/>
                  </a:ext>
                </a:extLst>
              </p:cNvPr>
              <p:cNvSpPr txBox="1"/>
              <p:nvPr/>
            </p:nvSpPr>
            <p:spPr>
              <a:xfrm>
                <a:off x="802640" y="5930789"/>
                <a:ext cx="5594772" cy="523220"/>
              </a:xfrm>
              <a:prstGeom prst="rect">
                <a:avLst/>
              </a:prstGeom>
              <a:noFill/>
            </p:spPr>
            <p:txBody>
              <a:bodyPr wrap="square">
                <a:spAutoFit/>
              </a:bodyPr>
              <a:lstStyle/>
              <a:p>
                <a:r>
                  <a:rPr lang="en-GB" sz="2800" i="0" dirty="0">
                    <a:solidFill>
                      <a:srgbClr val="002060"/>
                    </a:solidFill>
                    <a:latin typeface="+mj-lt"/>
                  </a:rPr>
                  <a:t>i.e., random variable </a:t>
                </a:r>
                <a14:m>
                  <m:oMath xmlns:m="http://schemas.openxmlformats.org/officeDocument/2006/math">
                    <m:r>
                      <m:rPr>
                        <m:sty m:val="p"/>
                      </m:rPr>
                      <a:rPr lang="en-GB" sz="2800" i="0" dirty="0" smtClean="0">
                        <a:solidFill>
                          <a:srgbClr val="002060"/>
                        </a:solidFill>
                        <a:latin typeface="Cambria Math" panose="02040503050406030204" pitchFamily="18" charset="0"/>
                      </a:rPr>
                      <m:t>X</m:t>
                    </m:r>
                  </m:oMath>
                </a14:m>
                <a:r>
                  <a:rPr lang="en-GB" sz="2800" i="0" dirty="0">
                    <a:solidFill>
                      <a:srgbClr val="002060"/>
                    </a:solidFill>
                    <a:latin typeface="+mj-lt"/>
                  </a:rPr>
                  <a:t> can take values</a:t>
                </a:r>
                <a:endParaRPr lang="en-IN" sz="2800" dirty="0">
                  <a:solidFill>
                    <a:srgbClr val="002060"/>
                  </a:solidFill>
                </a:endParaRPr>
              </a:p>
            </p:txBody>
          </p:sp>
        </mc:Choice>
        <mc:Fallback xmlns="">
          <p:sp>
            <p:nvSpPr>
              <p:cNvPr id="17" name="TextBox 16">
                <a:extLst>
                  <a:ext uri="{FF2B5EF4-FFF2-40B4-BE49-F238E27FC236}">
                    <a16:creationId xmlns:a16="http://schemas.microsoft.com/office/drawing/2014/main" id="{18BCB265-7FC3-4163-9196-EA48E26AA5D1}"/>
                  </a:ext>
                </a:extLst>
              </p:cNvPr>
              <p:cNvSpPr txBox="1">
                <a:spLocks noRot="1" noChangeAspect="1" noMove="1" noResize="1" noEditPoints="1" noAdjustHandles="1" noChangeArrowheads="1" noChangeShapeType="1" noTextEdit="1"/>
              </p:cNvSpPr>
              <p:nvPr/>
            </p:nvSpPr>
            <p:spPr>
              <a:xfrm>
                <a:off x="802640" y="5930789"/>
                <a:ext cx="5594772" cy="523220"/>
              </a:xfrm>
              <a:prstGeom prst="rect">
                <a:avLst/>
              </a:prstGeom>
              <a:blipFill>
                <a:blip r:embed="rId11"/>
                <a:stretch>
                  <a:fillRect l="-2290"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8E25012-6B7D-4BA6-8CC4-5AD87C16F0FD}"/>
                  </a:ext>
                </a:extLst>
              </p:cNvPr>
              <p:cNvSpPr txBox="1"/>
              <p:nvPr/>
            </p:nvSpPr>
            <p:spPr>
              <a:xfrm>
                <a:off x="6310326" y="5930789"/>
                <a:ext cx="120033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dirty="0">
                          <a:solidFill>
                            <a:srgbClr val="002060"/>
                          </a:solidFill>
                          <a:latin typeface="Cambria Math" panose="02040503050406030204" pitchFamily="18" charset="0"/>
                        </a:rPr>
                        <m:t>0</m:t>
                      </m:r>
                      <m:r>
                        <a:rPr lang="en-IN" sz="2800" dirty="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a:rPr lang="en-GB" sz="2800" dirty="0">
                          <a:solidFill>
                            <a:srgbClr val="002060"/>
                          </a:solidFill>
                          <a:latin typeface="Cambria Math" panose="02040503050406030204" pitchFamily="18" charset="0"/>
                        </a:rPr>
                        <m:t>1</m:t>
                      </m:r>
                      <m:r>
                        <a:rPr lang="en-IN" sz="2800" dirty="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a:rPr lang="en-GB" sz="2800" dirty="0">
                          <a:solidFill>
                            <a:srgbClr val="002060"/>
                          </a:solidFill>
                          <a:latin typeface="Cambria Math" panose="02040503050406030204" pitchFamily="18" charset="0"/>
                        </a:rPr>
                        <m:t>2.</m:t>
                      </m:r>
                    </m:oMath>
                  </m:oMathPara>
                </a14:m>
                <a:endParaRPr lang="en-IN" sz="2800" dirty="0">
                  <a:solidFill>
                    <a:srgbClr val="002060"/>
                  </a:solidFill>
                </a:endParaRPr>
              </a:p>
            </p:txBody>
          </p:sp>
        </mc:Choice>
        <mc:Fallback xmlns="">
          <p:sp>
            <p:nvSpPr>
              <p:cNvPr id="18" name="TextBox 17">
                <a:extLst>
                  <a:ext uri="{FF2B5EF4-FFF2-40B4-BE49-F238E27FC236}">
                    <a16:creationId xmlns:a16="http://schemas.microsoft.com/office/drawing/2014/main" id="{18E25012-6B7D-4BA6-8CC4-5AD87C16F0FD}"/>
                  </a:ext>
                </a:extLst>
              </p:cNvPr>
              <p:cNvSpPr txBox="1">
                <a:spLocks noRot="1" noChangeAspect="1" noMove="1" noResize="1" noEditPoints="1" noAdjustHandles="1" noChangeArrowheads="1" noChangeShapeType="1" noTextEdit="1"/>
              </p:cNvSpPr>
              <p:nvPr/>
            </p:nvSpPr>
            <p:spPr>
              <a:xfrm>
                <a:off x="6310326" y="5930789"/>
                <a:ext cx="1200331" cy="523220"/>
              </a:xfrm>
              <a:prstGeom prst="rect">
                <a:avLst/>
              </a:prstGeom>
              <a:blipFill>
                <a:blip r:embed="rId1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204271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6" grpId="0"/>
      <p:bldP spid="7" grpId="0"/>
      <p:bldP spid="9" grpId="0"/>
      <p:bldP spid="10" grpId="0"/>
      <p:bldP spid="11" grpId="0"/>
      <p:bldP spid="12" grpId="0"/>
      <p:bldP spid="15" grpId="0"/>
      <p:bldP spid="16" grpId="0"/>
      <p:bldP spid="17" grpId="0"/>
      <p:bldP spid="18"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340F1C-AEAB-43F6-BC28-2290E8462E32}"/>
              </a:ext>
            </a:extLst>
          </p:cNvPr>
          <p:cNvSpPr>
            <a:spLocks noGrp="1"/>
          </p:cNvSpPr>
          <p:nvPr>
            <p:ph type="title"/>
          </p:nvPr>
        </p:nvSpPr>
        <p:spPr/>
        <p:txBody>
          <a:bodyPr/>
          <a:lstStyle/>
          <a:p>
            <a:r>
              <a:rPr lang="en-IN" dirty="0"/>
              <a:t>Discrete Random Variable</a:t>
            </a:r>
          </a:p>
        </p:txBody>
      </p:sp>
      <p:sp>
        <p:nvSpPr>
          <p:cNvPr id="5" name="Content Placeholder 4">
            <a:extLst>
              <a:ext uri="{FF2B5EF4-FFF2-40B4-BE49-F238E27FC236}">
                <a16:creationId xmlns:a16="http://schemas.microsoft.com/office/drawing/2014/main" id="{979EEE02-B6D3-43B4-AEFC-5E226BF33B4B}"/>
              </a:ext>
            </a:extLst>
          </p:cNvPr>
          <p:cNvSpPr>
            <a:spLocks noGrp="1"/>
          </p:cNvSpPr>
          <p:nvPr>
            <p:ph idx="1"/>
          </p:nvPr>
        </p:nvSpPr>
        <p:spPr/>
        <p:txBody>
          <a:bodyPr/>
          <a:lstStyle/>
          <a:p>
            <a:pPr lvl="0"/>
            <a:r>
              <a:rPr lang="en-US" dirty="0"/>
              <a:t>Some other examples of discrete random variable.</a:t>
            </a:r>
            <a:endParaRPr lang="en-IN" dirty="0"/>
          </a:p>
          <a:p>
            <a:pPr lvl="1"/>
            <a:r>
              <a:rPr lang="en-US" dirty="0"/>
              <a:t>Number of children in a family.</a:t>
            </a:r>
            <a:endParaRPr lang="en-IN" dirty="0"/>
          </a:p>
          <a:p>
            <a:pPr lvl="1"/>
            <a:r>
              <a:rPr lang="en-US" dirty="0"/>
              <a:t>Numbers of stars in the sky.</a:t>
            </a:r>
            <a:endParaRPr lang="en-IN" dirty="0"/>
          </a:p>
          <a:p>
            <a:pPr lvl="1"/>
            <a:r>
              <a:rPr lang="en-US" dirty="0"/>
              <a:t>Profit made by investor in a day</a:t>
            </a:r>
            <a:endParaRPr lang="en-GB" dirty="0"/>
          </a:p>
        </p:txBody>
      </p:sp>
    </p:spTree>
    <p:extLst>
      <p:ext uri="{BB962C8B-B14F-4D97-AF65-F5344CB8AC3E}">
        <p14:creationId xmlns:p14="http://schemas.microsoft.com/office/powerpoint/2010/main" val="4157192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340F1C-AEAB-43F6-BC28-2290E8462E32}"/>
              </a:ext>
            </a:extLst>
          </p:cNvPr>
          <p:cNvSpPr>
            <a:spLocks noGrp="1"/>
          </p:cNvSpPr>
          <p:nvPr>
            <p:ph type="title"/>
          </p:nvPr>
        </p:nvSpPr>
        <p:spPr/>
        <p:txBody>
          <a:bodyPr/>
          <a:lstStyle/>
          <a:p>
            <a:r>
              <a:rPr lang="en-IN" dirty="0"/>
              <a:t>Continuous Random Variable</a:t>
            </a:r>
          </a:p>
        </p:txBody>
      </p:sp>
      <p:sp>
        <p:nvSpPr>
          <p:cNvPr id="5" name="Content Placeholder 4">
            <a:extLst>
              <a:ext uri="{FF2B5EF4-FFF2-40B4-BE49-F238E27FC236}">
                <a16:creationId xmlns:a16="http://schemas.microsoft.com/office/drawing/2014/main" id="{979EEE02-B6D3-43B4-AEFC-5E226BF33B4B}"/>
              </a:ext>
            </a:extLst>
          </p:cNvPr>
          <p:cNvSpPr>
            <a:spLocks noGrp="1"/>
          </p:cNvSpPr>
          <p:nvPr>
            <p:ph idx="1"/>
          </p:nvPr>
        </p:nvSpPr>
        <p:spPr/>
        <p:txBody>
          <a:bodyPr/>
          <a:lstStyle/>
          <a:p>
            <a:pPr lvl="0"/>
            <a:r>
              <a:rPr lang="en-US" dirty="0"/>
              <a:t>If a random variable can take </a:t>
            </a:r>
            <a:r>
              <a:rPr lang="en-US" b="1" dirty="0">
                <a:solidFill>
                  <a:srgbClr val="FF0000"/>
                </a:solidFill>
              </a:rPr>
              <a:t>all values within an interval</a:t>
            </a:r>
            <a:r>
              <a:rPr lang="en-US" dirty="0"/>
              <a:t>, is known as continuous random variable.</a:t>
            </a:r>
            <a:endParaRPr lang="en-IN" dirty="0"/>
          </a:p>
          <a:p>
            <a:pPr lvl="0"/>
            <a:r>
              <a:rPr lang="en-US" dirty="0"/>
              <a:t>Continuous random variable </a:t>
            </a:r>
            <a:r>
              <a:rPr lang="en-US" b="1" dirty="0"/>
              <a:t>cannot be measured exactly</a:t>
            </a:r>
            <a:r>
              <a:rPr lang="en-US" dirty="0"/>
              <a:t>.</a:t>
            </a:r>
            <a:endParaRPr lang="en-IN" dirty="0"/>
          </a:p>
          <a:p>
            <a:pPr lvl="0"/>
            <a:r>
              <a:rPr lang="en-US" b="1" dirty="0">
                <a:solidFill>
                  <a:schemeClr val="accent6">
                    <a:lumMod val="50000"/>
                  </a:schemeClr>
                </a:solidFill>
              </a:rPr>
              <a:t>For example:</a:t>
            </a:r>
            <a:endParaRPr lang="en-IN" b="1" dirty="0">
              <a:solidFill>
                <a:schemeClr val="accent6">
                  <a:lumMod val="50000"/>
                </a:schemeClr>
              </a:solidFill>
            </a:endParaRPr>
          </a:p>
          <a:p>
            <a:pPr lvl="1"/>
            <a:r>
              <a:rPr lang="en-US" dirty="0"/>
              <a:t>The age of a person</a:t>
            </a:r>
            <a:endParaRPr lang="en-IN" dirty="0"/>
          </a:p>
          <a:p>
            <a:pPr lvl="1"/>
            <a:r>
              <a:rPr lang="en-US" dirty="0"/>
              <a:t>Weight and height of a person</a:t>
            </a:r>
            <a:endParaRPr lang="en-IN" dirty="0"/>
          </a:p>
          <a:p>
            <a:pPr lvl="1"/>
            <a:r>
              <a:rPr lang="en-US" dirty="0"/>
              <a:t>Life of an electric bulb</a:t>
            </a:r>
            <a:endParaRPr lang="en-GB" dirty="0"/>
          </a:p>
        </p:txBody>
      </p:sp>
    </p:spTree>
    <p:extLst>
      <p:ext uri="{BB962C8B-B14F-4D97-AF65-F5344CB8AC3E}">
        <p14:creationId xmlns:p14="http://schemas.microsoft.com/office/powerpoint/2010/main" val="3341875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340F1C-AEAB-43F6-BC28-2290E8462E32}"/>
              </a:ext>
            </a:extLst>
          </p:cNvPr>
          <p:cNvSpPr>
            <a:spLocks noGrp="1"/>
          </p:cNvSpPr>
          <p:nvPr>
            <p:ph type="title"/>
          </p:nvPr>
        </p:nvSpPr>
        <p:spPr/>
        <p:txBody>
          <a:bodyPr/>
          <a:lstStyle/>
          <a:p>
            <a:r>
              <a:rPr lang="en-IN" dirty="0"/>
              <a:t>Discrete Random Variable</a:t>
            </a:r>
          </a:p>
        </p:txBody>
      </p:sp>
      <p:sp>
        <p:nvSpPr>
          <p:cNvPr id="5" name="Content Placeholder 4">
            <a:extLst>
              <a:ext uri="{FF2B5EF4-FFF2-40B4-BE49-F238E27FC236}">
                <a16:creationId xmlns:a16="http://schemas.microsoft.com/office/drawing/2014/main" id="{979EEE02-B6D3-43B4-AEFC-5E226BF33B4B}"/>
              </a:ext>
            </a:extLst>
          </p:cNvPr>
          <p:cNvSpPr>
            <a:spLocks noGrp="1"/>
          </p:cNvSpPr>
          <p:nvPr>
            <p:ph idx="1"/>
          </p:nvPr>
        </p:nvSpPr>
        <p:spPr/>
        <p:txBody>
          <a:bodyPr/>
          <a:lstStyle/>
          <a:p>
            <a:pPr lvl="0"/>
            <a:r>
              <a:rPr lang="en-US" dirty="0"/>
              <a:t>Some other examples of discrete random variable.</a:t>
            </a:r>
            <a:endParaRPr lang="en-IN" dirty="0"/>
          </a:p>
          <a:p>
            <a:pPr lvl="1"/>
            <a:r>
              <a:rPr lang="en-US" dirty="0"/>
              <a:t>Number of children in a family.</a:t>
            </a:r>
            <a:endParaRPr lang="en-IN" dirty="0"/>
          </a:p>
          <a:p>
            <a:pPr lvl="1"/>
            <a:r>
              <a:rPr lang="en-US" dirty="0"/>
              <a:t>Numbers of stars in the sky.</a:t>
            </a:r>
            <a:endParaRPr lang="en-IN" dirty="0"/>
          </a:p>
          <a:p>
            <a:pPr lvl="1"/>
            <a:r>
              <a:rPr lang="en-US" dirty="0"/>
              <a:t>Profit made by investor in a day</a:t>
            </a:r>
            <a:endParaRPr lang="en-GB" dirty="0"/>
          </a:p>
        </p:txBody>
      </p:sp>
    </p:spTree>
    <p:extLst>
      <p:ext uri="{BB962C8B-B14F-4D97-AF65-F5344CB8AC3E}">
        <p14:creationId xmlns:p14="http://schemas.microsoft.com/office/powerpoint/2010/main" val="389470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340F1C-AEAB-43F6-BC28-2290E8462E32}"/>
              </a:ext>
            </a:extLst>
          </p:cNvPr>
          <p:cNvSpPr>
            <a:spLocks noGrp="1"/>
          </p:cNvSpPr>
          <p:nvPr>
            <p:ph type="title"/>
          </p:nvPr>
        </p:nvSpPr>
        <p:spPr/>
        <p:txBody>
          <a:bodyPr/>
          <a:lstStyle/>
          <a:p>
            <a:r>
              <a:rPr lang="en-GB" dirty="0"/>
              <a:t>Probability Distribution of Random Variable</a:t>
            </a:r>
            <a:endParaRPr lang="en-IN" dirty="0"/>
          </a:p>
        </p:txBody>
      </p:sp>
      <p:sp>
        <p:nvSpPr>
          <p:cNvPr id="5" name="Content Placeholder 4">
            <a:extLst>
              <a:ext uri="{FF2B5EF4-FFF2-40B4-BE49-F238E27FC236}">
                <a16:creationId xmlns:a16="http://schemas.microsoft.com/office/drawing/2014/main" id="{979EEE02-B6D3-43B4-AEFC-5E226BF33B4B}"/>
              </a:ext>
            </a:extLst>
          </p:cNvPr>
          <p:cNvSpPr>
            <a:spLocks noGrp="1"/>
          </p:cNvSpPr>
          <p:nvPr>
            <p:ph idx="1"/>
          </p:nvPr>
        </p:nvSpPr>
        <p:spPr/>
        <p:txBody>
          <a:bodyPr/>
          <a:lstStyle/>
          <a:p>
            <a:pPr lvl="0"/>
            <a:r>
              <a:rPr lang="en-US" dirty="0"/>
              <a:t>Probability distribution of random variable is the set of its possible values together with their respective probabilities.</a:t>
            </a:r>
          </a:p>
          <a:p>
            <a:pPr marL="274638" indent="0">
              <a:buNone/>
            </a:pPr>
            <a:r>
              <a:rPr lang="en-US" dirty="0"/>
              <a:t>i.e.,</a:t>
            </a:r>
            <a:endParaRPr lang="en-IN" dirty="0"/>
          </a:p>
        </p:txBody>
      </p:sp>
      <p:graphicFrame>
        <p:nvGraphicFramePr>
          <p:cNvPr id="2" name="Table 2">
            <a:extLst>
              <a:ext uri="{FF2B5EF4-FFF2-40B4-BE49-F238E27FC236}">
                <a16:creationId xmlns:a16="http://schemas.microsoft.com/office/drawing/2014/main" id="{F29F032C-69C0-4173-9C3B-2210BD27FE1A}"/>
              </a:ext>
            </a:extLst>
          </p:cNvPr>
          <p:cNvGraphicFramePr>
            <a:graphicFrameLocks noGrp="1"/>
          </p:cNvGraphicFramePr>
          <p:nvPr/>
        </p:nvGraphicFramePr>
        <p:xfrm>
          <a:off x="1473201" y="2851499"/>
          <a:ext cx="9245600" cy="1210278"/>
        </p:xfrm>
        <a:graphic>
          <a:graphicData uri="http://schemas.openxmlformats.org/drawingml/2006/table">
            <a:tbl>
              <a:tblPr firstCol="1" bandRow="1">
                <a:tableStyleId>{93296810-A885-4BE3-A3E7-6D5BEEA58F35}</a:tableStyleId>
              </a:tblPr>
              <a:tblGrid>
                <a:gridCol w="2003030">
                  <a:extLst>
                    <a:ext uri="{9D8B030D-6E8A-4147-A177-3AD203B41FA5}">
                      <a16:colId xmlns:a16="http://schemas.microsoft.com/office/drawing/2014/main" val="2280401672"/>
                    </a:ext>
                  </a:extLst>
                </a:gridCol>
                <a:gridCol w="1448514">
                  <a:extLst>
                    <a:ext uri="{9D8B030D-6E8A-4147-A177-3AD203B41FA5}">
                      <a16:colId xmlns:a16="http://schemas.microsoft.com/office/drawing/2014/main" val="3689709473"/>
                    </a:ext>
                  </a:extLst>
                </a:gridCol>
                <a:gridCol w="1448514">
                  <a:extLst>
                    <a:ext uri="{9D8B030D-6E8A-4147-A177-3AD203B41FA5}">
                      <a16:colId xmlns:a16="http://schemas.microsoft.com/office/drawing/2014/main" val="1526058969"/>
                    </a:ext>
                  </a:extLst>
                </a:gridCol>
                <a:gridCol w="1448514">
                  <a:extLst>
                    <a:ext uri="{9D8B030D-6E8A-4147-A177-3AD203B41FA5}">
                      <a16:colId xmlns:a16="http://schemas.microsoft.com/office/drawing/2014/main" val="3685876560"/>
                    </a:ext>
                  </a:extLst>
                </a:gridCol>
                <a:gridCol w="1448514">
                  <a:extLst>
                    <a:ext uri="{9D8B030D-6E8A-4147-A177-3AD203B41FA5}">
                      <a16:colId xmlns:a16="http://schemas.microsoft.com/office/drawing/2014/main" val="483004793"/>
                    </a:ext>
                  </a:extLst>
                </a:gridCol>
                <a:gridCol w="1448514">
                  <a:extLst>
                    <a:ext uri="{9D8B030D-6E8A-4147-A177-3AD203B41FA5}">
                      <a16:colId xmlns:a16="http://schemas.microsoft.com/office/drawing/2014/main" val="739877591"/>
                    </a:ext>
                  </a:extLst>
                </a:gridCol>
              </a:tblGrid>
              <a:tr h="605139">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baseline="30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baseline="30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7204194"/>
                  </a:ext>
                </a:extLst>
              </a:tr>
              <a:tr h="605139">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baseline="30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baseline="30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7604946"/>
                  </a:ext>
                </a:extLst>
              </a:tr>
            </a:tbl>
          </a:graphicData>
        </a:graphic>
      </p:graphicFrame>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CDBA987-683D-4179-9A8B-832784249B7F}"/>
                  </a:ext>
                </a:extLst>
              </p:cNvPr>
              <p:cNvSpPr txBox="1"/>
              <p:nvPr/>
            </p:nvSpPr>
            <p:spPr>
              <a:xfrm>
                <a:off x="1666081" y="2869103"/>
                <a:ext cx="1669345"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i="0" dirty="0" smtClean="0">
                          <a:solidFill>
                            <a:schemeClr val="bg1"/>
                          </a:solidFill>
                          <a:latin typeface="Cambria Math" panose="02040503050406030204" pitchFamily="18" charset="0"/>
                        </a:rPr>
                        <m:t>𝐗</m:t>
                      </m:r>
                    </m:oMath>
                  </m:oMathPara>
                </a14:m>
                <a:endParaRPr lang="en-IN" b="1" dirty="0">
                  <a:solidFill>
                    <a:schemeClr val="bg1"/>
                  </a:solidFill>
                </a:endParaRPr>
              </a:p>
            </p:txBody>
          </p:sp>
        </mc:Choice>
        <mc:Fallback xmlns="">
          <p:sp>
            <p:nvSpPr>
              <p:cNvPr id="3" name="TextBox 2">
                <a:extLst>
                  <a:ext uri="{FF2B5EF4-FFF2-40B4-BE49-F238E27FC236}">
                    <a16:creationId xmlns:a16="http://schemas.microsoft.com/office/drawing/2014/main" id="{ECDBA987-683D-4179-9A8B-832784249B7F}"/>
                  </a:ext>
                </a:extLst>
              </p:cNvPr>
              <p:cNvSpPr txBox="1">
                <a:spLocks noRot="1" noChangeAspect="1" noMove="1" noResize="1" noEditPoints="1" noAdjustHandles="1" noChangeArrowheads="1" noChangeShapeType="1" noTextEdit="1"/>
              </p:cNvSpPr>
              <p:nvPr/>
            </p:nvSpPr>
            <p:spPr>
              <a:xfrm>
                <a:off x="1666081" y="2869103"/>
                <a:ext cx="1669345"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E01E9F7-A097-474C-987D-17BDAEE3F53E}"/>
                  </a:ext>
                </a:extLst>
              </p:cNvPr>
              <p:cNvSpPr txBox="1"/>
              <p:nvPr/>
            </p:nvSpPr>
            <p:spPr>
              <a:xfrm>
                <a:off x="1666081" y="3506466"/>
                <a:ext cx="1669345"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dirty="0" smtClean="0">
                          <a:solidFill>
                            <a:schemeClr val="bg1"/>
                          </a:solidFill>
                          <a:latin typeface="Cambria Math" panose="02040503050406030204" pitchFamily="18" charset="0"/>
                        </a:rPr>
                        <m:t>𝐏</m:t>
                      </m:r>
                      <m:d>
                        <m:dPr>
                          <m:ctrlPr>
                            <a:rPr lang="en-IN" sz="2800" b="1" i="1" dirty="0">
                              <a:solidFill>
                                <a:schemeClr val="bg1"/>
                              </a:solidFill>
                              <a:latin typeface="Cambria Math" panose="02040503050406030204" pitchFamily="18" charset="0"/>
                            </a:rPr>
                          </m:ctrlPr>
                        </m:dPr>
                        <m:e>
                          <m:r>
                            <a:rPr lang="en-IN" sz="2800" b="1" dirty="0">
                              <a:solidFill>
                                <a:schemeClr val="bg1"/>
                              </a:solidFill>
                              <a:latin typeface="Cambria Math" panose="02040503050406030204" pitchFamily="18" charset="0"/>
                            </a:rPr>
                            <m:t>𝐗</m:t>
                          </m:r>
                          <m:r>
                            <a:rPr lang="en-IN" sz="2800" b="1" dirty="0">
                              <a:solidFill>
                                <a:schemeClr val="bg1"/>
                              </a:solidFill>
                              <a:latin typeface="Cambria Math" panose="02040503050406030204" pitchFamily="18" charset="0"/>
                            </a:rPr>
                            <m:t>=</m:t>
                          </m:r>
                          <m:r>
                            <a:rPr lang="en-IN" sz="2800" b="1" dirty="0">
                              <a:solidFill>
                                <a:schemeClr val="bg1"/>
                              </a:solidFill>
                              <a:latin typeface="Cambria Math" panose="02040503050406030204" pitchFamily="18" charset="0"/>
                            </a:rPr>
                            <m:t>𝐱</m:t>
                          </m:r>
                        </m:e>
                      </m:d>
                    </m:oMath>
                  </m:oMathPara>
                </a14:m>
                <a:endParaRPr lang="en-IN" b="1" dirty="0">
                  <a:solidFill>
                    <a:schemeClr val="bg1"/>
                  </a:solidFill>
                </a:endParaRPr>
              </a:p>
            </p:txBody>
          </p:sp>
        </mc:Choice>
        <mc:Fallback xmlns="">
          <p:sp>
            <p:nvSpPr>
              <p:cNvPr id="6" name="TextBox 5">
                <a:extLst>
                  <a:ext uri="{FF2B5EF4-FFF2-40B4-BE49-F238E27FC236}">
                    <a16:creationId xmlns:a16="http://schemas.microsoft.com/office/drawing/2014/main" id="{9E01E9F7-A097-474C-987D-17BDAEE3F53E}"/>
                  </a:ext>
                </a:extLst>
              </p:cNvPr>
              <p:cNvSpPr txBox="1">
                <a:spLocks noRot="1" noChangeAspect="1" noMove="1" noResize="1" noEditPoints="1" noAdjustHandles="1" noChangeArrowheads="1" noChangeShapeType="1" noTextEdit="1"/>
              </p:cNvSpPr>
              <p:nvPr/>
            </p:nvSpPr>
            <p:spPr>
              <a:xfrm>
                <a:off x="1666081" y="3506466"/>
                <a:ext cx="1669345"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C9700C7-B1F1-4CBE-BB75-78996ED25DA1}"/>
                  </a:ext>
                </a:extLst>
              </p:cNvPr>
              <p:cNvSpPr txBox="1"/>
              <p:nvPr/>
            </p:nvSpPr>
            <p:spPr>
              <a:xfrm>
                <a:off x="3878847" y="2869103"/>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𝟏</m:t>
                          </m:r>
                        </m:sub>
                      </m:sSub>
                    </m:oMath>
                  </m:oMathPara>
                </a14:m>
                <a:endParaRPr lang="en-IN" b="1" dirty="0">
                  <a:solidFill>
                    <a:srgbClr val="002060"/>
                  </a:solidFill>
                </a:endParaRPr>
              </a:p>
            </p:txBody>
          </p:sp>
        </mc:Choice>
        <mc:Fallback xmlns="">
          <p:sp>
            <p:nvSpPr>
              <p:cNvPr id="8" name="TextBox 7">
                <a:extLst>
                  <a:ext uri="{FF2B5EF4-FFF2-40B4-BE49-F238E27FC236}">
                    <a16:creationId xmlns:a16="http://schemas.microsoft.com/office/drawing/2014/main" id="{BC9700C7-B1F1-4CBE-BB75-78996ED25DA1}"/>
                  </a:ext>
                </a:extLst>
              </p:cNvPr>
              <p:cNvSpPr txBox="1">
                <a:spLocks noRot="1" noChangeAspect="1" noMove="1" noResize="1" noEditPoints="1" noAdjustHandles="1" noChangeArrowheads="1" noChangeShapeType="1" noTextEdit="1"/>
              </p:cNvSpPr>
              <p:nvPr/>
            </p:nvSpPr>
            <p:spPr>
              <a:xfrm>
                <a:off x="3878847" y="2869103"/>
                <a:ext cx="653612"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C30F373-301C-49B5-B5DD-139DE616B925}"/>
                  </a:ext>
                </a:extLst>
              </p:cNvPr>
              <p:cNvSpPr txBox="1"/>
              <p:nvPr/>
            </p:nvSpPr>
            <p:spPr>
              <a:xfrm>
                <a:off x="5328365" y="2869103"/>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𝟐</m:t>
                          </m:r>
                        </m:sub>
                      </m:sSub>
                    </m:oMath>
                  </m:oMathPara>
                </a14:m>
                <a:endParaRPr lang="en-IN" b="1" dirty="0">
                  <a:solidFill>
                    <a:srgbClr val="002060"/>
                  </a:solidFill>
                </a:endParaRPr>
              </a:p>
            </p:txBody>
          </p:sp>
        </mc:Choice>
        <mc:Fallback xmlns="">
          <p:sp>
            <p:nvSpPr>
              <p:cNvPr id="9" name="TextBox 8">
                <a:extLst>
                  <a:ext uri="{FF2B5EF4-FFF2-40B4-BE49-F238E27FC236}">
                    <a16:creationId xmlns:a16="http://schemas.microsoft.com/office/drawing/2014/main" id="{BC30F373-301C-49B5-B5DD-139DE616B925}"/>
                  </a:ext>
                </a:extLst>
              </p:cNvPr>
              <p:cNvSpPr txBox="1">
                <a:spLocks noRot="1" noChangeAspect="1" noMove="1" noResize="1" noEditPoints="1" noAdjustHandles="1" noChangeArrowheads="1" noChangeShapeType="1" noTextEdit="1"/>
              </p:cNvSpPr>
              <p:nvPr/>
            </p:nvSpPr>
            <p:spPr>
              <a:xfrm>
                <a:off x="5328365" y="2869103"/>
                <a:ext cx="653612"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F886E3F-5D03-4E4A-9CE5-F60A181598B7}"/>
                  </a:ext>
                </a:extLst>
              </p:cNvPr>
              <p:cNvSpPr txBox="1"/>
              <p:nvPr/>
            </p:nvSpPr>
            <p:spPr>
              <a:xfrm>
                <a:off x="6777883" y="2869103"/>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𝟑</m:t>
                          </m:r>
                        </m:sub>
                      </m:sSub>
                    </m:oMath>
                  </m:oMathPara>
                </a14:m>
                <a:endParaRPr lang="en-IN" b="1" dirty="0">
                  <a:solidFill>
                    <a:srgbClr val="002060"/>
                  </a:solidFill>
                </a:endParaRPr>
              </a:p>
            </p:txBody>
          </p:sp>
        </mc:Choice>
        <mc:Fallback xmlns="">
          <p:sp>
            <p:nvSpPr>
              <p:cNvPr id="10" name="TextBox 9">
                <a:extLst>
                  <a:ext uri="{FF2B5EF4-FFF2-40B4-BE49-F238E27FC236}">
                    <a16:creationId xmlns:a16="http://schemas.microsoft.com/office/drawing/2014/main" id="{AF886E3F-5D03-4E4A-9CE5-F60A181598B7}"/>
                  </a:ext>
                </a:extLst>
              </p:cNvPr>
              <p:cNvSpPr txBox="1">
                <a:spLocks noRot="1" noChangeAspect="1" noMove="1" noResize="1" noEditPoints="1" noAdjustHandles="1" noChangeArrowheads="1" noChangeShapeType="1" noTextEdit="1"/>
              </p:cNvSpPr>
              <p:nvPr/>
            </p:nvSpPr>
            <p:spPr>
              <a:xfrm>
                <a:off x="6777883" y="2869103"/>
                <a:ext cx="653612"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BF7FAA3-92E3-4D19-827C-684BAC430B86}"/>
                  </a:ext>
                </a:extLst>
              </p:cNvPr>
              <p:cNvSpPr txBox="1"/>
              <p:nvPr/>
            </p:nvSpPr>
            <p:spPr>
              <a:xfrm>
                <a:off x="9676918" y="2869103"/>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𝐧</m:t>
                          </m:r>
                        </m:sub>
                      </m:sSub>
                    </m:oMath>
                  </m:oMathPara>
                </a14:m>
                <a:endParaRPr lang="en-IN" b="1" dirty="0">
                  <a:solidFill>
                    <a:srgbClr val="002060"/>
                  </a:solidFill>
                </a:endParaRPr>
              </a:p>
            </p:txBody>
          </p:sp>
        </mc:Choice>
        <mc:Fallback xmlns="">
          <p:sp>
            <p:nvSpPr>
              <p:cNvPr id="12" name="TextBox 11">
                <a:extLst>
                  <a:ext uri="{FF2B5EF4-FFF2-40B4-BE49-F238E27FC236}">
                    <a16:creationId xmlns:a16="http://schemas.microsoft.com/office/drawing/2014/main" id="{8BF7FAA3-92E3-4D19-827C-684BAC430B86}"/>
                  </a:ext>
                </a:extLst>
              </p:cNvPr>
              <p:cNvSpPr txBox="1">
                <a:spLocks noRot="1" noChangeAspect="1" noMove="1" noResize="1" noEditPoints="1" noAdjustHandles="1" noChangeArrowheads="1" noChangeShapeType="1" noTextEdit="1"/>
              </p:cNvSpPr>
              <p:nvPr/>
            </p:nvSpPr>
            <p:spPr>
              <a:xfrm>
                <a:off x="9676918" y="2869103"/>
                <a:ext cx="653612"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E1013CC-7BFA-4EAB-A896-B6A76B3B98EF}"/>
                  </a:ext>
                </a:extLst>
              </p:cNvPr>
              <p:cNvSpPr txBox="1"/>
              <p:nvPr/>
            </p:nvSpPr>
            <p:spPr>
              <a:xfrm>
                <a:off x="3532552" y="3506466"/>
                <a:ext cx="1335143"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dirty="0" smtClean="0">
                          <a:solidFill>
                            <a:srgbClr val="002060"/>
                          </a:solidFill>
                          <a:latin typeface="Cambria Math" panose="02040503050406030204" pitchFamily="18" charset="0"/>
                        </a:rPr>
                        <m:t>𝐩</m:t>
                      </m:r>
                      <m:d>
                        <m:dPr>
                          <m:ctrlPr>
                            <a:rPr lang="en-IN" sz="2800" b="1" i="1" dirty="0" smtClean="0">
                              <a:solidFill>
                                <a:srgbClr val="002060"/>
                              </a:solidFill>
                              <a:latin typeface="Cambria Math" panose="02040503050406030204" pitchFamily="18" charset="0"/>
                            </a:rPr>
                          </m:ctrlPr>
                        </m:dPr>
                        <m:e>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𝟏</m:t>
                              </m:r>
                            </m:sub>
                          </m:sSub>
                        </m:e>
                      </m:d>
                    </m:oMath>
                  </m:oMathPara>
                </a14:m>
                <a:endParaRPr lang="en-IN" b="1" dirty="0">
                  <a:solidFill>
                    <a:srgbClr val="002060"/>
                  </a:solidFill>
                </a:endParaRPr>
              </a:p>
            </p:txBody>
          </p:sp>
        </mc:Choice>
        <mc:Fallback xmlns="">
          <p:sp>
            <p:nvSpPr>
              <p:cNvPr id="16" name="TextBox 15">
                <a:extLst>
                  <a:ext uri="{FF2B5EF4-FFF2-40B4-BE49-F238E27FC236}">
                    <a16:creationId xmlns:a16="http://schemas.microsoft.com/office/drawing/2014/main" id="{9E1013CC-7BFA-4EAB-A896-B6A76B3B98EF}"/>
                  </a:ext>
                </a:extLst>
              </p:cNvPr>
              <p:cNvSpPr txBox="1">
                <a:spLocks noRot="1" noChangeAspect="1" noMove="1" noResize="1" noEditPoints="1" noAdjustHandles="1" noChangeArrowheads="1" noChangeShapeType="1" noTextEdit="1"/>
              </p:cNvSpPr>
              <p:nvPr/>
            </p:nvSpPr>
            <p:spPr>
              <a:xfrm>
                <a:off x="3532552" y="3506466"/>
                <a:ext cx="1335143"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485810B-B82B-4DBA-B85C-5EB25C387DBA}"/>
                  </a:ext>
                </a:extLst>
              </p:cNvPr>
              <p:cNvSpPr txBox="1"/>
              <p:nvPr/>
            </p:nvSpPr>
            <p:spPr>
              <a:xfrm>
                <a:off x="9336152" y="3506466"/>
                <a:ext cx="1335143"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dirty="0" smtClean="0">
                          <a:solidFill>
                            <a:srgbClr val="002060"/>
                          </a:solidFill>
                          <a:latin typeface="Cambria Math" panose="02040503050406030204" pitchFamily="18" charset="0"/>
                        </a:rPr>
                        <m:t>𝐩</m:t>
                      </m:r>
                      <m:d>
                        <m:dPr>
                          <m:ctrlPr>
                            <a:rPr lang="en-IN" sz="2800" b="1" i="1" dirty="0" smtClean="0">
                              <a:solidFill>
                                <a:srgbClr val="002060"/>
                              </a:solidFill>
                              <a:latin typeface="Cambria Math" panose="02040503050406030204" pitchFamily="18" charset="0"/>
                            </a:rPr>
                          </m:ctrlPr>
                        </m:dPr>
                        <m:e>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𝐧</m:t>
                              </m:r>
                            </m:sub>
                          </m:sSub>
                        </m:e>
                      </m:d>
                    </m:oMath>
                  </m:oMathPara>
                </a14:m>
                <a:endParaRPr lang="en-IN" b="1" dirty="0">
                  <a:solidFill>
                    <a:srgbClr val="002060"/>
                  </a:solidFill>
                </a:endParaRPr>
              </a:p>
            </p:txBody>
          </p:sp>
        </mc:Choice>
        <mc:Fallback xmlns="">
          <p:sp>
            <p:nvSpPr>
              <p:cNvPr id="24" name="TextBox 23">
                <a:extLst>
                  <a:ext uri="{FF2B5EF4-FFF2-40B4-BE49-F238E27FC236}">
                    <a16:creationId xmlns:a16="http://schemas.microsoft.com/office/drawing/2014/main" id="{0485810B-B82B-4DBA-B85C-5EB25C387DBA}"/>
                  </a:ext>
                </a:extLst>
              </p:cNvPr>
              <p:cNvSpPr txBox="1">
                <a:spLocks noRot="1" noChangeAspect="1" noMove="1" noResize="1" noEditPoints="1" noAdjustHandles="1" noChangeArrowheads="1" noChangeShapeType="1" noTextEdit="1"/>
              </p:cNvSpPr>
              <p:nvPr/>
            </p:nvSpPr>
            <p:spPr>
              <a:xfrm>
                <a:off x="9336152" y="3506466"/>
                <a:ext cx="1335143"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8616358-2A2B-43EC-B35F-02AF32942D06}"/>
                  </a:ext>
                </a:extLst>
              </p:cNvPr>
              <p:cNvSpPr txBox="1"/>
              <p:nvPr/>
            </p:nvSpPr>
            <p:spPr>
              <a:xfrm>
                <a:off x="4983452" y="3506466"/>
                <a:ext cx="1335143"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dirty="0" smtClean="0">
                          <a:solidFill>
                            <a:srgbClr val="002060"/>
                          </a:solidFill>
                          <a:latin typeface="Cambria Math" panose="02040503050406030204" pitchFamily="18" charset="0"/>
                        </a:rPr>
                        <m:t>𝐩</m:t>
                      </m:r>
                      <m:d>
                        <m:dPr>
                          <m:ctrlPr>
                            <a:rPr lang="en-IN" sz="2800" b="1" i="1" dirty="0" smtClean="0">
                              <a:solidFill>
                                <a:srgbClr val="002060"/>
                              </a:solidFill>
                              <a:latin typeface="Cambria Math" panose="02040503050406030204" pitchFamily="18" charset="0"/>
                            </a:rPr>
                          </m:ctrlPr>
                        </m:dPr>
                        <m:e>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𝟐</m:t>
                              </m:r>
                            </m:sub>
                          </m:sSub>
                        </m:e>
                      </m:d>
                    </m:oMath>
                  </m:oMathPara>
                </a14:m>
                <a:endParaRPr lang="en-IN" b="1" dirty="0">
                  <a:solidFill>
                    <a:srgbClr val="002060"/>
                  </a:solidFill>
                </a:endParaRPr>
              </a:p>
            </p:txBody>
          </p:sp>
        </mc:Choice>
        <mc:Fallback xmlns="">
          <p:sp>
            <p:nvSpPr>
              <p:cNvPr id="25" name="TextBox 24">
                <a:extLst>
                  <a:ext uri="{FF2B5EF4-FFF2-40B4-BE49-F238E27FC236}">
                    <a16:creationId xmlns:a16="http://schemas.microsoft.com/office/drawing/2014/main" id="{68616358-2A2B-43EC-B35F-02AF32942D06}"/>
                  </a:ext>
                </a:extLst>
              </p:cNvPr>
              <p:cNvSpPr txBox="1">
                <a:spLocks noRot="1" noChangeAspect="1" noMove="1" noResize="1" noEditPoints="1" noAdjustHandles="1" noChangeArrowheads="1" noChangeShapeType="1" noTextEdit="1"/>
              </p:cNvSpPr>
              <p:nvPr/>
            </p:nvSpPr>
            <p:spPr>
              <a:xfrm>
                <a:off x="4983452" y="3506466"/>
                <a:ext cx="1335143"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FA6680E-E577-426C-BDAC-3AE01923E63F}"/>
                  </a:ext>
                </a:extLst>
              </p:cNvPr>
              <p:cNvSpPr txBox="1"/>
              <p:nvPr/>
            </p:nvSpPr>
            <p:spPr>
              <a:xfrm>
                <a:off x="6434352" y="3506466"/>
                <a:ext cx="1335143"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dirty="0" smtClean="0">
                          <a:solidFill>
                            <a:srgbClr val="002060"/>
                          </a:solidFill>
                          <a:latin typeface="Cambria Math" panose="02040503050406030204" pitchFamily="18" charset="0"/>
                        </a:rPr>
                        <m:t>𝐩</m:t>
                      </m:r>
                      <m:d>
                        <m:dPr>
                          <m:ctrlPr>
                            <a:rPr lang="en-IN" sz="2800" b="1" i="1" dirty="0" smtClean="0">
                              <a:solidFill>
                                <a:srgbClr val="002060"/>
                              </a:solidFill>
                              <a:latin typeface="Cambria Math" panose="02040503050406030204" pitchFamily="18" charset="0"/>
                            </a:rPr>
                          </m:ctrlPr>
                        </m:dPr>
                        <m:e>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𝟑</m:t>
                              </m:r>
                            </m:sub>
                          </m:sSub>
                        </m:e>
                      </m:d>
                    </m:oMath>
                  </m:oMathPara>
                </a14:m>
                <a:endParaRPr lang="en-IN" b="1" dirty="0">
                  <a:solidFill>
                    <a:srgbClr val="002060"/>
                  </a:solidFill>
                </a:endParaRPr>
              </a:p>
            </p:txBody>
          </p:sp>
        </mc:Choice>
        <mc:Fallback xmlns="">
          <p:sp>
            <p:nvSpPr>
              <p:cNvPr id="26" name="TextBox 25">
                <a:extLst>
                  <a:ext uri="{FF2B5EF4-FFF2-40B4-BE49-F238E27FC236}">
                    <a16:creationId xmlns:a16="http://schemas.microsoft.com/office/drawing/2014/main" id="{4FA6680E-E577-426C-BDAC-3AE01923E63F}"/>
                  </a:ext>
                </a:extLst>
              </p:cNvPr>
              <p:cNvSpPr txBox="1">
                <a:spLocks noRot="1" noChangeAspect="1" noMove="1" noResize="1" noEditPoints="1" noAdjustHandles="1" noChangeArrowheads="1" noChangeShapeType="1" noTextEdit="1"/>
              </p:cNvSpPr>
              <p:nvPr/>
            </p:nvSpPr>
            <p:spPr>
              <a:xfrm>
                <a:off x="6434352" y="3506466"/>
                <a:ext cx="1335143"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8748001-B99C-4BEE-A71F-49E71976AD60}"/>
                  </a:ext>
                </a:extLst>
              </p:cNvPr>
              <p:cNvSpPr txBox="1"/>
              <p:nvPr/>
            </p:nvSpPr>
            <p:spPr>
              <a:xfrm>
                <a:off x="8227401" y="2869103"/>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i="1" dirty="0" smtClean="0">
                          <a:solidFill>
                            <a:srgbClr val="002060"/>
                          </a:solidFill>
                          <a:latin typeface="Cambria Math" panose="02040503050406030204" pitchFamily="18" charset="0"/>
                        </a:rPr>
                        <m:t>…</m:t>
                      </m:r>
                    </m:oMath>
                  </m:oMathPara>
                </a14:m>
                <a:endParaRPr lang="en-IN" b="1" dirty="0">
                  <a:solidFill>
                    <a:srgbClr val="002060"/>
                  </a:solidFill>
                </a:endParaRPr>
              </a:p>
            </p:txBody>
          </p:sp>
        </mc:Choice>
        <mc:Fallback xmlns="">
          <p:sp>
            <p:nvSpPr>
              <p:cNvPr id="27" name="TextBox 26">
                <a:extLst>
                  <a:ext uri="{FF2B5EF4-FFF2-40B4-BE49-F238E27FC236}">
                    <a16:creationId xmlns:a16="http://schemas.microsoft.com/office/drawing/2014/main" id="{48748001-B99C-4BEE-A71F-49E71976AD60}"/>
                  </a:ext>
                </a:extLst>
              </p:cNvPr>
              <p:cNvSpPr txBox="1">
                <a:spLocks noRot="1" noChangeAspect="1" noMove="1" noResize="1" noEditPoints="1" noAdjustHandles="1" noChangeArrowheads="1" noChangeShapeType="1" noTextEdit="1"/>
              </p:cNvSpPr>
              <p:nvPr/>
            </p:nvSpPr>
            <p:spPr>
              <a:xfrm>
                <a:off x="8227401" y="2869103"/>
                <a:ext cx="653612"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9A27B6E6-F086-45C2-83D5-331B9464B9F8}"/>
                  </a:ext>
                </a:extLst>
              </p:cNvPr>
              <p:cNvSpPr txBox="1"/>
              <p:nvPr/>
            </p:nvSpPr>
            <p:spPr>
              <a:xfrm>
                <a:off x="7885252" y="3506466"/>
                <a:ext cx="1335143"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i="1" dirty="0" smtClean="0">
                          <a:solidFill>
                            <a:srgbClr val="002060"/>
                          </a:solidFill>
                          <a:latin typeface="Cambria Math" panose="02040503050406030204" pitchFamily="18" charset="0"/>
                        </a:rPr>
                        <m:t>…</m:t>
                      </m:r>
                    </m:oMath>
                  </m:oMathPara>
                </a14:m>
                <a:endParaRPr lang="en-IN" b="1" dirty="0">
                  <a:solidFill>
                    <a:srgbClr val="002060"/>
                  </a:solidFill>
                </a:endParaRPr>
              </a:p>
            </p:txBody>
          </p:sp>
        </mc:Choice>
        <mc:Fallback xmlns="">
          <p:sp>
            <p:nvSpPr>
              <p:cNvPr id="28" name="TextBox 27">
                <a:extLst>
                  <a:ext uri="{FF2B5EF4-FFF2-40B4-BE49-F238E27FC236}">
                    <a16:creationId xmlns:a16="http://schemas.microsoft.com/office/drawing/2014/main" id="{9A27B6E6-F086-45C2-83D5-331B9464B9F8}"/>
                  </a:ext>
                </a:extLst>
              </p:cNvPr>
              <p:cNvSpPr txBox="1">
                <a:spLocks noRot="1" noChangeAspect="1" noMove="1" noResize="1" noEditPoints="1" noAdjustHandles="1" noChangeArrowheads="1" noChangeShapeType="1" noTextEdit="1"/>
              </p:cNvSpPr>
              <p:nvPr/>
            </p:nvSpPr>
            <p:spPr>
              <a:xfrm>
                <a:off x="7885252" y="3506466"/>
                <a:ext cx="1335143" cy="523220"/>
              </a:xfrm>
              <a:prstGeom prst="rect">
                <a:avLst/>
              </a:prstGeom>
              <a:blipFill>
                <a:blip r:embed="rId13"/>
                <a:stretch>
                  <a:fillRect/>
                </a:stretch>
              </a:blipFill>
            </p:spPr>
            <p:txBody>
              <a:bodyPr/>
              <a:lstStyle/>
              <a:p>
                <a:r>
                  <a:rPr lang="en-IN">
                    <a:noFill/>
                  </a:rPr>
                  <a:t> </a:t>
                </a:r>
              </a:p>
            </p:txBody>
          </p:sp>
        </mc:Fallback>
      </mc:AlternateContent>
      <p:sp>
        <p:nvSpPr>
          <p:cNvPr id="31" name="TextBox 30">
            <a:extLst>
              <a:ext uri="{FF2B5EF4-FFF2-40B4-BE49-F238E27FC236}">
                <a16:creationId xmlns:a16="http://schemas.microsoft.com/office/drawing/2014/main" id="{357C241D-5EE3-4CE8-B734-452F78D0A23C}"/>
              </a:ext>
            </a:extLst>
          </p:cNvPr>
          <p:cNvSpPr txBox="1"/>
          <p:nvPr/>
        </p:nvSpPr>
        <p:spPr>
          <a:xfrm>
            <a:off x="468677" y="4983227"/>
            <a:ext cx="1197404" cy="523220"/>
          </a:xfrm>
          <a:prstGeom prst="rect">
            <a:avLst/>
          </a:prstGeom>
          <a:noFill/>
        </p:spPr>
        <p:txBody>
          <a:bodyPr wrap="square">
            <a:spAutoFit/>
          </a:bodyPr>
          <a:lstStyle/>
          <a:p>
            <a:r>
              <a:rPr lang="en-IN" sz="2800" i="0" dirty="0">
                <a:solidFill>
                  <a:srgbClr val="002060"/>
                </a:solidFill>
                <a:latin typeface="+mj-lt"/>
              </a:rPr>
              <a:t>Where</a:t>
            </a:r>
            <a:r>
              <a:rPr lang="en-IN" sz="2800" b="0" i="0" dirty="0">
                <a:solidFill>
                  <a:srgbClr val="002060"/>
                </a:solidFill>
                <a:latin typeface="+mj-lt"/>
              </a:rPr>
              <a:t>,</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B74E9A4-E447-4767-B50C-FA05A999F966}"/>
                  </a:ext>
                </a:extLst>
              </p:cNvPr>
              <p:cNvSpPr txBox="1"/>
              <p:nvPr/>
            </p:nvSpPr>
            <p:spPr>
              <a:xfrm>
                <a:off x="1666080" y="4983227"/>
                <a:ext cx="166934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i="0">
                                  <a:solidFill>
                                    <a:srgbClr val="002060"/>
                                  </a:solidFill>
                                  <a:latin typeface="Cambria Math" panose="02040503050406030204" pitchFamily="18" charset="0"/>
                                </a:rPr>
                                <m:t>x</m:t>
                              </m:r>
                            </m:e>
                            <m:sub>
                              <m:r>
                                <m:rPr>
                                  <m:sty m:val="p"/>
                                </m:rPr>
                                <a:rPr lang="en-IN" sz="2800" i="0">
                                  <a:solidFill>
                                    <a:srgbClr val="002060"/>
                                  </a:solidFill>
                                  <a:latin typeface="Cambria Math" panose="02040503050406030204" pitchFamily="18" charset="0"/>
                                </a:rPr>
                                <m:t>i</m:t>
                              </m:r>
                            </m:sub>
                          </m:sSub>
                        </m:e>
                      </m:d>
                      <m:r>
                        <a:rPr lang="en-IN" sz="2800" b="1" i="0" smtClean="0">
                          <a:solidFill>
                            <a:srgbClr val="FF0000"/>
                          </a:solidFill>
                          <a:latin typeface="Cambria Math" panose="02040503050406030204" pitchFamily="18" charset="0"/>
                        </a:rPr>
                        <m:t>≥</m:t>
                      </m:r>
                      <m:r>
                        <a:rPr lang="en-IN" sz="2800" b="1" i="0" smtClean="0">
                          <a:solidFill>
                            <a:srgbClr val="FF0000"/>
                          </a:solidFill>
                          <a:latin typeface="Cambria Math" panose="02040503050406030204" pitchFamily="18" charset="0"/>
                        </a:rPr>
                        <m:t>𝟎</m:t>
                      </m:r>
                    </m:oMath>
                  </m:oMathPara>
                </a14:m>
                <a:endParaRPr lang="en-IN" sz="2800" b="1" dirty="0">
                  <a:solidFill>
                    <a:srgbClr val="002060"/>
                  </a:solidFill>
                </a:endParaRPr>
              </a:p>
            </p:txBody>
          </p:sp>
        </mc:Choice>
        <mc:Fallback xmlns="">
          <p:sp>
            <p:nvSpPr>
              <p:cNvPr id="32" name="TextBox 31">
                <a:extLst>
                  <a:ext uri="{FF2B5EF4-FFF2-40B4-BE49-F238E27FC236}">
                    <a16:creationId xmlns:a16="http://schemas.microsoft.com/office/drawing/2014/main" id="{EB74E9A4-E447-4767-B50C-FA05A999F966}"/>
                  </a:ext>
                </a:extLst>
              </p:cNvPr>
              <p:cNvSpPr txBox="1">
                <a:spLocks noRot="1" noChangeAspect="1" noMove="1" noResize="1" noEditPoints="1" noAdjustHandles="1" noChangeArrowheads="1" noChangeShapeType="1" noTextEdit="1"/>
              </p:cNvSpPr>
              <p:nvPr/>
            </p:nvSpPr>
            <p:spPr>
              <a:xfrm>
                <a:off x="1666080" y="4983227"/>
                <a:ext cx="1669345" cy="523220"/>
              </a:xfrm>
              <a:prstGeom prst="rect">
                <a:avLst/>
              </a:prstGeom>
              <a:blipFill>
                <a:blip r:embed="rId14"/>
                <a:stretch>
                  <a:fillRect/>
                </a:stretch>
              </a:blipFill>
            </p:spPr>
            <p:txBody>
              <a:bodyPr/>
              <a:lstStyle/>
              <a:p>
                <a:r>
                  <a:rPr lang="en-IN">
                    <a:noFill/>
                  </a:rPr>
                  <a:t> </a:t>
                </a:r>
              </a:p>
            </p:txBody>
          </p:sp>
        </mc:Fallback>
      </mc:AlternateContent>
      <p:sp>
        <p:nvSpPr>
          <p:cNvPr id="33" name="TextBox 32">
            <a:extLst>
              <a:ext uri="{FF2B5EF4-FFF2-40B4-BE49-F238E27FC236}">
                <a16:creationId xmlns:a16="http://schemas.microsoft.com/office/drawing/2014/main" id="{327F3896-2AAA-48E6-85E3-56D9CC83D272}"/>
              </a:ext>
            </a:extLst>
          </p:cNvPr>
          <p:cNvSpPr txBox="1"/>
          <p:nvPr/>
        </p:nvSpPr>
        <p:spPr>
          <a:xfrm>
            <a:off x="3419117" y="4983227"/>
            <a:ext cx="766530" cy="523220"/>
          </a:xfrm>
          <a:prstGeom prst="rect">
            <a:avLst/>
          </a:prstGeom>
          <a:noFill/>
        </p:spPr>
        <p:txBody>
          <a:bodyPr wrap="square">
            <a:spAutoFit/>
          </a:bodyPr>
          <a:lstStyle/>
          <a:p>
            <a:pPr algn="ctr"/>
            <a:r>
              <a:rPr lang="en-IN" sz="2800" i="0" dirty="0">
                <a:solidFill>
                  <a:srgbClr val="002060"/>
                </a:solidFill>
                <a:latin typeface="+mj-lt"/>
              </a:rPr>
              <a:t>and</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C0E04D0-8B76-4392-B126-1A56F47CEEE7}"/>
                  </a:ext>
                </a:extLst>
              </p:cNvPr>
              <p:cNvSpPr txBox="1"/>
              <p:nvPr/>
            </p:nvSpPr>
            <p:spPr>
              <a:xfrm>
                <a:off x="4200123" y="4611715"/>
                <a:ext cx="2560961" cy="1266244"/>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nary>
                        <m:naryPr>
                          <m:chr m:val="∑"/>
                          <m:limLoc m:val="undOvr"/>
                          <m:ctrlPr>
                            <a:rPr lang="en-IN" sz="2800" i="1" smtClean="0">
                              <a:solidFill>
                                <a:srgbClr val="002060"/>
                              </a:solidFill>
                              <a:latin typeface="Cambria Math" panose="02040503050406030204" pitchFamily="18" charset="0"/>
                            </a:rPr>
                          </m:ctrlPr>
                        </m:naryPr>
                        <m:sub>
                          <m:r>
                            <m:rPr>
                              <m:sty m:val="p"/>
                            </m:rPr>
                            <a:rPr lang="en-IN" sz="2800" i="0">
                              <a:solidFill>
                                <a:srgbClr val="002060"/>
                              </a:solidFill>
                              <a:latin typeface="Cambria Math" panose="02040503050406030204" pitchFamily="18" charset="0"/>
                            </a:rPr>
                            <m:t>i</m:t>
                          </m:r>
                          <m:r>
                            <a:rPr lang="en-IN" sz="2800" i="0">
                              <a:solidFill>
                                <a:srgbClr val="002060"/>
                              </a:solidFill>
                              <a:latin typeface="Cambria Math" panose="02040503050406030204" pitchFamily="18" charset="0"/>
                            </a:rPr>
                            <m:t>=1</m:t>
                          </m:r>
                        </m:sub>
                        <m:sup>
                          <m:r>
                            <m:rPr>
                              <m:sty m:val="p"/>
                            </m:rPr>
                            <a:rPr lang="en-IN" sz="2800" i="0">
                              <a:solidFill>
                                <a:srgbClr val="002060"/>
                              </a:solidFill>
                              <a:latin typeface="Cambria Math" panose="02040503050406030204" pitchFamily="18" charset="0"/>
                            </a:rPr>
                            <m:t>n</m:t>
                          </m:r>
                        </m:sup>
                        <m:e>
                          <m:r>
                            <m:rPr>
                              <m:sty m:val="p"/>
                            </m:rPr>
                            <a:rPr lang="en-IN" sz="280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i="0">
                                      <a:solidFill>
                                        <a:srgbClr val="002060"/>
                                      </a:solidFill>
                                      <a:latin typeface="Cambria Math" panose="02040503050406030204" pitchFamily="18" charset="0"/>
                                    </a:rPr>
                                    <m:t>x</m:t>
                                  </m:r>
                                </m:e>
                                <m:sub>
                                  <m:r>
                                    <m:rPr>
                                      <m:sty m:val="p"/>
                                    </m:rPr>
                                    <a:rPr lang="en-IN" sz="2800" i="0">
                                      <a:solidFill>
                                        <a:srgbClr val="002060"/>
                                      </a:solidFill>
                                      <a:latin typeface="Cambria Math" panose="02040503050406030204" pitchFamily="18" charset="0"/>
                                    </a:rPr>
                                    <m:t>i</m:t>
                                  </m:r>
                                </m:sub>
                              </m:sSub>
                            </m:e>
                          </m:d>
                        </m:e>
                      </m:nary>
                      <m:r>
                        <a:rPr lang="en-IN" sz="2800" b="1" i="0" smtClean="0">
                          <a:solidFill>
                            <a:srgbClr val="FF0000"/>
                          </a:solidFill>
                          <a:latin typeface="Cambria Math" panose="02040503050406030204" pitchFamily="18" charset="0"/>
                        </a:rPr>
                        <m:t>=</m:t>
                      </m:r>
                      <m:r>
                        <a:rPr lang="en-IN" sz="2800" b="1" i="0" smtClean="0">
                          <a:solidFill>
                            <a:srgbClr val="FF0000"/>
                          </a:solidFill>
                          <a:latin typeface="Cambria Math" panose="02040503050406030204" pitchFamily="18" charset="0"/>
                        </a:rPr>
                        <m:t>𝟏</m:t>
                      </m:r>
                      <m:r>
                        <a:rPr lang="en-IN" sz="2800" b="1" i="0" smtClean="0">
                          <a:solidFill>
                            <a:srgbClr val="FF0000"/>
                          </a:solidFill>
                          <a:latin typeface="Cambria Math" panose="02040503050406030204" pitchFamily="18" charset="0"/>
                        </a:rPr>
                        <m:t>.</m:t>
                      </m:r>
                    </m:oMath>
                  </m:oMathPara>
                </a14:m>
                <a:endParaRPr lang="en-IN" sz="2800" b="1" dirty="0">
                  <a:solidFill>
                    <a:srgbClr val="002060"/>
                  </a:solidFill>
                </a:endParaRPr>
              </a:p>
            </p:txBody>
          </p:sp>
        </mc:Choice>
        <mc:Fallback xmlns="">
          <p:sp>
            <p:nvSpPr>
              <p:cNvPr id="34" name="TextBox 33">
                <a:extLst>
                  <a:ext uri="{FF2B5EF4-FFF2-40B4-BE49-F238E27FC236}">
                    <a16:creationId xmlns:a16="http://schemas.microsoft.com/office/drawing/2014/main" id="{8C0E04D0-8B76-4392-B126-1A56F47CEEE7}"/>
                  </a:ext>
                </a:extLst>
              </p:cNvPr>
              <p:cNvSpPr txBox="1">
                <a:spLocks noRot="1" noChangeAspect="1" noMove="1" noResize="1" noEditPoints="1" noAdjustHandles="1" noChangeArrowheads="1" noChangeShapeType="1" noTextEdit="1"/>
              </p:cNvSpPr>
              <p:nvPr/>
            </p:nvSpPr>
            <p:spPr>
              <a:xfrm>
                <a:off x="4200123" y="4611715"/>
                <a:ext cx="2560961" cy="1266244"/>
              </a:xfrm>
              <a:prstGeom prst="rect">
                <a:avLst/>
              </a:prstGeom>
              <a:blipFill>
                <a:blip r:embed="rId1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997619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p:cTn id="15" dur="500" fill="hold"/>
                                        <p:tgtEl>
                                          <p:spTgt spid="2"/>
                                        </p:tgtEl>
                                        <p:attrNameLst>
                                          <p:attrName>ppt_w</p:attrName>
                                        </p:attrNameLst>
                                      </p:cBhvr>
                                      <p:tavLst>
                                        <p:tav tm="0">
                                          <p:val>
                                            <p:fltVal val="0"/>
                                          </p:val>
                                        </p:tav>
                                        <p:tav tm="100000">
                                          <p:val>
                                            <p:strVal val="#ppt_w"/>
                                          </p:val>
                                        </p:tav>
                                      </p:tavLst>
                                    </p:anim>
                                    <p:anim calcmode="lin" valueType="num">
                                      <p:cBhvr>
                                        <p:cTn id="16" dur="500" fill="hold"/>
                                        <p:tgtEl>
                                          <p:spTgt spid="2"/>
                                        </p:tgtEl>
                                        <p:attrNameLst>
                                          <p:attrName>ppt_h</p:attrName>
                                        </p:attrNameLst>
                                      </p:cBhvr>
                                      <p:tavLst>
                                        <p:tav tm="0">
                                          <p:val>
                                            <p:fltVal val="0"/>
                                          </p:val>
                                        </p:tav>
                                        <p:tav tm="100000">
                                          <p:val>
                                            <p:strVal val="#ppt_h"/>
                                          </p:val>
                                        </p:tav>
                                      </p:tavLst>
                                    </p:anim>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249"/>
                                          </p:stCondLst>
                                        </p:cTn>
                                        <p:tgtEl>
                                          <p:spTgt spid="9"/>
                                        </p:tgtEl>
                                        <p:attrNameLst>
                                          <p:attrName>style.visibility</p:attrName>
                                        </p:attrNameLst>
                                      </p:cBhvr>
                                      <p:to>
                                        <p:strVal val="visible"/>
                                      </p:to>
                                    </p:set>
                                  </p:childTnLst>
                                </p:cTn>
                              </p:par>
                            </p:childTnLst>
                          </p:cTn>
                        </p:par>
                        <p:par>
                          <p:cTn id="29" fill="hold">
                            <p:stCondLst>
                              <p:cond delay="250"/>
                            </p:stCondLst>
                            <p:childTnLst>
                              <p:par>
                                <p:cTn id="30" presetID="1" presetClass="entr" presetSubtype="0" fill="hold" grpId="0" nodeType="afterEffect">
                                  <p:stCondLst>
                                    <p:cond delay="0"/>
                                  </p:stCondLst>
                                  <p:childTnLst>
                                    <p:set>
                                      <p:cBhvr>
                                        <p:cTn id="31" dur="1" fill="hold">
                                          <p:stCondLst>
                                            <p:cond delay="249"/>
                                          </p:stCondLst>
                                        </p:cTn>
                                        <p:tgtEl>
                                          <p:spTgt spid="10"/>
                                        </p:tgtEl>
                                        <p:attrNameLst>
                                          <p:attrName>style.visibility</p:attrName>
                                        </p:attrNameLst>
                                      </p:cBhvr>
                                      <p:to>
                                        <p:strVal val="visible"/>
                                      </p:to>
                                    </p:set>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249"/>
                                          </p:stCondLst>
                                        </p:cTn>
                                        <p:tgtEl>
                                          <p:spTgt spid="27"/>
                                        </p:tgtEl>
                                        <p:attrNameLst>
                                          <p:attrName>style.visibility</p:attrName>
                                        </p:attrNameLst>
                                      </p:cBhvr>
                                      <p:to>
                                        <p:strVal val="visible"/>
                                      </p:to>
                                    </p:set>
                                  </p:childTnLst>
                                </p:cTn>
                              </p:par>
                            </p:childTnLst>
                          </p:cTn>
                        </p:par>
                        <p:par>
                          <p:cTn id="35" fill="hold">
                            <p:stCondLst>
                              <p:cond delay="750"/>
                            </p:stCondLst>
                            <p:childTnLst>
                              <p:par>
                                <p:cTn id="36" presetID="1" presetClass="entr" presetSubtype="0" fill="hold" grpId="0" nodeType="afterEffect">
                                  <p:stCondLst>
                                    <p:cond delay="0"/>
                                  </p:stCondLst>
                                  <p:childTnLst>
                                    <p:set>
                                      <p:cBhvr>
                                        <p:cTn id="37" dur="1" fill="hold">
                                          <p:stCondLst>
                                            <p:cond delay="249"/>
                                          </p:stCondLst>
                                        </p:cTn>
                                        <p:tgtEl>
                                          <p:spTgt spid="12"/>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childTnLst>
                                </p:cTn>
                              </p:par>
                            </p:childTnLst>
                          </p:cTn>
                        </p:par>
                        <p:par>
                          <p:cTn id="46" fill="hold">
                            <p:stCondLst>
                              <p:cond delay="0"/>
                            </p:stCondLst>
                            <p:childTnLst>
                              <p:par>
                                <p:cTn id="47" presetID="1" presetClass="entr" presetSubtype="0" fill="hold" grpId="0" nodeType="afterEffect">
                                  <p:stCondLst>
                                    <p:cond delay="0"/>
                                  </p:stCondLst>
                                  <p:childTnLst>
                                    <p:set>
                                      <p:cBhvr>
                                        <p:cTn id="48" dur="1" fill="hold">
                                          <p:stCondLst>
                                            <p:cond delay="249"/>
                                          </p:stCondLst>
                                        </p:cTn>
                                        <p:tgtEl>
                                          <p:spTgt spid="25"/>
                                        </p:tgtEl>
                                        <p:attrNameLst>
                                          <p:attrName>style.visibility</p:attrName>
                                        </p:attrNameLst>
                                      </p:cBhvr>
                                      <p:to>
                                        <p:strVal val="visible"/>
                                      </p:to>
                                    </p:set>
                                  </p:childTnLst>
                                </p:cTn>
                              </p:par>
                            </p:childTnLst>
                          </p:cTn>
                        </p:par>
                        <p:par>
                          <p:cTn id="49" fill="hold">
                            <p:stCondLst>
                              <p:cond delay="250"/>
                            </p:stCondLst>
                            <p:childTnLst>
                              <p:par>
                                <p:cTn id="50" presetID="1" presetClass="entr" presetSubtype="0" fill="hold" grpId="0" nodeType="afterEffect">
                                  <p:stCondLst>
                                    <p:cond delay="0"/>
                                  </p:stCondLst>
                                  <p:childTnLst>
                                    <p:set>
                                      <p:cBhvr>
                                        <p:cTn id="51" dur="1" fill="hold">
                                          <p:stCondLst>
                                            <p:cond delay="249"/>
                                          </p:stCondLst>
                                        </p:cTn>
                                        <p:tgtEl>
                                          <p:spTgt spid="26"/>
                                        </p:tgtEl>
                                        <p:attrNameLst>
                                          <p:attrName>style.visibility</p:attrName>
                                        </p:attrNameLst>
                                      </p:cBhvr>
                                      <p:to>
                                        <p:strVal val="visible"/>
                                      </p:to>
                                    </p:set>
                                  </p:childTnLst>
                                </p:cTn>
                              </p:par>
                            </p:childTnLst>
                          </p:cTn>
                        </p:par>
                        <p:par>
                          <p:cTn id="52" fill="hold">
                            <p:stCondLst>
                              <p:cond delay="500"/>
                            </p:stCondLst>
                            <p:childTnLst>
                              <p:par>
                                <p:cTn id="53" presetID="1" presetClass="entr" presetSubtype="0" fill="hold" grpId="0" nodeType="afterEffect">
                                  <p:stCondLst>
                                    <p:cond delay="0"/>
                                  </p:stCondLst>
                                  <p:childTnLst>
                                    <p:set>
                                      <p:cBhvr>
                                        <p:cTn id="54" dur="1" fill="hold">
                                          <p:stCondLst>
                                            <p:cond delay="249"/>
                                          </p:stCondLst>
                                        </p:cTn>
                                        <p:tgtEl>
                                          <p:spTgt spid="28"/>
                                        </p:tgtEl>
                                        <p:attrNameLst>
                                          <p:attrName>style.visibility</p:attrName>
                                        </p:attrNameLst>
                                      </p:cBhvr>
                                      <p:to>
                                        <p:strVal val="visible"/>
                                      </p:to>
                                    </p:set>
                                  </p:childTnLst>
                                </p:cTn>
                              </p:par>
                            </p:childTnLst>
                          </p:cTn>
                        </p:par>
                        <p:par>
                          <p:cTn id="55" fill="hold">
                            <p:stCondLst>
                              <p:cond delay="750"/>
                            </p:stCondLst>
                            <p:childTnLst>
                              <p:par>
                                <p:cTn id="56" presetID="1" presetClass="entr" presetSubtype="0" fill="hold" grpId="0" nodeType="afterEffect">
                                  <p:stCondLst>
                                    <p:cond delay="0"/>
                                  </p:stCondLst>
                                  <p:childTnLst>
                                    <p:set>
                                      <p:cBhvr>
                                        <p:cTn id="57" dur="1" fill="hold">
                                          <p:stCondLst>
                                            <p:cond delay="249"/>
                                          </p:stCondLst>
                                        </p:cTn>
                                        <p:tgtEl>
                                          <p:spTgt spid="24"/>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31"/>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32"/>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33"/>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3" grpId="0"/>
      <p:bldP spid="6" grpId="0"/>
      <p:bldP spid="8" grpId="0"/>
      <p:bldP spid="9" grpId="0"/>
      <p:bldP spid="10" grpId="0"/>
      <p:bldP spid="12" grpId="0"/>
      <p:bldP spid="16" grpId="0"/>
      <p:bldP spid="24" grpId="0"/>
      <p:bldP spid="25" grpId="0"/>
      <p:bldP spid="26" grpId="0"/>
      <p:bldP spid="27" grpId="0"/>
      <p:bldP spid="28" grpId="0"/>
      <p:bldP spid="31" grpId="0"/>
      <p:bldP spid="32" grpId="0"/>
      <p:bldP spid="33" grpId="0"/>
      <p:bldP spid="34"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340F1C-AEAB-43F6-BC28-2290E8462E32}"/>
              </a:ext>
            </a:extLst>
          </p:cNvPr>
          <p:cNvSpPr>
            <a:spLocks noGrp="1"/>
          </p:cNvSpPr>
          <p:nvPr>
            <p:ph type="title"/>
          </p:nvPr>
        </p:nvSpPr>
        <p:spPr/>
        <p:txBody>
          <a:bodyPr/>
          <a:lstStyle/>
          <a:p>
            <a:r>
              <a:rPr lang="en-GB" dirty="0"/>
              <a:t>Example</a:t>
            </a:r>
            <a:endParaRPr lang="en-IN"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979EEE02-B6D3-43B4-AEFC-5E226BF33B4B}"/>
                  </a:ext>
                </a:extLst>
              </p:cNvPr>
              <p:cNvSpPr>
                <a:spLocks noGrp="1"/>
              </p:cNvSpPr>
              <p:nvPr>
                <p:ph idx="1"/>
              </p:nvPr>
            </p:nvSpPr>
            <p:spPr/>
            <p:txBody>
              <a:bodyPr/>
              <a:lstStyle/>
              <a:p>
                <a:r>
                  <a:rPr lang="en-US" dirty="0"/>
                  <a:t>Two balanced coins are tossed, then </a:t>
                </a:r>
                <a14:m>
                  <m:oMath xmlns:m="http://schemas.openxmlformats.org/officeDocument/2006/math">
                    <m:r>
                      <m:rPr>
                        <m:sty m:val="p"/>
                      </m:rPr>
                      <a:rPr lang="en-US">
                        <a:latin typeface="Cambria Math" panose="02040503050406030204" pitchFamily="18" charset="0"/>
                      </a:rPr>
                      <m:t>S</m:t>
                    </m:r>
                    <m:r>
                      <a:rPr lang="en-US">
                        <a:latin typeface="Cambria Math" panose="02040503050406030204" pitchFamily="18" charset="0"/>
                      </a:rPr>
                      <m:t>=</m:t>
                    </m:r>
                    <m:d>
                      <m:dPr>
                        <m:begChr m:val="{"/>
                        <m:endChr m:val="}"/>
                        <m:ctrlPr>
                          <a:rPr lang="en-IN" i="1">
                            <a:latin typeface="Cambria Math" panose="02040503050406030204" pitchFamily="18" charset="0"/>
                          </a:rPr>
                        </m:ctrlPr>
                      </m:dPr>
                      <m:e>
                        <m:r>
                          <a:rPr lang="en-US">
                            <a:latin typeface="Cambria Math" panose="02040503050406030204" pitchFamily="18" charset="0"/>
                          </a:rPr>
                          <m:t> </m:t>
                        </m:r>
                        <m:r>
                          <m:rPr>
                            <m:sty m:val="p"/>
                          </m:rPr>
                          <a:rPr lang="en-US">
                            <a:latin typeface="Cambria Math" panose="02040503050406030204" pitchFamily="18" charset="0"/>
                          </a:rPr>
                          <m:t>HH</m:t>
                        </m:r>
                        <m:r>
                          <a:rPr lang="en-US">
                            <a:latin typeface="Cambria Math" panose="02040503050406030204" pitchFamily="18" charset="0"/>
                          </a:rPr>
                          <m:t>,</m:t>
                        </m:r>
                        <m:r>
                          <a:rPr lang="en-US" i="1">
                            <a:latin typeface="Cambria Math" panose="02040503050406030204" pitchFamily="18" charset="0"/>
                          </a:rPr>
                          <m:t> </m:t>
                        </m:r>
                        <m:r>
                          <m:rPr>
                            <m:sty m:val="p"/>
                          </m:rPr>
                          <a:rPr lang="en-US">
                            <a:latin typeface="Cambria Math" panose="02040503050406030204" pitchFamily="18" charset="0"/>
                          </a:rPr>
                          <m:t>HT</m:t>
                        </m:r>
                        <m:r>
                          <a:rPr lang="en-US">
                            <a:latin typeface="Cambria Math" panose="02040503050406030204" pitchFamily="18" charset="0"/>
                          </a:rPr>
                          <m:t>,</m:t>
                        </m:r>
                        <m:r>
                          <a:rPr lang="en-US" i="1">
                            <a:latin typeface="Cambria Math" panose="02040503050406030204" pitchFamily="18" charset="0"/>
                          </a:rPr>
                          <m:t> </m:t>
                        </m:r>
                        <m:r>
                          <m:rPr>
                            <m:sty m:val="p"/>
                          </m:rPr>
                          <a:rPr lang="en-US">
                            <a:latin typeface="Cambria Math" panose="02040503050406030204" pitchFamily="18" charset="0"/>
                          </a:rPr>
                          <m:t>TH</m:t>
                        </m:r>
                        <m:r>
                          <a:rPr lang="en-US">
                            <a:latin typeface="Cambria Math" panose="02040503050406030204" pitchFamily="18" charset="0"/>
                          </a:rPr>
                          <m:t>,</m:t>
                        </m:r>
                        <m:r>
                          <a:rPr lang="en-US" i="1">
                            <a:latin typeface="Cambria Math" panose="02040503050406030204" pitchFamily="18" charset="0"/>
                          </a:rPr>
                          <m:t> </m:t>
                        </m:r>
                        <m:r>
                          <m:rPr>
                            <m:sty m:val="p"/>
                          </m:rPr>
                          <a:rPr lang="en-US">
                            <a:latin typeface="Cambria Math" panose="02040503050406030204" pitchFamily="18" charset="0"/>
                          </a:rPr>
                          <m:t>TT</m:t>
                        </m:r>
                        <m:r>
                          <a:rPr lang="en-US">
                            <a:latin typeface="Cambria Math" panose="02040503050406030204" pitchFamily="18" charset="0"/>
                          </a:rPr>
                          <m:t> </m:t>
                        </m:r>
                      </m:e>
                    </m:d>
                  </m:oMath>
                </a14:m>
                <a:endParaRPr lang="en-IN" dirty="0"/>
              </a:p>
              <a:p>
                <a:pPr lvl="1"/>
                <a:r>
                  <a:rPr lang="en-US" dirty="0"/>
                  <a:t>We find the probability distribution of head.</a:t>
                </a:r>
                <a:endParaRPr lang="en-IN" dirty="0"/>
              </a:p>
            </p:txBody>
          </p:sp>
        </mc:Choice>
        <mc:Fallback xmlns="">
          <p:sp>
            <p:nvSpPr>
              <p:cNvPr id="5" name="Content Placeholder 4">
                <a:extLst>
                  <a:ext uri="{FF2B5EF4-FFF2-40B4-BE49-F238E27FC236}">
                    <a16:creationId xmlns:a16="http://schemas.microsoft.com/office/drawing/2014/main" id="{979EEE02-B6D3-43B4-AEFC-5E226BF33B4B}"/>
                  </a:ext>
                </a:extLst>
              </p:cNvPr>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8A56060-B9D9-4EF2-A211-4D343CDC8ACA}"/>
                  </a:ext>
                </a:extLst>
              </p:cNvPr>
              <p:cNvSpPr txBox="1"/>
              <p:nvPr/>
            </p:nvSpPr>
            <p:spPr>
              <a:xfrm>
                <a:off x="788670" y="3554917"/>
                <a:ext cx="166497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m:rPr>
                          <m:sty m:val="p"/>
                        </m:rPr>
                        <a:rPr lang="en-US" sz="2800" smtClean="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P</m:t>
                      </m:r>
                      <m:d>
                        <m:dPr>
                          <m:ctrlPr>
                            <a:rPr lang="en-IN" sz="2800" i="1">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ctrlPr>
                        </m:dPr>
                        <m:e>
                          <m:r>
                            <m:rPr>
                              <m:sty m:val="p"/>
                            </m:rP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X</m:t>
                          </m:r>
                          <m: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=0</m:t>
                          </m:r>
                        </m:e>
                      </m:d>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22" name="TextBox 21">
                <a:extLst>
                  <a:ext uri="{FF2B5EF4-FFF2-40B4-BE49-F238E27FC236}">
                    <a16:creationId xmlns:a16="http://schemas.microsoft.com/office/drawing/2014/main" id="{48A56060-B9D9-4EF2-A211-4D343CDC8ACA}"/>
                  </a:ext>
                </a:extLst>
              </p:cNvPr>
              <p:cNvSpPr txBox="1">
                <a:spLocks noRot="1" noChangeAspect="1" noMove="1" noResize="1" noEditPoints="1" noAdjustHandles="1" noChangeArrowheads="1" noChangeShapeType="1" noTextEdit="1"/>
              </p:cNvSpPr>
              <p:nvPr/>
            </p:nvSpPr>
            <p:spPr>
              <a:xfrm>
                <a:off x="788670" y="3554917"/>
                <a:ext cx="1664970"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B6B091B-1336-4C90-99B5-84E4CAFBAAAC}"/>
                  </a:ext>
                </a:extLst>
              </p:cNvPr>
              <p:cNvSpPr txBox="1"/>
              <p:nvPr/>
            </p:nvSpPr>
            <p:spPr>
              <a:xfrm>
                <a:off x="2273618" y="3554917"/>
                <a:ext cx="255778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m:t>
                      </m:r>
                      <m:r>
                        <m:rPr>
                          <m:sty m:val="p"/>
                        </m:rPr>
                        <a:rPr lang="en-US" sz="280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P</m:t>
                      </m:r>
                      <m:d>
                        <m:dPr>
                          <m:ctrlPr>
                            <a:rPr lang="en-IN" sz="2800" i="1">
                              <a:solidFill>
                                <a:srgbClr val="002060"/>
                              </a:solidFill>
                              <a:latin typeface="Cambria Math" panose="02040503050406030204" pitchFamily="18" charset="0"/>
                              <a:ea typeface="Times New Roman" panose="02020603050405020304" pitchFamily="18" charset="0"/>
                              <a:cs typeface="Shruti" panose="020B0502040204020203" pitchFamily="34" charset="0"/>
                            </a:rPr>
                          </m:ctrlPr>
                        </m:dPr>
                        <m:e>
                          <m:r>
                            <a:rPr lang="en-IN" sz="2800" b="0" i="1"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 </m:t>
                          </m:r>
                          <m:r>
                            <m:rPr>
                              <m:nor/>
                            </m:rPr>
                            <a:rPr lang="en-US" sz="2800">
                              <a:solidFill>
                                <a:srgbClr val="002060"/>
                              </a:solidFill>
                              <a:latin typeface="+mj-lt"/>
                              <a:ea typeface="Times New Roman" panose="02020603050405020304" pitchFamily="18" charset="0"/>
                              <a:cs typeface="Shruti" panose="020B0502040204020203" pitchFamily="34" charset="0"/>
                            </a:rPr>
                            <m:t>no</m:t>
                          </m:r>
                          <m:r>
                            <m:rPr>
                              <m:nor/>
                            </m:rPr>
                            <a:rPr lang="en-US" sz="2800">
                              <a:solidFill>
                                <a:srgbClr val="002060"/>
                              </a:solidFill>
                              <a:latin typeface="+mj-lt"/>
                              <a:ea typeface="Times New Roman" panose="02020603050405020304" pitchFamily="18" charset="0"/>
                              <a:cs typeface="Shruti" panose="020B0502040204020203" pitchFamily="34" charset="0"/>
                            </a:rPr>
                            <m:t> </m:t>
                          </m:r>
                          <m:r>
                            <m:rPr>
                              <m:nor/>
                            </m:rPr>
                            <a:rPr lang="en-US" sz="2800">
                              <a:solidFill>
                                <a:srgbClr val="002060"/>
                              </a:solidFill>
                              <a:latin typeface="+mj-lt"/>
                              <a:ea typeface="Times New Roman" panose="02020603050405020304" pitchFamily="18" charset="0"/>
                              <a:cs typeface="Shruti" panose="020B0502040204020203" pitchFamily="34" charset="0"/>
                            </a:rPr>
                            <m:t>head</m:t>
                          </m:r>
                          <m:r>
                            <a:rPr lang="en-IN" sz="2800" i="1">
                              <a:solidFill>
                                <a:srgbClr val="002060"/>
                              </a:solidFill>
                              <a:latin typeface="Cambria Math" panose="02040503050406030204" pitchFamily="18" charset="0"/>
                              <a:ea typeface="Times New Roman" panose="02020603050405020304" pitchFamily="18" charset="0"/>
                              <a:cs typeface="Shruti" panose="020B0502040204020203" pitchFamily="34" charset="0"/>
                            </a:rPr>
                            <m:t> </m:t>
                          </m:r>
                        </m:e>
                      </m:d>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23" name="TextBox 22">
                <a:extLst>
                  <a:ext uri="{FF2B5EF4-FFF2-40B4-BE49-F238E27FC236}">
                    <a16:creationId xmlns:a16="http://schemas.microsoft.com/office/drawing/2014/main" id="{3B6B091B-1336-4C90-99B5-84E4CAFBAAAC}"/>
                  </a:ext>
                </a:extLst>
              </p:cNvPr>
              <p:cNvSpPr txBox="1">
                <a:spLocks noRot="1" noChangeAspect="1" noMove="1" noResize="1" noEditPoints="1" noAdjustHandles="1" noChangeArrowheads="1" noChangeShapeType="1" noTextEdit="1"/>
              </p:cNvSpPr>
              <p:nvPr/>
            </p:nvSpPr>
            <p:spPr>
              <a:xfrm>
                <a:off x="2273618" y="3554917"/>
                <a:ext cx="2557780"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E9CCFF7-E0C7-4525-A462-2C3DB75C54D5}"/>
                  </a:ext>
                </a:extLst>
              </p:cNvPr>
              <p:cNvSpPr txBox="1"/>
              <p:nvPr/>
            </p:nvSpPr>
            <p:spPr>
              <a:xfrm>
                <a:off x="4577371" y="3366948"/>
                <a:ext cx="1036320" cy="899157"/>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m:t>
                      </m:r>
                      <m:f>
                        <m:fPr>
                          <m:ctrlPr>
                            <a:rPr lang="en-IN" sz="2800" i="1">
                              <a:solidFill>
                                <a:srgbClr val="002060"/>
                              </a:solidFill>
                              <a:latin typeface="Cambria Math" panose="02040503050406030204" pitchFamily="18" charset="0"/>
                              <a:ea typeface="Times New Roman" panose="02020603050405020304" pitchFamily="18" charset="0"/>
                              <a:cs typeface="Shruti" panose="020B0502040204020203" pitchFamily="34" charset="0"/>
                            </a:rPr>
                          </m:ctrlPr>
                        </m:fPr>
                        <m:num>
                          <m:r>
                            <a:rPr lang="en-US"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 1 </m:t>
                          </m:r>
                        </m:num>
                        <m:den>
                          <m:r>
                            <a:rPr lang="en-IN" sz="2800" b="0" i="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 </m:t>
                          </m:r>
                          <m:r>
                            <a:rPr lang="en-US"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4 </m:t>
                          </m:r>
                        </m:den>
                      </m:f>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29" name="TextBox 28">
                <a:extLst>
                  <a:ext uri="{FF2B5EF4-FFF2-40B4-BE49-F238E27FC236}">
                    <a16:creationId xmlns:a16="http://schemas.microsoft.com/office/drawing/2014/main" id="{3E9CCFF7-E0C7-4525-A462-2C3DB75C54D5}"/>
                  </a:ext>
                </a:extLst>
              </p:cNvPr>
              <p:cNvSpPr txBox="1">
                <a:spLocks noRot="1" noChangeAspect="1" noMove="1" noResize="1" noEditPoints="1" noAdjustHandles="1" noChangeArrowheads="1" noChangeShapeType="1" noTextEdit="1"/>
              </p:cNvSpPr>
              <p:nvPr/>
            </p:nvSpPr>
            <p:spPr>
              <a:xfrm>
                <a:off x="4577371" y="3366948"/>
                <a:ext cx="1036320" cy="899157"/>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7F9FEFD2-3562-48AB-A311-6F883063690D}"/>
                  </a:ext>
                </a:extLst>
              </p:cNvPr>
              <p:cNvSpPr txBox="1"/>
              <p:nvPr/>
            </p:nvSpPr>
            <p:spPr>
              <a:xfrm>
                <a:off x="5455920" y="3554916"/>
                <a:ext cx="128016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=0.25</m:t>
                      </m:r>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30" name="TextBox 29">
                <a:extLst>
                  <a:ext uri="{FF2B5EF4-FFF2-40B4-BE49-F238E27FC236}">
                    <a16:creationId xmlns:a16="http://schemas.microsoft.com/office/drawing/2014/main" id="{7F9FEFD2-3562-48AB-A311-6F883063690D}"/>
                  </a:ext>
                </a:extLst>
              </p:cNvPr>
              <p:cNvSpPr txBox="1">
                <a:spLocks noRot="1" noChangeAspect="1" noMove="1" noResize="1" noEditPoints="1" noAdjustHandles="1" noChangeArrowheads="1" noChangeShapeType="1" noTextEdit="1"/>
              </p:cNvSpPr>
              <p:nvPr/>
            </p:nvSpPr>
            <p:spPr>
              <a:xfrm>
                <a:off x="5455920" y="3554916"/>
                <a:ext cx="128016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DC58197-67D6-4586-9C94-F7C96A9F25E6}"/>
                  </a:ext>
                </a:extLst>
              </p:cNvPr>
              <p:cNvSpPr txBox="1"/>
              <p:nvPr/>
            </p:nvSpPr>
            <p:spPr>
              <a:xfrm>
                <a:off x="788670" y="4598500"/>
                <a:ext cx="166497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m:rPr>
                          <m:sty m:val="p"/>
                        </m:rPr>
                        <a:rPr lang="en-US" sz="2800" smtClean="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P</m:t>
                      </m:r>
                      <m:d>
                        <m:dPr>
                          <m:ctrlPr>
                            <a:rPr lang="en-IN" sz="2800" i="1">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ctrlPr>
                        </m:dPr>
                        <m:e>
                          <m:r>
                            <m:rPr>
                              <m:sty m:val="p"/>
                            </m:rP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X</m:t>
                          </m:r>
                          <m: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=1</m:t>
                          </m:r>
                        </m:e>
                      </m:d>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35" name="TextBox 34">
                <a:extLst>
                  <a:ext uri="{FF2B5EF4-FFF2-40B4-BE49-F238E27FC236}">
                    <a16:creationId xmlns:a16="http://schemas.microsoft.com/office/drawing/2014/main" id="{CDC58197-67D6-4586-9C94-F7C96A9F25E6}"/>
                  </a:ext>
                </a:extLst>
              </p:cNvPr>
              <p:cNvSpPr txBox="1">
                <a:spLocks noRot="1" noChangeAspect="1" noMove="1" noResize="1" noEditPoints="1" noAdjustHandles="1" noChangeArrowheads="1" noChangeShapeType="1" noTextEdit="1"/>
              </p:cNvSpPr>
              <p:nvPr/>
            </p:nvSpPr>
            <p:spPr>
              <a:xfrm>
                <a:off x="788670" y="4598500"/>
                <a:ext cx="1664970"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F0B33CB-0D83-4CB9-A73D-1D37992DB649}"/>
                  </a:ext>
                </a:extLst>
              </p:cNvPr>
              <p:cNvSpPr txBox="1"/>
              <p:nvPr/>
            </p:nvSpPr>
            <p:spPr>
              <a:xfrm>
                <a:off x="2273618" y="4598500"/>
                <a:ext cx="255778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m:t>
                      </m:r>
                      <m:r>
                        <m:rPr>
                          <m:sty m:val="p"/>
                        </m:rPr>
                        <a:rPr lang="en-US" sz="280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P</m:t>
                      </m:r>
                      <m:d>
                        <m:dPr>
                          <m:ctrlPr>
                            <a:rPr lang="en-IN" sz="2800" i="1">
                              <a:solidFill>
                                <a:srgbClr val="002060"/>
                              </a:solidFill>
                              <a:latin typeface="Cambria Math" panose="02040503050406030204" pitchFamily="18" charset="0"/>
                              <a:ea typeface="Times New Roman" panose="02020603050405020304" pitchFamily="18" charset="0"/>
                              <a:cs typeface="Shruti" panose="020B0502040204020203" pitchFamily="34" charset="0"/>
                            </a:rPr>
                          </m:ctrlPr>
                        </m:dPr>
                        <m:e>
                          <m:r>
                            <a:rPr lang="en-IN" sz="2800" b="0" i="1"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 </m:t>
                          </m:r>
                          <m:r>
                            <m:rPr>
                              <m:nor/>
                            </m:rPr>
                            <a:rPr lang="en-IN" sz="2800" b="0" i="0" smtClean="0">
                              <a:solidFill>
                                <a:srgbClr val="002060"/>
                              </a:solidFill>
                              <a:latin typeface="+mj-lt"/>
                              <a:ea typeface="Times New Roman" panose="02020603050405020304" pitchFamily="18" charset="0"/>
                              <a:cs typeface="Shruti" panose="020B0502040204020203" pitchFamily="34" charset="0"/>
                            </a:rPr>
                            <m:t>one</m:t>
                          </m:r>
                          <m:r>
                            <m:rPr>
                              <m:nor/>
                            </m:rPr>
                            <a:rPr lang="en-US" sz="2800">
                              <a:solidFill>
                                <a:srgbClr val="002060"/>
                              </a:solidFill>
                              <a:latin typeface="+mj-lt"/>
                              <a:ea typeface="Times New Roman" panose="02020603050405020304" pitchFamily="18" charset="0"/>
                              <a:cs typeface="Shruti" panose="020B0502040204020203" pitchFamily="34" charset="0"/>
                            </a:rPr>
                            <m:t> </m:t>
                          </m:r>
                          <m:r>
                            <m:rPr>
                              <m:nor/>
                            </m:rPr>
                            <a:rPr lang="en-US" sz="2800">
                              <a:solidFill>
                                <a:srgbClr val="002060"/>
                              </a:solidFill>
                              <a:latin typeface="+mj-lt"/>
                              <a:ea typeface="Times New Roman" panose="02020603050405020304" pitchFamily="18" charset="0"/>
                              <a:cs typeface="Shruti" panose="020B0502040204020203" pitchFamily="34" charset="0"/>
                            </a:rPr>
                            <m:t>head</m:t>
                          </m:r>
                          <m:r>
                            <a:rPr lang="en-IN" sz="2800" i="1">
                              <a:solidFill>
                                <a:srgbClr val="002060"/>
                              </a:solidFill>
                              <a:latin typeface="Cambria Math" panose="02040503050406030204" pitchFamily="18" charset="0"/>
                              <a:ea typeface="Times New Roman" panose="02020603050405020304" pitchFamily="18" charset="0"/>
                              <a:cs typeface="Shruti" panose="020B0502040204020203" pitchFamily="34" charset="0"/>
                            </a:rPr>
                            <m:t> </m:t>
                          </m:r>
                        </m:e>
                      </m:d>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36" name="TextBox 35">
                <a:extLst>
                  <a:ext uri="{FF2B5EF4-FFF2-40B4-BE49-F238E27FC236}">
                    <a16:creationId xmlns:a16="http://schemas.microsoft.com/office/drawing/2014/main" id="{7F0B33CB-0D83-4CB9-A73D-1D37992DB649}"/>
                  </a:ext>
                </a:extLst>
              </p:cNvPr>
              <p:cNvSpPr txBox="1">
                <a:spLocks noRot="1" noChangeAspect="1" noMove="1" noResize="1" noEditPoints="1" noAdjustHandles="1" noChangeArrowheads="1" noChangeShapeType="1" noTextEdit="1"/>
              </p:cNvSpPr>
              <p:nvPr/>
            </p:nvSpPr>
            <p:spPr>
              <a:xfrm>
                <a:off x="2273618" y="4598500"/>
                <a:ext cx="2557780"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95EAE17-21FB-4829-A61C-5336BCA0316D}"/>
                  </a:ext>
                </a:extLst>
              </p:cNvPr>
              <p:cNvSpPr txBox="1"/>
              <p:nvPr/>
            </p:nvSpPr>
            <p:spPr>
              <a:xfrm>
                <a:off x="4577371" y="4410531"/>
                <a:ext cx="1036320" cy="899157"/>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m:t>
                      </m:r>
                      <m:f>
                        <m:fPr>
                          <m:ctrlPr>
                            <a:rPr lang="en-IN" sz="2800" i="1">
                              <a:solidFill>
                                <a:srgbClr val="002060"/>
                              </a:solidFill>
                              <a:latin typeface="Cambria Math" panose="02040503050406030204" pitchFamily="18" charset="0"/>
                              <a:ea typeface="Times New Roman" panose="02020603050405020304" pitchFamily="18" charset="0"/>
                              <a:cs typeface="Shruti" panose="020B0502040204020203" pitchFamily="34" charset="0"/>
                            </a:rPr>
                          </m:ctrlPr>
                        </m:fPr>
                        <m:num>
                          <m:r>
                            <a:rPr lang="en-US"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 </m:t>
                          </m:r>
                          <m:r>
                            <a:rPr lang="en-IN" sz="2800" b="0" i="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2</m:t>
                          </m:r>
                          <m:r>
                            <a:rPr lang="en-US"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 </m:t>
                          </m:r>
                        </m:num>
                        <m:den>
                          <m:r>
                            <a:rPr lang="en-IN" sz="2800" b="0" i="1"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 </m:t>
                          </m:r>
                          <m:r>
                            <a:rPr lang="en-US"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4 </m:t>
                          </m:r>
                        </m:den>
                      </m:f>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37" name="TextBox 36">
                <a:extLst>
                  <a:ext uri="{FF2B5EF4-FFF2-40B4-BE49-F238E27FC236}">
                    <a16:creationId xmlns:a16="http://schemas.microsoft.com/office/drawing/2014/main" id="{195EAE17-21FB-4829-A61C-5336BCA0316D}"/>
                  </a:ext>
                </a:extLst>
              </p:cNvPr>
              <p:cNvSpPr txBox="1">
                <a:spLocks noRot="1" noChangeAspect="1" noMove="1" noResize="1" noEditPoints="1" noAdjustHandles="1" noChangeArrowheads="1" noChangeShapeType="1" noTextEdit="1"/>
              </p:cNvSpPr>
              <p:nvPr/>
            </p:nvSpPr>
            <p:spPr>
              <a:xfrm>
                <a:off x="4577371" y="4410531"/>
                <a:ext cx="1036320" cy="899157"/>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113D9CC0-2F79-4664-8E95-DF7835BBBE5D}"/>
                  </a:ext>
                </a:extLst>
              </p:cNvPr>
              <p:cNvSpPr txBox="1"/>
              <p:nvPr/>
            </p:nvSpPr>
            <p:spPr>
              <a:xfrm>
                <a:off x="5455920" y="4413001"/>
                <a:ext cx="1280160" cy="899157"/>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m:t>
                      </m:r>
                      <m:f>
                        <m:fPr>
                          <m:ctrlPr>
                            <a:rPr lang="en-IN" sz="2800" i="1">
                              <a:solidFill>
                                <a:srgbClr val="002060"/>
                              </a:solidFill>
                              <a:latin typeface="Cambria Math" panose="02040503050406030204" pitchFamily="18" charset="0"/>
                              <a:ea typeface="Times New Roman" panose="02020603050405020304" pitchFamily="18" charset="0"/>
                              <a:cs typeface="Shruti" panose="020B0502040204020203" pitchFamily="34" charset="0"/>
                            </a:rPr>
                          </m:ctrlPr>
                        </m:fPr>
                        <m:num>
                          <m:r>
                            <a:rPr lang="en-US"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 1 </m:t>
                          </m:r>
                        </m:num>
                        <m:den>
                          <m:r>
                            <a:rPr lang="en-IN"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 </m:t>
                          </m:r>
                          <m:r>
                            <a:rPr lang="en-IN" sz="2800" b="0" i="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2</m:t>
                          </m:r>
                          <m:r>
                            <a:rPr lang="en-US"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 </m:t>
                          </m:r>
                        </m:den>
                      </m:f>
                    </m:oMath>
                  </m:oMathPara>
                </a14:m>
                <a:endParaRPr lang="en-IN" sz="2800" dirty="0">
                  <a:solidFill>
                    <a:srgbClr val="002060"/>
                  </a:solidFill>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38" name="TextBox 37">
                <a:extLst>
                  <a:ext uri="{FF2B5EF4-FFF2-40B4-BE49-F238E27FC236}">
                    <a16:creationId xmlns:a16="http://schemas.microsoft.com/office/drawing/2014/main" id="{113D9CC0-2F79-4664-8E95-DF7835BBBE5D}"/>
                  </a:ext>
                </a:extLst>
              </p:cNvPr>
              <p:cNvSpPr txBox="1">
                <a:spLocks noRot="1" noChangeAspect="1" noMove="1" noResize="1" noEditPoints="1" noAdjustHandles="1" noChangeArrowheads="1" noChangeShapeType="1" noTextEdit="1"/>
              </p:cNvSpPr>
              <p:nvPr/>
            </p:nvSpPr>
            <p:spPr>
              <a:xfrm>
                <a:off x="5455920" y="4413001"/>
                <a:ext cx="1280160" cy="899157"/>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45A412DD-D091-4211-A1E9-0E79EFF45BAA}"/>
                  </a:ext>
                </a:extLst>
              </p:cNvPr>
              <p:cNvSpPr txBox="1"/>
              <p:nvPr/>
            </p:nvSpPr>
            <p:spPr>
              <a:xfrm>
                <a:off x="788670" y="5732947"/>
                <a:ext cx="166497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m:rPr>
                          <m:sty m:val="p"/>
                        </m:rPr>
                        <a:rPr lang="en-US" sz="2800" smtClean="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P</m:t>
                      </m:r>
                      <m:d>
                        <m:dPr>
                          <m:ctrlPr>
                            <a:rPr lang="en-IN" sz="2800" i="1">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ctrlPr>
                        </m:dPr>
                        <m:e>
                          <m:r>
                            <m:rPr>
                              <m:sty m:val="p"/>
                            </m:rP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X</m:t>
                          </m:r>
                          <m: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=2</m:t>
                          </m:r>
                        </m:e>
                      </m:d>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39" name="TextBox 38">
                <a:extLst>
                  <a:ext uri="{FF2B5EF4-FFF2-40B4-BE49-F238E27FC236}">
                    <a16:creationId xmlns:a16="http://schemas.microsoft.com/office/drawing/2014/main" id="{45A412DD-D091-4211-A1E9-0E79EFF45BAA}"/>
                  </a:ext>
                </a:extLst>
              </p:cNvPr>
              <p:cNvSpPr txBox="1">
                <a:spLocks noRot="1" noChangeAspect="1" noMove="1" noResize="1" noEditPoints="1" noAdjustHandles="1" noChangeArrowheads="1" noChangeShapeType="1" noTextEdit="1"/>
              </p:cNvSpPr>
              <p:nvPr/>
            </p:nvSpPr>
            <p:spPr>
              <a:xfrm>
                <a:off x="788670" y="5732947"/>
                <a:ext cx="1664970"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7362E761-5C9B-4A2C-B36A-F249109D5810}"/>
                  </a:ext>
                </a:extLst>
              </p:cNvPr>
              <p:cNvSpPr txBox="1"/>
              <p:nvPr/>
            </p:nvSpPr>
            <p:spPr>
              <a:xfrm>
                <a:off x="2273618" y="5732947"/>
                <a:ext cx="255778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m:t>
                      </m:r>
                      <m:r>
                        <m:rPr>
                          <m:sty m:val="p"/>
                        </m:rPr>
                        <a:rPr lang="en-US" sz="280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P</m:t>
                      </m:r>
                      <m:d>
                        <m:dPr>
                          <m:ctrlPr>
                            <a:rPr lang="en-IN" sz="2800" i="1">
                              <a:solidFill>
                                <a:srgbClr val="002060"/>
                              </a:solidFill>
                              <a:latin typeface="Cambria Math" panose="02040503050406030204" pitchFamily="18" charset="0"/>
                              <a:ea typeface="Times New Roman" panose="02020603050405020304" pitchFamily="18" charset="0"/>
                              <a:cs typeface="Shruti" panose="020B0502040204020203" pitchFamily="34" charset="0"/>
                            </a:rPr>
                          </m:ctrlPr>
                        </m:dPr>
                        <m:e>
                          <m:r>
                            <a:rPr lang="en-IN" sz="2800" b="0" i="1"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 </m:t>
                          </m:r>
                          <m:r>
                            <m:rPr>
                              <m:nor/>
                            </m:rPr>
                            <a:rPr lang="en-IN" sz="2800" b="0" i="0" smtClean="0">
                              <a:solidFill>
                                <a:srgbClr val="002060"/>
                              </a:solidFill>
                              <a:latin typeface="+mj-lt"/>
                              <a:ea typeface="Times New Roman" panose="02020603050405020304" pitchFamily="18" charset="0"/>
                              <a:cs typeface="Shruti" panose="020B0502040204020203" pitchFamily="34" charset="0"/>
                            </a:rPr>
                            <m:t>tw</m:t>
                          </m:r>
                          <m:r>
                            <m:rPr>
                              <m:nor/>
                            </m:rPr>
                            <a:rPr lang="en-US" sz="2800">
                              <a:solidFill>
                                <a:srgbClr val="002060"/>
                              </a:solidFill>
                              <a:latin typeface="+mj-lt"/>
                              <a:ea typeface="Times New Roman" panose="02020603050405020304" pitchFamily="18" charset="0"/>
                              <a:cs typeface="Shruti" panose="020B0502040204020203" pitchFamily="34" charset="0"/>
                            </a:rPr>
                            <m:t>o</m:t>
                          </m:r>
                          <m:r>
                            <m:rPr>
                              <m:nor/>
                            </m:rPr>
                            <a:rPr lang="en-US" sz="2800">
                              <a:solidFill>
                                <a:srgbClr val="002060"/>
                              </a:solidFill>
                              <a:latin typeface="+mj-lt"/>
                              <a:ea typeface="Times New Roman" panose="02020603050405020304" pitchFamily="18" charset="0"/>
                              <a:cs typeface="Shruti" panose="020B0502040204020203" pitchFamily="34" charset="0"/>
                            </a:rPr>
                            <m:t> </m:t>
                          </m:r>
                          <m:r>
                            <m:rPr>
                              <m:nor/>
                            </m:rPr>
                            <a:rPr lang="en-US" sz="2800">
                              <a:solidFill>
                                <a:srgbClr val="002060"/>
                              </a:solidFill>
                              <a:latin typeface="+mj-lt"/>
                              <a:ea typeface="Times New Roman" panose="02020603050405020304" pitchFamily="18" charset="0"/>
                              <a:cs typeface="Shruti" panose="020B0502040204020203" pitchFamily="34" charset="0"/>
                            </a:rPr>
                            <m:t>head</m:t>
                          </m:r>
                          <m:r>
                            <a:rPr lang="en-IN" sz="2800" i="1">
                              <a:solidFill>
                                <a:srgbClr val="002060"/>
                              </a:solidFill>
                              <a:latin typeface="Cambria Math" panose="02040503050406030204" pitchFamily="18" charset="0"/>
                              <a:ea typeface="Times New Roman" panose="02020603050405020304" pitchFamily="18" charset="0"/>
                              <a:cs typeface="Shruti" panose="020B0502040204020203" pitchFamily="34" charset="0"/>
                            </a:rPr>
                            <m:t> </m:t>
                          </m:r>
                        </m:e>
                      </m:d>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40" name="TextBox 39">
                <a:extLst>
                  <a:ext uri="{FF2B5EF4-FFF2-40B4-BE49-F238E27FC236}">
                    <a16:creationId xmlns:a16="http://schemas.microsoft.com/office/drawing/2014/main" id="{7362E761-5C9B-4A2C-B36A-F249109D5810}"/>
                  </a:ext>
                </a:extLst>
              </p:cNvPr>
              <p:cNvSpPr txBox="1">
                <a:spLocks noRot="1" noChangeAspect="1" noMove="1" noResize="1" noEditPoints="1" noAdjustHandles="1" noChangeArrowheads="1" noChangeShapeType="1" noTextEdit="1"/>
              </p:cNvSpPr>
              <p:nvPr/>
            </p:nvSpPr>
            <p:spPr>
              <a:xfrm>
                <a:off x="2273618" y="5732947"/>
                <a:ext cx="2557780"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69CD7C17-55FF-4738-A394-5E893ED04516}"/>
                  </a:ext>
                </a:extLst>
              </p:cNvPr>
              <p:cNvSpPr txBox="1"/>
              <p:nvPr/>
            </p:nvSpPr>
            <p:spPr>
              <a:xfrm>
                <a:off x="4577371" y="5544978"/>
                <a:ext cx="1036320" cy="899157"/>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m:t>
                      </m:r>
                      <m:f>
                        <m:fPr>
                          <m:ctrlPr>
                            <a:rPr lang="en-IN" sz="2800" i="1">
                              <a:solidFill>
                                <a:srgbClr val="002060"/>
                              </a:solidFill>
                              <a:latin typeface="Cambria Math" panose="02040503050406030204" pitchFamily="18" charset="0"/>
                              <a:ea typeface="Times New Roman" panose="02020603050405020304" pitchFamily="18" charset="0"/>
                              <a:cs typeface="Shruti" panose="020B0502040204020203" pitchFamily="34" charset="0"/>
                            </a:rPr>
                          </m:ctrlPr>
                        </m:fPr>
                        <m:num>
                          <m:r>
                            <a:rPr lang="en-US"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 1 </m:t>
                          </m:r>
                        </m:num>
                        <m:den>
                          <m:r>
                            <a:rPr lang="en-IN" sz="2800" b="0" i="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 </m:t>
                          </m:r>
                          <m:r>
                            <a:rPr lang="en-US"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4 </m:t>
                          </m:r>
                        </m:den>
                      </m:f>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41" name="TextBox 40">
                <a:extLst>
                  <a:ext uri="{FF2B5EF4-FFF2-40B4-BE49-F238E27FC236}">
                    <a16:creationId xmlns:a16="http://schemas.microsoft.com/office/drawing/2014/main" id="{69CD7C17-55FF-4738-A394-5E893ED04516}"/>
                  </a:ext>
                </a:extLst>
              </p:cNvPr>
              <p:cNvSpPr txBox="1">
                <a:spLocks noRot="1" noChangeAspect="1" noMove="1" noResize="1" noEditPoints="1" noAdjustHandles="1" noChangeArrowheads="1" noChangeShapeType="1" noTextEdit="1"/>
              </p:cNvSpPr>
              <p:nvPr/>
            </p:nvSpPr>
            <p:spPr>
              <a:xfrm>
                <a:off x="4577371" y="5544978"/>
                <a:ext cx="1036320" cy="899157"/>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D5920416-2FF4-48EE-BD13-AF1CD68EC68A}"/>
                  </a:ext>
                </a:extLst>
              </p:cNvPr>
              <p:cNvSpPr txBox="1"/>
              <p:nvPr/>
            </p:nvSpPr>
            <p:spPr>
              <a:xfrm>
                <a:off x="5455920" y="5732946"/>
                <a:ext cx="128016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=0.25</m:t>
                      </m:r>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42" name="TextBox 41">
                <a:extLst>
                  <a:ext uri="{FF2B5EF4-FFF2-40B4-BE49-F238E27FC236}">
                    <a16:creationId xmlns:a16="http://schemas.microsoft.com/office/drawing/2014/main" id="{D5920416-2FF4-48EE-BD13-AF1CD68EC68A}"/>
                  </a:ext>
                </a:extLst>
              </p:cNvPr>
              <p:cNvSpPr txBox="1">
                <a:spLocks noRot="1" noChangeAspect="1" noMove="1" noResize="1" noEditPoints="1" noAdjustHandles="1" noChangeArrowheads="1" noChangeShapeType="1" noTextEdit="1"/>
              </p:cNvSpPr>
              <p:nvPr/>
            </p:nvSpPr>
            <p:spPr>
              <a:xfrm>
                <a:off x="5455920" y="5732946"/>
                <a:ext cx="1280160"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6A49D03F-B099-4110-8CE7-8C73411BB27A}"/>
                  </a:ext>
                </a:extLst>
              </p:cNvPr>
              <p:cNvSpPr txBox="1"/>
              <p:nvPr/>
            </p:nvSpPr>
            <p:spPr>
              <a:xfrm>
                <a:off x="6316346" y="4600970"/>
                <a:ext cx="128016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m:t>
                      </m:r>
                      <m:r>
                        <a:rPr lang="en-IN" sz="2800" i="1"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0</m:t>
                      </m:r>
                      <m:r>
                        <a:rPr lang="en-IN" sz="2800" b="0" i="1"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.50</m:t>
                      </m:r>
                    </m:oMath>
                  </m:oMathPara>
                </a14:m>
                <a:endParaRPr lang="en-IN" sz="2800" dirty="0">
                  <a:solidFill>
                    <a:srgbClr val="002060"/>
                  </a:solidFill>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43" name="TextBox 42">
                <a:extLst>
                  <a:ext uri="{FF2B5EF4-FFF2-40B4-BE49-F238E27FC236}">
                    <a16:creationId xmlns:a16="http://schemas.microsoft.com/office/drawing/2014/main" id="{6A49D03F-B099-4110-8CE7-8C73411BB27A}"/>
                  </a:ext>
                </a:extLst>
              </p:cNvPr>
              <p:cNvSpPr txBox="1">
                <a:spLocks noRot="1" noChangeAspect="1" noMove="1" noResize="1" noEditPoints="1" noAdjustHandles="1" noChangeArrowheads="1" noChangeShapeType="1" noTextEdit="1"/>
              </p:cNvSpPr>
              <p:nvPr/>
            </p:nvSpPr>
            <p:spPr>
              <a:xfrm>
                <a:off x="6316346" y="4600970"/>
                <a:ext cx="1280160"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719EAF3D-9065-44FE-9E90-CF34A7FC8B4A}"/>
                  </a:ext>
                </a:extLst>
              </p:cNvPr>
              <p:cNvSpPr txBox="1"/>
              <p:nvPr/>
            </p:nvSpPr>
            <p:spPr>
              <a:xfrm>
                <a:off x="788670" y="2178351"/>
                <a:ext cx="9980930" cy="1122038"/>
              </a:xfrm>
              <a:prstGeom prst="rect">
                <a:avLst/>
              </a:prstGeom>
              <a:noFill/>
            </p:spPr>
            <p:txBody>
              <a:bodyPr wrap="square">
                <a:spAutoFit/>
              </a:bodyPr>
              <a:lstStyle/>
              <a:p>
                <a:pPr marR="0">
                  <a:lnSpc>
                    <a:spcPct val="125000"/>
                  </a:lnSpc>
                  <a:spcBef>
                    <a:spcPts val="1000"/>
                  </a:spcBef>
                </a:pPr>
                <a:r>
                  <a:rPr lang="en-GB" sz="2800" i="0" dirty="0">
                    <a:solidFill>
                      <a:srgbClr val="002060"/>
                    </a:solidFill>
                    <a:latin typeface="+mj-lt"/>
                    <a:ea typeface="Times New Roman" panose="02020603050405020304" pitchFamily="18" charset="0"/>
                    <a:cs typeface="Shruti" panose="020B0502040204020203" pitchFamily="34" charset="0"/>
                  </a:rPr>
                  <a:t>Let </a:t>
                </a:r>
                <a14:m>
                  <m:oMath xmlns:m="http://schemas.openxmlformats.org/officeDocument/2006/math">
                    <m:r>
                      <m:rPr>
                        <m:sty m:val="p"/>
                      </m:rPr>
                      <a:rPr lang="en-GB" sz="2800" i="1"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X</m:t>
                    </m:r>
                  </m:oMath>
                </a14:m>
                <a:r>
                  <a:rPr lang="en-GB" sz="2800" i="0" dirty="0">
                    <a:solidFill>
                      <a:srgbClr val="002060"/>
                    </a:solidFill>
                    <a:latin typeface="+mj-lt"/>
                    <a:ea typeface="Times New Roman" panose="02020603050405020304" pitchFamily="18" charset="0"/>
                    <a:cs typeface="Shruti" panose="020B0502040204020203" pitchFamily="34" charset="0"/>
                  </a:rPr>
                  <a:t> be a random variable representing the </a:t>
                </a:r>
                <a:r>
                  <a:rPr lang="en-GB" sz="2800" b="1" i="0" dirty="0">
                    <a:solidFill>
                      <a:srgbClr val="002060"/>
                    </a:solidFill>
                    <a:latin typeface="+mj-lt"/>
                    <a:ea typeface="Times New Roman" panose="02020603050405020304" pitchFamily="18" charset="0"/>
                    <a:cs typeface="Shruti" panose="020B0502040204020203" pitchFamily="34" charset="0"/>
                  </a:rPr>
                  <a:t>number of heads </a:t>
                </a:r>
                <a:r>
                  <a:rPr lang="en-GB" sz="2800" i="0" dirty="0">
                    <a:solidFill>
                      <a:srgbClr val="002060"/>
                    </a:solidFill>
                    <a:latin typeface="+mj-lt"/>
                    <a:ea typeface="Times New Roman" panose="02020603050405020304" pitchFamily="18" charset="0"/>
                    <a:cs typeface="Shruti" panose="020B0502040204020203" pitchFamily="34" charset="0"/>
                  </a:rPr>
                  <a:t>obtained when two balanced coins are tossed.</a:t>
                </a:r>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44" name="TextBox 43">
                <a:extLst>
                  <a:ext uri="{FF2B5EF4-FFF2-40B4-BE49-F238E27FC236}">
                    <a16:creationId xmlns:a16="http://schemas.microsoft.com/office/drawing/2014/main" id="{719EAF3D-9065-44FE-9E90-CF34A7FC8B4A}"/>
                  </a:ext>
                </a:extLst>
              </p:cNvPr>
              <p:cNvSpPr txBox="1">
                <a:spLocks noRot="1" noChangeAspect="1" noMove="1" noResize="1" noEditPoints="1" noAdjustHandles="1" noChangeArrowheads="1" noChangeShapeType="1" noTextEdit="1"/>
              </p:cNvSpPr>
              <p:nvPr/>
            </p:nvSpPr>
            <p:spPr>
              <a:xfrm>
                <a:off x="788670" y="2178351"/>
                <a:ext cx="9980930" cy="1122038"/>
              </a:xfrm>
              <a:prstGeom prst="rect">
                <a:avLst/>
              </a:prstGeom>
              <a:blipFill>
                <a:blip r:embed="rId16"/>
                <a:stretch>
                  <a:fillRect l="-1221" r="-1160" b="-14674"/>
                </a:stretch>
              </a:blipFill>
            </p:spPr>
            <p:txBody>
              <a:bodyPr/>
              <a:lstStyle/>
              <a:p>
                <a:r>
                  <a:rPr lang="en-IN">
                    <a:noFill/>
                  </a:rPr>
                  <a:t> </a:t>
                </a:r>
              </a:p>
            </p:txBody>
          </p:sp>
        </mc:Fallback>
      </mc:AlternateContent>
    </p:spTree>
    <p:extLst>
      <p:ext uri="{BB962C8B-B14F-4D97-AF65-F5344CB8AC3E}">
        <p14:creationId xmlns:p14="http://schemas.microsoft.com/office/powerpoint/2010/main" val="1284215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22" grpId="0"/>
      <p:bldP spid="23" grpId="0"/>
      <p:bldP spid="29" grpId="0"/>
      <p:bldP spid="30" grpId="0"/>
      <p:bldP spid="35" grpId="0"/>
      <p:bldP spid="36" grpId="0"/>
      <p:bldP spid="37" grpId="0"/>
      <p:bldP spid="38" grpId="0"/>
      <p:bldP spid="39" grpId="0"/>
      <p:bldP spid="40" grpId="0"/>
      <p:bldP spid="41" grpId="0"/>
      <p:bldP spid="42" grpId="0"/>
      <p:bldP spid="43" grpId="0"/>
      <p:bldP spid="44"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340F1C-AEAB-43F6-BC28-2290E8462E32}"/>
              </a:ext>
            </a:extLst>
          </p:cNvPr>
          <p:cNvSpPr>
            <a:spLocks noGrp="1"/>
          </p:cNvSpPr>
          <p:nvPr>
            <p:ph type="title"/>
          </p:nvPr>
        </p:nvSpPr>
        <p:spPr/>
        <p:txBody>
          <a:bodyPr/>
          <a:lstStyle/>
          <a:p>
            <a:r>
              <a:rPr lang="en-GB" dirty="0"/>
              <a:t>Example</a:t>
            </a:r>
            <a:endParaRPr lang="en-IN"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979EEE02-B6D3-43B4-AEFC-5E226BF33B4B}"/>
                  </a:ext>
                </a:extLst>
              </p:cNvPr>
              <p:cNvSpPr>
                <a:spLocks noGrp="1"/>
              </p:cNvSpPr>
              <p:nvPr>
                <p:ph idx="1"/>
              </p:nvPr>
            </p:nvSpPr>
            <p:spPr/>
            <p:txBody>
              <a:bodyPr/>
              <a:lstStyle/>
              <a:p>
                <a:r>
                  <a:rPr lang="en-US" dirty="0"/>
                  <a:t>Two balanced coins are tossed, then </a:t>
                </a:r>
                <a14:m>
                  <m:oMath xmlns:m="http://schemas.openxmlformats.org/officeDocument/2006/math">
                    <m:r>
                      <m:rPr>
                        <m:sty m:val="p"/>
                      </m:rPr>
                      <a:rPr lang="en-US">
                        <a:latin typeface="Cambria Math" panose="02040503050406030204" pitchFamily="18" charset="0"/>
                      </a:rPr>
                      <m:t>S</m:t>
                    </m:r>
                    <m:r>
                      <a:rPr lang="en-US">
                        <a:latin typeface="Cambria Math" panose="02040503050406030204" pitchFamily="18" charset="0"/>
                      </a:rPr>
                      <m:t>=</m:t>
                    </m:r>
                    <m:d>
                      <m:dPr>
                        <m:begChr m:val="{"/>
                        <m:endChr m:val="}"/>
                        <m:ctrlPr>
                          <a:rPr lang="en-IN" i="1">
                            <a:latin typeface="Cambria Math" panose="02040503050406030204" pitchFamily="18" charset="0"/>
                          </a:rPr>
                        </m:ctrlPr>
                      </m:dPr>
                      <m:e>
                        <m:r>
                          <a:rPr lang="en-US">
                            <a:latin typeface="Cambria Math" panose="02040503050406030204" pitchFamily="18" charset="0"/>
                          </a:rPr>
                          <m:t> </m:t>
                        </m:r>
                        <m:r>
                          <m:rPr>
                            <m:sty m:val="p"/>
                          </m:rPr>
                          <a:rPr lang="en-US">
                            <a:latin typeface="Cambria Math" panose="02040503050406030204" pitchFamily="18" charset="0"/>
                          </a:rPr>
                          <m:t>HH</m:t>
                        </m:r>
                        <m:r>
                          <a:rPr lang="en-US">
                            <a:latin typeface="Cambria Math" panose="02040503050406030204" pitchFamily="18" charset="0"/>
                          </a:rPr>
                          <m:t>,</m:t>
                        </m:r>
                        <m:r>
                          <a:rPr lang="en-US" i="1">
                            <a:latin typeface="Cambria Math" panose="02040503050406030204" pitchFamily="18" charset="0"/>
                          </a:rPr>
                          <m:t> </m:t>
                        </m:r>
                        <m:r>
                          <m:rPr>
                            <m:sty m:val="p"/>
                          </m:rPr>
                          <a:rPr lang="en-US">
                            <a:latin typeface="Cambria Math" panose="02040503050406030204" pitchFamily="18" charset="0"/>
                          </a:rPr>
                          <m:t>HT</m:t>
                        </m:r>
                        <m:r>
                          <a:rPr lang="en-US">
                            <a:latin typeface="Cambria Math" panose="02040503050406030204" pitchFamily="18" charset="0"/>
                          </a:rPr>
                          <m:t>,</m:t>
                        </m:r>
                        <m:r>
                          <a:rPr lang="en-US" i="1">
                            <a:latin typeface="Cambria Math" panose="02040503050406030204" pitchFamily="18" charset="0"/>
                          </a:rPr>
                          <m:t> </m:t>
                        </m:r>
                        <m:r>
                          <m:rPr>
                            <m:sty m:val="p"/>
                          </m:rPr>
                          <a:rPr lang="en-US">
                            <a:latin typeface="Cambria Math" panose="02040503050406030204" pitchFamily="18" charset="0"/>
                          </a:rPr>
                          <m:t>TH</m:t>
                        </m:r>
                        <m:r>
                          <a:rPr lang="en-US">
                            <a:latin typeface="Cambria Math" panose="02040503050406030204" pitchFamily="18" charset="0"/>
                          </a:rPr>
                          <m:t>,</m:t>
                        </m:r>
                        <m:r>
                          <a:rPr lang="en-US" i="1">
                            <a:latin typeface="Cambria Math" panose="02040503050406030204" pitchFamily="18" charset="0"/>
                          </a:rPr>
                          <m:t> </m:t>
                        </m:r>
                        <m:r>
                          <m:rPr>
                            <m:sty m:val="p"/>
                          </m:rPr>
                          <a:rPr lang="en-US">
                            <a:latin typeface="Cambria Math" panose="02040503050406030204" pitchFamily="18" charset="0"/>
                          </a:rPr>
                          <m:t>TT</m:t>
                        </m:r>
                        <m:r>
                          <a:rPr lang="en-US">
                            <a:latin typeface="Cambria Math" panose="02040503050406030204" pitchFamily="18" charset="0"/>
                          </a:rPr>
                          <m:t> </m:t>
                        </m:r>
                      </m:e>
                    </m:d>
                  </m:oMath>
                </a14:m>
                <a:endParaRPr lang="en-IN" dirty="0"/>
              </a:p>
              <a:p>
                <a:pPr lvl="1"/>
                <a:r>
                  <a:rPr lang="en-US" dirty="0"/>
                  <a:t>We find the probability distribution of head.</a:t>
                </a:r>
                <a:endParaRPr lang="en-IN" dirty="0"/>
              </a:p>
            </p:txBody>
          </p:sp>
        </mc:Choice>
        <mc:Fallback xmlns="">
          <p:sp>
            <p:nvSpPr>
              <p:cNvPr id="5" name="Content Placeholder 4">
                <a:extLst>
                  <a:ext uri="{FF2B5EF4-FFF2-40B4-BE49-F238E27FC236}">
                    <a16:creationId xmlns:a16="http://schemas.microsoft.com/office/drawing/2014/main" id="{979EEE02-B6D3-43B4-AEFC-5E226BF33B4B}"/>
                  </a:ext>
                </a:extLst>
              </p:cNvPr>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8A56060-B9D9-4EF2-A211-4D343CDC8ACA}"/>
                  </a:ext>
                </a:extLst>
              </p:cNvPr>
              <p:cNvSpPr txBox="1"/>
              <p:nvPr/>
            </p:nvSpPr>
            <p:spPr>
              <a:xfrm>
                <a:off x="9313810" y="2260537"/>
                <a:ext cx="166497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m:rPr>
                          <m:sty m:val="p"/>
                        </m:rPr>
                        <a:rPr lang="en-US" sz="2800" smtClean="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P</m:t>
                      </m:r>
                      <m:d>
                        <m:dPr>
                          <m:ctrlPr>
                            <a:rPr lang="en-IN" sz="2800" i="1">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ctrlPr>
                        </m:dPr>
                        <m:e>
                          <m:r>
                            <m:rPr>
                              <m:sty m:val="p"/>
                            </m:rP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X</m:t>
                          </m:r>
                          <m: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=0</m:t>
                          </m:r>
                        </m:e>
                      </m:d>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22" name="TextBox 21">
                <a:extLst>
                  <a:ext uri="{FF2B5EF4-FFF2-40B4-BE49-F238E27FC236}">
                    <a16:creationId xmlns:a16="http://schemas.microsoft.com/office/drawing/2014/main" id="{48A56060-B9D9-4EF2-A211-4D343CDC8ACA}"/>
                  </a:ext>
                </a:extLst>
              </p:cNvPr>
              <p:cNvSpPr txBox="1">
                <a:spLocks noRot="1" noChangeAspect="1" noMove="1" noResize="1" noEditPoints="1" noAdjustHandles="1" noChangeArrowheads="1" noChangeShapeType="1" noTextEdit="1"/>
              </p:cNvSpPr>
              <p:nvPr/>
            </p:nvSpPr>
            <p:spPr>
              <a:xfrm>
                <a:off x="9313810" y="2260537"/>
                <a:ext cx="1664970"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7F9FEFD2-3562-48AB-A311-6F883063690D}"/>
                  </a:ext>
                </a:extLst>
              </p:cNvPr>
              <p:cNvSpPr txBox="1"/>
              <p:nvPr/>
            </p:nvSpPr>
            <p:spPr>
              <a:xfrm>
                <a:off x="10780660" y="2260536"/>
                <a:ext cx="128016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=0.25</m:t>
                      </m:r>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30" name="TextBox 29">
                <a:extLst>
                  <a:ext uri="{FF2B5EF4-FFF2-40B4-BE49-F238E27FC236}">
                    <a16:creationId xmlns:a16="http://schemas.microsoft.com/office/drawing/2014/main" id="{7F9FEFD2-3562-48AB-A311-6F883063690D}"/>
                  </a:ext>
                </a:extLst>
              </p:cNvPr>
              <p:cNvSpPr txBox="1">
                <a:spLocks noRot="1" noChangeAspect="1" noMove="1" noResize="1" noEditPoints="1" noAdjustHandles="1" noChangeArrowheads="1" noChangeShapeType="1" noTextEdit="1"/>
              </p:cNvSpPr>
              <p:nvPr/>
            </p:nvSpPr>
            <p:spPr>
              <a:xfrm>
                <a:off x="10780660" y="2260536"/>
                <a:ext cx="1280160"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DC58197-67D6-4586-9C94-F7C96A9F25E6}"/>
                  </a:ext>
                </a:extLst>
              </p:cNvPr>
              <p:cNvSpPr txBox="1"/>
              <p:nvPr/>
            </p:nvSpPr>
            <p:spPr>
              <a:xfrm>
                <a:off x="9313810" y="3120060"/>
                <a:ext cx="166497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m:rPr>
                          <m:sty m:val="p"/>
                        </m:rPr>
                        <a:rPr lang="en-US" sz="2800" smtClean="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P</m:t>
                      </m:r>
                      <m:d>
                        <m:dPr>
                          <m:ctrlPr>
                            <a:rPr lang="en-IN" sz="2800" i="1">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ctrlPr>
                        </m:dPr>
                        <m:e>
                          <m:r>
                            <m:rPr>
                              <m:sty m:val="p"/>
                            </m:rP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X</m:t>
                          </m:r>
                          <m: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=1</m:t>
                          </m:r>
                        </m:e>
                      </m:d>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35" name="TextBox 34">
                <a:extLst>
                  <a:ext uri="{FF2B5EF4-FFF2-40B4-BE49-F238E27FC236}">
                    <a16:creationId xmlns:a16="http://schemas.microsoft.com/office/drawing/2014/main" id="{CDC58197-67D6-4586-9C94-F7C96A9F25E6}"/>
                  </a:ext>
                </a:extLst>
              </p:cNvPr>
              <p:cNvSpPr txBox="1">
                <a:spLocks noRot="1" noChangeAspect="1" noMove="1" noResize="1" noEditPoints="1" noAdjustHandles="1" noChangeArrowheads="1" noChangeShapeType="1" noTextEdit="1"/>
              </p:cNvSpPr>
              <p:nvPr/>
            </p:nvSpPr>
            <p:spPr>
              <a:xfrm>
                <a:off x="9313810" y="3120060"/>
                <a:ext cx="1664970"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45A412DD-D091-4211-A1E9-0E79EFF45BAA}"/>
                  </a:ext>
                </a:extLst>
              </p:cNvPr>
              <p:cNvSpPr txBox="1"/>
              <p:nvPr/>
            </p:nvSpPr>
            <p:spPr>
              <a:xfrm>
                <a:off x="9313810" y="3979584"/>
                <a:ext cx="166497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m:rPr>
                          <m:sty m:val="p"/>
                        </m:rPr>
                        <a:rPr lang="en-US" sz="2800" smtClean="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P</m:t>
                      </m:r>
                      <m:d>
                        <m:dPr>
                          <m:ctrlPr>
                            <a:rPr lang="en-IN" sz="2800" i="1">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ctrlPr>
                        </m:dPr>
                        <m:e>
                          <m:r>
                            <m:rPr>
                              <m:sty m:val="p"/>
                            </m:rP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X</m:t>
                          </m:r>
                          <m: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=2</m:t>
                          </m:r>
                        </m:e>
                      </m:d>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39" name="TextBox 38">
                <a:extLst>
                  <a:ext uri="{FF2B5EF4-FFF2-40B4-BE49-F238E27FC236}">
                    <a16:creationId xmlns:a16="http://schemas.microsoft.com/office/drawing/2014/main" id="{45A412DD-D091-4211-A1E9-0E79EFF45BAA}"/>
                  </a:ext>
                </a:extLst>
              </p:cNvPr>
              <p:cNvSpPr txBox="1">
                <a:spLocks noRot="1" noChangeAspect="1" noMove="1" noResize="1" noEditPoints="1" noAdjustHandles="1" noChangeArrowheads="1" noChangeShapeType="1" noTextEdit="1"/>
              </p:cNvSpPr>
              <p:nvPr/>
            </p:nvSpPr>
            <p:spPr>
              <a:xfrm>
                <a:off x="9313810" y="3979584"/>
                <a:ext cx="166497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D5920416-2FF4-48EE-BD13-AF1CD68EC68A}"/>
                  </a:ext>
                </a:extLst>
              </p:cNvPr>
              <p:cNvSpPr txBox="1"/>
              <p:nvPr/>
            </p:nvSpPr>
            <p:spPr>
              <a:xfrm>
                <a:off x="10780660" y="3979583"/>
                <a:ext cx="128016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=0.25</m:t>
                      </m:r>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42" name="TextBox 41">
                <a:extLst>
                  <a:ext uri="{FF2B5EF4-FFF2-40B4-BE49-F238E27FC236}">
                    <a16:creationId xmlns:a16="http://schemas.microsoft.com/office/drawing/2014/main" id="{D5920416-2FF4-48EE-BD13-AF1CD68EC68A}"/>
                  </a:ext>
                </a:extLst>
              </p:cNvPr>
              <p:cNvSpPr txBox="1">
                <a:spLocks noRot="1" noChangeAspect="1" noMove="1" noResize="1" noEditPoints="1" noAdjustHandles="1" noChangeArrowheads="1" noChangeShapeType="1" noTextEdit="1"/>
              </p:cNvSpPr>
              <p:nvPr/>
            </p:nvSpPr>
            <p:spPr>
              <a:xfrm>
                <a:off x="10780660" y="3979583"/>
                <a:ext cx="1280160"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6A49D03F-B099-4110-8CE7-8C73411BB27A}"/>
                  </a:ext>
                </a:extLst>
              </p:cNvPr>
              <p:cNvSpPr txBox="1"/>
              <p:nvPr/>
            </p:nvSpPr>
            <p:spPr>
              <a:xfrm>
                <a:off x="10780660" y="3120059"/>
                <a:ext cx="128016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m:t>
                      </m:r>
                      <m:r>
                        <a:rPr lang="en-IN" sz="2800" i="1"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0</m:t>
                      </m:r>
                      <m:r>
                        <a:rPr lang="en-IN" sz="2800" b="0" i="1"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.50</m:t>
                      </m:r>
                    </m:oMath>
                  </m:oMathPara>
                </a14:m>
                <a:endParaRPr lang="en-IN" sz="2800" dirty="0">
                  <a:solidFill>
                    <a:srgbClr val="002060"/>
                  </a:solidFill>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43" name="TextBox 42">
                <a:extLst>
                  <a:ext uri="{FF2B5EF4-FFF2-40B4-BE49-F238E27FC236}">
                    <a16:creationId xmlns:a16="http://schemas.microsoft.com/office/drawing/2014/main" id="{6A49D03F-B099-4110-8CE7-8C73411BB27A}"/>
                  </a:ext>
                </a:extLst>
              </p:cNvPr>
              <p:cNvSpPr txBox="1">
                <a:spLocks noRot="1" noChangeAspect="1" noMove="1" noResize="1" noEditPoints="1" noAdjustHandles="1" noChangeArrowheads="1" noChangeShapeType="1" noTextEdit="1"/>
              </p:cNvSpPr>
              <p:nvPr/>
            </p:nvSpPr>
            <p:spPr>
              <a:xfrm>
                <a:off x="10780660" y="3120059"/>
                <a:ext cx="1280160" cy="523220"/>
              </a:xfrm>
              <a:prstGeom prst="rect">
                <a:avLst/>
              </a:prstGeom>
              <a:blipFill>
                <a:blip r:embed="rId8"/>
                <a:stretch>
                  <a:fillRect/>
                </a:stretch>
              </a:blipFill>
            </p:spPr>
            <p:txBody>
              <a:bodyPr/>
              <a:lstStyle/>
              <a:p>
                <a:r>
                  <a:rPr lang="en-IN">
                    <a:noFill/>
                  </a:rPr>
                  <a:t> </a:t>
                </a:r>
              </a:p>
            </p:txBody>
          </p:sp>
        </mc:Fallback>
      </mc:AlternateContent>
      <p:graphicFrame>
        <p:nvGraphicFramePr>
          <p:cNvPr id="17" name="Table 2">
            <a:extLst>
              <a:ext uri="{FF2B5EF4-FFF2-40B4-BE49-F238E27FC236}">
                <a16:creationId xmlns:a16="http://schemas.microsoft.com/office/drawing/2014/main" id="{56AFA71C-F1BD-4118-B819-A1B080BEEA05}"/>
              </a:ext>
            </a:extLst>
          </p:cNvPr>
          <p:cNvGraphicFramePr>
            <a:graphicFrameLocks noGrp="1"/>
          </p:cNvGraphicFramePr>
          <p:nvPr/>
        </p:nvGraphicFramePr>
        <p:xfrm>
          <a:off x="919843" y="3038140"/>
          <a:ext cx="6348572" cy="1210278"/>
        </p:xfrm>
        <a:graphic>
          <a:graphicData uri="http://schemas.openxmlformats.org/drawingml/2006/table">
            <a:tbl>
              <a:tblPr firstCol="1" bandRow="1">
                <a:tableStyleId>{93296810-A885-4BE3-A3E7-6D5BEEA58F35}</a:tableStyleId>
              </a:tblPr>
              <a:tblGrid>
                <a:gridCol w="2003030">
                  <a:extLst>
                    <a:ext uri="{9D8B030D-6E8A-4147-A177-3AD203B41FA5}">
                      <a16:colId xmlns:a16="http://schemas.microsoft.com/office/drawing/2014/main" val="2280401672"/>
                    </a:ext>
                  </a:extLst>
                </a:gridCol>
                <a:gridCol w="1448514">
                  <a:extLst>
                    <a:ext uri="{9D8B030D-6E8A-4147-A177-3AD203B41FA5}">
                      <a16:colId xmlns:a16="http://schemas.microsoft.com/office/drawing/2014/main" val="3689709473"/>
                    </a:ext>
                  </a:extLst>
                </a:gridCol>
                <a:gridCol w="1448514">
                  <a:extLst>
                    <a:ext uri="{9D8B030D-6E8A-4147-A177-3AD203B41FA5}">
                      <a16:colId xmlns:a16="http://schemas.microsoft.com/office/drawing/2014/main" val="1526058969"/>
                    </a:ext>
                  </a:extLst>
                </a:gridCol>
                <a:gridCol w="1448514">
                  <a:extLst>
                    <a:ext uri="{9D8B030D-6E8A-4147-A177-3AD203B41FA5}">
                      <a16:colId xmlns:a16="http://schemas.microsoft.com/office/drawing/2014/main" val="3685876560"/>
                    </a:ext>
                  </a:extLst>
                </a:gridCol>
              </a:tblGrid>
              <a:tr h="605139">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7204194"/>
                  </a:ext>
                </a:extLst>
              </a:tr>
              <a:tr h="605139">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7604946"/>
                  </a:ext>
                </a:extLst>
              </a:tr>
            </a:tbl>
          </a:graphicData>
        </a:graphic>
      </p:graphicFrame>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39A0E08-85DB-4662-BA14-A68B7619C91A}"/>
                  </a:ext>
                </a:extLst>
              </p:cNvPr>
              <p:cNvSpPr txBox="1"/>
              <p:nvPr/>
            </p:nvSpPr>
            <p:spPr>
              <a:xfrm>
                <a:off x="1112723" y="3055744"/>
                <a:ext cx="1669345"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i="0" dirty="0" smtClean="0">
                          <a:solidFill>
                            <a:schemeClr val="bg1"/>
                          </a:solidFill>
                          <a:latin typeface="Cambria Math" panose="02040503050406030204" pitchFamily="18" charset="0"/>
                        </a:rPr>
                        <m:t>𝐗</m:t>
                      </m:r>
                    </m:oMath>
                  </m:oMathPara>
                </a14:m>
                <a:endParaRPr lang="en-IN" b="1" dirty="0">
                  <a:solidFill>
                    <a:schemeClr val="bg1"/>
                  </a:solidFill>
                </a:endParaRPr>
              </a:p>
            </p:txBody>
          </p:sp>
        </mc:Choice>
        <mc:Fallback xmlns="">
          <p:sp>
            <p:nvSpPr>
              <p:cNvPr id="18" name="TextBox 17">
                <a:extLst>
                  <a:ext uri="{FF2B5EF4-FFF2-40B4-BE49-F238E27FC236}">
                    <a16:creationId xmlns:a16="http://schemas.microsoft.com/office/drawing/2014/main" id="{B39A0E08-85DB-4662-BA14-A68B7619C91A}"/>
                  </a:ext>
                </a:extLst>
              </p:cNvPr>
              <p:cNvSpPr txBox="1">
                <a:spLocks noRot="1" noChangeAspect="1" noMove="1" noResize="1" noEditPoints="1" noAdjustHandles="1" noChangeArrowheads="1" noChangeShapeType="1" noTextEdit="1"/>
              </p:cNvSpPr>
              <p:nvPr/>
            </p:nvSpPr>
            <p:spPr>
              <a:xfrm>
                <a:off x="1112723" y="3055744"/>
                <a:ext cx="1669345"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A3E67B9-C164-43AD-AB0C-106600EB6A58}"/>
                  </a:ext>
                </a:extLst>
              </p:cNvPr>
              <p:cNvSpPr txBox="1"/>
              <p:nvPr/>
            </p:nvSpPr>
            <p:spPr>
              <a:xfrm>
                <a:off x="1112723" y="3693107"/>
                <a:ext cx="1669345"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dirty="0" smtClean="0">
                          <a:solidFill>
                            <a:schemeClr val="bg1"/>
                          </a:solidFill>
                          <a:latin typeface="Cambria Math" panose="02040503050406030204" pitchFamily="18" charset="0"/>
                        </a:rPr>
                        <m:t>𝐏</m:t>
                      </m:r>
                      <m:d>
                        <m:dPr>
                          <m:ctrlPr>
                            <a:rPr lang="en-IN" sz="2800" b="1" i="1" dirty="0">
                              <a:solidFill>
                                <a:schemeClr val="bg1"/>
                              </a:solidFill>
                              <a:latin typeface="Cambria Math" panose="02040503050406030204" pitchFamily="18" charset="0"/>
                            </a:rPr>
                          </m:ctrlPr>
                        </m:dPr>
                        <m:e>
                          <m:r>
                            <a:rPr lang="en-IN" sz="2800" b="1" dirty="0">
                              <a:solidFill>
                                <a:schemeClr val="bg1"/>
                              </a:solidFill>
                              <a:latin typeface="Cambria Math" panose="02040503050406030204" pitchFamily="18" charset="0"/>
                            </a:rPr>
                            <m:t>𝐗</m:t>
                          </m:r>
                          <m:r>
                            <a:rPr lang="en-IN" sz="2800" b="1" dirty="0">
                              <a:solidFill>
                                <a:schemeClr val="bg1"/>
                              </a:solidFill>
                              <a:latin typeface="Cambria Math" panose="02040503050406030204" pitchFamily="18" charset="0"/>
                            </a:rPr>
                            <m:t>=</m:t>
                          </m:r>
                          <m:r>
                            <a:rPr lang="en-IN" sz="2800" b="1" dirty="0">
                              <a:solidFill>
                                <a:schemeClr val="bg1"/>
                              </a:solidFill>
                              <a:latin typeface="Cambria Math" panose="02040503050406030204" pitchFamily="18" charset="0"/>
                            </a:rPr>
                            <m:t>𝐱</m:t>
                          </m:r>
                        </m:e>
                      </m:d>
                    </m:oMath>
                  </m:oMathPara>
                </a14:m>
                <a:endParaRPr lang="en-IN" b="1" dirty="0">
                  <a:solidFill>
                    <a:schemeClr val="bg1"/>
                  </a:solidFill>
                </a:endParaRPr>
              </a:p>
            </p:txBody>
          </p:sp>
        </mc:Choice>
        <mc:Fallback xmlns="">
          <p:sp>
            <p:nvSpPr>
              <p:cNvPr id="19" name="TextBox 18">
                <a:extLst>
                  <a:ext uri="{FF2B5EF4-FFF2-40B4-BE49-F238E27FC236}">
                    <a16:creationId xmlns:a16="http://schemas.microsoft.com/office/drawing/2014/main" id="{1A3E67B9-C164-43AD-AB0C-106600EB6A58}"/>
                  </a:ext>
                </a:extLst>
              </p:cNvPr>
              <p:cNvSpPr txBox="1">
                <a:spLocks noRot="1" noChangeAspect="1" noMove="1" noResize="1" noEditPoints="1" noAdjustHandles="1" noChangeArrowheads="1" noChangeShapeType="1" noTextEdit="1"/>
              </p:cNvSpPr>
              <p:nvPr/>
            </p:nvSpPr>
            <p:spPr>
              <a:xfrm>
                <a:off x="1112723" y="3693107"/>
                <a:ext cx="1669345"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EDF981E-3581-43F1-8273-82576B4B415B}"/>
                  </a:ext>
                </a:extLst>
              </p:cNvPr>
              <p:cNvSpPr txBox="1"/>
              <p:nvPr/>
            </p:nvSpPr>
            <p:spPr>
              <a:xfrm>
                <a:off x="3325489" y="3055744"/>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0</m:t>
                      </m:r>
                    </m:oMath>
                  </m:oMathPara>
                </a14:m>
                <a:endParaRPr lang="en-IN" dirty="0">
                  <a:solidFill>
                    <a:srgbClr val="002060"/>
                  </a:solidFill>
                </a:endParaRPr>
              </a:p>
            </p:txBody>
          </p:sp>
        </mc:Choice>
        <mc:Fallback xmlns="">
          <p:sp>
            <p:nvSpPr>
              <p:cNvPr id="20" name="TextBox 19">
                <a:extLst>
                  <a:ext uri="{FF2B5EF4-FFF2-40B4-BE49-F238E27FC236}">
                    <a16:creationId xmlns:a16="http://schemas.microsoft.com/office/drawing/2014/main" id="{CEDF981E-3581-43F1-8273-82576B4B415B}"/>
                  </a:ext>
                </a:extLst>
              </p:cNvPr>
              <p:cNvSpPr txBox="1">
                <a:spLocks noRot="1" noChangeAspect="1" noMove="1" noResize="1" noEditPoints="1" noAdjustHandles="1" noChangeArrowheads="1" noChangeShapeType="1" noTextEdit="1"/>
              </p:cNvSpPr>
              <p:nvPr/>
            </p:nvSpPr>
            <p:spPr>
              <a:xfrm>
                <a:off x="3325489" y="3055744"/>
                <a:ext cx="653612"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C30D110-2233-4E9F-9AAB-AD8739AE92FE}"/>
                  </a:ext>
                </a:extLst>
              </p:cNvPr>
              <p:cNvSpPr txBox="1"/>
              <p:nvPr/>
            </p:nvSpPr>
            <p:spPr>
              <a:xfrm>
                <a:off x="4775007" y="3055744"/>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1</m:t>
                      </m:r>
                    </m:oMath>
                  </m:oMathPara>
                </a14:m>
                <a:endParaRPr lang="en-IN" dirty="0">
                  <a:solidFill>
                    <a:srgbClr val="002060"/>
                  </a:solidFill>
                </a:endParaRPr>
              </a:p>
            </p:txBody>
          </p:sp>
        </mc:Choice>
        <mc:Fallback xmlns="">
          <p:sp>
            <p:nvSpPr>
              <p:cNvPr id="21" name="TextBox 20">
                <a:extLst>
                  <a:ext uri="{FF2B5EF4-FFF2-40B4-BE49-F238E27FC236}">
                    <a16:creationId xmlns:a16="http://schemas.microsoft.com/office/drawing/2014/main" id="{6C30D110-2233-4E9F-9AAB-AD8739AE92FE}"/>
                  </a:ext>
                </a:extLst>
              </p:cNvPr>
              <p:cNvSpPr txBox="1">
                <a:spLocks noRot="1" noChangeAspect="1" noMove="1" noResize="1" noEditPoints="1" noAdjustHandles="1" noChangeArrowheads="1" noChangeShapeType="1" noTextEdit="1"/>
              </p:cNvSpPr>
              <p:nvPr/>
            </p:nvSpPr>
            <p:spPr>
              <a:xfrm>
                <a:off x="4775007" y="3055744"/>
                <a:ext cx="653612"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5A247A8-842C-4DE0-8F3F-A73F9E65D18A}"/>
                  </a:ext>
                </a:extLst>
              </p:cNvPr>
              <p:cNvSpPr txBox="1"/>
              <p:nvPr/>
            </p:nvSpPr>
            <p:spPr>
              <a:xfrm>
                <a:off x="6224525" y="3055744"/>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2</m:t>
                      </m:r>
                    </m:oMath>
                  </m:oMathPara>
                </a14:m>
                <a:endParaRPr lang="en-IN" dirty="0">
                  <a:solidFill>
                    <a:srgbClr val="002060"/>
                  </a:solidFill>
                </a:endParaRPr>
              </a:p>
            </p:txBody>
          </p:sp>
        </mc:Choice>
        <mc:Fallback xmlns="">
          <p:sp>
            <p:nvSpPr>
              <p:cNvPr id="24" name="TextBox 23">
                <a:extLst>
                  <a:ext uri="{FF2B5EF4-FFF2-40B4-BE49-F238E27FC236}">
                    <a16:creationId xmlns:a16="http://schemas.microsoft.com/office/drawing/2014/main" id="{A5A247A8-842C-4DE0-8F3F-A73F9E65D18A}"/>
                  </a:ext>
                </a:extLst>
              </p:cNvPr>
              <p:cNvSpPr txBox="1">
                <a:spLocks noRot="1" noChangeAspect="1" noMove="1" noResize="1" noEditPoints="1" noAdjustHandles="1" noChangeArrowheads="1" noChangeShapeType="1" noTextEdit="1"/>
              </p:cNvSpPr>
              <p:nvPr/>
            </p:nvSpPr>
            <p:spPr>
              <a:xfrm>
                <a:off x="6224525" y="3055744"/>
                <a:ext cx="653612"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D04AC61-13D7-4084-B12E-D648D6A4AECA}"/>
                  </a:ext>
                </a:extLst>
              </p:cNvPr>
              <p:cNvSpPr txBox="1"/>
              <p:nvPr/>
            </p:nvSpPr>
            <p:spPr>
              <a:xfrm>
                <a:off x="2979194" y="3693107"/>
                <a:ext cx="1335143"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0.25</m:t>
                      </m:r>
                    </m:oMath>
                  </m:oMathPara>
                </a14:m>
                <a:endParaRPr lang="en-IN" dirty="0">
                  <a:solidFill>
                    <a:srgbClr val="002060"/>
                  </a:solidFill>
                </a:endParaRPr>
              </a:p>
            </p:txBody>
          </p:sp>
        </mc:Choice>
        <mc:Fallback xmlns="">
          <p:sp>
            <p:nvSpPr>
              <p:cNvPr id="26" name="TextBox 25">
                <a:extLst>
                  <a:ext uri="{FF2B5EF4-FFF2-40B4-BE49-F238E27FC236}">
                    <a16:creationId xmlns:a16="http://schemas.microsoft.com/office/drawing/2014/main" id="{0D04AC61-13D7-4084-B12E-D648D6A4AECA}"/>
                  </a:ext>
                </a:extLst>
              </p:cNvPr>
              <p:cNvSpPr txBox="1">
                <a:spLocks noRot="1" noChangeAspect="1" noMove="1" noResize="1" noEditPoints="1" noAdjustHandles="1" noChangeArrowheads="1" noChangeShapeType="1" noTextEdit="1"/>
              </p:cNvSpPr>
              <p:nvPr/>
            </p:nvSpPr>
            <p:spPr>
              <a:xfrm>
                <a:off x="2979194" y="3693107"/>
                <a:ext cx="1335143"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D40DF6B-2321-42B2-B937-337CA49AAE53}"/>
                  </a:ext>
                </a:extLst>
              </p:cNvPr>
              <p:cNvSpPr txBox="1"/>
              <p:nvPr/>
            </p:nvSpPr>
            <p:spPr>
              <a:xfrm>
                <a:off x="4430094" y="3693107"/>
                <a:ext cx="1335143"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0.50</m:t>
                      </m:r>
                    </m:oMath>
                  </m:oMathPara>
                </a14:m>
                <a:endParaRPr lang="en-IN" dirty="0">
                  <a:solidFill>
                    <a:srgbClr val="002060"/>
                  </a:solidFill>
                </a:endParaRPr>
              </a:p>
            </p:txBody>
          </p:sp>
        </mc:Choice>
        <mc:Fallback xmlns="">
          <p:sp>
            <p:nvSpPr>
              <p:cNvPr id="28" name="TextBox 27">
                <a:extLst>
                  <a:ext uri="{FF2B5EF4-FFF2-40B4-BE49-F238E27FC236}">
                    <a16:creationId xmlns:a16="http://schemas.microsoft.com/office/drawing/2014/main" id="{4D40DF6B-2321-42B2-B937-337CA49AAE53}"/>
                  </a:ext>
                </a:extLst>
              </p:cNvPr>
              <p:cNvSpPr txBox="1">
                <a:spLocks noRot="1" noChangeAspect="1" noMove="1" noResize="1" noEditPoints="1" noAdjustHandles="1" noChangeArrowheads="1" noChangeShapeType="1" noTextEdit="1"/>
              </p:cNvSpPr>
              <p:nvPr/>
            </p:nvSpPr>
            <p:spPr>
              <a:xfrm>
                <a:off x="4430094" y="3693107"/>
                <a:ext cx="1335143"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60F901B-ED47-4250-9BEA-0F87C6D7DB5D}"/>
                  </a:ext>
                </a:extLst>
              </p:cNvPr>
              <p:cNvSpPr txBox="1"/>
              <p:nvPr/>
            </p:nvSpPr>
            <p:spPr>
              <a:xfrm>
                <a:off x="5880994" y="3693107"/>
                <a:ext cx="1335143"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0.25</m:t>
                      </m:r>
                    </m:oMath>
                  </m:oMathPara>
                </a14:m>
                <a:endParaRPr lang="en-IN" dirty="0">
                  <a:solidFill>
                    <a:srgbClr val="002060"/>
                  </a:solidFill>
                </a:endParaRPr>
              </a:p>
            </p:txBody>
          </p:sp>
        </mc:Choice>
        <mc:Fallback xmlns="">
          <p:sp>
            <p:nvSpPr>
              <p:cNvPr id="31" name="TextBox 30">
                <a:extLst>
                  <a:ext uri="{FF2B5EF4-FFF2-40B4-BE49-F238E27FC236}">
                    <a16:creationId xmlns:a16="http://schemas.microsoft.com/office/drawing/2014/main" id="{F60F901B-ED47-4250-9BEA-0F87C6D7DB5D}"/>
                  </a:ext>
                </a:extLst>
              </p:cNvPr>
              <p:cNvSpPr txBox="1">
                <a:spLocks noRot="1" noChangeAspect="1" noMove="1" noResize="1" noEditPoints="1" noAdjustHandles="1" noChangeArrowheads="1" noChangeShapeType="1" noTextEdit="1"/>
              </p:cNvSpPr>
              <p:nvPr/>
            </p:nvSpPr>
            <p:spPr>
              <a:xfrm>
                <a:off x="5880994" y="3693107"/>
                <a:ext cx="1335143"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D143982E-1EC6-463B-8041-4C992ABE474D}"/>
                  </a:ext>
                </a:extLst>
              </p:cNvPr>
              <p:cNvSpPr txBox="1"/>
              <p:nvPr/>
            </p:nvSpPr>
            <p:spPr>
              <a:xfrm>
                <a:off x="788670" y="2193287"/>
                <a:ext cx="6621780" cy="523220"/>
              </a:xfrm>
              <a:prstGeom prst="rect">
                <a:avLst/>
              </a:prstGeom>
              <a:noFill/>
            </p:spPr>
            <p:txBody>
              <a:bodyPr wrap="square">
                <a:spAutoFit/>
              </a:bodyPr>
              <a:lstStyle/>
              <a:p>
                <a:pPr marR="0">
                  <a:spcBef>
                    <a:spcPts val="0"/>
                  </a:spcBef>
                </a:pPr>
                <a:r>
                  <a:rPr lang="en-GB" sz="2800" dirty="0">
                    <a:solidFill>
                      <a:srgbClr val="002060"/>
                    </a:solidFill>
                    <a:latin typeface="+mj-lt"/>
                    <a:ea typeface="Times New Roman" panose="02020603050405020304" pitchFamily="18" charset="0"/>
                    <a:cs typeface="Shruti" panose="020B0502040204020203" pitchFamily="34" charset="0"/>
                  </a:rPr>
                  <a:t>So, probability distribution of </a:t>
                </a:r>
                <a14:m>
                  <m:oMath xmlns:m="http://schemas.openxmlformats.org/officeDocument/2006/math">
                    <m:r>
                      <m:rPr>
                        <m:sty m:val="p"/>
                      </m:rPr>
                      <a:rPr lang="en-GB" sz="2800" i="0" dirty="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X</m:t>
                    </m:r>
                  </m:oMath>
                </a14:m>
                <a:r>
                  <a:rPr lang="en-GB" sz="2800" dirty="0">
                    <a:solidFill>
                      <a:srgbClr val="002060"/>
                    </a:solidFill>
                    <a:latin typeface="+mj-lt"/>
                    <a:ea typeface="Times New Roman" panose="02020603050405020304" pitchFamily="18" charset="0"/>
                    <a:cs typeface="Shruti" panose="020B0502040204020203" pitchFamily="34" charset="0"/>
                  </a:rPr>
                  <a:t> is as follow:</a:t>
                </a:r>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34" name="TextBox 33">
                <a:extLst>
                  <a:ext uri="{FF2B5EF4-FFF2-40B4-BE49-F238E27FC236}">
                    <a16:creationId xmlns:a16="http://schemas.microsoft.com/office/drawing/2014/main" id="{D143982E-1EC6-463B-8041-4C992ABE474D}"/>
                  </a:ext>
                </a:extLst>
              </p:cNvPr>
              <p:cNvSpPr txBox="1">
                <a:spLocks noRot="1" noChangeAspect="1" noMove="1" noResize="1" noEditPoints="1" noAdjustHandles="1" noChangeArrowheads="1" noChangeShapeType="1" noTextEdit="1"/>
              </p:cNvSpPr>
              <p:nvPr/>
            </p:nvSpPr>
            <p:spPr>
              <a:xfrm>
                <a:off x="788670" y="2193287"/>
                <a:ext cx="6621780" cy="523220"/>
              </a:xfrm>
              <a:prstGeom prst="rect">
                <a:avLst/>
              </a:prstGeom>
              <a:blipFill>
                <a:blip r:embed="rId17"/>
                <a:stretch>
                  <a:fillRect l="-1840" t="-11628" b="-32558"/>
                </a:stretch>
              </a:blipFill>
            </p:spPr>
            <p:txBody>
              <a:bodyPr/>
              <a:lstStyle/>
              <a:p>
                <a:r>
                  <a:rPr lang="en-IN">
                    <a:noFill/>
                  </a:rPr>
                  <a:t> </a:t>
                </a:r>
              </a:p>
            </p:txBody>
          </p:sp>
        </mc:Fallback>
      </mc:AlternateContent>
    </p:spTree>
    <p:extLst>
      <p:ext uri="{BB962C8B-B14F-4D97-AF65-F5344CB8AC3E}">
        <p14:creationId xmlns:p14="http://schemas.microsoft.com/office/powerpoint/2010/main" val="16994626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p:cTn id="11" dur="500" fill="hold"/>
                                        <p:tgtEl>
                                          <p:spTgt spid="17"/>
                                        </p:tgtEl>
                                        <p:attrNameLst>
                                          <p:attrName>ppt_w</p:attrName>
                                        </p:attrNameLst>
                                      </p:cBhvr>
                                      <p:tavLst>
                                        <p:tav tm="0">
                                          <p:val>
                                            <p:fltVal val="0"/>
                                          </p:val>
                                        </p:tav>
                                        <p:tav tm="100000">
                                          <p:val>
                                            <p:strVal val="#ppt_w"/>
                                          </p:val>
                                        </p:tav>
                                      </p:tavLst>
                                    </p:anim>
                                    <p:anim calcmode="lin" valueType="num">
                                      <p:cBhvr>
                                        <p:cTn id="12" dur="500" fill="hold"/>
                                        <p:tgtEl>
                                          <p:spTgt spid="17"/>
                                        </p:tgtEl>
                                        <p:attrNameLst>
                                          <p:attrName>ppt_h</p:attrName>
                                        </p:attrNameLst>
                                      </p:cBhvr>
                                      <p:tavLst>
                                        <p:tav tm="0">
                                          <p:val>
                                            <p:fltVal val="0"/>
                                          </p:val>
                                        </p:tav>
                                        <p:tav tm="100000">
                                          <p:val>
                                            <p:strVal val="#ppt_h"/>
                                          </p:val>
                                        </p:tav>
                                      </p:tavLst>
                                    </p:anim>
                                    <p:animEffect transition="in" filter="fade">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1" fill="hold">
                                          <p:stCondLst>
                                            <p:cond delay="499"/>
                                          </p:stCondLst>
                                        </p:cTn>
                                        <p:tgtEl>
                                          <p:spTgt spid="21"/>
                                        </p:tgtEl>
                                        <p:attrNameLst>
                                          <p:attrName>style.visibility</p:attrName>
                                        </p:attrNameLst>
                                      </p:cBhvr>
                                      <p:to>
                                        <p:strVal val="visible"/>
                                      </p:to>
                                    </p:set>
                                  </p:childTnLst>
                                </p:cTn>
                              </p:par>
                            </p:childTnLst>
                          </p:cTn>
                        </p:par>
                        <p:par>
                          <p:cTn id="25" fill="hold">
                            <p:stCondLst>
                              <p:cond delay="500"/>
                            </p:stCondLst>
                            <p:childTnLst>
                              <p:par>
                                <p:cTn id="26" presetID="1" presetClass="entr" presetSubtype="0" fill="hold" grpId="0" nodeType="afterEffect">
                                  <p:stCondLst>
                                    <p:cond delay="0"/>
                                  </p:stCondLst>
                                  <p:childTnLst>
                                    <p:set>
                                      <p:cBhvr>
                                        <p:cTn id="27" dur="1" fill="hold">
                                          <p:stCondLst>
                                            <p:cond delay="499"/>
                                          </p:stCondLst>
                                        </p:cTn>
                                        <p:tgtEl>
                                          <p:spTgt spid="24"/>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6"/>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grpId="0" nodeType="afterEffect">
                                  <p:stCondLst>
                                    <p:cond delay="0"/>
                                  </p:stCondLst>
                                  <p:childTnLst>
                                    <p:set>
                                      <p:cBhvr>
                                        <p:cTn id="38" dur="1" fill="hold">
                                          <p:stCondLst>
                                            <p:cond delay="249"/>
                                          </p:stCondLst>
                                        </p:cTn>
                                        <p:tgtEl>
                                          <p:spTgt spid="28"/>
                                        </p:tgtEl>
                                        <p:attrNameLst>
                                          <p:attrName>style.visibility</p:attrName>
                                        </p:attrNameLst>
                                      </p:cBhvr>
                                      <p:to>
                                        <p:strVal val="visible"/>
                                      </p:to>
                                    </p:set>
                                  </p:childTnLst>
                                </p:cTn>
                              </p:par>
                            </p:childTnLst>
                          </p:cTn>
                        </p:par>
                        <p:par>
                          <p:cTn id="39" fill="hold">
                            <p:stCondLst>
                              <p:cond delay="250"/>
                            </p:stCondLst>
                            <p:childTnLst>
                              <p:par>
                                <p:cTn id="40" presetID="1" presetClass="entr" presetSubtype="0" fill="hold" grpId="0" nodeType="afterEffect">
                                  <p:stCondLst>
                                    <p:cond delay="0"/>
                                  </p:stCondLst>
                                  <p:childTnLst>
                                    <p:set>
                                      <p:cBhvr>
                                        <p:cTn id="41" dur="1" fill="hold">
                                          <p:stCondLst>
                                            <p:cond delay="249"/>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4" grpId="0"/>
      <p:bldP spid="26" grpId="0"/>
      <p:bldP spid="28" grpId="0"/>
      <p:bldP spid="31" grpId="0"/>
      <p:bldP spid="34"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F94CB-77A7-455B-B283-A7AFB8EFFF59}"/>
              </a:ext>
            </a:extLst>
          </p:cNvPr>
          <p:cNvSpPr>
            <a:spLocks noGrp="1"/>
          </p:cNvSpPr>
          <p:nvPr>
            <p:ph type="title"/>
          </p:nvPr>
        </p:nvSpPr>
        <p:spPr/>
        <p:txBody>
          <a:bodyPr/>
          <a:lstStyle/>
          <a:p>
            <a:r>
              <a:rPr lang="en-IN" dirty="0"/>
              <a:t>Probability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43ADD2-B090-47CD-9651-FDC90AC10B9B}"/>
                  </a:ext>
                </a:extLst>
              </p:cNvPr>
              <p:cNvSpPr>
                <a:spLocks noGrp="1"/>
              </p:cNvSpPr>
              <p:nvPr>
                <p:ph idx="1"/>
              </p:nvPr>
            </p:nvSpPr>
            <p:spPr/>
            <p:txBody>
              <a:bodyPr/>
              <a:lstStyle/>
              <a:p>
                <a:r>
                  <a:rPr lang="en-GB" dirty="0"/>
                  <a:t>If for random variable </a:t>
                </a:r>
                <a14:m>
                  <m:oMath xmlns:m="http://schemas.openxmlformats.org/officeDocument/2006/math">
                    <m:r>
                      <m:rPr>
                        <m:sty m:val="p"/>
                      </m:rPr>
                      <a:rPr lang="en-GB" i="0" dirty="0" smtClean="0">
                        <a:latin typeface="Cambria Math" panose="02040503050406030204" pitchFamily="18" charset="0"/>
                      </a:rPr>
                      <m:t>X</m:t>
                    </m:r>
                  </m:oMath>
                </a14:m>
                <a:r>
                  <a:rPr lang="en-GB" dirty="0"/>
                  <a:t>, the real valued function </a:t>
                </a:r>
                <a14:m>
                  <m:oMath xmlns:m="http://schemas.openxmlformats.org/officeDocument/2006/math">
                    <m:r>
                      <m:rPr>
                        <m:sty m:val="p"/>
                      </m:rPr>
                      <a:rPr lang="en-GB" i="0" dirty="0" smtClean="0">
                        <a:latin typeface="Cambria Math" panose="02040503050406030204" pitchFamily="18" charset="0"/>
                      </a:rPr>
                      <m:t>f</m:t>
                    </m:r>
                    <m:d>
                      <m:dPr>
                        <m:ctrlPr>
                          <a:rPr lang="en-GB" i="1" dirty="0" smtClean="0">
                            <a:latin typeface="Cambria Math" panose="02040503050406030204" pitchFamily="18" charset="0"/>
                          </a:rPr>
                        </m:ctrlPr>
                      </m:dPr>
                      <m:e>
                        <m:r>
                          <m:rPr>
                            <m:sty m:val="p"/>
                          </m:rPr>
                          <a:rPr lang="en-GB" i="0" dirty="0" smtClean="0">
                            <a:latin typeface="Cambria Math" panose="02040503050406030204" pitchFamily="18" charset="0"/>
                          </a:rPr>
                          <m:t>x</m:t>
                        </m:r>
                      </m:e>
                    </m:d>
                  </m:oMath>
                </a14:m>
                <a:r>
                  <a:rPr lang="en-GB" dirty="0"/>
                  <a:t> is such that </a:t>
                </a:r>
                <a:br>
                  <a:rPr lang="en-IN" i="0" dirty="0">
                    <a:latin typeface="Cambria Math" panose="02040503050406030204" pitchFamily="18" charset="0"/>
                  </a:rPr>
                </a:br>
                <a14:m>
                  <m:oMath xmlns:m="http://schemas.openxmlformats.org/officeDocument/2006/math">
                    <m:r>
                      <m:rPr>
                        <m:sty m:val="p"/>
                      </m:rPr>
                      <a:rPr lang="en-GB" i="0" dirty="0" smtClean="0">
                        <a:latin typeface="Cambria Math" panose="02040503050406030204" pitchFamily="18" charset="0"/>
                      </a:rPr>
                      <m:t>P</m:t>
                    </m:r>
                    <m:d>
                      <m:dPr>
                        <m:ctrlPr>
                          <a:rPr lang="en-GB" i="1" dirty="0" smtClean="0">
                            <a:latin typeface="Cambria Math" panose="02040503050406030204" pitchFamily="18" charset="0"/>
                          </a:rPr>
                        </m:ctrlPr>
                      </m:dPr>
                      <m:e>
                        <m:r>
                          <m:rPr>
                            <m:sty m:val="p"/>
                          </m:rPr>
                          <a:rPr lang="en-GB" i="0" dirty="0" smtClean="0">
                            <a:latin typeface="Cambria Math" panose="02040503050406030204" pitchFamily="18" charset="0"/>
                          </a:rPr>
                          <m:t>X</m:t>
                        </m:r>
                        <m:r>
                          <a:rPr lang="en-GB" i="0" dirty="0" smtClean="0">
                            <a:latin typeface="Cambria Math" panose="02040503050406030204" pitchFamily="18" charset="0"/>
                          </a:rPr>
                          <m:t>=</m:t>
                        </m:r>
                        <m:r>
                          <m:rPr>
                            <m:sty m:val="p"/>
                          </m:rPr>
                          <a:rPr lang="en-GB" i="0" dirty="0" smtClean="0">
                            <a:latin typeface="Cambria Math" panose="02040503050406030204" pitchFamily="18" charset="0"/>
                          </a:rPr>
                          <m:t>x</m:t>
                        </m:r>
                      </m:e>
                    </m:d>
                    <m:r>
                      <a:rPr lang="en-GB" i="0" dirty="0" smtClean="0">
                        <a:latin typeface="Cambria Math" panose="02040503050406030204" pitchFamily="18" charset="0"/>
                      </a:rPr>
                      <m:t>=</m:t>
                    </m:r>
                    <m:r>
                      <m:rPr>
                        <m:sty m:val="p"/>
                      </m:rPr>
                      <a:rPr lang="en-GB" i="0" dirty="0" smtClean="0">
                        <a:latin typeface="Cambria Math" panose="02040503050406030204" pitchFamily="18" charset="0"/>
                      </a:rPr>
                      <m:t>f</m:t>
                    </m:r>
                    <m:d>
                      <m:dPr>
                        <m:ctrlPr>
                          <a:rPr lang="en-GB" i="1" dirty="0" smtClean="0">
                            <a:latin typeface="Cambria Math" panose="02040503050406030204" pitchFamily="18" charset="0"/>
                          </a:rPr>
                        </m:ctrlPr>
                      </m:dPr>
                      <m:e>
                        <m:r>
                          <m:rPr>
                            <m:sty m:val="p"/>
                          </m:rPr>
                          <a:rPr lang="en-GB" i="0" dirty="0" smtClean="0">
                            <a:latin typeface="Cambria Math" panose="02040503050406030204" pitchFamily="18" charset="0"/>
                          </a:rPr>
                          <m:t>x</m:t>
                        </m:r>
                      </m:e>
                    </m:d>
                  </m:oMath>
                </a14:m>
                <a:r>
                  <a:rPr lang="en-GB" dirty="0"/>
                  <a:t>, then </a:t>
                </a:r>
                <a14:m>
                  <m:oMath xmlns:m="http://schemas.openxmlformats.org/officeDocument/2006/math">
                    <m:r>
                      <m:rPr>
                        <m:sty m:val="p"/>
                      </m:rPr>
                      <a:rPr lang="en-GB" i="0" dirty="0" smtClean="0">
                        <a:latin typeface="Cambria Math" panose="02040503050406030204" pitchFamily="18" charset="0"/>
                      </a:rPr>
                      <m:t>f</m:t>
                    </m:r>
                    <m:d>
                      <m:dPr>
                        <m:ctrlPr>
                          <a:rPr lang="en-GB" i="1" dirty="0" smtClean="0">
                            <a:latin typeface="Cambria Math" panose="02040503050406030204" pitchFamily="18" charset="0"/>
                          </a:rPr>
                        </m:ctrlPr>
                      </m:dPr>
                      <m:e>
                        <m:r>
                          <m:rPr>
                            <m:sty m:val="p"/>
                          </m:rPr>
                          <a:rPr lang="en-GB" i="0" dirty="0" smtClean="0">
                            <a:latin typeface="Cambria Math" panose="02040503050406030204" pitchFamily="18" charset="0"/>
                          </a:rPr>
                          <m:t>x</m:t>
                        </m:r>
                      </m:e>
                    </m:d>
                  </m:oMath>
                </a14:m>
                <a:r>
                  <a:rPr lang="en-GB" dirty="0"/>
                  <a:t> is called probability function of random variable </a:t>
                </a:r>
                <a14:m>
                  <m:oMath xmlns:m="http://schemas.openxmlformats.org/officeDocument/2006/math">
                    <m:r>
                      <m:rPr>
                        <m:sty m:val="p"/>
                      </m:rPr>
                      <a:rPr lang="en-GB" i="0" dirty="0" smtClean="0">
                        <a:latin typeface="Cambria Math" panose="02040503050406030204" pitchFamily="18" charset="0"/>
                      </a:rPr>
                      <m:t>X</m:t>
                    </m:r>
                  </m:oMath>
                </a14:m>
                <a:r>
                  <a:rPr lang="en-IN" dirty="0"/>
                  <a:t>.</a:t>
                </a:r>
              </a:p>
              <a:p>
                <a:r>
                  <a:rPr lang="en-GB" dirty="0"/>
                  <a:t>Probability function </a:t>
                </a:r>
                <a14:m>
                  <m:oMath xmlns:m="http://schemas.openxmlformats.org/officeDocument/2006/math">
                    <m:r>
                      <m:rPr>
                        <m:sty m:val="p"/>
                      </m:rPr>
                      <a:rPr lang="en-GB" i="0" dirty="0" smtClean="0">
                        <a:latin typeface="Cambria Math" panose="02040503050406030204" pitchFamily="18" charset="0"/>
                      </a:rPr>
                      <m:t>f</m:t>
                    </m:r>
                    <m:d>
                      <m:dPr>
                        <m:ctrlPr>
                          <a:rPr lang="en-GB" i="1" dirty="0" smtClean="0">
                            <a:latin typeface="Cambria Math" panose="02040503050406030204" pitchFamily="18" charset="0"/>
                          </a:rPr>
                        </m:ctrlPr>
                      </m:dPr>
                      <m:e>
                        <m:r>
                          <m:rPr>
                            <m:sty m:val="p"/>
                          </m:rPr>
                          <a:rPr lang="en-GB" i="0" dirty="0" smtClean="0">
                            <a:latin typeface="Cambria Math" panose="02040503050406030204" pitchFamily="18" charset="0"/>
                          </a:rPr>
                          <m:t>x</m:t>
                        </m:r>
                      </m:e>
                    </m:d>
                  </m:oMath>
                </a14:m>
                <a:r>
                  <a:rPr lang="en-GB" dirty="0"/>
                  <a:t> gives the measures of probability for different values of </a:t>
                </a:r>
                <a14:m>
                  <m:oMath xmlns:m="http://schemas.openxmlformats.org/officeDocument/2006/math">
                    <m:r>
                      <m:rPr>
                        <m:sty m:val="p"/>
                      </m:rPr>
                      <a:rPr lang="en-GB" i="0" dirty="0" smtClean="0">
                        <a:latin typeface="Cambria Math" panose="02040503050406030204" pitchFamily="18" charset="0"/>
                      </a:rPr>
                      <m:t>X</m:t>
                    </m:r>
                  </m:oMath>
                </a14:m>
                <a:r>
                  <a:rPr lang="en-GB" dirty="0"/>
                  <a:t> say </a:t>
                </a:r>
                <a14:m>
                  <m:oMath xmlns:m="http://schemas.openxmlformats.org/officeDocument/2006/math">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1</m:t>
                        </m:r>
                      </m:sub>
                    </m:sSub>
                    <m:r>
                      <a:rPr lang="en-IN" b="0" i="0" dirty="0" smtClean="0">
                        <a:latin typeface="Cambria Math" panose="02040503050406030204" pitchFamily="18" charset="0"/>
                      </a:rPr>
                      <m:t>,</m:t>
                    </m:r>
                    <m:r>
                      <a:rPr lang="en-IN" b="0" i="1" dirty="0" smtClean="0">
                        <a:latin typeface="Cambria Math" panose="02040503050406030204" pitchFamily="18" charset="0"/>
                      </a:rPr>
                      <m:t> </m:t>
                    </m:r>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2</m:t>
                        </m:r>
                      </m:sub>
                    </m:sSub>
                    <m:r>
                      <a:rPr lang="en-IN" dirty="0">
                        <a:latin typeface="Cambria Math" panose="02040503050406030204" pitchFamily="18" charset="0"/>
                      </a:rPr>
                      <m:t>,</m:t>
                    </m:r>
                    <m:r>
                      <a:rPr lang="en-IN" i="1" dirty="0">
                        <a:latin typeface="Cambria Math" panose="02040503050406030204" pitchFamily="18" charset="0"/>
                      </a:rPr>
                      <m:t> </m:t>
                    </m:r>
                    <m:r>
                      <a:rPr lang="en-GB" i="0" dirty="0" smtClean="0">
                        <a:latin typeface="Cambria Math" panose="02040503050406030204" pitchFamily="18" charset="0"/>
                      </a:rPr>
                      <m:t>…</m:t>
                    </m:r>
                    <m:r>
                      <a:rPr lang="en-IN" dirty="0">
                        <a:latin typeface="Cambria Math" panose="02040503050406030204" pitchFamily="18" charset="0"/>
                      </a:rPr>
                      <m:t>,</m:t>
                    </m:r>
                    <m:r>
                      <a:rPr lang="en-IN" i="1" dirty="0">
                        <a:latin typeface="Cambria Math" panose="02040503050406030204" pitchFamily="18" charset="0"/>
                      </a:rPr>
                      <m:t> </m:t>
                    </m:r>
                    <m:sSub>
                      <m:sSubPr>
                        <m:ctrlPr>
                          <a:rPr lang="en-GB" i="1" dirty="0" err="1" smtClean="0">
                            <a:latin typeface="Cambria Math" panose="02040503050406030204" pitchFamily="18" charset="0"/>
                          </a:rPr>
                        </m:ctrlPr>
                      </m:sSubPr>
                      <m:e>
                        <m:r>
                          <m:rPr>
                            <m:sty m:val="p"/>
                          </m:rPr>
                          <a:rPr lang="en-GB" i="0" dirty="0" err="1" smtClean="0">
                            <a:latin typeface="Cambria Math" panose="02040503050406030204" pitchFamily="18" charset="0"/>
                          </a:rPr>
                          <m:t>x</m:t>
                        </m:r>
                      </m:e>
                      <m:sub>
                        <m:r>
                          <m:rPr>
                            <m:sty m:val="p"/>
                          </m:rPr>
                          <a:rPr lang="en-GB" i="0" dirty="0" err="1" smtClean="0">
                            <a:latin typeface="Cambria Math" panose="02040503050406030204" pitchFamily="18" charset="0"/>
                          </a:rPr>
                          <m:t>n</m:t>
                        </m:r>
                      </m:sub>
                    </m:sSub>
                    <m:r>
                      <a:rPr lang="en-IN" b="0" i="0" dirty="0" smtClean="0">
                        <a:latin typeface="Cambria Math" panose="02040503050406030204" pitchFamily="18" charset="0"/>
                      </a:rPr>
                      <m:t>.</m:t>
                    </m:r>
                  </m:oMath>
                </a14:m>
                <a:endParaRPr lang="en-IN" dirty="0"/>
              </a:p>
              <a:p>
                <a:r>
                  <a:rPr lang="en-GB" dirty="0"/>
                  <a:t>Probability functions can be classified as </a:t>
                </a:r>
              </a:p>
              <a:p>
                <a:pPr lvl="1"/>
                <a:r>
                  <a:rPr lang="en-GB" dirty="0"/>
                  <a:t>Probability Mass Function </a:t>
                </a:r>
                <a:r>
                  <a:rPr lang="en-GB" b="1" dirty="0"/>
                  <a:t>(P. M. F.)</a:t>
                </a:r>
                <a:r>
                  <a:rPr lang="en-GB" dirty="0"/>
                  <a:t> (for </a:t>
                </a:r>
                <a:r>
                  <a:rPr lang="en-GB" b="1" dirty="0">
                    <a:solidFill>
                      <a:srgbClr val="FF0000"/>
                    </a:solidFill>
                  </a:rPr>
                  <a:t>discrete</a:t>
                </a:r>
                <a:r>
                  <a:rPr lang="en-GB" dirty="0"/>
                  <a:t> random variable)</a:t>
                </a:r>
              </a:p>
              <a:p>
                <a:pPr lvl="1"/>
                <a:r>
                  <a:rPr lang="en-GB" dirty="0"/>
                  <a:t>Probability Density Function </a:t>
                </a:r>
                <a:r>
                  <a:rPr lang="en-GB" b="1" dirty="0"/>
                  <a:t>(P. D. F.)</a:t>
                </a:r>
                <a:r>
                  <a:rPr lang="en-GB" dirty="0"/>
                  <a:t> (for </a:t>
                </a:r>
                <a:r>
                  <a:rPr lang="en-GB" b="1" dirty="0">
                    <a:solidFill>
                      <a:srgbClr val="0070C0"/>
                    </a:solidFill>
                  </a:rPr>
                  <a:t>continuous</a:t>
                </a:r>
                <a:r>
                  <a:rPr lang="en-GB" dirty="0"/>
                  <a:t> random variable)</a:t>
                </a:r>
              </a:p>
            </p:txBody>
          </p:sp>
        </mc:Choice>
        <mc:Fallback xmlns="">
          <p:sp>
            <p:nvSpPr>
              <p:cNvPr id="3" name="Content Placeholder 2">
                <a:extLst>
                  <a:ext uri="{FF2B5EF4-FFF2-40B4-BE49-F238E27FC236}">
                    <a16:creationId xmlns:a16="http://schemas.microsoft.com/office/drawing/2014/main" id="{2343ADD2-B090-47CD-9651-FDC90AC10B9B}"/>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1201014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F94CB-77A7-455B-B283-A7AFB8EFFF59}"/>
              </a:ext>
            </a:extLst>
          </p:cNvPr>
          <p:cNvSpPr>
            <a:spLocks noGrp="1"/>
          </p:cNvSpPr>
          <p:nvPr>
            <p:ph type="title"/>
          </p:nvPr>
        </p:nvSpPr>
        <p:spPr/>
        <p:txBody>
          <a:bodyPr/>
          <a:lstStyle/>
          <a:p>
            <a:r>
              <a:rPr lang="en-IN" dirty="0"/>
              <a:t>Probability Mass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43ADD2-B090-47CD-9651-FDC90AC10B9B}"/>
                  </a:ext>
                </a:extLst>
              </p:cNvPr>
              <p:cNvSpPr>
                <a:spLocks noGrp="1"/>
              </p:cNvSpPr>
              <p:nvPr>
                <p:ph idx="1"/>
              </p:nvPr>
            </p:nvSpPr>
            <p:spPr/>
            <p:txBody>
              <a:bodyPr/>
              <a:lstStyle/>
              <a:p>
                <a:r>
                  <a:rPr lang="en-US" dirty="0"/>
                  <a:t>If </a:t>
                </a:r>
                <a14:m>
                  <m:oMath xmlns:m="http://schemas.openxmlformats.org/officeDocument/2006/math">
                    <m:r>
                      <m:rPr>
                        <m:sty m:val="p"/>
                      </m:rPr>
                      <a:rPr lang="en-US" i="0" dirty="0" smtClean="0">
                        <a:latin typeface="Cambria Math" panose="02040503050406030204" pitchFamily="18" charset="0"/>
                      </a:rPr>
                      <m:t>X</m:t>
                    </m:r>
                  </m:oMath>
                </a14:m>
                <a:r>
                  <a:rPr lang="en-US" dirty="0"/>
                  <a:t> is a </a:t>
                </a:r>
                <a:r>
                  <a:rPr lang="en-US" b="1" dirty="0">
                    <a:solidFill>
                      <a:srgbClr val="FF0000"/>
                    </a:solidFill>
                  </a:rPr>
                  <a:t>discrete</a:t>
                </a:r>
                <a:r>
                  <a:rPr lang="en-US" b="1" dirty="0"/>
                  <a:t> </a:t>
                </a:r>
                <a:r>
                  <a:rPr lang="en-US" dirty="0"/>
                  <a:t>random variable </a:t>
                </a:r>
                <a:r>
                  <a:rPr lang="en-GB" dirty="0"/>
                  <a:t>that takes values </a:t>
                </a:r>
                <a14:m>
                  <m:oMath xmlns:m="http://schemas.openxmlformats.org/officeDocument/2006/math">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1</m:t>
                        </m:r>
                      </m:sub>
                    </m:sSub>
                    <m:r>
                      <a:rPr lang="en-GB" i="0" dirty="0" smtClean="0">
                        <a:latin typeface="Cambria Math" panose="02040503050406030204" pitchFamily="18" charset="0"/>
                      </a:rPr>
                      <m:t>,</m:t>
                    </m:r>
                    <m:r>
                      <a:rPr lang="en-IN" b="0" i="1" dirty="0" smtClean="0">
                        <a:latin typeface="Cambria Math" panose="02040503050406030204" pitchFamily="18" charset="0"/>
                      </a:rPr>
                      <m:t> </m:t>
                    </m:r>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2</m:t>
                        </m:r>
                      </m:sub>
                    </m:sSub>
                    <m:r>
                      <a:rPr lang="en-GB" dirty="0">
                        <a:latin typeface="Cambria Math" panose="02040503050406030204" pitchFamily="18" charset="0"/>
                      </a:rPr>
                      <m:t>,</m:t>
                    </m:r>
                    <m:r>
                      <a:rPr lang="en-IN" i="1" dirty="0">
                        <a:latin typeface="Cambria Math" panose="02040503050406030204" pitchFamily="18" charset="0"/>
                      </a:rPr>
                      <m:t> </m:t>
                    </m:r>
                    <m:r>
                      <a:rPr lang="en-IN" b="0" i="0" dirty="0" smtClean="0">
                        <a:latin typeface="Cambria Math" panose="02040503050406030204" pitchFamily="18" charset="0"/>
                      </a:rPr>
                      <m:t>…</m:t>
                    </m:r>
                    <m:r>
                      <a:rPr lang="en-GB" dirty="0">
                        <a:latin typeface="Cambria Math" panose="02040503050406030204" pitchFamily="18" charset="0"/>
                      </a:rPr>
                      <m:t>,</m:t>
                    </m:r>
                    <m:r>
                      <a:rPr lang="en-IN" i="1" dirty="0">
                        <a:latin typeface="Cambria Math" panose="02040503050406030204" pitchFamily="18" charset="0"/>
                      </a:rPr>
                      <m:t> </m:t>
                    </m:r>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m:rPr>
                            <m:sty m:val="p"/>
                          </m:rPr>
                          <a:rPr lang="en-GB" i="0" dirty="0" smtClean="0">
                            <a:latin typeface="Cambria Math" panose="02040503050406030204" pitchFamily="18" charset="0"/>
                          </a:rPr>
                          <m:t>n</m:t>
                        </m:r>
                      </m:sub>
                    </m:sSub>
                  </m:oMath>
                </a14:m>
                <a:r>
                  <a:rPr lang="en-GB" dirty="0"/>
                  <a:t>,</a:t>
                </a:r>
                <a:r>
                  <a:rPr lang="en-US" dirty="0"/>
                  <a:t> then its probability function </a:t>
                </a:r>
                <a14:m>
                  <m:oMath xmlns:m="http://schemas.openxmlformats.org/officeDocument/2006/math">
                    <m:r>
                      <m:rPr>
                        <m:sty m:val="p"/>
                      </m:rPr>
                      <a:rPr lang="en-US">
                        <a:latin typeface="Cambria Math" panose="02040503050406030204" pitchFamily="18" charset="0"/>
                      </a:rPr>
                      <m:t>f</m:t>
                    </m:r>
                    <m:d>
                      <m:dPr>
                        <m:ctrlPr>
                          <a:rPr lang="en-IN" i="1">
                            <a:latin typeface="Cambria Math" panose="02040503050406030204" pitchFamily="18" charset="0"/>
                          </a:rPr>
                        </m:ctrlPr>
                      </m:dPr>
                      <m:e>
                        <m:r>
                          <m:rPr>
                            <m:sty m:val="p"/>
                          </m:rPr>
                          <a:rPr lang="en-US">
                            <a:latin typeface="Cambria Math" panose="02040503050406030204" pitchFamily="18" charset="0"/>
                          </a:rPr>
                          <m:t>x</m:t>
                        </m:r>
                      </m:e>
                    </m:d>
                  </m:oMath>
                </a14:m>
                <a:r>
                  <a:rPr lang="en-US" dirty="0"/>
                  <a:t> or </a:t>
                </a:r>
                <a14:m>
                  <m:oMath xmlns:m="http://schemas.openxmlformats.org/officeDocument/2006/math">
                    <m:r>
                      <a:rPr lang="en-US" b="1" i="0"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𝐗</m:t>
                        </m:r>
                        <m:r>
                          <a:rPr lang="en-US" b="1" i="0">
                            <a:solidFill>
                              <a:srgbClr val="FF0000"/>
                            </a:solidFill>
                            <a:latin typeface="Cambria Math" panose="02040503050406030204" pitchFamily="18" charset="0"/>
                          </a:rPr>
                          <m:t>=</m:t>
                        </m:r>
                        <m:sSub>
                          <m:sSubPr>
                            <m:ctrlPr>
                              <a:rPr lang="en-IN" b="1" i="1">
                                <a:solidFill>
                                  <a:srgbClr val="FF0000"/>
                                </a:solidFill>
                                <a:latin typeface="Cambria Math" panose="02040503050406030204" pitchFamily="18" charset="0"/>
                              </a:rPr>
                            </m:ctrlPr>
                          </m:sSubPr>
                          <m:e>
                            <m:r>
                              <a:rPr lang="en-US" b="1" i="0">
                                <a:solidFill>
                                  <a:srgbClr val="FF0000"/>
                                </a:solidFill>
                                <a:latin typeface="Cambria Math" panose="02040503050406030204" pitchFamily="18" charset="0"/>
                              </a:rPr>
                              <m:t>𝐱</m:t>
                            </m:r>
                          </m:e>
                          <m:sub>
                            <m:r>
                              <a:rPr lang="en-US" b="1" i="0">
                                <a:solidFill>
                                  <a:srgbClr val="FF0000"/>
                                </a:solidFill>
                                <a:latin typeface="Cambria Math" panose="02040503050406030204" pitchFamily="18" charset="0"/>
                              </a:rPr>
                              <m:t>𝐢</m:t>
                            </m:r>
                          </m:sub>
                        </m:sSub>
                      </m:e>
                    </m:d>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𝐩</m:t>
                    </m:r>
                    <m:d>
                      <m:dPr>
                        <m:ctrlPr>
                          <a:rPr lang="en-IN" b="1" i="1">
                            <a:solidFill>
                              <a:srgbClr val="FF0000"/>
                            </a:solidFill>
                            <a:latin typeface="Cambria Math" panose="02040503050406030204" pitchFamily="18" charset="0"/>
                          </a:rPr>
                        </m:ctrlPr>
                      </m:dPr>
                      <m:e>
                        <m:sSub>
                          <m:sSubPr>
                            <m:ctrlPr>
                              <a:rPr lang="en-IN" b="1" i="1">
                                <a:solidFill>
                                  <a:srgbClr val="FF0000"/>
                                </a:solidFill>
                                <a:latin typeface="Cambria Math" panose="02040503050406030204" pitchFamily="18" charset="0"/>
                              </a:rPr>
                            </m:ctrlPr>
                          </m:sSubPr>
                          <m:e>
                            <m:r>
                              <a:rPr lang="en-US" b="1" i="0">
                                <a:solidFill>
                                  <a:srgbClr val="FF0000"/>
                                </a:solidFill>
                                <a:latin typeface="Cambria Math" panose="02040503050406030204" pitchFamily="18" charset="0"/>
                              </a:rPr>
                              <m:t>𝐱</m:t>
                            </m:r>
                          </m:e>
                          <m:sub>
                            <m:r>
                              <a:rPr lang="en-US" b="1" i="0">
                                <a:solidFill>
                                  <a:srgbClr val="FF0000"/>
                                </a:solidFill>
                                <a:latin typeface="Cambria Math" panose="02040503050406030204" pitchFamily="18" charset="0"/>
                              </a:rPr>
                              <m:t>𝐢</m:t>
                            </m:r>
                          </m:sub>
                        </m:sSub>
                      </m:e>
                    </m:d>
                  </m:oMath>
                </a14:m>
                <a:r>
                  <a:rPr lang="en-US" b="1" dirty="0">
                    <a:solidFill>
                      <a:srgbClr val="FF0000"/>
                    </a:solidFill>
                  </a:rPr>
                  <a:t> </a:t>
                </a:r>
                <a:r>
                  <a:rPr lang="en-US" dirty="0"/>
                  <a:t>is called probability mass function, if it satisfies following conditions:</a:t>
                </a:r>
              </a:p>
              <a:p>
                <a:pPr lvl="1"/>
                <a14:m>
                  <m:oMath xmlns:m="http://schemas.openxmlformats.org/officeDocument/2006/math">
                    <m:r>
                      <m:rPr>
                        <m:sty m:val="p"/>
                      </m:rPr>
                      <a:rPr lang="en-IN" sz="2800" i="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i="0">
                                <a:solidFill>
                                  <a:srgbClr val="002060"/>
                                </a:solidFill>
                                <a:latin typeface="Cambria Math" panose="02040503050406030204" pitchFamily="18" charset="0"/>
                              </a:rPr>
                              <m:t>x</m:t>
                            </m:r>
                          </m:e>
                          <m:sub>
                            <m:r>
                              <m:rPr>
                                <m:sty m:val="p"/>
                              </m:rPr>
                              <a:rPr lang="en-IN" sz="2800" i="0">
                                <a:solidFill>
                                  <a:srgbClr val="002060"/>
                                </a:solidFill>
                                <a:latin typeface="Cambria Math" panose="02040503050406030204" pitchFamily="18" charset="0"/>
                              </a:rPr>
                              <m:t>i</m:t>
                            </m:r>
                          </m:sub>
                        </m:sSub>
                      </m:e>
                    </m:d>
                    <m:r>
                      <a:rPr lang="en-IN" sz="2800" b="1" i="0" smtClean="0">
                        <a:solidFill>
                          <a:srgbClr val="FF0000"/>
                        </a:solidFill>
                        <a:latin typeface="Cambria Math" panose="02040503050406030204" pitchFamily="18" charset="0"/>
                      </a:rPr>
                      <m:t>≥</m:t>
                    </m:r>
                    <m:r>
                      <a:rPr lang="en-IN" sz="2800" b="1" i="0" smtClean="0">
                        <a:solidFill>
                          <a:srgbClr val="FF0000"/>
                        </a:solidFill>
                        <a:latin typeface="Cambria Math" panose="02040503050406030204" pitchFamily="18" charset="0"/>
                      </a:rPr>
                      <m:t>𝟎</m:t>
                    </m:r>
                  </m:oMath>
                </a14:m>
                <a:r>
                  <a:rPr lang="en-IN" sz="2800" dirty="0">
                    <a:solidFill>
                      <a:srgbClr val="002060"/>
                    </a:solidFill>
                  </a:rPr>
                  <a:t>, for all </a:t>
                </a:r>
                <a14:m>
                  <m:oMath xmlns:m="http://schemas.openxmlformats.org/officeDocument/2006/math">
                    <m:r>
                      <m:rPr>
                        <m:sty m:val="p"/>
                      </m:rPr>
                      <a:rPr lang="en-IN" sz="2800" i="0" dirty="0" smtClean="0">
                        <a:solidFill>
                          <a:srgbClr val="002060"/>
                        </a:solidFill>
                        <a:latin typeface="Cambria Math" panose="02040503050406030204" pitchFamily="18" charset="0"/>
                      </a:rPr>
                      <m:t>i</m:t>
                    </m:r>
                  </m:oMath>
                </a14:m>
                <a:endParaRPr lang="en-IN" sz="2800" dirty="0">
                  <a:solidFill>
                    <a:srgbClr val="002060"/>
                  </a:solidFill>
                </a:endParaRPr>
              </a:p>
              <a:p>
                <a:pPr marL="271463" lvl="1" indent="0">
                  <a:buNone/>
                </a:pPr>
                <a14:m>
                  <m:oMathPara xmlns:m="http://schemas.openxmlformats.org/officeDocument/2006/math">
                    <m:oMathParaPr>
                      <m:jc m:val="left"/>
                    </m:oMathParaPr>
                    <m:oMath xmlns:m="http://schemas.openxmlformats.org/officeDocument/2006/math">
                      <m:r>
                        <a:rPr lang="en-IN" b="0" i="1" smtClean="0">
                          <a:solidFill>
                            <a:srgbClr val="B84742"/>
                          </a:solidFill>
                          <a:effectLst/>
                          <a:latin typeface="Cambria Math" panose="02040503050406030204" pitchFamily="18" charset="0"/>
                          <a:sym typeface="Wingdings 3" panose="05040102010807070707" pitchFamily="18" charset="2"/>
                        </a:rPr>
                        <m:t></m:t>
                      </m:r>
                      <m:nary>
                        <m:naryPr>
                          <m:chr m:val="∑"/>
                          <m:limLoc m:val="undOvr"/>
                          <m:ctrlPr>
                            <a:rPr lang="en-IN" i="1" smtClean="0">
                              <a:effectLst/>
                              <a:latin typeface="Cambria Math" panose="02040503050406030204" pitchFamily="18" charset="0"/>
                            </a:rPr>
                          </m:ctrlPr>
                        </m:naryPr>
                        <m:sub>
                          <m:r>
                            <m:rPr>
                              <m:sty m:val="p"/>
                            </m:rPr>
                            <a:rPr lang="en-US">
                              <a:effectLst/>
                              <a:latin typeface="Cambria Math" panose="02040503050406030204" pitchFamily="18" charset="0"/>
                              <a:ea typeface="Calibri" panose="020F0502020204030204" pitchFamily="34" charset="0"/>
                              <a:cs typeface="Shruti" panose="020B0502040204020203" pitchFamily="34" charset="0"/>
                            </a:rPr>
                            <m:t>i</m:t>
                          </m:r>
                          <m:r>
                            <a:rPr lang="en-US">
                              <a:effectLst/>
                              <a:latin typeface="Cambria Math" panose="02040503050406030204" pitchFamily="18" charset="0"/>
                              <a:ea typeface="Calibri" panose="020F0502020204030204" pitchFamily="34" charset="0"/>
                              <a:cs typeface="Shruti" panose="020B0502040204020203" pitchFamily="34" charset="0"/>
                            </a:rPr>
                            <m:t>=1</m:t>
                          </m:r>
                        </m:sub>
                        <m:sup>
                          <m:r>
                            <m:rPr>
                              <m:sty m:val="p"/>
                            </m:rPr>
                            <a:rPr lang="en-US">
                              <a:effectLst/>
                              <a:latin typeface="Cambria Math" panose="02040503050406030204" pitchFamily="18" charset="0"/>
                              <a:ea typeface="Calibri" panose="020F0502020204030204" pitchFamily="34" charset="0"/>
                              <a:cs typeface="Shruti" panose="020B0502040204020203" pitchFamily="34" charset="0"/>
                            </a:rPr>
                            <m:t>n</m:t>
                          </m:r>
                        </m:sup>
                        <m:e>
                          <m:r>
                            <m:rPr>
                              <m:sty m:val="p"/>
                            </m:rPr>
                            <a:rPr lang="en-US">
                              <a:effectLst/>
                              <a:latin typeface="Cambria Math" panose="02040503050406030204" pitchFamily="18" charset="0"/>
                              <a:ea typeface="Calibri" panose="020F0502020204030204" pitchFamily="34" charset="0"/>
                              <a:cs typeface="Shruti" panose="020B0502040204020203" pitchFamily="34" charset="0"/>
                            </a:rPr>
                            <m:t>p</m:t>
                          </m:r>
                          <m:r>
                            <a:rPr lang="en-US">
                              <a:effectLst/>
                              <a:latin typeface="Cambria Math" panose="02040503050406030204" pitchFamily="18" charset="0"/>
                              <a:ea typeface="Calibri" panose="020F0502020204030204" pitchFamily="34" charset="0"/>
                              <a:cs typeface="Shruti" panose="020B0502040204020203" pitchFamily="34" charset="0"/>
                            </a:rPr>
                            <m:t>(</m:t>
                          </m:r>
                          <m:sSub>
                            <m:sSubPr>
                              <m:ctrlPr>
                                <a:rPr lang="en-IN" i="1">
                                  <a:effectLst/>
                                  <a:latin typeface="Cambria Math" panose="02040503050406030204" pitchFamily="18" charset="0"/>
                                </a:rPr>
                              </m:ctrlPr>
                            </m:sSubPr>
                            <m:e>
                              <m:r>
                                <m:rPr>
                                  <m:sty m:val="p"/>
                                </m:rPr>
                                <a:rPr lang="en-US">
                                  <a:effectLst/>
                                  <a:latin typeface="Cambria Math" panose="02040503050406030204" pitchFamily="18" charset="0"/>
                                  <a:ea typeface="Calibri" panose="020F0502020204030204" pitchFamily="34" charset="0"/>
                                  <a:cs typeface="Shruti" panose="020B0502040204020203" pitchFamily="34" charset="0"/>
                                </a:rPr>
                                <m:t>x</m:t>
                              </m:r>
                            </m:e>
                            <m:sub>
                              <m:r>
                                <m:rPr>
                                  <m:sty m:val="p"/>
                                </m:rPr>
                                <a:rPr lang="en-US">
                                  <a:effectLst/>
                                  <a:latin typeface="Cambria Math" panose="02040503050406030204" pitchFamily="18" charset="0"/>
                                  <a:ea typeface="Calibri" panose="020F0502020204030204" pitchFamily="34" charset="0"/>
                                  <a:cs typeface="Shruti" panose="020B0502040204020203" pitchFamily="34" charset="0"/>
                                </a:rPr>
                                <m:t>i</m:t>
                              </m:r>
                            </m:sub>
                          </m:sSub>
                          <m:r>
                            <a:rPr lang="en-US">
                              <a:effectLst/>
                              <a:latin typeface="Cambria Math" panose="02040503050406030204" pitchFamily="18" charset="0"/>
                              <a:ea typeface="Calibri" panose="020F0502020204030204" pitchFamily="34" charset="0"/>
                              <a:cs typeface="Shruti" panose="020B0502040204020203" pitchFamily="34" charset="0"/>
                            </a:rPr>
                            <m:t>)</m:t>
                          </m:r>
                        </m:e>
                      </m:nary>
                      <m:r>
                        <a:rPr lang="en-US" b="1" smtClean="0">
                          <a:solidFill>
                            <a:srgbClr val="FF0000"/>
                          </a:solidFill>
                          <a:effectLst/>
                          <a:latin typeface="Cambria Math" panose="02040503050406030204" pitchFamily="18" charset="0"/>
                          <a:ea typeface="Calibri" panose="020F0502020204030204" pitchFamily="34" charset="0"/>
                          <a:cs typeface="Shruti" panose="020B0502040204020203" pitchFamily="34" charset="0"/>
                        </a:rPr>
                        <m:t>=</m:t>
                      </m:r>
                      <m:r>
                        <a:rPr lang="en-US"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𝟏</m:t>
                      </m:r>
                    </m:oMath>
                  </m:oMathPara>
                </a14:m>
                <a:endParaRPr lang="en-GB" b="1" dirty="0"/>
              </a:p>
            </p:txBody>
          </p:sp>
        </mc:Choice>
        <mc:Fallback xmlns="">
          <p:sp>
            <p:nvSpPr>
              <p:cNvPr id="3" name="Content Placeholder 2">
                <a:extLst>
                  <a:ext uri="{FF2B5EF4-FFF2-40B4-BE49-F238E27FC236}">
                    <a16:creationId xmlns:a16="http://schemas.microsoft.com/office/drawing/2014/main" id="{2343ADD2-B090-47CD-9651-FDC90AC10B9B}"/>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2592717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F94CB-77A7-455B-B283-A7AFB8EFFF59}"/>
              </a:ext>
            </a:extLst>
          </p:cNvPr>
          <p:cNvSpPr>
            <a:spLocks noGrp="1"/>
          </p:cNvSpPr>
          <p:nvPr>
            <p:ph type="title"/>
          </p:nvPr>
        </p:nvSpPr>
        <p:spPr/>
        <p:txBody>
          <a:bodyPr/>
          <a:lstStyle/>
          <a:p>
            <a:r>
              <a:rPr lang="en-IN" dirty="0"/>
              <a:t>Probability Mass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43ADD2-B090-47CD-9651-FDC90AC10B9B}"/>
                  </a:ext>
                </a:extLst>
              </p:cNvPr>
              <p:cNvSpPr>
                <a:spLocks noGrp="1"/>
              </p:cNvSpPr>
              <p:nvPr>
                <p:ph idx="1"/>
              </p:nvPr>
            </p:nvSpPr>
            <p:spPr/>
            <p:txBody>
              <a:bodyPr/>
              <a:lstStyle/>
              <a:p>
                <a:r>
                  <a:rPr lang="en-IN" dirty="0"/>
                  <a:t>Note:</a:t>
                </a:r>
              </a:p>
              <a:p>
                <a:pPr lvl="1"/>
                <a:r>
                  <a:rPr lang="en-US" dirty="0"/>
                  <a:t>If </a:t>
                </a:r>
                <a14:m>
                  <m:oMath xmlns:m="http://schemas.openxmlformats.org/officeDocument/2006/math">
                    <m:r>
                      <a:rPr lang="en-US" b="1" i="1" smtClean="0">
                        <a:solidFill>
                          <a:srgbClr val="FF0000"/>
                        </a:solidFill>
                        <a:latin typeface="Cambria Math" panose="02040503050406030204" pitchFamily="18" charset="0"/>
                      </a:rPr>
                      <m:t>𝐚</m:t>
                    </m:r>
                    <m:r>
                      <a:rPr lang="en-US">
                        <a:latin typeface="Cambria Math" panose="02040503050406030204" pitchFamily="18" charset="0"/>
                      </a:rPr>
                      <m:t>&lt;</m:t>
                    </m:r>
                    <m:sSub>
                      <m:sSubPr>
                        <m:ctrlPr>
                          <a:rPr lang="en-IN" i="1">
                            <a:latin typeface="Cambria Math" panose="02040503050406030204" pitchFamily="18" charset="0"/>
                          </a:rPr>
                        </m:ctrlPr>
                      </m:sSubPr>
                      <m:e>
                        <m:r>
                          <m:rPr>
                            <m:sty m:val="p"/>
                          </m:rPr>
                          <a:rPr lang="en-US">
                            <a:latin typeface="Cambria Math" panose="02040503050406030204" pitchFamily="18" charset="0"/>
                          </a:rPr>
                          <m:t>x</m:t>
                        </m:r>
                      </m:e>
                      <m:sub>
                        <m:r>
                          <a:rPr lang="en-US">
                            <a:latin typeface="Cambria Math" panose="02040503050406030204" pitchFamily="18" charset="0"/>
                          </a:rPr>
                          <m:t>1</m:t>
                        </m:r>
                      </m:sub>
                    </m:sSub>
                    <m:r>
                      <a:rPr lang="en-US">
                        <a:latin typeface="Cambria Math" panose="02040503050406030204" pitchFamily="18" charset="0"/>
                      </a:rPr>
                      <m:t>&lt;</m:t>
                    </m:r>
                    <m:sSub>
                      <m:sSubPr>
                        <m:ctrlPr>
                          <a:rPr lang="en-IN" i="1">
                            <a:latin typeface="Cambria Math" panose="02040503050406030204" pitchFamily="18" charset="0"/>
                          </a:rPr>
                        </m:ctrlPr>
                      </m:sSubPr>
                      <m:e>
                        <m:r>
                          <m:rPr>
                            <m:sty m:val="p"/>
                          </m:rPr>
                          <a:rPr lang="en-US">
                            <a:latin typeface="Cambria Math" panose="02040503050406030204" pitchFamily="18" charset="0"/>
                          </a:rPr>
                          <m:t>x</m:t>
                        </m:r>
                      </m:e>
                      <m:sub>
                        <m:r>
                          <a:rPr lang="en-US">
                            <a:latin typeface="Cambria Math" panose="02040503050406030204" pitchFamily="18" charset="0"/>
                          </a:rPr>
                          <m:t>2</m:t>
                        </m:r>
                      </m:sub>
                    </m:sSub>
                    <m:r>
                      <a:rPr lang="en-US">
                        <a:latin typeface="Cambria Math" panose="02040503050406030204" pitchFamily="18" charset="0"/>
                      </a:rPr>
                      <m:t>&lt;…&lt;</m:t>
                    </m:r>
                    <m:sSub>
                      <m:sSubPr>
                        <m:ctrlPr>
                          <a:rPr lang="en-IN" i="1">
                            <a:latin typeface="Cambria Math" panose="02040503050406030204" pitchFamily="18" charset="0"/>
                          </a:rPr>
                        </m:ctrlPr>
                      </m:sSubPr>
                      <m:e>
                        <m:r>
                          <m:rPr>
                            <m:sty m:val="p"/>
                          </m:rPr>
                          <a:rPr lang="en-US">
                            <a:latin typeface="Cambria Math" panose="02040503050406030204" pitchFamily="18" charset="0"/>
                          </a:rPr>
                          <m:t>x</m:t>
                        </m:r>
                      </m:e>
                      <m:sub>
                        <m:r>
                          <m:rPr>
                            <m:sty m:val="p"/>
                          </m:rPr>
                          <a:rPr lang="en-US">
                            <a:latin typeface="Cambria Math" panose="02040503050406030204" pitchFamily="18" charset="0"/>
                          </a:rPr>
                          <m:t>k</m:t>
                        </m:r>
                      </m:sub>
                    </m:sSub>
                    <m:r>
                      <a:rPr lang="en-US">
                        <a:latin typeface="Cambria Math" panose="02040503050406030204" pitchFamily="18" charset="0"/>
                      </a:rPr>
                      <m:t>&lt;…&lt;</m:t>
                    </m:r>
                    <m:sSub>
                      <m:sSubPr>
                        <m:ctrlPr>
                          <a:rPr lang="en-IN" i="1">
                            <a:latin typeface="Cambria Math" panose="02040503050406030204" pitchFamily="18" charset="0"/>
                          </a:rPr>
                        </m:ctrlPr>
                      </m:sSubPr>
                      <m:e>
                        <m:r>
                          <m:rPr>
                            <m:sty m:val="p"/>
                          </m:rPr>
                          <a:rPr lang="en-US">
                            <a:latin typeface="Cambria Math" panose="02040503050406030204" pitchFamily="18" charset="0"/>
                          </a:rPr>
                          <m:t>x</m:t>
                        </m:r>
                      </m:e>
                      <m:sub>
                        <m:r>
                          <m:rPr>
                            <m:sty m:val="p"/>
                          </m:rPr>
                          <a:rPr lang="en-US">
                            <a:latin typeface="Cambria Math" panose="02040503050406030204" pitchFamily="18" charset="0"/>
                          </a:rPr>
                          <m:t>n</m:t>
                        </m:r>
                        <m:r>
                          <a:rPr lang="en-US" i="1">
                            <a:latin typeface="Cambria Math" panose="02040503050406030204" pitchFamily="18" charset="0"/>
                          </a:rPr>
                          <m:t>−</m:t>
                        </m:r>
                        <m:r>
                          <a:rPr lang="en-US">
                            <a:latin typeface="Cambria Math" panose="02040503050406030204" pitchFamily="18" charset="0"/>
                          </a:rPr>
                          <m:t>1</m:t>
                        </m:r>
                      </m:sub>
                    </m:sSub>
                    <m:r>
                      <a:rPr lang="en-US">
                        <a:latin typeface="Cambria Math" panose="02040503050406030204" pitchFamily="18" charset="0"/>
                      </a:rPr>
                      <m:t>&lt;</m:t>
                    </m:r>
                    <m:sSub>
                      <m:sSubPr>
                        <m:ctrlPr>
                          <a:rPr lang="en-IN" i="1">
                            <a:latin typeface="Cambria Math" panose="02040503050406030204" pitchFamily="18" charset="0"/>
                          </a:rPr>
                        </m:ctrlPr>
                      </m:sSubPr>
                      <m:e>
                        <m:r>
                          <m:rPr>
                            <m:sty m:val="p"/>
                          </m:rPr>
                          <a:rPr lang="en-US">
                            <a:latin typeface="Cambria Math" panose="02040503050406030204" pitchFamily="18" charset="0"/>
                          </a:rPr>
                          <m:t>x</m:t>
                        </m:r>
                      </m:e>
                      <m:sub>
                        <m:r>
                          <m:rPr>
                            <m:sty m:val="p"/>
                          </m:rPr>
                          <a:rPr lang="en-US">
                            <a:latin typeface="Cambria Math" panose="02040503050406030204" pitchFamily="18" charset="0"/>
                          </a:rPr>
                          <m:t>n</m:t>
                        </m:r>
                      </m:sub>
                    </m:sSub>
                    <m:r>
                      <a:rPr lang="en-US">
                        <a:latin typeface="Cambria Math" panose="02040503050406030204" pitchFamily="18" charset="0"/>
                      </a:rPr>
                      <m:t>&lt;</m:t>
                    </m:r>
                    <m:r>
                      <a:rPr lang="en-US" b="1" i="1" smtClean="0">
                        <a:solidFill>
                          <a:srgbClr val="0070C0"/>
                        </a:solidFill>
                        <a:latin typeface="Cambria Math" panose="02040503050406030204" pitchFamily="18" charset="0"/>
                      </a:rPr>
                      <m:t>𝐛</m:t>
                    </m:r>
                    <m:r>
                      <a:rPr lang="en-US">
                        <a:latin typeface="Cambria Math" panose="02040503050406030204" pitchFamily="18" charset="0"/>
                      </a:rPr>
                      <m:t>, </m:t>
                    </m:r>
                    <m:r>
                      <m:rPr>
                        <m:sty m:val="p"/>
                      </m:rPr>
                      <a:rPr lang="en-US">
                        <a:latin typeface="Cambria Math" panose="02040503050406030204" pitchFamily="18" charset="0"/>
                      </a:rPr>
                      <m:t>then</m:t>
                    </m:r>
                  </m:oMath>
                </a14:m>
                <a:endParaRPr lang="en-IN" dirty="0"/>
              </a:p>
              <a:p>
                <a:pPr lvl="2"/>
                <a14:m>
                  <m:oMath xmlns:m="http://schemas.openxmlformats.org/officeDocument/2006/math">
                    <m:r>
                      <a:rPr lang="en-US" b="1" i="1">
                        <a:latin typeface="Cambria Math" panose="02040503050406030204" pitchFamily="18" charset="0"/>
                      </a:rPr>
                      <m:t>𝐏</m:t>
                    </m:r>
                    <m:d>
                      <m:dPr>
                        <m:ctrlPr>
                          <a:rPr lang="en-IN" b="1" i="1">
                            <a:latin typeface="Cambria Math" panose="02040503050406030204" pitchFamily="18" charset="0"/>
                          </a:rPr>
                        </m:ctrlPr>
                      </m:dPr>
                      <m:e>
                        <m:r>
                          <a:rPr lang="en-US" b="1" i="1">
                            <a:latin typeface="Cambria Math" panose="02040503050406030204" pitchFamily="18" charset="0"/>
                          </a:rPr>
                          <m:t>𝐱</m:t>
                        </m:r>
                        <m:r>
                          <a:rPr lang="en-US" b="1">
                            <a:latin typeface="Cambria Math" panose="02040503050406030204" pitchFamily="18" charset="0"/>
                          </a:rPr>
                          <m:t>&lt;</m:t>
                        </m:r>
                        <m:r>
                          <a:rPr lang="en-US" b="1" i="1" smtClean="0">
                            <a:solidFill>
                              <a:srgbClr val="0070C0"/>
                            </a:solidFill>
                            <a:latin typeface="Cambria Math" panose="02040503050406030204" pitchFamily="18" charset="0"/>
                          </a:rPr>
                          <m:t>𝐛</m:t>
                        </m:r>
                      </m:e>
                    </m:d>
                    <m:r>
                      <a:rPr lang="en-IN" b="1" i="1" smtClean="0">
                        <a:latin typeface="Cambria Math" panose="02040503050406030204" pitchFamily="18" charset="0"/>
                      </a:rPr>
                      <m:t>=</m:t>
                    </m:r>
                  </m:oMath>
                </a14:m>
                <a:endParaRPr lang="en-IN" dirty="0"/>
              </a:p>
              <a:p>
                <a:pPr lvl="2"/>
                <a14:m>
                  <m:oMath xmlns:m="http://schemas.openxmlformats.org/officeDocument/2006/math">
                    <m:r>
                      <a:rPr lang="en-US" b="1" i="1">
                        <a:latin typeface="Cambria Math" panose="02040503050406030204" pitchFamily="18" charset="0"/>
                      </a:rPr>
                      <m:t>𝐏</m:t>
                    </m:r>
                    <m:d>
                      <m:dPr>
                        <m:ctrlPr>
                          <a:rPr lang="en-IN" b="1" i="1">
                            <a:latin typeface="Cambria Math" panose="02040503050406030204" pitchFamily="18" charset="0"/>
                          </a:rPr>
                        </m:ctrlPr>
                      </m:dPr>
                      <m:e>
                        <m:r>
                          <a:rPr lang="en-US" b="1" i="1">
                            <a:latin typeface="Cambria Math" panose="02040503050406030204" pitchFamily="18" charset="0"/>
                          </a:rPr>
                          <m:t>𝐱</m:t>
                        </m:r>
                        <m:r>
                          <a:rPr lang="en-US" b="1">
                            <a:latin typeface="Cambria Math" panose="02040503050406030204" pitchFamily="18" charset="0"/>
                          </a:rPr>
                          <m:t>&gt;</m:t>
                        </m:r>
                        <m:r>
                          <a:rPr lang="en-US" b="1" i="1">
                            <a:solidFill>
                              <a:srgbClr val="FF0000"/>
                            </a:solidFill>
                            <a:latin typeface="Cambria Math" panose="02040503050406030204" pitchFamily="18" charset="0"/>
                          </a:rPr>
                          <m:t>𝐚</m:t>
                        </m:r>
                      </m:e>
                    </m:d>
                    <m:r>
                      <a:rPr lang="en-US">
                        <a:latin typeface="Cambria Math" panose="02040503050406030204" pitchFamily="18" charset="0"/>
                      </a:rPr>
                      <m:t>=</m:t>
                    </m:r>
                  </m:oMath>
                </a14:m>
                <a:endParaRPr lang="en-GB" dirty="0"/>
              </a:p>
              <a:p>
                <a:pPr lvl="2"/>
                <a14:m>
                  <m:oMath xmlns:m="http://schemas.openxmlformats.org/officeDocument/2006/math">
                    <m:r>
                      <a:rPr lang="en-US" b="1" i="1" smtClean="0">
                        <a:latin typeface="Cambria Math" panose="02040503050406030204" pitchFamily="18" charset="0"/>
                      </a:rPr>
                      <m:t>𝐏</m:t>
                    </m:r>
                    <m:d>
                      <m:dPr>
                        <m:ctrlPr>
                          <a:rPr lang="en-IN" b="1" i="1">
                            <a:latin typeface="Cambria Math" panose="02040503050406030204" pitchFamily="18" charset="0"/>
                          </a:rPr>
                        </m:ctrlPr>
                      </m:dPr>
                      <m:e>
                        <m:sSub>
                          <m:sSubPr>
                            <m:ctrlPr>
                              <a:rPr lang="en-IN" b="1" i="1" smtClean="0">
                                <a:solidFill>
                                  <a:schemeClr val="accent5">
                                    <a:lumMod val="75000"/>
                                  </a:schemeClr>
                                </a:solidFill>
                                <a:latin typeface="Cambria Math" panose="02040503050406030204" pitchFamily="18" charset="0"/>
                              </a:rPr>
                            </m:ctrlPr>
                          </m:sSubPr>
                          <m:e>
                            <m:r>
                              <a:rPr lang="en-US" b="1" i="1">
                                <a:solidFill>
                                  <a:schemeClr val="accent5">
                                    <a:lumMod val="75000"/>
                                  </a:schemeClr>
                                </a:solidFill>
                                <a:latin typeface="Cambria Math" panose="02040503050406030204" pitchFamily="18" charset="0"/>
                              </a:rPr>
                              <m:t>𝐱</m:t>
                            </m:r>
                          </m:e>
                          <m:sub>
                            <m:r>
                              <a:rPr lang="en-US" b="1" i="1">
                                <a:solidFill>
                                  <a:schemeClr val="accent5">
                                    <a:lumMod val="75000"/>
                                  </a:schemeClr>
                                </a:solidFill>
                                <a:latin typeface="Cambria Math" panose="02040503050406030204" pitchFamily="18" charset="0"/>
                              </a:rPr>
                              <m:t>𝟏</m:t>
                            </m:r>
                          </m:sub>
                        </m:sSub>
                        <m:r>
                          <a:rPr lang="en-US" b="1">
                            <a:latin typeface="Cambria Math" panose="02040503050406030204" pitchFamily="18" charset="0"/>
                          </a:rPr>
                          <m:t>≤</m:t>
                        </m:r>
                        <m:r>
                          <a:rPr lang="en-US" b="1" i="1">
                            <a:latin typeface="Cambria Math" panose="02040503050406030204" pitchFamily="18" charset="0"/>
                          </a:rPr>
                          <m:t>𝐱</m:t>
                        </m:r>
                        <m:r>
                          <a:rPr lang="en-US" b="1">
                            <a:latin typeface="Cambria Math" panose="02040503050406030204" pitchFamily="18" charset="0"/>
                          </a:rPr>
                          <m:t>≤</m:t>
                        </m:r>
                        <m:sSub>
                          <m:sSubPr>
                            <m:ctrlPr>
                              <a:rPr lang="en-IN" b="1" i="1" smtClean="0">
                                <a:solidFill>
                                  <a:schemeClr val="accent5">
                                    <a:lumMod val="75000"/>
                                  </a:schemeClr>
                                </a:solidFill>
                                <a:latin typeface="Cambria Math" panose="02040503050406030204" pitchFamily="18" charset="0"/>
                              </a:rPr>
                            </m:ctrlPr>
                          </m:sSubPr>
                          <m:e>
                            <m:r>
                              <a:rPr lang="en-US" b="1" i="1">
                                <a:solidFill>
                                  <a:schemeClr val="accent5">
                                    <a:lumMod val="75000"/>
                                  </a:schemeClr>
                                </a:solidFill>
                                <a:latin typeface="Cambria Math" panose="02040503050406030204" pitchFamily="18" charset="0"/>
                              </a:rPr>
                              <m:t>𝐱</m:t>
                            </m:r>
                          </m:e>
                          <m:sub>
                            <m:r>
                              <a:rPr lang="en-US" b="1" i="1">
                                <a:solidFill>
                                  <a:schemeClr val="accent5">
                                    <a:lumMod val="75000"/>
                                  </a:schemeClr>
                                </a:solidFill>
                                <a:latin typeface="Cambria Math" panose="02040503050406030204" pitchFamily="18" charset="0"/>
                              </a:rPr>
                              <m:t>𝐤</m:t>
                            </m:r>
                          </m:sub>
                        </m:sSub>
                      </m:e>
                    </m:d>
                    <m:r>
                      <a:rPr lang="en-IN" b="1" i="1" smtClean="0">
                        <a:latin typeface="Cambria Math" panose="02040503050406030204" pitchFamily="18" charset="0"/>
                      </a:rPr>
                      <m:t>=</m:t>
                    </m:r>
                  </m:oMath>
                </a14:m>
                <a:endParaRPr lang="en-IN" dirty="0"/>
              </a:p>
            </p:txBody>
          </p:sp>
        </mc:Choice>
        <mc:Fallback xmlns="">
          <p:sp>
            <p:nvSpPr>
              <p:cNvPr id="3" name="Content Placeholder 2">
                <a:extLst>
                  <a:ext uri="{FF2B5EF4-FFF2-40B4-BE49-F238E27FC236}">
                    <a16:creationId xmlns:a16="http://schemas.microsoft.com/office/drawing/2014/main" id="{2343ADD2-B090-47CD-9651-FDC90AC10B9B}"/>
                  </a:ext>
                </a:extLst>
              </p:cNvPr>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C2EEE84-AE82-4A34-970E-F5720701CB60}"/>
                  </a:ext>
                </a:extLst>
              </p:cNvPr>
              <p:cNvSpPr txBox="1"/>
              <p:nvPr/>
            </p:nvSpPr>
            <p:spPr>
              <a:xfrm>
                <a:off x="2903220" y="2268974"/>
                <a:ext cx="943356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b="1" i="1" smtClean="0">
                              <a:solidFill>
                                <a:srgbClr val="FF0000"/>
                              </a:solidFill>
                              <a:latin typeface="Cambria Math" panose="02040503050406030204" pitchFamily="18" charset="0"/>
                            </a:rPr>
                            <m:t>𝐚</m:t>
                          </m:r>
                        </m:e>
                      </m:d>
                      <m:r>
                        <a:rPr lang="en-US" sz="2800">
                          <a:solidFill>
                            <a:srgbClr val="002060"/>
                          </a:solidFill>
                          <a:latin typeface="Cambria Math" panose="02040503050406030204" pitchFamily="18" charset="0"/>
                        </a:rPr>
                        <m:t> +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x</m:t>
                              </m:r>
                            </m:e>
                            <m:sub>
                              <m:r>
                                <a:rPr lang="en-US" sz="2800">
                                  <a:solidFill>
                                    <a:srgbClr val="002060"/>
                                  </a:solidFill>
                                  <a:latin typeface="Cambria Math" panose="02040503050406030204" pitchFamily="18" charset="0"/>
                                </a:rPr>
                                <m:t>1</m:t>
                              </m:r>
                            </m:sub>
                          </m:sSub>
                        </m:e>
                      </m:d>
                      <m:r>
                        <a:rPr lang="en-US" sz="2800">
                          <a:solidFill>
                            <a:srgbClr val="002060"/>
                          </a:solidFill>
                          <a:latin typeface="Cambria Math" panose="02040503050406030204" pitchFamily="18" charset="0"/>
                        </a:rPr>
                        <m:t> + ⋯ +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x</m:t>
                              </m:r>
                            </m:e>
                            <m:sub>
                              <m:r>
                                <m:rPr>
                                  <m:sty m:val="p"/>
                                </m:rPr>
                                <a:rPr lang="en-US" sz="2800">
                                  <a:solidFill>
                                    <a:srgbClr val="002060"/>
                                  </a:solidFill>
                                  <a:latin typeface="Cambria Math" panose="02040503050406030204" pitchFamily="18" charset="0"/>
                                </a:rPr>
                                <m:t>n</m:t>
                              </m:r>
                              <m:r>
                                <a:rPr lang="en-US" sz="2800" i="1">
                                  <a:solidFill>
                                    <a:srgbClr val="002060"/>
                                  </a:solidFill>
                                  <a:latin typeface="Cambria Math" panose="02040503050406030204" pitchFamily="18" charset="0"/>
                                </a:rPr>
                                <m:t>−</m:t>
                              </m:r>
                              <m:r>
                                <a:rPr lang="en-US" sz="2800">
                                  <a:solidFill>
                                    <a:srgbClr val="002060"/>
                                  </a:solidFill>
                                  <a:latin typeface="Cambria Math" panose="02040503050406030204" pitchFamily="18" charset="0"/>
                                </a:rPr>
                                <m:t>1</m:t>
                              </m:r>
                            </m:sub>
                          </m:sSub>
                        </m:e>
                      </m:d>
                      <m:r>
                        <a:rPr lang="en-US" sz="2800">
                          <a:solidFill>
                            <a:srgbClr val="002060"/>
                          </a:solidFill>
                          <a:latin typeface="Cambria Math" panose="02040503050406030204" pitchFamily="18" charset="0"/>
                        </a:rPr>
                        <m:t> +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x</m:t>
                              </m:r>
                            </m:e>
                            <m:sub>
                              <m:r>
                                <m:rPr>
                                  <m:sty m:val="p"/>
                                </m:rPr>
                                <a:rPr lang="en-US" sz="2800">
                                  <a:solidFill>
                                    <a:srgbClr val="002060"/>
                                  </a:solidFill>
                                  <a:latin typeface="Cambria Math" panose="02040503050406030204" pitchFamily="18" charset="0"/>
                                </a:rPr>
                                <m:t>n</m:t>
                              </m:r>
                            </m:sub>
                          </m:sSub>
                        </m:e>
                      </m:d>
                    </m:oMath>
                  </m:oMathPara>
                </a14:m>
                <a:endParaRPr lang="en-IN" sz="2800" dirty="0">
                  <a:solidFill>
                    <a:srgbClr val="002060"/>
                  </a:solidFill>
                </a:endParaRPr>
              </a:p>
            </p:txBody>
          </p:sp>
        </mc:Choice>
        <mc:Fallback xmlns="">
          <p:sp>
            <p:nvSpPr>
              <p:cNvPr id="5" name="TextBox 4">
                <a:extLst>
                  <a:ext uri="{FF2B5EF4-FFF2-40B4-BE49-F238E27FC236}">
                    <a16:creationId xmlns:a16="http://schemas.microsoft.com/office/drawing/2014/main" id="{CC2EEE84-AE82-4A34-970E-F5720701CB60}"/>
                  </a:ext>
                </a:extLst>
              </p:cNvPr>
              <p:cNvSpPr txBox="1">
                <a:spLocks noRot="1" noChangeAspect="1" noMove="1" noResize="1" noEditPoints="1" noAdjustHandles="1" noChangeArrowheads="1" noChangeShapeType="1" noTextEdit="1"/>
              </p:cNvSpPr>
              <p:nvPr/>
            </p:nvSpPr>
            <p:spPr>
              <a:xfrm>
                <a:off x="2903220" y="2268974"/>
                <a:ext cx="9433560"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D1E391F-4953-4F2F-AB2F-4654D1044BE1}"/>
                  </a:ext>
                </a:extLst>
              </p:cNvPr>
              <p:cNvSpPr txBox="1"/>
              <p:nvPr/>
            </p:nvSpPr>
            <p:spPr>
              <a:xfrm>
                <a:off x="3893820" y="3581243"/>
                <a:ext cx="687578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sSub>
                            <m:sSubPr>
                              <m:ctrlPr>
                                <a:rPr lang="en-IN" sz="2800" b="1" i="1" smtClean="0">
                                  <a:solidFill>
                                    <a:schemeClr val="accent5">
                                      <a:lumMod val="75000"/>
                                    </a:schemeClr>
                                  </a:solidFill>
                                  <a:latin typeface="Cambria Math" panose="02040503050406030204" pitchFamily="18" charset="0"/>
                                </a:rPr>
                              </m:ctrlPr>
                            </m:sSubPr>
                            <m:e>
                              <m:r>
                                <a:rPr lang="en-US" sz="2800" b="1" i="0">
                                  <a:solidFill>
                                    <a:schemeClr val="accent5">
                                      <a:lumMod val="75000"/>
                                    </a:schemeClr>
                                  </a:solidFill>
                                  <a:latin typeface="Cambria Math" panose="02040503050406030204" pitchFamily="18" charset="0"/>
                                </a:rPr>
                                <m:t>𝐱</m:t>
                              </m:r>
                            </m:e>
                            <m:sub>
                              <m:r>
                                <a:rPr lang="en-US" sz="2800" b="1" i="0">
                                  <a:solidFill>
                                    <a:schemeClr val="accent5">
                                      <a:lumMod val="75000"/>
                                    </a:schemeClr>
                                  </a:solidFill>
                                  <a:latin typeface="Cambria Math" panose="02040503050406030204" pitchFamily="18" charset="0"/>
                                </a:rPr>
                                <m:t>𝟏</m:t>
                              </m:r>
                            </m:sub>
                          </m:sSub>
                        </m:e>
                      </m:d>
                      <m:r>
                        <a:rPr lang="en-US" sz="2800" i="1">
                          <a:solidFill>
                            <a:srgbClr val="002060"/>
                          </a:solidFill>
                          <a:latin typeface="Cambria Math" panose="02040503050406030204" pitchFamily="18" charset="0"/>
                        </a:rPr>
                        <m:t> +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x</m:t>
                              </m:r>
                            </m:e>
                            <m:sub>
                              <m:r>
                                <a:rPr lang="en-US" sz="2800">
                                  <a:solidFill>
                                    <a:srgbClr val="002060"/>
                                  </a:solidFill>
                                  <a:latin typeface="Cambria Math" panose="02040503050406030204" pitchFamily="18" charset="0"/>
                                </a:rPr>
                                <m:t>2</m:t>
                              </m:r>
                            </m:sub>
                          </m:sSub>
                        </m:e>
                      </m:d>
                      <m:r>
                        <a:rPr lang="en-US" sz="2800" i="1">
                          <a:solidFill>
                            <a:srgbClr val="002060"/>
                          </a:solidFill>
                          <a:latin typeface="Cambria Math" panose="02040503050406030204" pitchFamily="18" charset="0"/>
                        </a:rPr>
                        <m:t> + </m:t>
                      </m:r>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 +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sSub>
                            <m:sSubPr>
                              <m:ctrlPr>
                                <a:rPr lang="en-IN" sz="2800" b="1" i="1" smtClean="0">
                                  <a:solidFill>
                                    <a:schemeClr val="accent5">
                                      <a:lumMod val="75000"/>
                                    </a:schemeClr>
                                  </a:solidFill>
                                  <a:latin typeface="Cambria Math" panose="02040503050406030204" pitchFamily="18" charset="0"/>
                                </a:rPr>
                              </m:ctrlPr>
                            </m:sSubPr>
                            <m:e>
                              <m:r>
                                <a:rPr lang="en-US" sz="2800" b="1" i="0">
                                  <a:solidFill>
                                    <a:schemeClr val="accent5">
                                      <a:lumMod val="75000"/>
                                    </a:schemeClr>
                                  </a:solidFill>
                                  <a:latin typeface="Cambria Math" panose="02040503050406030204" pitchFamily="18" charset="0"/>
                                </a:rPr>
                                <m:t>𝐱</m:t>
                              </m:r>
                            </m:e>
                            <m:sub>
                              <m:r>
                                <a:rPr lang="en-US" sz="2800" b="1" i="0">
                                  <a:solidFill>
                                    <a:schemeClr val="accent5">
                                      <a:lumMod val="75000"/>
                                    </a:schemeClr>
                                  </a:solidFill>
                                  <a:latin typeface="Cambria Math" panose="02040503050406030204" pitchFamily="18" charset="0"/>
                                </a:rPr>
                                <m:t>𝐤</m:t>
                              </m:r>
                            </m:sub>
                          </m:sSub>
                        </m:e>
                      </m:d>
                    </m:oMath>
                  </m:oMathPara>
                </a14:m>
                <a:endParaRPr lang="en-IN" sz="2800" dirty="0">
                  <a:solidFill>
                    <a:srgbClr val="002060"/>
                  </a:solidFill>
                </a:endParaRPr>
              </a:p>
            </p:txBody>
          </p:sp>
        </mc:Choice>
        <mc:Fallback xmlns="">
          <p:sp>
            <p:nvSpPr>
              <p:cNvPr id="6" name="TextBox 5">
                <a:extLst>
                  <a:ext uri="{FF2B5EF4-FFF2-40B4-BE49-F238E27FC236}">
                    <a16:creationId xmlns:a16="http://schemas.microsoft.com/office/drawing/2014/main" id="{7D1E391F-4953-4F2F-AB2F-4654D1044BE1}"/>
                  </a:ext>
                </a:extLst>
              </p:cNvPr>
              <p:cNvSpPr txBox="1">
                <a:spLocks noRot="1" noChangeAspect="1" noMove="1" noResize="1" noEditPoints="1" noAdjustHandles="1" noChangeArrowheads="1" noChangeShapeType="1" noTextEdit="1"/>
              </p:cNvSpPr>
              <p:nvPr/>
            </p:nvSpPr>
            <p:spPr>
              <a:xfrm>
                <a:off x="3893820" y="3581243"/>
                <a:ext cx="6875780"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0B5B85C-06B6-4F0F-B5EA-354FAE64893D}"/>
                  </a:ext>
                </a:extLst>
              </p:cNvPr>
              <p:cNvSpPr txBox="1"/>
              <p:nvPr/>
            </p:nvSpPr>
            <p:spPr>
              <a:xfrm>
                <a:off x="2903220" y="2905780"/>
                <a:ext cx="687578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i="1" smtClean="0">
                          <a:solidFill>
                            <a:srgbClr val="002060"/>
                          </a:solidFill>
                          <a:latin typeface="Cambria Math" panose="02040503050406030204" pitchFamily="18" charset="0"/>
                        </a:rPr>
                        <m:t>P</m:t>
                      </m:r>
                      <m:d>
                        <m:dPr>
                          <m:ctrlPr>
                            <a:rPr lang="en-US" sz="2800" i="1" smtClean="0">
                              <a:solidFill>
                                <a:srgbClr val="002060"/>
                              </a:solidFill>
                              <a:latin typeface="Cambria Math" panose="02040503050406030204" pitchFamily="18" charset="0"/>
                            </a:rPr>
                          </m:ctrlPr>
                        </m:dPr>
                        <m:e>
                          <m:r>
                            <m:rPr>
                              <m:sty m:val="p"/>
                            </m:rPr>
                            <a:rPr lang="en-US" sz="2800" i="1" smtClean="0">
                              <a:solidFill>
                                <a:srgbClr val="002060"/>
                              </a:solidFill>
                              <a:latin typeface="Cambria Math" panose="02040503050406030204" pitchFamily="18" charset="0"/>
                            </a:rPr>
                            <m:t>X</m:t>
                          </m:r>
                          <m:r>
                            <a:rPr lang="en-US" sz="2800" i="1" smtClean="0">
                              <a:solidFill>
                                <a:srgbClr val="002060"/>
                              </a:solidFill>
                              <a:latin typeface="Cambria Math" panose="02040503050406030204" pitchFamily="18" charset="0"/>
                            </a:rPr>
                            <m:t>=</m:t>
                          </m:r>
                          <m:sSub>
                            <m:sSubPr>
                              <m:ctrlPr>
                                <a:rPr lang="en-US" sz="2800" i="1" smtClean="0">
                                  <a:solidFill>
                                    <a:srgbClr val="002060"/>
                                  </a:solidFill>
                                  <a:latin typeface="Cambria Math" panose="02040503050406030204" pitchFamily="18" charset="0"/>
                                </a:rPr>
                              </m:ctrlPr>
                            </m:sSubPr>
                            <m:e>
                              <m:r>
                                <m:rPr>
                                  <m:sty m:val="p"/>
                                </m:rPr>
                                <a:rPr lang="en-US" sz="2800" i="1" smtClean="0">
                                  <a:solidFill>
                                    <a:srgbClr val="002060"/>
                                  </a:solidFill>
                                  <a:latin typeface="Cambria Math" panose="02040503050406030204" pitchFamily="18" charset="0"/>
                                </a:rPr>
                                <m:t>x</m:t>
                              </m:r>
                            </m:e>
                            <m:sub>
                              <m:r>
                                <a:rPr lang="en-US" sz="2800" i="1" smtClean="0">
                                  <a:solidFill>
                                    <a:srgbClr val="002060"/>
                                  </a:solidFill>
                                  <a:latin typeface="Cambria Math" panose="02040503050406030204" pitchFamily="18" charset="0"/>
                                </a:rPr>
                                <m:t>1</m:t>
                              </m:r>
                            </m:sub>
                          </m:sSub>
                        </m:e>
                      </m:d>
                      <m:r>
                        <a:rPr lang="en-US" sz="2800" i="1" smtClean="0">
                          <a:solidFill>
                            <a:srgbClr val="002060"/>
                          </a:solidFill>
                          <a:latin typeface="Cambria Math" panose="02040503050406030204" pitchFamily="18" charset="0"/>
                        </a:rPr>
                        <m:t> + </m:t>
                      </m:r>
                      <m:r>
                        <m:rPr>
                          <m:sty m:val="p"/>
                        </m:rPr>
                        <a:rPr lang="en-US" sz="2800" i="1" smtClean="0">
                          <a:solidFill>
                            <a:srgbClr val="002060"/>
                          </a:solidFill>
                          <a:latin typeface="Cambria Math" panose="02040503050406030204" pitchFamily="18" charset="0"/>
                        </a:rPr>
                        <m:t>P</m:t>
                      </m:r>
                      <m:d>
                        <m:dPr>
                          <m:ctrlPr>
                            <a:rPr lang="en-US" sz="2800" i="1" smtClean="0">
                              <a:solidFill>
                                <a:srgbClr val="002060"/>
                              </a:solidFill>
                              <a:latin typeface="Cambria Math" panose="02040503050406030204" pitchFamily="18" charset="0"/>
                            </a:rPr>
                          </m:ctrlPr>
                        </m:dPr>
                        <m:e>
                          <m:r>
                            <m:rPr>
                              <m:sty m:val="p"/>
                            </m:rPr>
                            <a:rPr lang="en-US" sz="2800" i="1" smtClean="0">
                              <a:solidFill>
                                <a:srgbClr val="002060"/>
                              </a:solidFill>
                              <a:latin typeface="Cambria Math" panose="02040503050406030204" pitchFamily="18" charset="0"/>
                            </a:rPr>
                            <m:t>X</m:t>
                          </m:r>
                          <m:r>
                            <a:rPr lang="en-US" sz="2800" i="1" smtClean="0">
                              <a:solidFill>
                                <a:srgbClr val="002060"/>
                              </a:solidFill>
                              <a:latin typeface="Cambria Math" panose="02040503050406030204" pitchFamily="18" charset="0"/>
                            </a:rPr>
                            <m:t>=</m:t>
                          </m:r>
                          <m:sSub>
                            <m:sSubPr>
                              <m:ctrlPr>
                                <a:rPr lang="en-US" sz="2800" i="1" smtClean="0">
                                  <a:solidFill>
                                    <a:srgbClr val="002060"/>
                                  </a:solidFill>
                                  <a:latin typeface="Cambria Math" panose="02040503050406030204" pitchFamily="18" charset="0"/>
                                </a:rPr>
                              </m:ctrlPr>
                            </m:sSubPr>
                            <m:e>
                              <m:r>
                                <m:rPr>
                                  <m:sty m:val="p"/>
                                </m:rPr>
                                <a:rPr lang="en-US" sz="2800" i="1" smtClean="0">
                                  <a:solidFill>
                                    <a:srgbClr val="002060"/>
                                  </a:solidFill>
                                  <a:latin typeface="Cambria Math" panose="02040503050406030204" pitchFamily="18" charset="0"/>
                                </a:rPr>
                                <m:t>x</m:t>
                              </m:r>
                            </m:e>
                            <m:sub>
                              <m:r>
                                <a:rPr lang="en-US" sz="2800" i="1" smtClean="0">
                                  <a:solidFill>
                                    <a:srgbClr val="002060"/>
                                  </a:solidFill>
                                  <a:latin typeface="Cambria Math" panose="02040503050406030204" pitchFamily="18" charset="0"/>
                                </a:rPr>
                                <m:t>2</m:t>
                              </m:r>
                            </m:sub>
                          </m:sSub>
                        </m:e>
                      </m:d>
                      <m:r>
                        <a:rPr lang="en-US" sz="2800" i="1" smtClean="0">
                          <a:solidFill>
                            <a:srgbClr val="002060"/>
                          </a:solidFill>
                          <a:latin typeface="Cambria Math" panose="02040503050406030204" pitchFamily="18" charset="0"/>
                        </a:rPr>
                        <m:t> +  ⋯ + </m:t>
                      </m:r>
                      <m:r>
                        <m:rPr>
                          <m:sty m:val="p"/>
                        </m:rPr>
                        <a:rPr lang="en-US" sz="2800" i="1" smtClean="0">
                          <a:solidFill>
                            <a:srgbClr val="002060"/>
                          </a:solidFill>
                          <a:latin typeface="Cambria Math" panose="02040503050406030204" pitchFamily="18" charset="0"/>
                        </a:rPr>
                        <m:t>P</m:t>
                      </m:r>
                      <m:d>
                        <m:dPr>
                          <m:ctrlPr>
                            <a:rPr lang="en-US" sz="2800" i="1">
                              <a:solidFill>
                                <a:srgbClr val="002060"/>
                              </a:solidFill>
                              <a:latin typeface="Cambria Math" panose="02040503050406030204" pitchFamily="18" charset="0"/>
                            </a:rPr>
                          </m:ctrlPr>
                        </m:dPr>
                        <m:e>
                          <m:r>
                            <m:rPr>
                              <m:sty m:val="p"/>
                            </m:rPr>
                            <a:rPr lang="en-US" sz="2800" i="1">
                              <a:solidFill>
                                <a:srgbClr val="002060"/>
                              </a:solidFill>
                              <a:latin typeface="Cambria Math" panose="02040503050406030204" pitchFamily="18" charset="0"/>
                            </a:rPr>
                            <m:t>X</m:t>
                          </m:r>
                          <m:r>
                            <a:rPr lang="en-US" sz="2800" i="1">
                              <a:solidFill>
                                <a:srgbClr val="002060"/>
                              </a:solidFill>
                              <a:latin typeface="Cambria Math" panose="02040503050406030204" pitchFamily="18" charset="0"/>
                            </a:rPr>
                            <m:t>=</m:t>
                          </m:r>
                          <m:r>
                            <a:rPr lang="en-US" sz="2800" b="1" i="0" smtClean="0">
                              <a:solidFill>
                                <a:srgbClr val="0070C0"/>
                              </a:solidFill>
                              <a:latin typeface="Cambria Math" panose="02040503050406030204" pitchFamily="18" charset="0"/>
                            </a:rPr>
                            <m:t>𝐛</m:t>
                          </m:r>
                        </m:e>
                      </m:d>
                    </m:oMath>
                  </m:oMathPara>
                </a14:m>
                <a:endParaRPr dirty="0"/>
              </a:p>
            </p:txBody>
          </p:sp>
        </mc:Choice>
        <mc:Fallback xmlns="">
          <p:sp>
            <p:nvSpPr>
              <p:cNvPr id="7" name="TextBox 6">
                <a:extLst>
                  <a:ext uri="{FF2B5EF4-FFF2-40B4-BE49-F238E27FC236}">
                    <a16:creationId xmlns:a16="http://schemas.microsoft.com/office/drawing/2014/main" id="{80B5B85C-06B6-4F0F-B5EA-354FAE64893D}"/>
                  </a:ext>
                </a:extLst>
              </p:cNvPr>
              <p:cNvSpPr txBox="1">
                <a:spLocks noRot="1" noChangeAspect="1" noMove="1" noResize="1" noEditPoints="1" noAdjustHandles="1" noChangeArrowheads="1" noChangeShapeType="1" noTextEdit="1"/>
              </p:cNvSpPr>
              <p:nvPr/>
            </p:nvSpPr>
            <p:spPr>
              <a:xfrm>
                <a:off x="2903220" y="2905780"/>
                <a:ext cx="6875780" cy="523220"/>
              </a:xfrm>
              <a:prstGeom prst="rect">
                <a:avLst/>
              </a:prstGeom>
              <a:blipFill>
                <a:blip r:embed="rId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575315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6" grpId="0"/>
      <p:bldP spid="7"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F94CB-77A7-455B-B283-A7AFB8EFFF59}"/>
              </a:ext>
            </a:extLst>
          </p:cNvPr>
          <p:cNvSpPr>
            <a:spLocks noGrp="1"/>
          </p:cNvSpPr>
          <p:nvPr>
            <p:ph type="title"/>
          </p:nvPr>
        </p:nvSpPr>
        <p:spPr/>
        <p:txBody>
          <a:bodyPr/>
          <a:lstStyle/>
          <a:p>
            <a:r>
              <a:rPr lang="en-IN" dirty="0"/>
              <a:t>Probability Density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43ADD2-B090-47CD-9651-FDC90AC10B9B}"/>
                  </a:ext>
                </a:extLst>
              </p:cNvPr>
              <p:cNvSpPr>
                <a:spLocks noGrp="1"/>
              </p:cNvSpPr>
              <p:nvPr>
                <p:ph idx="1"/>
              </p:nvPr>
            </p:nvSpPr>
            <p:spPr/>
            <p:txBody>
              <a:bodyPr/>
              <a:lstStyle/>
              <a:p>
                <a:r>
                  <a:rPr lang="en-US" dirty="0"/>
                  <a:t>If </a:t>
                </a:r>
                <a14:m>
                  <m:oMath xmlns:m="http://schemas.openxmlformats.org/officeDocument/2006/math">
                    <m:r>
                      <m:rPr>
                        <m:sty m:val="p"/>
                      </m:rPr>
                      <a:rPr lang="en-US" i="0" dirty="0" smtClean="0">
                        <a:latin typeface="Cambria Math" panose="02040503050406030204" pitchFamily="18" charset="0"/>
                      </a:rPr>
                      <m:t>X</m:t>
                    </m:r>
                  </m:oMath>
                </a14:m>
                <a:r>
                  <a:rPr lang="en-US" dirty="0"/>
                  <a:t> is a </a:t>
                </a:r>
                <a:r>
                  <a:rPr lang="en-US" b="1" dirty="0">
                    <a:solidFill>
                      <a:srgbClr val="FF0000"/>
                    </a:solidFill>
                  </a:rPr>
                  <a:t>continuous</a:t>
                </a:r>
                <a:r>
                  <a:rPr lang="en-US" dirty="0"/>
                  <a:t> random variable, then its probability function </a:t>
                </a:r>
                <a14:m>
                  <m:oMath xmlns:m="http://schemas.openxmlformats.org/officeDocument/2006/math">
                    <m:r>
                      <m:rPr>
                        <m:sty m:val="p"/>
                      </m:rPr>
                      <a:rPr lang="en-US" i="0">
                        <a:latin typeface="Cambria Math" panose="02040503050406030204" pitchFamily="18" charset="0"/>
                      </a:rPr>
                      <m:t>f</m:t>
                    </m:r>
                    <m:r>
                      <a:rPr lang="en-US" i="0">
                        <a:latin typeface="Cambria Math" panose="02040503050406030204" pitchFamily="18" charset="0"/>
                      </a:rPr>
                      <m:t>(</m:t>
                    </m:r>
                    <m:r>
                      <m:rPr>
                        <m:sty m:val="p"/>
                      </m:rPr>
                      <a:rPr lang="en-US" i="0">
                        <a:latin typeface="Cambria Math" panose="02040503050406030204" pitchFamily="18" charset="0"/>
                      </a:rPr>
                      <m:t>x</m:t>
                    </m:r>
                    <m:r>
                      <a:rPr lang="en-US" i="0">
                        <a:latin typeface="Cambria Math" panose="02040503050406030204" pitchFamily="18" charset="0"/>
                      </a:rPr>
                      <m:t>)</m:t>
                    </m:r>
                  </m:oMath>
                </a14:m>
                <a:r>
                  <a:rPr lang="en-US" dirty="0"/>
                  <a:t> is called continuous probability function, if it satisfies </a:t>
                </a:r>
                <a:r>
                  <a:rPr lang="en-IN" dirty="0"/>
                  <a:t>following</a:t>
                </a:r>
                <a:r>
                  <a:rPr lang="en-US" dirty="0"/>
                  <a:t> conditions:</a:t>
                </a:r>
              </a:p>
              <a:p>
                <a:pPr lvl="1"/>
                <a14:m>
                  <m:oMath xmlns:m="http://schemas.openxmlformats.org/officeDocument/2006/math">
                    <m:r>
                      <m:rPr>
                        <m:sty m:val="p"/>
                      </m:rPr>
                      <a:rPr lang="en-IN" sz="2800" b="0" i="0" smtClean="0">
                        <a:solidFill>
                          <a:srgbClr val="002060"/>
                        </a:solidFill>
                        <a:latin typeface="Cambria Math" panose="02040503050406030204" pitchFamily="18" charset="0"/>
                      </a:rPr>
                      <m:t>f</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e>
                    </m:d>
                    <m:r>
                      <a:rPr lang="en-IN" sz="2800" b="1" i="0" smtClean="0">
                        <a:solidFill>
                          <a:srgbClr val="FF0000"/>
                        </a:solidFill>
                        <a:latin typeface="Cambria Math" panose="02040503050406030204" pitchFamily="18" charset="0"/>
                      </a:rPr>
                      <m:t>≥</m:t>
                    </m:r>
                    <m:r>
                      <a:rPr lang="en-IN" sz="2800" b="1" i="0" smtClean="0">
                        <a:solidFill>
                          <a:srgbClr val="FF0000"/>
                        </a:solidFill>
                        <a:latin typeface="Cambria Math" panose="02040503050406030204" pitchFamily="18" charset="0"/>
                      </a:rPr>
                      <m:t>𝟎</m:t>
                    </m:r>
                  </m:oMath>
                </a14:m>
                <a:r>
                  <a:rPr lang="en-IN" sz="2800" dirty="0">
                    <a:solidFill>
                      <a:srgbClr val="002060"/>
                    </a:solidFill>
                  </a:rPr>
                  <a:t>, for all </a:t>
                </a:r>
                <a14:m>
                  <m:oMath xmlns:m="http://schemas.openxmlformats.org/officeDocument/2006/math">
                    <m:r>
                      <m:rPr>
                        <m:sty m:val="p"/>
                      </m:rPr>
                      <a:rPr lang="en-IN" sz="2800" b="0" i="0" dirty="0" smtClean="0">
                        <a:solidFill>
                          <a:srgbClr val="002060"/>
                        </a:solidFill>
                        <a:latin typeface="Cambria Math" panose="02040503050406030204" pitchFamily="18" charset="0"/>
                      </a:rPr>
                      <m:t>x</m:t>
                    </m:r>
                  </m:oMath>
                </a14:m>
                <a:endParaRPr lang="en-IN" sz="2800" dirty="0">
                  <a:solidFill>
                    <a:srgbClr val="002060"/>
                  </a:solidFill>
                </a:endParaRPr>
              </a:p>
              <a:p>
                <a:pPr marL="271463" lvl="1" indent="0">
                  <a:buNone/>
                </a:pPr>
                <a14:m>
                  <m:oMathPara xmlns:m="http://schemas.openxmlformats.org/officeDocument/2006/math">
                    <m:oMathParaPr>
                      <m:jc m:val="left"/>
                    </m:oMathParaPr>
                    <m:oMath xmlns:m="http://schemas.openxmlformats.org/officeDocument/2006/math">
                      <m:r>
                        <a:rPr lang="en-IN" b="0" i="0" smtClean="0">
                          <a:solidFill>
                            <a:srgbClr val="B84742"/>
                          </a:solidFill>
                          <a:effectLst/>
                          <a:latin typeface="Cambria Math" panose="02040503050406030204" pitchFamily="18" charset="0"/>
                          <a:sym typeface="Wingdings 3" panose="05040102010807070707" pitchFamily="18" charset="2"/>
                        </a:rPr>
                        <m:t></m:t>
                      </m:r>
                      <m:nary>
                        <m:naryPr>
                          <m:limLoc m:val="undOvr"/>
                          <m:ctrlPr>
                            <a:rPr lang="en-IN" b="0" i="1" smtClean="0">
                              <a:solidFill>
                                <a:srgbClr val="002060"/>
                              </a:solidFill>
                              <a:effectLst/>
                              <a:latin typeface="Cambria Math" panose="02040503050406030204" pitchFamily="18" charset="0"/>
                              <a:sym typeface="Wingdings 3" panose="05040102010807070707" pitchFamily="18" charset="2"/>
                            </a:rPr>
                          </m:ctrlPr>
                        </m:naryPr>
                        <m:sub>
                          <m:r>
                            <m:rPr>
                              <m:brk m:alnAt="24"/>
                            </m:rPr>
                            <a:rPr lang="en-IN" b="0" i="0" smtClean="0">
                              <a:solidFill>
                                <a:srgbClr val="002060"/>
                              </a:solidFill>
                              <a:effectLst/>
                              <a:latin typeface="Cambria Math" panose="02040503050406030204" pitchFamily="18" charset="0"/>
                              <a:sym typeface="Wingdings 3" panose="05040102010807070707" pitchFamily="18" charset="2"/>
                            </a:rPr>
                            <m:t>−</m:t>
                          </m:r>
                          <m:r>
                            <a:rPr lang="en-IN" b="0" i="0" smtClean="0">
                              <a:solidFill>
                                <a:srgbClr val="002060"/>
                              </a:solidFill>
                              <a:effectLst/>
                              <a:latin typeface="Cambria Math" panose="02040503050406030204" pitchFamily="18" charset="0"/>
                              <a:sym typeface="Wingdings 3" panose="05040102010807070707" pitchFamily="18" charset="2"/>
                            </a:rPr>
                            <m:t>∞</m:t>
                          </m:r>
                        </m:sub>
                        <m:sup>
                          <m:r>
                            <a:rPr lang="en-IN" i="0">
                              <a:solidFill>
                                <a:srgbClr val="002060"/>
                              </a:solidFill>
                              <a:latin typeface="Cambria Math" panose="02040503050406030204" pitchFamily="18" charset="0"/>
                              <a:sym typeface="Wingdings 3" panose="05040102010807070707" pitchFamily="18" charset="2"/>
                            </a:rPr>
                            <m:t>∞</m:t>
                          </m:r>
                        </m:sup>
                        <m:e>
                          <m:r>
                            <m:rPr>
                              <m:sty m:val="p"/>
                            </m:rPr>
                            <a:rPr lang="en-IN" i="0">
                              <a:solidFill>
                                <a:srgbClr val="002060"/>
                              </a:solidFill>
                              <a:latin typeface="Cambria Math" panose="02040503050406030204" pitchFamily="18" charset="0"/>
                              <a:ea typeface="Calibri" panose="020F0502020204030204" pitchFamily="34" charset="0"/>
                              <a:cs typeface="Shruti" panose="020B0502040204020203" pitchFamily="34" charset="0"/>
                            </a:rPr>
                            <m:t>f</m:t>
                          </m:r>
                          <m:d>
                            <m:dPr>
                              <m:ctrlPr>
                                <a:rPr lang="en-US" i="1">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m:rPr>
                                  <m:sty m:val="p"/>
                                </m:rPr>
                                <a:rPr lang="en-IN" i="0">
                                  <a:solidFill>
                                    <a:srgbClr val="002060"/>
                                  </a:solidFill>
                                  <a:latin typeface="Cambria Math" panose="02040503050406030204" pitchFamily="18" charset="0"/>
                                </a:rPr>
                                <m:t>x</m:t>
                              </m:r>
                            </m:e>
                          </m:d>
                        </m:e>
                      </m:nary>
                      <m:r>
                        <m:rPr>
                          <m:sty m:val="p"/>
                        </m:rPr>
                        <a:rPr lang="en-IN" b="0" i="0" smtClean="0">
                          <a:solidFill>
                            <a:srgbClr val="002060"/>
                          </a:solidFill>
                          <a:latin typeface="Cambria Math" panose="02040503050406030204" pitchFamily="18" charset="0"/>
                        </a:rPr>
                        <m:t>dx</m:t>
                      </m:r>
                      <m:r>
                        <a:rPr lang="en-US" b="1" i="0" smtClean="0">
                          <a:solidFill>
                            <a:srgbClr val="FF0000"/>
                          </a:solidFill>
                          <a:latin typeface="Cambria Math" panose="02040503050406030204" pitchFamily="18" charset="0"/>
                          <a:ea typeface="Calibri" panose="020F0502020204030204" pitchFamily="34" charset="0"/>
                          <a:cs typeface="Shruti" panose="020B0502040204020203" pitchFamily="34" charset="0"/>
                        </a:rPr>
                        <m:t>=</m:t>
                      </m:r>
                      <m:r>
                        <a:rPr lang="en-US" b="1" i="0" smtClean="0">
                          <a:solidFill>
                            <a:srgbClr val="FF0000"/>
                          </a:solidFill>
                          <a:latin typeface="Cambria Math" panose="02040503050406030204" pitchFamily="18" charset="0"/>
                          <a:ea typeface="Calibri" panose="020F0502020204030204" pitchFamily="34" charset="0"/>
                          <a:cs typeface="Shruti" panose="020B0502040204020203" pitchFamily="34" charset="0"/>
                        </a:rPr>
                        <m:t>𝟏</m:t>
                      </m:r>
                    </m:oMath>
                  </m:oMathPara>
                </a14:m>
                <a:endParaRPr lang="en-GB" b="1" dirty="0"/>
              </a:p>
            </p:txBody>
          </p:sp>
        </mc:Choice>
        <mc:Fallback xmlns="">
          <p:sp>
            <p:nvSpPr>
              <p:cNvPr id="3" name="Content Placeholder 2">
                <a:extLst>
                  <a:ext uri="{FF2B5EF4-FFF2-40B4-BE49-F238E27FC236}">
                    <a16:creationId xmlns:a16="http://schemas.microsoft.com/office/drawing/2014/main" id="{2343ADD2-B090-47CD-9651-FDC90AC10B9B}"/>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786139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F94CB-77A7-455B-B283-A7AFB8EFFF59}"/>
              </a:ext>
            </a:extLst>
          </p:cNvPr>
          <p:cNvSpPr>
            <a:spLocks noGrp="1"/>
          </p:cNvSpPr>
          <p:nvPr>
            <p:ph type="title"/>
          </p:nvPr>
        </p:nvSpPr>
        <p:spPr/>
        <p:txBody>
          <a:bodyPr/>
          <a:lstStyle/>
          <a:p>
            <a:r>
              <a:rPr lang="en-IN" dirty="0"/>
              <a:t>Probability Density Function</a:t>
            </a:r>
          </a:p>
        </p:txBody>
      </p:sp>
      <p:sp>
        <p:nvSpPr>
          <p:cNvPr id="3" name="Content Placeholder 2">
            <a:extLst>
              <a:ext uri="{FF2B5EF4-FFF2-40B4-BE49-F238E27FC236}">
                <a16:creationId xmlns:a16="http://schemas.microsoft.com/office/drawing/2014/main" id="{2343ADD2-B090-47CD-9651-FDC90AC10B9B}"/>
              </a:ext>
            </a:extLst>
          </p:cNvPr>
          <p:cNvSpPr>
            <a:spLocks noGrp="1"/>
          </p:cNvSpPr>
          <p:nvPr>
            <p:ph idx="1"/>
          </p:nvPr>
        </p:nvSpPr>
        <p:spPr/>
        <p:txBody>
          <a:bodyPr/>
          <a:lstStyle/>
          <a:p>
            <a:r>
              <a:rPr lang="en-IN" dirty="0"/>
              <a:t>Note:</a:t>
            </a:r>
          </a:p>
          <a:p>
            <a:pPr marL="271463" lvl="1" indent="0">
              <a:buNone/>
            </a:pPr>
            <a:endParaRPr lang="en-GB" dirty="0"/>
          </a:p>
          <a:p>
            <a:pPr marL="271463" lvl="1" indent="0">
              <a:buNone/>
            </a:pPr>
            <a:endParaRPr lang="en-GB"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C2EEE84-AE82-4A34-970E-F5720701CB60}"/>
                  </a:ext>
                </a:extLst>
              </p:cNvPr>
              <p:cNvSpPr txBox="1"/>
              <p:nvPr/>
            </p:nvSpPr>
            <p:spPr>
              <a:xfrm>
                <a:off x="2801258" y="1366714"/>
                <a:ext cx="1897380" cy="139711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nary>
                        <m:naryPr>
                          <m:limLoc m:val="undOvr"/>
                          <m:ctrlPr>
                            <a:rPr lang="en-IN" sz="2800" i="1" smtClean="0">
                              <a:solidFill>
                                <a:srgbClr val="002060"/>
                              </a:solidFill>
                              <a:latin typeface="Cambria Math" panose="02040503050406030204" pitchFamily="18" charset="0"/>
                              <a:sym typeface="Wingdings 3" panose="05040102010807070707" pitchFamily="18" charset="2"/>
                            </a:rPr>
                          </m:ctrlPr>
                        </m:naryPr>
                        <m:sub>
                          <m:r>
                            <m:rPr>
                              <m:brk m:alnAt="24"/>
                            </m:rPr>
                            <a:rPr lang="en-IN" sz="2800" i="0">
                              <a:solidFill>
                                <a:srgbClr val="002060"/>
                              </a:solidFill>
                              <a:latin typeface="Cambria Math" panose="02040503050406030204" pitchFamily="18" charset="0"/>
                              <a:sym typeface="Wingdings 3" panose="05040102010807070707" pitchFamily="18" charset="2"/>
                            </a:rPr>
                            <m:t>−</m:t>
                          </m:r>
                          <m:r>
                            <a:rPr lang="en-IN" sz="2800" i="0">
                              <a:solidFill>
                                <a:srgbClr val="002060"/>
                              </a:solidFill>
                              <a:latin typeface="Cambria Math" panose="02040503050406030204" pitchFamily="18" charset="0"/>
                              <a:sym typeface="Wingdings 3" panose="05040102010807070707" pitchFamily="18" charset="2"/>
                            </a:rPr>
                            <m:t>∞</m:t>
                          </m:r>
                        </m:sub>
                        <m:sup>
                          <m:r>
                            <a:rPr lang="en-IN" sz="2800" b="1" i="0" smtClean="0">
                              <a:solidFill>
                                <a:srgbClr val="0070C0"/>
                              </a:solidFill>
                              <a:latin typeface="Cambria Math" panose="02040503050406030204" pitchFamily="18" charset="0"/>
                              <a:sym typeface="Wingdings 3" panose="05040102010807070707" pitchFamily="18" charset="2"/>
                            </a:rPr>
                            <m:t>𝐛</m:t>
                          </m:r>
                        </m:sup>
                        <m:e>
                          <m:r>
                            <m:rPr>
                              <m:sty m:val="p"/>
                            </m:rPr>
                            <a:rPr lang="en-IN" sz="2800" i="0">
                              <a:solidFill>
                                <a:srgbClr val="002060"/>
                              </a:solidFill>
                              <a:latin typeface="Cambria Math" panose="02040503050406030204" pitchFamily="18" charset="0"/>
                              <a:ea typeface="Calibri" panose="020F0502020204030204" pitchFamily="34" charset="0"/>
                              <a:cs typeface="Shruti" panose="020B0502040204020203" pitchFamily="34" charset="0"/>
                            </a:rPr>
                            <m:t>f</m:t>
                          </m:r>
                          <m:d>
                            <m:dPr>
                              <m:ctrlPr>
                                <a:rPr lang="en-US"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m:rPr>
                                  <m:sty m:val="p"/>
                                </m:rPr>
                                <a:rPr lang="en-IN" sz="2800" i="0">
                                  <a:solidFill>
                                    <a:srgbClr val="002060"/>
                                  </a:solidFill>
                                  <a:latin typeface="Cambria Math" panose="02040503050406030204" pitchFamily="18" charset="0"/>
                                </a:rPr>
                                <m:t>x</m:t>
                              </m:r>
                            </m:e>
                          </m:d>
                        </m:e>
                      </m:nary>
                      <m:r>
                        <m:rPr>
                          <m:sty m:val="p"/>
                        </m:rPr>
                        <a:rPr lang="en-IN" sz="2800" i="0">
                          <a:solidFill>
                            <a:srgbClr val="002060"/>
                          </a:solidFill>
                          <a:latin typeface="Cambria Math" panose="02040503050406030204" pitchFamily="18" charset="0"/>
                        </a:rPr>
                        <m:t>dx</m:t>
                      </m:r>
                    </m:oMath>
                  </m:oMathPara>
                </a14:m>
                <a:endParaRPr lang="en-IN" sz="2800" dirty="0">
                  <a:solidFill>
                    <a:srgbClr val="002060"/>
                  </a:solidFill>
                </a:endParaRPr>
              </a:p>
            </p:txBody>
          </p:sp>
        </mc:Choice>
        <mc:Fallback xmlns="">
          <p:sp>
            <p:nvSpPr>
              <p:cNvPr id="5" name="TextBox 4">
                <a:extLst>
                  <a:ext uri="{FF2B5EF4-FFF2-40B4-BE49-F238E27FC236}">
                    <a16:creationId xmlns:a16="http://schemas.microsoft.com/office/drawing/2014/main" id="{CC2EEE84-AE82-4A34-970E-F5720701CB60}"/>
                  </a:ext>
                </a:extLst>
              </p:cNvPr>
              <p:cNvSpPr txBox="1">
                <a:spLocks noRot="1" noChangeAspect="1" noMove="1" noResize="1" noEditPoints="1" noAdjustHandles="1" noChangeArrowheads="1" noChangeShapeType="1" noTextEdit="1"/>
              </p:cNvSpPr>
              <p:nvPr/>
            </p:nvSpPr>
            <p:spPr>
              <a:xfrm>
                <a:off x="2801258" y="1366714"/>
                <a:ext cx="1897380" cy="1397114"/>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D1E391F-4953-4F2F-AB2F-4654D1044BE1}"/>
                  </a:ext>
                </a:extLst>
              </p:cNvPr>
              <p:cNvSpPr txBox="1"/>
              <p:nvPr/>
            </p:nvSpPr>
            <p:spPr>
              <a:xfrm>
                <a:off x="3439886" y="4965962"/>
                <a:ext cx="1897380" cy="140769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nary>
                        <m:naryPr>
                          <m:limLoc m:val="undOvr"/>
                          <m:ctrlPr>
                            <a:rPr lang="en-IN" sz="2800" i="1">
                              <a:solidFill>
                                <a:srgbClr val="002060"/>
                              </a:solidFill>
                              <a:latin typeface="Cambria Math" panose="02040503050406030204" pitchFamily="18" charset="0"/>
                              <a:sym typeface="Wingdings 3" panose="05040102010807070707" pitchFamily="18" charset="2"/>
                            </a:rPr>
                          </m:ctrlPr>
                        </m:naryPr>
                        <m:sub>
                          <m:r>
                            <a:rPr lang="en-IN" sz="2800" b="1" i="0">
                              <a:solidFill>
                                <a:srgbClr val="FF0000"/>
                              </a:solidFill>
                              <a:latin typeface="Cambria Math" panose="02040503050406030204" pitchFamily="18" charset="0"/>
                            </a:rPr>
                            <m:t>𝐚</m:t>
                          </m:r>
                        </m:sub>
                        <m:sup>
                          <m:r>
                            <a:rPr lang="en-IN" sz="2800" b="1" i="0">
                              <a:solidFill>
                                <a:srgbClr val="0070C0"/>
                              </a:solidFill>
                              <a:latin typeface="Cambria Math" panose="02040503050406030204" pitchFamily="18" charset="0"/>
                            </a:rPr>
                            <m:t>𝐛</m:t>
                          </m:r>
                        </m:sup>
                        <m:e>
                          <m:r>
                            <m:rPr>
                              <m:sty m:val="p"/>
                            </m:rPr>
                            <a:rPr lang="en-IN" sz="2800" i="0">
                              <a:solidFill>
                                <a:srgbClr val="002060"/>
                              </a:solidFill>
                              <a:latin typeface="Cambria Math" panose="02040503050406030204" pitchFamily="18" charset="0"/>
                              <a:ea typeface="Calibri" panose="020F0502020204030204" pitchFamily="34" charset="0"/>
                              <a:cs typeface="Shruti" panose="020B0502040204020203" pitchFamily="34" charset="0"/>
                            </a:rPr>
                            <m:t>f</m:t>
                          </m:r>
                          <m:d>
                            <m:dPr>
                              <m:ctrlPr>
                                <a:rPr lang="en-US"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m:rPr>
                                  <m:sty m:val="p"/>
                                </m:rPr>
                                <a:rPr lang="en-IN" sz="2800" i="0">
                                  <a:solidFill>
                                    <a:srgbClr val="002060"/>
                                  </a:solidFill>
                                  <a:latin typeface="Cambria Math" panose="02040503050406030204" pitchFamily="18" charset="0"/>
                                </a:rPr>
                                <m:t>x</m:t>
                              </m:r>
                            </m:e>
                          </m:d>
                        </m:e>
                      </m:nary>
                      <m:r>
                        <m:rPr>
                          <m:sty m:val="p"/>
                        </m:rPr>
                        <a:rPr lang="en-IN" sz="2800" i="0">
                          <a:solidFill>
                            <a:srgbClr val="002060"/>
                          </a:solidFill>
                          <a:latin typeface="Cambria Math" panose="02040503050406030204" pitchFamily="18" charset="0"/>
                        </a:rPr>
                        <m:t>dx</m:t>
                      </m:r>
                    </m:oMath>
                  </m:oMathPara>
                </a14:m>
                <a:endParaRPr lang="en-IN" sz="2800" dirty="0">
                  <a:solidFill>
                    <a:srgbClr val="002060"/>
                  </a:solidFill>
                </a:endParaRPr>
              </a:p>
            </p:txBody>
          </p:sp>
        </mc:Choice>
        <mc:Fallback xmlns="">
          <p:sp>
            <p:nvSpPr>
              <p:cNvPr id="6" name="TextBox 5">
                <a:extLst>
                  <a:ext uri="{FF2B5EF4-FFF2-40B4-BE49-F238E27FC236}">
                    <a16:creationId xmlns:a16="http://schemas.microsoft.com/office/drawing/2014/main" id="{7D1E391F-4953-4F2F-AB2F-4654D1044BE1}"/>
                  </a:ext>
                </a:extLst>
              </p:cNvPr>
              <p:cNvSpPr txBox="1">
                <a:spLocks noRot="1" noChangeAspect="1" noMove="1" noResize="1" noEditPoints="1" noAdjustHandles="1" noChangeArrowheads="1" noChangeShapeType="1" noTextEdit="1"/>
              </p:cNvSpPr>
              <p:nvPr/>
            </p:nvSpPr>
            <p:spPr>
              <a:xfrm>
                <a:off x="3439886" y="4965962"/>
                <a:ext cx="1897380" cy="1407693"/>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0B5B85C-06B6-4F0F-B5EA-354FAE64893D}"/>
                  </a:ext>
                </a:extLst>
              </p:cNvPr>
              <p:cNvSpPr txBox="1"/>
              <p:nvPr/>
            </p:nvSpPr>
            <p:spPr>
              <a:xfrm>
                <a:off x="2801258" y="3189069"/>
                <a:ext cx="1897380" cy="135165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nary>
                        <m:naryPr>
                          <m:limLoc m:val="undOvr"/>
                          <m:ctrlPr>
                            <a:rPr lang="en-IN" sz="2800" i="1" smtClean="0">
                              <a:solidFill>
                                <a:srgbClr val="002060"/>
                              </a:solidFill>
                              <a:latin typeface="Cambria Math" panose="02040503050406030204" pitchFamily="18" charset="0"/>
                              <a:sym typeface="Wingdings 3" panose="05040102010807070707" pitchFamily="18" charset="2"/>
                            </a:rPr>
                          </m:ctrlPr>
                        </m:naryPr>
                        <m:sub>
                          <m:r>
                            <a:rPr lang="en-IN" sz="2800" b="1" i="0" smtClean="0">
                              <a:solidFill>
                                <a:srgbClr val="FF0000"/>
                              </a:solidFill>
                              <a:latin typeface="Cambria Math" panose="02040503050406030204" pitchFamily="18" charset="0"/>
                              <a:sym typeface="Wingdings 3" panose="05040102010807070707" pitchFamily="18" charset="2"/>
                            </a:rPr>
                            <m:t>𝐚</m:t>
                          </m:r>
                        </m:sub>
                        <m:sup>
                          <m:r>
                            <a:rPr lang="en-IN" sz="2800" i="0">
                              <a:solidFill>
                                <a:srgbClr val="002060"/>
                              </a:solidFill>
                              <a:latin typeface="Cambria Math" panose="02040503050406030204" pitchFamily="18" charset="0"/>
                              <a:sym typeface="Wingdings 3" panose="05040102010807070707" pitchFamily="18" charset="2"/>
                            </a:rPr>
                            <m:t>∞</m:t>
                          </m:r>
                        </m:sup>
                        <m:e>
                          <m:r>
                            <m:rPr>
                              <m:sty m:val="p"/>
                            </m:rPr>
                            <a:rPr lang="en-IN" sz="2800" i="0">
                              <a:solidFill>
                                <a:srgbClr val="002060"/>
                              </a:solidFill>
                              <a:latin typeface="Cambria Math" panose="02040503050406030204" pitchFamily="18" charset="0"/>
                              <a:ea typeface="Calibri" panose="020F0502020204030204" pitchFamily="34" charset="0"/>
                              <a:cs typeface="Shruti" panose="020B0502040204020203" pitchFamily="34" charset="0"/>
                            </a:rPr>
                            <m:t>f</m:t>
                          </m:r>
                          <m:d>
                            <m:dPr>
                              <m:ctrlPr>
                                <a:rPr lang="en-US"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m:rPr>
                                  <m:sty m:val="p"/>
                                </m:rPr>
                                <a:rPr lang="en-IN" sz="2800" i="0">
                                  <a:solidFill>
                                    <a:srgbClr val="002060"/>
                                  </a:solidFill>
                                  <a:latin typeface="Cambria Math" panose="02040503050406030204" pitchFamily="18" charset="0"/>
                                </a:rPr>
                                <m:t>x</m:t>
                              </m:r>
                            </m:e>
                          </m:d>
                        </m:e>
                      </m:nary>
                      <m:r>
                        <m:rPr>
                          <m:sty m:val="p"/>
                        </m:rPr>
                        <a:rPr lang="en-IN" sz="2800" i="0">
                          <a:solidFill>
                            <a:srgbClr val="002060"/>
                          </a:solidFill>
                          <a:latin typeface="Cambria Math" panose="02040503050406030204" pitchFamily="18" charset="0"/>
                        </a:rPr>
                        <m:t>dx</m:t>
                      </m:r>
                    </m:oMath>
                  </m:oMathPara>
                </a14:m>
                <a:endParaRPr dirty="0"/>
              </a:p>
            </p:txBody>
          </p:sp>
        </mc:Choice>
        <mc:Fallback xmlns="">
          <p:sp>
            <p:nvSpPr>
              <p:cNvPr id="7" name="TextBox 6">
                <a:extLst>
                  <a:ext uri="{FF2B5EF4-FFF2-40B4-BE49-F238E27FC236}">
                    <a16:creationId xmlns:a16="http://schemas.microsoft.com/office/drawing/2014/main" id="{80B5B85C-06B6-4F0F-B5EA-354FAE64893D}"/>
                  </a:ext>
                </a:extLst>
              </p:cNvPr>
              <p:cNvSpPr txBox="1">
                <a:spLocks noRot="1" noChangeAspect="1" noMove="1" noResize="1" noEditPoints="1" noAdjustHandles="1" noChangeArrowheads="1" noChangeShapeType="1" noTextEdit="1"/>
              </p:cNvSpPr>
              <p:nvPr/>
            </p:nvSpPr>
            <p:spPr>
              <a:xfrm>
                <a:off x="2801258" y="3189069"/>
                <a:ext cx="1897380" cy="135165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E133E62-97B6-4B6C-9393-ED81DEFB794C}"/>
                  </a:ext>
                </a:extLst>
              </p:cNvPr>
              <p:cNvSpPr txBox="1"/>
              <p:nvPr/>
            </p:nvSpPr>
            <p:spPr>
              <a:xfrm>
                <a:off x="404133" y="1804270"/>
                <a:ext cx="2397125" cy="522000"/>
              </a:xfrm>
              <a:prstGeom prst="rect">
                <a:avLst/>
              </a:prstGeom>
            </p:spPr>
            <p:txBody>
              <a:bodyPr vert="horz" lIns="91440" tIns="45720" rIns="91440" bIns="45720" rtlCol="0">
                <a:noAutofit/>
              </a:bodyPr>
              <a:lstStyle>
                <a:lvl1pPr marL="265113" indent="-265113" algn="just">
                  <a:lnSpc>
                    <a:spcPct val="125000"/>
                  </a:lnSpc>
                  <a:spcBef>
                    <a:spcPts val="1000"/>
                  </a:spcBef>
                  <a:buClr>
                    <a:schemeClr val="accent6"/>
                  </a:buClr>
                  <a:buFont typeface="Wingdings 3" panose="05040102010807070707" pitchFamily="18" charset="2"/>
                  <a:buChar char=""/>
                  <a:defRPr sz="2800">
                    <a:solidFill>
                      <a:srgbClr val="002060"/>
                    </a:solidFill>
                  </a:defRPr>
                </a:lvl1pPr>
                <a:lvl2pPr marL="623888" lvl="1" indent="-352425" algn="just">
                  <a:lnSpc>
                    <a:spcPct val="125000"/>
                  </a:lnSpc>
                  <a:spcBef>
                    <a:spcPts val="1000"/>
                  </a:spcBef>
                  <a:buClr>
                    <a:schemeClr val="accent6"/>
                  </a:buClr>
                  <a:buFont typeface="Wingdings 3" panose="05040102010807070707" pitchFamily="18" charset="2"/>
                  <a:buChar char=""/>
                  <a:defRPr sz="2800" b="1" i="1">
                    <a:solidFill>
                      <a:srgbClr val="002060"/>
                    </a:solidFill>
                    <a:latin typeface="Cambria Math" panose="02040503050406030204" pitchFamily="18" charset="0"/>
                  </a:defRPr>
                </a:lvl2pPr>
                <a:lvl3pPr marL="900113" indent="-228600" algn="just">
                  <a:lnSpc>
                    <a:spcPct val="125000"/>
                  </a:lnSpc>
                  <a:spcBef>
                    <a:spcPts val="1000"/>
                  </a:spcBef>
                  <a:buClr>
                    <a:schemeClr val="accent6"/>
                  </a:buClr>
                  <a:buFont typeface="Wingdings" panose="05000000000000000000" pitchFamily="2" charset="2"/>
                  <a:buChar char="§"/>
                  <a:defRPr sz="2800">
                    <a:solidFill>
                      <a:srgbClr val="002060"/>
                    </a:solidFill>
                  </a:defRPr>
                </a:lvl3pPr>
                <a:lvl4pPr marL="1262063" indent="-228600" algn="just">
                  <a:lnSpc>
                    <a:spcPct val="125000"/>
                  </a:lnSpc>
                  <a:spcBef>
                    <a:spcPts val="1000"/>
                  </a:spcBef>
                  <a:buClr>
                    <a:schemeClr val="accent6"/>
                  </a:buClr>
                  <a:buFont typeface="Arial" panose="020B0604020202020204" pitchFamily="34" charset="0"/>
                  <a:buChar char="•"/>
                  <a:defRPr sz="2800">
                    <a:solidFill>
                      <a:srgbClr val="002060"/>
                    </a:solidFill>
                  </a:defRPr>
                </a:lvl4pPr>
                <a:lvl5pPr marL="1612900" indent="-228600" algn="just">
                  <a:lnSpc>
                    <a:spcPct val="125000"/>
                  </a:lnSpc>
                  <a:spcBef>
                    <a:spcPts val="1000"/>
                  </a:spcBef>
                  <a:buClr>
                    <a:schemeClr val="accent6"/>
                  </a:buClr>
                  <a:buFont typeface="Arial" panose="020B0604020202020204" pitchFamily="34" charset="0"/>
                  <a:buChar char="•"/>
                  <a:defRPr sz="2800">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363538" lvl="1">
                  <a:lnSpc>
                    <a:spcPct val="100000"/>
                  </a:lnSpc>
                  <a:spcBef>
                    <a:spcPts val="0"/>
                  </a:spcBef>
                </a:pPr>
                <a14:m>
                  <m:oMath xmlns:m="http://schemas.openxmlformats.org/officeDocument/2006/math">
                    <m:r>
                      <a:rPr lang="en-US" i="0">
                        <a:latin typeface="Cambria Math" panose="02040503050406030204" pitchFamily="18" charset="0"/>
                      </a:rPr>
                      <m:t>𝐏</m:t>
                    </m:r>
                    <m:d>
                      <m:dPr>
                        <m:ctrlPr>
                          <a:rPr lang="en-IN" i="1">
                            <a:latin typeface="Cambria Math" panose="02040503050406030204" pitchFamily="18" charset="0"/>
                          </a:rPr>
                        </m:ctrlPr>
                      </m:dPr>
                      <m:e>
                        <m:r>
                          <a:rPr lang="en-US" i="0">
                            <a:latin typeface="Cambria Math" panose="02040503050406030204" pitchFamily="18" charset="0"/>
                          </a:rPr>
                          <m:t>𝐱</m:t>
                        </m:r>
                        <m:r>
                          <a:rPr lang="en-US" i="0">
                            <a:latin typeface="Cambria Math" panose="02040503050406030204" pitchFamily="18" charset="0"/>
                          </a:rPr>
                          <m:t>≤</m:t>
                        </m:r>
                        <m:r>
                          <a:rPr lang="en-US" i="0" smtClean="0">
                            <a:solidFill>
                              <a:srgbClr val="0070C0"/>
                            </a:solidFill>
                            <a:latin typeface="Cambria Math" panose="02040503050406030204" pitchFamily="18" charset="0"/>
                          </a:rPr>
                          <m:t>𝐛</m:t>
                        </m:r>
                      </m:e>
                    </m:d>
                    <m:r>
                      <a:rPr lang="en-IN" i="0">
                        <a:latin typeface="Cambria Math" panose="02040503050406030204" pitchFamily="18" charset="0"/>
                      </a:rPr>
                      <m:t>=</m:t>
                    </m:r>
                  </m:oMath>
                </a14:m>
                <a:endParaRPr lang="en-IN" i="0" dirty="0"/>
              </a:p>
            </p:txBody>
          </p:sp>
        </mc:Choice>
        <mc:Fallback xmlns="">
          <p:sp>
            <p:nvSpPr>
              <p:cNvPr id="8" name="TextBox 7">
                <a:extLst>
                  <a:ext uri="{FF2B5EF4-FFF2-40B4-BE49-F238E27FC236}">
                    <a16:creationId xmlns:a16="http://schemas.microsoft.com/office/drawing/2014/main" id="{5E133E62-97B6-4B6C-9393-ED81DEFB794C}"/>
                  </a:ext>
                </a:extLst>
              </p:cNvPr>
              <p:cNvSpPr txBox="1">
                <a:spLocks noRot="1" noChangeAspect="1" noMove="1" noResize="1" noEditPoints="1" noAdjustHandles="1" noChangeArrowheads="1" noChangeShapeType="1" noTextEdit="1"/>
              </p:cNvSpPr>
              <p:nvPr/>
            </p:nvSpPr>
            <p:spPr>
              <a:xfrm>
                <a:off x="404133" y="1804270"/>
                <a:ext cx="2397125" cy="52200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7119D44-EA5E-4003-9871-042AA994F566}"/>
                  </a:ext>
                </a:extLst>
              </p:cNvPr>
              <p:cNvSpPr txBox="1"/>
              <p:nvPr/>
            </p:nvSpPr>
            <p:spPr>
              <a:xfrm>
                <a:off x="404133" y="3603895"/>
                <a:ext cx="2701925" cy="522000"/>
              </a:xfrm>
              <a:prstGeom prst="rect">
                <a:avLst/>
              </a:prstGeom>
            </p:spPr>
            <p:txBody>
              <a:bodyPr vert="horz" lIns="91440" tIns="45720" rIns="91440" bIns="45720" rtlCol="0">
                <a:noAutofit/>
              </a:bodyPr>
              <a:lstStyle>
                <a:lvl1pPr marL="265113" indent="-265113" algn="just">
                  <a:lnSpc>
                    <a:spcPct val="125000"/>
                  </a:lnSpc>
                  <a:spcBef>
                    <a:spcPts val="1000"/>
                  </a:spcBef>
                  <a:buClr>
                    <a:schemeClr val="accent6"/>
                  </a:buClr>
                  <a:buFont typeface="Wingdings 3" panose="05040102010807070707" pitchFamily="18" charset="2"/>
                  <a:buChar char=""/>
                  <a:defRPr sz="2800">
                    <a:solidFill>
                      <a:srgbClr val="002060"/>
                    </a:solidFill>
                  </a:defRPr>
                </a:lvl1pPr>
                <a:lvl2pPr marL="623888" lvl="1" indent="-352425" algn="just">
                  <a:lnSpc>
                    <a:spcPct val="125000"/>
                  </a:lnSpc>
                  <a:spcBef>
                    <a:spcPts val="1000"/>
                  </a:spcBef>
                  <a:buClr>
                    <a:schemeClr val="accent6"/>
                  </a:buClr>
                  <a:buFont typeface="Wingdings 3" panose="05040102010807070707" pitchFamily="18" charset="2"/>
                  <a:buChar char=""/>
                  <a:defRPr sz="2800" b="1" i="1">
                    <a:solidFill>
                      <a:srgbClr val="002060"/>
                    </a:solidFill>
                    <a:latin typeface="Cambria Math" panose="02040503050406030204" pitchFamily="18" charset="0"/>
                  </a:defRPr>
                </a:lvl2pPr>
                <a:lvl3pPr marL="900113" indent="-228600" algn="just">
                  <a:lnSpc>
                    <a:spcPct val="125000"/>
                  </a:lnSpc>
                  <a:spcBef>
                    <a:spcPts val="1000"/>
                  </a:spcBef>
                  <a:buClr>
                    <a:schemeClr val="accent6"/>
                  </a:buClr>
                  <a:buFont typeface="Wingdings" panose="05000000000000000000" pitchFamily="2" charset="2"/>
                  <a:buChar char="§"/>
                  <a:defRPr sz="2800">
                    <a:solidFill>
                      <a:srgbClr val="002060"/>
                    </a:solidFill>
                  </a:defRPr>
                </a:lvl3pPr>
                <a:lvl4pPr marL="1262063" indent="-228600" algn="just">
                  <a:lnSpc>
                    <a:spcPct val="125000"/>
                  </a:lnSpc>
                  <a:spcBef>
                    <a:spcPts val="1000"/>
                  </a:spcBef>
                  <a:buClr>
                    <a:schemeClr val="accent6"/>
                  </a:buClr>
                  <a:buFont typeface="Arial" panose="020B0604020202020204" pitchFamily="34" charset="0"/>
                  <a:buChar char="•"/>
                  <a:defRPr sz="2800">
                    <a:solidFill>
                      <a:srgbClr val="002060"/>
                    </a:solidFill>
                  </a:defRPr>
                </a:lvl4pPr>
                <a:lvl5pPr marL="1612900" indent="-228600" algn="just">
                  <a:lnSpc>
                    <a:spcPct val="125000"/>
                  </a:lnSpc>
                  <a:spcBef>
                    <a:spcPts val="1000"/>
                  </a:spcBef>
                  <a:buClr>
                    <a:schemeClr val="accent6"/>
                  </a:buClr>
                  <a:buFont typeface="Arial" panose="020B0604020202020204" pitchFamily="34" charset="0"/>
                  <a:buChar char="•"/>
                  <a:defRPr sz="2800">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363538" lvl="1">
                  <a:lnSpc>
                    <a:spcPct val="100000"/>
                  </a:lnSpc>
                  <a:spcBef>
                    <a:spcPts val="0"/>
                  </a:spcBef>
                </a:pPr>
                <a14:m>
                  <m:oMath xmlns:m="http://schemas.openxmlformats.org/officeDocument/2006/math">
                    <m:r>
                      <a:rPr lang="en-US" i="0">
                        <a:latin typeface="Cambria Math" panose="02040503050406030204" pitchFamily="18" charset="0"/>
                      </a:rPr>
                      <m:t>𝐏</m:t>
                    </m:r>
                    <m:d>
                      <m:dPr>
                        <m:ctrlPr>
                          <a:rPr lang="en-IN" i="1">
                            <a:latin typeface="Cambria Math" panose="02040503050406030204" pitchFamily="18" charset="0"/>
                          </a:rPr>
                        </m:ctrlPr>
                      </m:dPr>
                      <m:e>
                        <m:r>
                          <a:rPr lang="en-US" i="0">
                            <a:latin typeface="Cambria Math" panose="02040503050406030204" pitchFamily="18" charset="0"/>
                          </a:rPr>
                          <m:t>𝐱</m:t>
                        </m:r>
                        <m:r>
                          <a:rPr lang="en-US" i="0">
                            <a:latin typeface="Cambria Math" panose="02040503050406030204" pitchFamily="18" charset="0"/>
                          </a:rPr>
                          <m:t>&gt;</m:t>
                        </m:r>
                        <m:r>
                          <a:rPr lang="en-US" i="0">
                            <a:solidFill>
                              <a:srgbClr val="FF0000"/>
                            </a:solidFill>
                            <a:latin typeface="Cambria Math" panose="02040503050406030204" pitchFamily="18" charset="0"/>
                          </a:rPr>
                          <m:t>𝐚</m:t>
                        </m:r>
                      </m:e>
                    </m:d>
                    <m:r>
                      <a:rPr lang="en-US" i="0">
                        <a:latin typeface="Cambria Math" panose="02040503050406030204" pitchFamily="18" charset="0"/>
                      </a:rPr>
                      <m:t>=</m:t>
                    </m:r>
                  </m:oMath>
                </a14:m>
                <a:endParaRPr lang="en-GB" i="0" dirty="0"/>
              </a:p>
            </p:txBody>
          </p:sp>
        </mc:Choice>
        <mc:Fallback xmlns="">
          <p:sp>
            <p:nvSpPr>
              <p:cNvPr id="9" name="TextBox 8">
                <a:extLst>
                  <a:ext uri="{FF2B5EF4-FFF2-40B4-BE49-F238E27FC236}">
                    <a16:creationId xmlns:a16="http://schemas.microsoft.com/office/drawing/2014/main" id="{17119D44-EA5E-4003-9871-042AA994F566}"/>
                  </a:ext>
                </a:extLst>
              </p:cNvPr>
              <p:cNvSpPr txBox="1">
                <a:spLocks noRot="1" noChangeAspect="1" noMove="1" noResize="1" noEditPoints="1" noAdjustHandles="1" noChangeArrowheads="1" noChangeShapeType="1" noTextEdit="1"/>
              </p:cNvSpPr>
              <p:nvPr/>
            </p:nvSpPr>
            <p:spPr>
              <a:xfrm>
                <a:off x="404133" y="3603895"/>
                <a:ext cx="2701925" cy="52200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EA662A1-F7C4-4498-B460-48F3870B70F4}"/>
                  </a:ext>
                </a:extLst>
              </p:cNvPr>
              <p:cNvSpPr txBox="1"/>
              <p:nvPr/>
            </p:nvSpPr>
            <p:spPr>
              <a:xfrm>
                <a:off x="404133" y="5403520"/>
                <a:ext cx="3035753" cy="522000"/>
              </a:xfrm>
              <a:prstGeom prst="rect">
                <a:avLst/>
              </a:prstGeom>
            </p:spPr>
            <p:txBody>
              <a:bodyPr vert="horz" lIns="91440" tIns="45720" rIns="91440" bIns="45720" rtlCol="0">
                <a:noAutofit/>
              </a:bodyPr>
              <a:lstStyle>
                <a:lvl1pPr marL="265113" indent="-265113" algn="just">
                  <a:lnSpc>
                    <a:spcPct val="125000"/>
                  </a:lnSpc>
                  <a:spcBef>
                    <a:spcPts val="1000"/>
                  </a:spcBef>
                  <a:buClr>
                    <a:schemeClr val="accent6"/>
                  </a:buClr>
                  <a:buFont typeface="Wingdings 3" panose="05040102010807070707" pitchFamily="18" charset="2"/>
                  <a:buChar char=""/>
                  <a:defRPr sz="2800">
                    <a:solidFill>
                      <a:srgbClr val="002060"/>
                    </a:solidFill>
                  </a:defRPr>
                </a:lvl1pPr>
                <a:lvl2pPr marL="623888" lvl="1" indent="-352425" algn="just">
                  <a:lnSpc>
                    <a:spcPct val="125000"/>
                  </a:lnSpc>
                  <a:spcBef>
                    <a:spcPts val="1000"/>
                  </a:spcBef>
                  <a:buClr>
                    <a:schemeClr val="accent6"/>
                  </a:buClr>
                  <a:buFont typeface="Wingdings 3" panose="05040102010807070707" pitchFamily="18" charset="2"/>
                  <a:buChar char=""/>
                  <a:defRPr sz="2800" b="1" i="1">
                    <a:solidFill>
                      <a:srgbClr val="002060"/>
                    </a:solidFill>
                    <a:latin typeface="Cambria Math" panose="02040503050406030204" pitchFamily="18" charset="0"/>
                  </a:defRPr>
                </a:lvl2pPr>
                <a:lvl3pPr marL="900113" indent="-228600" algn="just">
                  <a:lnSpc>
                    <a:spcPct val="125000"/>
                  </a:lnSpc>
                  <a:spcBef>
                    <a:spcPts val="1000"/>
                  </a:spcBef>
                  <a:buClr>
                    <a:schemeClr val="accent6"/>
                  </a:buClr>
                  <a:buFont typeface="Wingdings" panose="05000000000000000000" pitchFamily="2" charset="2"/>
                  <a:buChar char="§"/>
                  <a:defRPr sz="2800">
                    <a:solidFill>
                      <a:srgbClr val="002060"/>
                    </a:solidFill>
                  </a:defRPr>
                </a:lvl3pPr>
                <a:lvl4pPr marL="1262063" indent="-228600" algn="just">
                  <a:lnSpc>
                    <a:spcPct val="125000"/>
                  </a:lnSpc>
                  <a:spcBef>
                    <a:spcPts val="1000"/>
                  </a:spcBef>
                  <a:buClr>
                    <a:schemeClr val="accent6"/>
                  </a:buClr>
                  <a:buFont typeface="Arial" panose="020B0604020202020204" pitchFamily="34" charset="0"/>
                  <a:buChar char="•"/>
                  <a:defRPr sz="2800">
                    <a:solidFill>
                      <a:srgbClr val="002060"/>
                    </a:solidFill>
                  </a:defRPr>
                </a:lvl4pPr>
                <a:lvl5pPr marL="1612900" indent="-228600" algn="just">
                  <a:lnSpc>
                    <a:spcPct val="125000"/>
                  </a:lnSpc>
                  <a:spcBef>
                    <a:spcPts val="1000"/>
                  </a:spcBef>
                  <a:buClr>
                    <a:schemeClr val="accent6"/>
                  </a:buClr>
                  <a:buFont typeface="Arial" panose="020B0604020202020204" pitchFamily="34" charset="0"/>
                  <a:buChar char="•"/>
                  <a:defRPr sz="2800">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363538" lvl="1">
                  <a:lnSpc>
                    <a:spcPct val="100000"/>
                  </a:lnSpc>
                  <a:spcBef>
                    <a:spcPts val="0"/>
                  </a:spcBef>
                </a:pPr>
                <a14:m>
                  <m:oMath xmlns:m="http://schemas.openxmlformats.org/officeDocument/2006/math">
                    <m:r>
                      <a:rPr lang="en-US" i="0" smtClean="0">
                        <a:latin typeface="Cambria Math" panose="02040503050406030204" pitchFamily="18" charset="0"/>
                      </a:rPr>
                      <m:t>𝐏</m:t>
                    </m:r>
                    <m:d>
                      <m:dPr>
                        <m:ctrlPr>
                          <a:rPr lang="en-IN" i="1">
                            <a:latin typeface="Cambria Math" panose="02040503050406030204" pitchFamily="18" charset="0"/>
                          </a:rPr>
                        </m:ctrlPr>
                      </m:dPr>
                      <m:e>
                        <m:r>
                          <a:rPr lang="en-IN" b="1" i="0" smtClean="0">
                            <a:solidFill>
                              <a:srgbClr val="FF0000"/>
                            </a:solidFill>
                            <a:latin typeface="Cambria Math" panose="02040503050406030204" pitchFamily="18" charset="0"/>
                          </a:rPr>
                          <m:t>𝐚</m:t>
                        </m:r>
                        <m:r>
                          <a:rPr lang="en-US" i="0">
                            <a:latin typeface="Cambria Math" panose="02040503050406030204" pitchFamily="18" charset="0"/>
                          </a:rPr>
                          <m:t>≤</m:t>
                        </m:r>
                        <m:r>
                          <a:rPr lang="en-US" i="0">
                            <a:latin typeface="Cambria Math" panose="02040503050406030204" pitchFamily="18" charset="0"/>
                          </a:rPr>
                          <m:t>𝐱</m:t>
                        </m:r>
                        <m:r>
                          <a:rPr lang="en-US" i="0">
                            <a:latin typeface="Cambria Math" panose="02040503050406030204" pitchFamily="18" charset="0"/>
                          </a:rPr>
                          <m:t>≤</m:t>
                        </m:r>
                        <m:r>
                          <a:rPr lang="en-IN" b="1" i="0" smtClean="0">
                            <a:solidFill>
                              <a:srgbClr val="0070C0"/>
                            </a:solidFill>
                            <a:latin typeface="Cambria Math" panose="02040503050406030204" pitchFamily="18" charset="0"/>
                          </a:rPr>
                          <m:t>𝐛</m:t>
                        </m:r>
                      </m:e>
                    </m:d>
                    <m:r>
                      <a:rPr lang="en-IN" i="0">
                        <a:latin typeface="Cambria Math" panose="02040503050406030204" pitchFamily="18" charset="0"/>
                      </a:rPr>
                      <m:t>=</m:t>
                    </m:r>
                  </m:oMath>
                </a14:m>
                <a:endParaRPr lang="en-IN" i="0" dirty="0"/>
              </a:p>
            </p:txBody>
          </p:sp>
        </mc:Choice>
        <mc:Fallback xmlns="">
          <p:sp>
            <p:nvSpPr>
              <p:cNvPr id="10" name="TextBox 9">
                <a:extLst>
                  <a:ext uri="{FF2B5EF4-FFF2-40B4-BE49-F238E27FC236}">
                    <a16:creationId xmlns:a16="http://schemas.microsoft.com/office/drawing/2014/main" id="{DEA662A1-F7C4-4498-B460-48F3870B70F4}"/>
                  </a:ext>
                </a:extLst>
              </p:cNvPr>
              <p:cNvSpPr txBox="1">
                <a:spLocks noRot="1" noChangeAspect="1" noMove="1" noResize="1" noEditPoints="1" noAdjustHandles="1" noChangeArrowheads="1" noChangeShapeType="1" noTextEdit="1"/>
              </p:cNvSpPr>
              <p:nvPr/>
            </p:nvSpPr>
            <p:spPr>
              <a:xfrm>
                <a:off x="404133" y="5403520"/>
                <a:ext cx="3035753" cy="522000"/>
              </a:xfrm>
              <a:prstGeom prst="rect">
                <a:avLst/>
              </a:prstGeom>
              <a:blipFill>
                <a:blip r:embed="rId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988209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P spid="7" grpId="0"/>
      <p:bldP spid="8" grpId="0"/>
      <p:bldP spid="9" grpId="0"/>
      <p:bldP spid="10"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 5</a:t>
            </a:r>
          </a:p>
        </p:txBody>
      </p:sp>
      <p:sp>
        <p:nvSpPr>
          <p:cNvPr id="3" name="Text Placeholder 2"/>
          <p:cNvSpPr>
            <a:spLocks noGrp="1"/>
          </p:cNvSpPr>
          <p:nvPr>
            <p:ph type="body" idx="1"/>
          </p:nvPr>
        </p:nvSpPr>
        <p:spPr>
          <a:xfrm>
            <a:off x="831850" y="4561050"/>
            <a:ext cx="10515600" cy="1500187"/>
          </a:xfrm>
        </p:spPr>
        <p:txBody>
          <a:bodyPr>
            <a:normAutofit/>
          </a:bodyPr>
          <a:lstStyle/>
          <a:p>
            <a:r>
              <a:rPr lang="en-GB" dirty="0"/>
              <a:t>Random Variable and Probability Function</a:t>
            </a:r>
            <a:endParaRPr lang="en-US" sz="2800" dirty="0"/>
          </a:p>
        </p:txBody>
      </p:sp>
    </p:spTree>
    <p:extLst>
      <p:ext uri="{BB962C8B-B14F-4D97-AF65-F5344CB8AC3E}">
        <p14:creationId xmlns:p14="http://schemas.microsoft.com/office/powerpoint/2010/main" val="399752789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136410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lnSpc>
                    <a:spcPct val="100000"/>
                  </a:lnSpc>
                </a:pPr>
                <a14:m>
                  <m:oMathPara xmlns:m="http://schemas.openxmlformats.org/officeDocument/2006/math">
                    <m:oMathParaPr>
                      <m:jc m:val="left"/>
                    </m:oMathParaPr>
                    <m:oMath xmlns:m="http://schemas.openxmlformats.org/officeDocument/2006/math">
                      <m:r>
                        <m:rPr>
                          <m:nor/>
                        </m:rPr>
                        <a:rPr lang="en-US" smtClean="0"/>
                        <m:t>Is</m:t>
                      </m:r>
                      <m:r>
                        <a:rPr lang="en-US" smtClean="0">
                          <a:latin typeface="Cambria Math" panose="02040503050406030204" pitchFamily="18" charset="0"/>
                        </a:rPr>
                        <m:t> </m:t>
                      </m:r>
                      <m:r>
                        <m:rPr>
                          <m:sty m:val="p"/>
                        </m:rPr>
                        <a:rPr lang="en-US" smtClean="0">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X</m:t>
                          </m:r>
                          <m:r>
                            <a:rPr lang="en-US">
                              <a:latin typeface="Cambria Math" panose="02040503050406030204" pitchFamily="18" charset="0"/>
                            </a:rPr>
                            <m:t>=</m:t>
                          </m:r>
                          <m:r>
                            <m:rPr>
                              <m:sty m:val="p"/>
                            </m:rPr>
                            <a:rPr lang="en-US">
                              <a:latin typeface="Cambria Math" panose="02040503050406030204" pitchFamily="18" charset="0"/>
                            </a:rPr>
                            <m:t>x</m:t>
                          </m:r>
                        </m:e>
                      </m:d>
                      <m:r>
                        <a:rPr lang="en-US">
                          <a:latin typeface="Cambria Math" panose="02040503050406030204" pitchFamily="18" charset="0"/>
                        </a:rPr>
                        <m:t>=</m:t>
                      </m:r>
                      <m:sSup>
                        <m:sSupPr>
                          <m:ctrlPr>
                            <a:rPr lang="en-IN" i="1">
                              <a:latin typeface="Cambria Math" panose="02040503050406030204" pitchFamily="18" charset="0"/>
                            </a:rPr>
                          </m:ctrlPr>
                        </m:sSupPr>
                        <m:e>
                          <m:d>
                            <m:dPr>
                              <m:ctrlPr>
                                <a:rPr lang="en-IN" i="1">
                                  <a:latin typeface="Cambria Math" panose="02040503050406030204" pitchFamily="18" charset="0"/>
                                </a:rPr>
                              </m:ctrlPr>
                            </m:dPr>
                            <m:e>
                              <m:f>
                                <m:fPr>
                                  <m:ctrlPr>
                                    <a:rPr lang="en-IN" i="1">
                                      <a:latin typeface="Cambria Math" panose="02040503050406030204" pitchFamily="18" charset="0"/>
                                    </a:rPr>
                                  </m:ctrlPr>
                                </m:fPr>
                                <m:num>
                                  <m:r>
                                    <a:rPr lang="en-US">
                                      <a:latin typeface="Cambria Math" panose="02040503050406030204" pitchFamily="18" charset="0"/>
                                    </a:rPr>
                                    <m:t> 1 </m:t>
                                  </m:r>
                                </m:num>
                                <m:den>
                                  <m:r>
                                    <a:rPr lang="en-IN" b="0" i="0" smtClean="0">
                                      <a:latin typeface="Cambria Math" panose="02040503050406030204" pitchFamily="18" charset="0"/>
                                    </a:rPr>
                                    <m:t> </m:t>
                                  </m:r>
                                  <m:r>
                                    <a:rPr lang="en-US">
                                      <a:latin typeface="Cambria Math" panose="02040503050406030204" pitchFamily="18" charset="0"/>
                                    </a:rPr>
                                    <m:t>2 </m:t>
                                  </m:r>
                                </m:den>
                              </m:f>
                            </m:e>
                          </m:d>
                        </m:e>
                        <m:sup>
                          <m:r>
                            <m:rPr>
                              <m:sty m:val="p"/>
                            </m:rPr>
                            <a:rPr lang="en-US">
                              <a:latin typeface="Cambria Math" panose="02040503050406030204" pitchFamily="18" charset="0"/>
                            </a:rPr>
                            <m:t>x</m:t>
                          </m:r>
                        </m:sup>
                      </m:sSup>
                      <m:sSup>
                        <m:sSupPr>
                          <m:ctrlPr>
                            <a:rPr lang="en-IN" i="1">
                              <a:latin typeface="Cambria Math" panose="02040503050406030204" pitchFamily="18" charset="0"/>
                            </a:rPr>
                          </m:ctrlPr>
                        </m:sSupPr>
                        <m:e>
                          <m:d>
                            <m:dPr>
                              <m:ctrlPr>
                                <a:rPr lang="en-IN" i="1">
                                  <a:latin typeface="Cambria Math" panose="02040503050406030204" pitchFamily="18" charset="0"/>
                                </a:rPr>
                              </m:ctrlPr>
                            </m:dPr>
                            <m:e>
                              <m:f>
                                <m:fPr>
                                  <m:ctrlPr>
                                    <a:rPr lang="en-IN" i="1">
                                      <a:latin typeface="Cambria Math" panose="02040503050406030204" pitchFamily="18" charset="0"/>
                                    </a:rPr>
                                  </m:ctrlPr>
                                </m:fPr>
                                <m:num>
                                  <m:r>
                                    <a:rPr lang="en-US">
                                      <a:latin typeface="Cambria Math" panose="02040503050406030204" pitchFamily="18" charset="0"/>
                                    </a:rPr>
                                    <m:t> 1 </m:t>
                                  </m:r>
                                </m:num>
                                <m:den>
                                  <m:r>
                                    <a:rPr lang="en-IN" b="0" i="0" smtClean="0">
                                      <a:latin typeface="Cambria Math" panose="02040503050406030204" pitchFamily="18" charset="0"/>
                                    </a:rPr>
                                    <m:t> </m:t>
                                  </m:r>
                                  <m:r>
                                    <a:rPr lang="en-US">
                                      <a:latin typeface="Cambria Math" panose="02040503050406030204" pitchFamily="18" charset="0"/>
                                    </a:rPr>
                                    <m:t>2 </m:t>
                                  </m:r>
                                </m:den>
                              </m:f>
                            </m:e>
                          </m:d>
                        </m:e>
                        <m:sup>
                          <m:r>
                            <a:rPr lang="en-US">
                              <a:latin typeface="Cambria Math" panose="02040503050406030204" pitchFamily="18" charset="0"/>
                            </a:rPr>
                            <m:t>1</m:t>
                          </m:r>
                          <m:r>
                            <a:rPr lang="en-US" i="1">
                              <a:latin typeface="Cambria Math" panose="02040503050406030204" pitchFamily="18" charset="0"/>
                            </a:rPr>
                            <m:t>−</m:t>
                          </m:r>
                          <m:r>
                            <m:rPr>
                              <m:sty m:val="p"/>
                            </m:rPr>
                            <a:rPr lang="en-US">
                              <a:latin typeface="Cambria Math" panose="02040503050406030204" pitchFamily="18" charset="0"/>
                            </a:rPr>
                            <m:t>x</m:t>
                          </m:r>
                        </m:sup>
                      </m:sSup>
                      <m:r>
                        <a:rPr lang="en-US">
                          <a:latin typeface="Cambria Math" panose="02040503050406030204" pitchFamily="18" charset="0"/>
                        </a:rPr>
                        <m:t>;</m:t>
                      </m:r>
                      <m:r>
                        <a:rPr lang="en-US" i="1">
                          <a:latin typeface="Cambria Math" panose="02040503050406030204" pitchFamily="18" charset="0"/>
                        </a:rPr>
                        <m:t>  </m:t>
                      </m:r>
                      <m:r>
                        <m:rPr>
                          <m:sty m:val="p"/>
                        </m:rPr>
                        <a:rPr lang="en-US">
                          <a:latin typeface="Cambria Math" panose="02040503050406030204" pitchFamily="18" charset="0"/>
                        </a:rPr>
                        <m:t>x</m:t>
                      </m:r>
                      <m:r>
                        <a:rPr lang="en-US">
                          <a:latin typeface="Cambria Math" panose="02040503050406030204" pitchFamily="18" charset="0"/>
                        </a:rPr>
                        <m:t>=0,</m:t>
                      </m:r>
                      <m:r>
                        <a:rPr lang="en-IN" b="0" i="1" smtClean="0">
                          <a:latin typeface="Cambria Math" panose="02040503050406030204" pitchFamily="18" charset="0"/>
                        </a:rPr>
                        <m:t> </m:t>
                      </m:r>
                      <m:r>
                        <a:rPr lang="en-US">
                          <a:latin typeface="Cambria Math" panose="02040503050406030204" pitchFamily="18" charset="0"/>
                        </a:rPr>
                        <m:t>1 </m:t>
                      </m:r>
                      <m:r>
                        <m:rPr>
                          <m:nor/>
                        </m:rPr>
                        <a:rPr lang="en-US"/>
                        <m:t>a</m:t>
                      </m:r>
                      <m:r>
                        <m:rPr>
                          <m:nor/>
                        </m:rPr>
                        <a:rPr lang="en-US"/>
                        <m:t> </m:t>
                      </m:r>
                      <m:r>
                        <m:rPr>
                          <m:nor/>
                        </m:rPr>
                        <a:rPr lang="en-US"/>
                        <m:t>probability</m:t>
                      </m:r>
                      <m:r>
                        <m:rPr>
                          <m:nor/>
                        </m:rPr>
                        <a:rPr lang="en-US"/>
                        <m:t> </m:t>
                      </m:r>
                      <m:r>
                        <m:rPr>
                          <m:nor/>
                        </m:rPr>
                        <a:rPr lang="en-US"/>
                        <m:t>function</m:t>
                      </m:r>
                      <m:r>
                        <m:rPr>
                          <m:nor/>
                        </m:rPr>
                        <a:rPr lang="en-US"/>
                        <m:t>?</m:t>
                      </m:r>
                    </m:oMath>
                  </m:oMathPara>
                </a14:m>
                <a:endParaRPr lang="en-US"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1364100"/>
              </a:xfrm>
              <a:prstGeom prst="rect">
                <a:avLst/>
              </a:prstGeom>
              <a:blipFill>
                <a:blip r:embed="rId2"/>
                <a:stretch>
                  <a:fillRect/>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5 ⇝ Example 1</a:t>
            </a:r>
            <a:endParaRPr lang="en-US" dirty="0"/>
          </a:p>
        </p:txBody>
      </p:sp>
      <p:sp>
        <p:nvSpPr>
          <p:cNvPr id="4" name="Content Placeholder 2"/>
          <p:cNvSpPr txBox="1">
            <a:spLocks/>
          </p:cNvSpPr>
          <p:nvPr/>
        </p:nvSpPr>
        <p:spPr>
          <a:xfrm>
            <a:off x="131176" y="2388577"/>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FDCC6CF-51F9-42EA-9779-CC332507EBDF}"/>
                  </a:ext>
                </a:extLst>
              </p:cNvPr>
              <p:cNvSpPr txBox="1"/>
              <p:nvPr/>
            </p:nvSpPr>
            <p:spPr>
              <a:xfrm>
                <a:off x="1590910" y="2391280"/>
                <a:ext cx="9704826" cy="523220"/>
              </a:xfrm>
              <a:prstGeom prst="rect">
                <a:avLst/>
              </a:prstGeom>
              <a:noFill/>
            </p:spPr>
            <p:txBody>
              <a:bodyPr wrap="square">
                <a:spAutoFit/>
              </a:bodyPr>
              <a:lstStyle/>
              <a:p>
                <a14:m>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x</m:t>
                        </m:r>
                      </m:e>
                    </m:d>
                  </m:oMath>
                </a14:m>
                <a:r>
                  <a:rPr lang="en-IN" sz="2800" dirty="0">
                    <a:solidFill>
                      <a:srgbClr val="002060"/>
                    </a:solidFill>
                  </a:rPr>
                  <a:t> is a probability function if it satisfies following conditions:</a:t>
                </a:r>
              </a:p>
            </p:txBody>
          </p:sp>
        </mc:Choice>
        <mc:Fallback xmlns="">
          <p:sp>
            <p:nvSpPr>
              <p:cNvPr id="12" name="TextBox 11">
                <a:extLst>
                  <a:ext uri="{FF2B5EF4-FFF2-40B4-BE49-F238E27FC236}">
                    <a16:creationId xmlns:a16="http://schemas.microsoft.com/office/drawing/2014/main" id="{6FDCC6CF-51F9-42EA-9779-CC332507EBDF}"/>
                  </a:ext>
                </a:extLst>
              </p:cNvPr>
              <p:cNvSpPr txBox="1">
                <a:spLocks noRot="1" noChangeAspect="1" noMove="1" noResize="1" noEditPoints="1" noAdjustHandles="1" noChangeArrowheads="1" noChangeShapeType="1" noTextEdit="1"/>
              </p:cNvSpPr>
              <p:nvPr/>
            </p:nvSpPr>
            <p:spPr>
              <a:xfrm>
                <a:off x="1590910" y="2391280"/>
                <a:ext cx="9704826" cy="523220"/>
              </a:xfrm>
              <a:prstGeom prst="rect">
                <a:avLst/>
              </a:prstGeom>
              <a:blipFill>
                <a:blip r:embed="rId3"/>
                <a:stretch>
                  <a:fillRect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AECF3D9-6529-4F78-80FD-918D6FE626D7}"/>
                  </a:ext>
                </a:extLst>
              </p:cNvPr>
              <p:cNvSpPr txBox="1"/>
              <p:nvPr/>
            </p:nvSpPr>
            <p:spPr>
              <a:xfrm>
                <a:off x="1590910" y="3101922"/>
                <a:ext cx="4171261" cy="523220"/>
              </a:xfrm>
              <a:prstGeom prst="rect">
                <a:avLst/>
              </a:prstGeom>
              <a:noFill/>
            </p:spPr>
            <p:txBody>
              <a:bodyPr wrap="square">
                <a:spAutoFit/>
              </a:bodyPr>
              <a:lstStyle/>
              <a:p>
                <a14:m>
                  <m:oMath xmlns:m="http://schemas.openxmlformats.org/officeDocument/2006/math">
                    <m:r>
                      <a:rPr lang="en-IN" sz="2800" b="1" i="0" dirty="0" smtClean="0">
                        <a:solidFill>
                          <a:srgbClr val="002060"/>
                        </a:solidFill>
                        <a:latin typeface="Cambria Math" panose="02040503050406030204" pitchFamily="18" charset="0"/>
                      </a:rPr>
                      <m:t>𝟏</m:t>
                    </m:r>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 </m:t>
                    </m:r>
                    <m:r>
                      <m:rPr>
                        <m:sty m:val="p"/>
                      </m:rPr>
                      <a:rPr lang="en-IN" sz="280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IN" sz="2800" i="0" dirty="0" smtClean="0">
                            <a:solidFill>
                              <a:srgbClr val="002060"/>
                            </a:solidFill>
                            <a:latin typeface="Cambria Math" panose="02040503050406030204" pitchFamily="18" charset="0"/>
                          </a:rPr>
                          <m:t>X</m:t>
                        </m:r>
                        <m:r>
                          <a:rPr lang="en-IN" sz="2800" i="0" dirty="0" smtClean="0">
                            <a:solidFill>
                              <a:srgbClr val="002060"/>
                            </a:solidFill>
                            <a:latin typeface="Cambria Math" panose="02040503050406030204" pitchFamily="18" charset="0"/>
                          </a:rPr>
                          <m:t>=</m:t>
                        </m:r>
                        <m:r>
                          <m:rPr>
                            <m:sty m:val="p"/>
                          </m:rPr>
                          <a:rPr lang="en-IN" sz="2800" i="0" dirty="0" smtClean="0">
                            <a:solidFill>
                              <a:srgbClr val="002060"/>
                            </a:solidFill>
                            <a:latin typeface="Cambria Math" panose="02040503050406030204" pitchFamily="18" charset="0"/>
                          </a:rPr>
                          <m:t>x</m:t>
                        </m:r>
                      </m:e>
                    </m:d>
                    <m:r>
                      <a:rPr lang="en-IN" sz="2800" i="0" dirty="0" smtClean="0">
                        <a:solidFill>
                          <a:srgbClr val="002060"/>
                        </a:solidFill>
                        <a:latin typeface="Cambria Math" panose="02040503050406030204" pitchFamily="18" charset="0"/>
                      </a:rPr>
                      <m:t>≥0</m:t>
                    </m:r>
                    <m:r>
                      <a:rPr lang="en-IN" sz="2800" b="0" i="0" dirty="0" smtClean="0">
                        <a:solidFill>
                          <a:srgbClr val="002060"/>
                        </a:solidFill>
                        <a:latin typeface="Cambria Math" panose="02040503050406030204" pitchFamily="18" charset="0"/>
                      </a:rPr>
                      <m:t>,</m:t>
                    </m:r>
                  </m:oMath>
                </a14:m>
                <a:r>
                  <a:rPr lang="en-IN" sz="2800" dirty="0">
                    <a:solidFill>
                      <a:srgbClr val="002060"/>
                    </a:solidFill>
                    <a:latin typeface="+mj-lt"/>
                  </a:rPr>
                  <a:t> for all </a:t>
                </a:r>
                <a14:m>
                  <m:oMath xmlns:m="http://schemas.openxmlformats.org/officeDocument/2006/math">
                    <m:r>
                      <m:rPr>
                        <m:sty m:val="p"/>
                      </m:rPr>
                      <a:rPr lang="en-IN" sz="2800" i="0" dirty="0" smtClean="0">
                        <a:solidFill>
                          <a:srgbClr val="002060"/>
                        </a:solidFill>
                        <a:latin typeface="Cambria Math" panose="02040503050406030204" pitchFamily="18" charset="0"/>
                      </a:rPr>
                      <m:t>x</m:t>
                    </m:r>
                  </m:oMath>
                </a14:m>
                <a:endParaRPr lang="en-IN" sz="2800" dirty="0">
                  <a:solidFill>
                    <a:srgbClr val="002060"/>
                  </a:solidFill>
                  <a:latin typeface="+mj-lt"/>
                </a:endParaRPr>
              </a:p>
            </p:txBody>
          </p:sp>
        </mc:Choice>
        <mc:Fallback xmlns="">
          <p:sp>
            <p:nvSpPr>
              <p:cNvPr id="16" name="TextBox 15">
                <a:extLst>
                  <a:ext uri="{FF2B5EF4-FFF2-40B4-BE49-F238E27FC236}">
                    <a16:creationId xmlns:a16="http://schemas.microsoft.com/office/drawing/2014/main" id="{5AECF3D9-6529-4F78-80FD-918D6FE626D7}"/>
                  </a:ext>
                </a:extLst>
              </p:cNvPr>
              <p:cNvSpPr txBox="1">
                <a:spLocks noRot="1" noChangeAspect="1" noMove="1" noResize="1" noEditPoints="1" noAdjustHandles="1" noChangeArrowheads="1" noChangeShapeType="1" noTextEdit="1"/>
              </p:cNvSpPr>
              <p:nvPr/>
            </p:nvSpPr>
            <p:spPr>
              <a:xfrm>
                <a:off x="1590910" y="3101922"/>
                <a:ext cx="4171261" cy="523220"/>
              </a:xfrm>
              <a:prstGeom prst="rect">
                <a:avLst/>
              </a:prstGeom>
              <a:blipFill>
                <a:blip r:embed="rId4"/>
                <a:stretch>
                  <a:fillRect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1221068-93F3-4734-831F-AA42465C06A6}"/>
                  </a:ext>
                </a:extLst>
              </p:cNvPr>
              <p:cNvSpPr txBox="1"/>
              <p:nvPr/>
            </p:nvSpPr>
            <p:spPr>
              <a:xfrm>
                <a:off x="6095998" y="2795684"/>
                <a:ext cx="3372976" cy="113569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1" i="0" dirty="0" smtClean="0">
                          <a:solidFill>
                            <a:srgbClr val="002060"/>
                          </a:solidFill>
                          <a:latin typeface="Cambria Math" panose="02040503050406030204" pitchFamily="18" charset="0"/>
                        </a:rPr>
                        <m:t>𝟐</m:t>
                      </m:r>
                      <m:r>
                        <a:rPr lang="en-IN" sz="2800" i="0" dirty="0">
                          <a:solidFill>
                            <a:srgbClr val="002060"/>
                          </a:solidFill>
                          <a:latin typeface="Cambria Math" panose="02040503050406030204" pitchFamily="18" charset="0"/>
                        </a:rPr>
                        <m:t>. </m:t>
                      </m:r>
                      <m:nary>
                        <m:naryPr>
                          <m:chr m:val="∑"/>
                          <m:supHide m:val="on"/>
                          <m:ctrlPr>
                            <a:rPr lang="en-IN" sz="2800" i="1" dirty="0">
                              <a:solidFill>
                                <a:srgbClr val="002060"/>
                              </a:solidFill>
                              <a:latin typeface="Cambria Math" panose="02040503050406030204" pitchFamily="18" charset="0"/>
                            </a:rPr>
                          </m:ctrlPr>
                        </m:naryPr>
                        <m:sub>
                          <m:r>
                            <m:rPr>
                              <m:sty m:val="p"/>
                              <m:brk m:alnAt="7"/>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 ∈</m:t>
                          </m:r>
                          <m:r>
                            <a:rPr lang="en-IN" sz="2800" i="0" dirty="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X</m:t>
                          </m:r>
                        </m:sub>
                        <m:sup/>
                        <m:e>
                          <m:r>
                            <m:rPr>
                              <m:sty m:val="p"/>
                            </m:rPr>
                            <a:rPr lang="en-IN" sz="2800" i="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i="0" dirty="0">
                                  <a:solidFill>
                                    <a:srgbClr val="002060"/>
                                  </a:solidFill>
                                  <a:latin typeface="Cambria Math" panose="02040503050406030204" pitchFamily="18" charset="0"/>
                                </a:rPr>
                                <m:t>X</m:t>
                              </m:r>
                              <m:r>
                                <a:rPr lang="en-IN" sz="2800" i="0" dirty="0">
                                  <a:solidFill>
                                    <a:srgbClr val="002060"/>
                                  </a:solidFill>
                                  <a:latin typeface="Cambria Math" panose="02040503050406030204" pitchFamily="18" charset="0"/>
                                </a:rPr>
                                <m:t>=</m:t>
                              </m:r>
                              <m:r>
                                <m:rPr>
                                  <m:sty m:val="p"/>
                                </m:rPr>
                                <a:rPr lang="en-IN" sz="2800" i="0" dirty="0">
                                  <a:solidFill>
                                    <a:srgbClr val="002060"/>
                                  </a:solidFill>
                                  <a:latin typeface="Cambria Math" panose="02040503050406030204" pitchFamily="18" charset="0"/>
                                </a:rPr>
                                <m:t>x</m:t>
                              </m:r>
                            </m:e>
                          </m:d>
                        </m:e>
                      </m:nary>
                      <m:r>
                        <a:rPr lang="en-IN" sz="2800" b="0" i="0" dirty="0" smtClean="0">
                          <a:solidFill>
                            <a:srgbClr val="002060"/>
                          </a:solidFill>
                          <a:latin typeface="Cambria Math" panose="02040503050406030204" pitchFamily="18" charset="0"/>
                        </a:rPr>
                        <m:t>=1</m:t>
                      </m:r>
                    </m:oMath>
                  </m:oMathPara>
                </a14:m>
                <a:endParaRPr lang="en-IN" sz="2800" dirty="0">
                  <a:solidFill>
                    <a:srgbClr val="002060"/>
                  </a:solidFill>
                  <a:latin typeface="+mj-lt"/>
                </a:endParaRPr>
              </a:p>
            </p:txBody>
          </p:sp>
        </mc:Choice>
        <mc:Fallback xmlns="">
          <p:sp>
            <p:nvSpPr>
              <p:cNvPr id="24" name="TextBox 23">
                <a:extLst>
                  <a:ext uri="{FF2B5EF4-FFF2-40B4-BE49-F238E27FC236}">
                    <a16:creationId xmlns:a16="http://schemas.microsoft.com/office/drawing/2014/main" id="{D1221068-93F3-4734-831F-AA42465C06A6}"/>
                  </a:ext>
                </a:extLst>
              </p:cNvPr>
              <p:cNvSpPr txBox="1">
                <a:spLocks noRot="1" noChangeAspect="1" noMove="1" noResize="1" noEditPoints="1" noAdjustHandles="1" noChangeArrowheads="1" noChangeShapeType="1" noTextEdit="1"/>
              </p:cNvSpPr>
              <p:nvPr/>
            </p:nvSpPr>
            <p:spPr>
              <a:xfrm>
                <a:off x="6095998" y="2795684"/>
                <a:ext cx="3372976" cy="1135696"/>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4FD37B6F-8A90-4FA5-B53A-57A994F2A71A}"/>
                  </a:ext>
                </a:extLst>
              </p:cNvPr>
              <p:cNvSpPr txBox="1"/>
              <p:nvPr/>
            </p:nvSpPr>
            <p:spPr>
              <a:xfrm>
                <a:off x="1590911" y="4396916"/>
                <a:ext cx="1747376" cy="523220"/>
              </a:xfrm>
              <a:prstGeom prst="rect">
                <a:avLst/>
              </a:prstGeom>
              <a:noFill/>
            </p:spPr>
            <p:txBody>
              <a:bodyPr wrap="square">
                <a:spAutoFit/>
              </a:bodyPr>
              <a:lstStyle/>
              <a:p>
                <a:r>
                  <a:rPr lang="en-IN" sz="2800" b="0" i="0" dirty="0">
                    <a:solidFill>
                      <a:srgbClr val="002060"/>
                    </a:solidFill>
                    <a:latin typeface="+mj-lt"/>
                  </a:rPr>
                  <a:t>For </a:t>
                </a:r>
                <a14:m>
                  <m:oMath xmlns:m="http://schemas.openxmlformats.org/officeDocument/2006/math">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=0</m:t>
                    </m:r>
                  </m:oMath>
                </a14:m>
                <a:r>
                  <a:rPr lang="en-IN" sz="2800" dirty="0">
                    <a:solidFill>
                      <a:srgbClr val="002060"/>
                    </a:solidFill>
                    <a:latin typeface="+mj-lt"/>
                  </a:rPr>
                  <a:t>:</a:t>
                </a:r>
              </a:p>
            </p:txBody>
          </p:sp>
        </mc:Choice>
        <mc:Fallback xmlns="">
          <p:sp>
            <p:nvSpPr>
              <p:cNvPr id="25" name="TextBox 24">
                <a:extLst>
                  <a:ext uri="{FF2B5EF4-FFF2-40B4-BE49-F238E27FC236}">
                    <a16:creationId xmlns:a16="http://schemas.microsoft.com/office/drawing/2014/main" id="{4FD37B6F-8A90-4FA5-B53A-57A994F2A71A}"/>
                  </a:ext>
                </a:extLst>
              </p:cNvPr>
              <p:cNvSpPr txBox="1">
                <a:spLocks noRot="1" noChangeAspect="1" noMove="1" noResize="1" noEditPoints="1" noAdjustHandles="1" noChangeArrowheads="1" noChangeShapeType="1" noTextEdit="1"/>
              </p:cNvSpPr>
              <p:nvPr/>
            </p:nvSpPr>
            <p:spPr>
              <a:xfrm>
                <a:off x="1590911" y="4396916"/>
                <a:ext cx="1747376" cy="523220"/>
              </a:xfrm>
              <a:prstGeom prst="rect">
                <a:avLst/>
              </a:prstGeom>
              <a:blipFill>
                <a:blip r:embed="rId6"/>
                <a:stretch>
                  <a:fillRect l="-7317"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7D0649CF-C2C1-4370-9A86-42C5E39D9903}"/>
                  </a:ext>
                </a:extLst>
              </p:cNvPr>
              <p:cNvSpPr txBox="1"/>
              <p:nvPr/>
            </p:nvSpPr>
            <p:spPr>
              <a:xfrm>
                <a:off x="3338287" y="4396916"/>
                <a:ext cx="174737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dirty="0" smtClean="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=0</m:t>
                          </m:r>
                        </m:e>
                      </m:d>
                    </m:oMath>
                  </m:oMathPara>
                </a14:m>
                <a:endParaRPr lang="en-IN" sz="2800" dirty="0">
                  <a:solidFill>
                    <a:srgbClr val="002060"/>
                  </a:solidFill>
                  <a:latin typeface="+mj-lt"/>
                </a:endParaRPr>
              </a:p>
            </p:txBody>
          </p:sp>
        </mc:Choice>
        <mc:Fallback xmlns="">
          <p:sp>
            <p:nvSpPr>
              <p:cNvPr id="26" name="TextBox 25">
                <a:extLst>
                  <a:ext uri="{FF2B5EF4-FFF2-40B4-BE49-F238E27FC236}">
                    <a16:creationId xmlns:a16="http://schemas.microsoft.com/office/drawing/2014/main" id="{7D0649CF-C2C1-4370-9A86-42C5E39D9903}"/>
                  </a:ext>
                </a:extLst>
              </p:cNvPr>
              <p:cNvSpPr txBox="1">
                <a:spLocks noRot="1" noChangeAspect="1" noMove="1" noResize="1" noEditPoints="1" noAdjustHandles="1" noChangeArrowheads="1" noChangeShapeType="1" noTextEdit="1"/>
              </p:cNvSpPr>
              <p:nvPr/>
            </p:nvSpPr>
            <p:spPr>
              <a:xfrm>
                <a:off x="3338287" y="4396916"/>
                <a:ext cx="1747376"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F1E6F49-A250-4DE0-8B58-0F7B2A03B4B5}"/>
                  </a:ext>
                </a:extLst>
              </p:cNvPr>
              <p:cNvSpPr txBox="1"/>
              <p:nvPr/>
            </p:nvSpPr>
            <p:spPr>
              <a:xfrm>
                <a:off x="4896977" y="4040470"/>
                <a:ext cx="2724259" cy="114467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sSup>
                        <m:sSupPr>
                          <m:ctrlPr>
                            <a:rPr lang="en-IN" sz="2800" i="1" smtClean="0">
                              <a:solidFill>
                                <a:srgbClr val="002060"/>
                              </a:solidFill>
                              <a:latin typeface="Cambria Math" panose="02040503050406030204" pitchFamily="18" charset="0"/>
                            </a:rPr>
                          </m:ctrlPr>
                        </m:sSupPr>
                        <m:e>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1 </m:t>
                                  </m:r>
                                </m:num>
                                <m:den>
                                  <m:r>
                                    <a:rPr lang="en-IN" sz="2800" b="0" i="0" smtClean="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2 </m:t>
                                  </m:r>
                                </m:den>
                              </m:f>
                            </m:e>
                          </m:d>
                        </m:e>
                        <m:sup>
                          <m:r>
                            <a:rPr lang="en-IN" sz="2800" b="0" i="0" smtClean="0">
                              <a:solidFill>
                                <a:srgbClr val="002060"/>
                              </a:solidFill>
                              <a:latin typeface="Cambria Math" panose="02040503050406030204" pitchFamily="18" charset="0"/>
                            </a:rPr>
                            <m:t>0</m:t>
                          </m:r>
                        </m:sup>
                      </m:sSup>
                      <m:sSup>
                        <m:sSupPr>
                          <m:ctrlPr>
                            <a:rPr lang="en-IN" sz="2800" i="1">
                              <a:solidFill>
                                <a:srgbClr val="002060"/>
                              </a:solidFill>
                              <a:latin typeface="Cambria Math" panose="02040503050406030204" pitchFamily="18" charset="0"/>
                            </a:rPr>
                          </m:ctrlPr>
                        </m:sSupPr>
                        <m:e>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1 </m:t>
                                  </m:r>
                                </m:num>
                                <m:den>
                                  <m:r>
                                    <a:rPr lang="en-IN" sz="2800" b="0" i="0" smtClean="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2 </m:t>
                                  </m:r>
                                </m:den>
                              </m:f>
                            </m:e>
                          </m:d>
                        </m:e>
                        <m:sup>
                          <m:r>
                            <a:rPr lang="en-US" sz="2800">
                              <a:solidFill>
                                <a:srgbClr val="002060"/>
                              </a:solidFill>
                              <a:latin typeface="Cambria Math" panose="02040503050406030204" pitchFamily="18" charset="0"/>
                            </a:rPr>
                            <m:t>1</m:t>
                          </m:r>
                          <m:r>
                            <a:rPr lang="en-US" sz="2800" i="1">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0</m:t>
                          </m:r>
                        </m:sup>
                      </m:sSup>
                    </m:oMath>
                  </m:oMathPara>
                </a14:m>
                <a:endParaRPr lang="en-IN" sz="2800" dirty="0">
                  <a:solidFill>
                    <a:srgbClr val="002060"/>
                  </a:solidFill>
                  <a:latin typeface="+mj-lt"/>
                </a:endParaRPr>
              </a:p>
            </p:txBody>
          </p:sp>
        </mc:Choice>
        <mc:Fallback xmlns="">
          <p:sp>
            <p:nvSpPr>
              <p:cNvPr id="27" name="TextBox 26">
                <a:extLst>
                  <a:ext uri="{FF2B5EF4-FFF2-40B4-BE49-F238E27FC236}">
                    <a16:creationId xmlns:a16="http://schemas.microsoft.com/office/drawing/2014/main" id="{DF1E6F49-A250-4DE0-8B58-0F7B2A03B4B5}"/>
                  </a:ext>
                </a:extLst>
              </p:cNvPr>
              <p:cNvSpPr txBox="1">
                <a:spLocks noRot="1" noChangeAspect="1" noMove="1" noResize="1" noEditPoints="1" noAdjustHandles="1" noChangeArrowheads="1" noChangeShapeType="1" noTextEdit="1"/>
              </p:cNvSpPr>
              <p:nvPr/>
            </p:nvSpPr>
            <p:spPr>
              <a:xfrm>
                <a:off x="4896977" y="4040470"/>
                <a:ext cx="2724259" cy="1144672"/>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86BA4CB-12C2-4AD1-8F67-6EACCC9AE91F}"/>
                  </a:ext>
                </a:extLst>
              </p:cNvPr>
              <p:cNvSpPr txBox="1"/>
              <p:nvPr/>
            </p:nvSpPr>
            <p:spPr>
              <a:xfrm>
                <a:off x="7621236" y="4211808"/>
                <a:ext cx="93682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1 </m:t>
                          </m:r>
                        </m:num>
                        <m:den>
                          <m:r>
                            <a:rPr lang="en-IN" sz="280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2 </m:t>
                          </m:r>
                        </m:den>
                      </m:f>
                    </m:oMath>
                  </m:oMathPara>
                </a14:m>
                <a:endParaRPr lang="en-IN" sz="2800" dirty="0">
                  <a:solidFill>
                    <a:srgbClr val="002060"/>
                  </a:solidFill>
                  <a:latin typeface="+mj-lt"/>
                </a:endParaRPr>
              </a:p>
            </p:txBody>
          </p:sp>
        </mc:Choice>
        <mc:Fallback xmlns="">
          <p:sp>
            <p:nvSpPr>
              <p:cNvPr id="28" name="TextBox 27">
                <a:extLst>
                  <a:ext uri="{FF2B5EF4-FFF2-40B4-BE49-F238E27FC236}">
                    <a16:creationId xmlns:a16="http://schemas.microsoft.com/office/drawing/2014/main" id="{686BA4CB-12C2-4AD1-8F67-6EACCC9AE91F}"/>
                  </a:ext>
                </a:extLst>
              </p:cNvPr>
              <p:cNvSpPr txBox="1">
                <a:spLocks noRot="1" noChangeAspect="1" noMove="1" noResize="1" noEditPoints="1" noAdjustHandles="1" noChangeArrowheads="1" noChangeShapeType="1" noTextEdit="1"/>
              </p:cNvSpPr>
              <p:nvPr/>
            </p:nvSpPr>
            <p:spPr>
              <a:xfrm>
                <a:off x="7621236" y="4211808"/>
                <a:ext cx="936829" cy="899157"/>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F9EA344-ADDC-460B-8349-2F379498A6B1}"/>
                  </a:ext>
                </a:extLst>
              </p:cNvPr>
              <p:cNvSpPr txBox="1"/>
              <p:nvPr/>
            </p:nvSpPr>
            <p:spPr>
              <a:xfrm>
                <a:off x="1590911" y="5730503"/>
                <a:ext cx="1747376" cy="523220"/>
              </a:xfrm>
              <a:prstGeom prst="rect">
                <a:avLst/>
              </a:prstGeom>
              <a:noFill/>
            </p:spPr>
            <p:txBody>
              <a:bodyPr wrap="square">
                <a:spAutoFit/>
              </a:bodyPr>
              <a:lstStyle/>
              <a:p>
                <a:r>
                  <a:rPr lang="en-IN" sz="2800" b="0" i="0" dirty="0">
                    <a:solidFill>
                      <a:srgbClr val="002060"/>
                    </a:solidFill>
                    <a:latin typeface="+mj-lt"/>
                  </a:rPr>
                  <a:t>For </a:t>
                </a:r>
                <a14:m>
                  <m:oMath xmlns:m="http://schemas.openxmlformats.org/officeDocument/2006/math">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=1</m:t>
                    </m:r>
                  </m:oMath>
                </a14:m>
                <a:r>
                  <a:rPr lang="en-IN" sz="2800" dirty="0">
                    <a:solidFill>
                      <a:srgbClr val="002060"/>
                    </a:solidFill>
                    <a:latin typeface="+mj-lt"/>
                  </a:rPr>
                  <a:t>:</a:t>
                </a:r>
              </a:p>
            </p:txBody>
          </p:sp>
        </mc:Choice>
        <mc:Fallback xmlns="">
          <p:sp>
            <p:nvSpPr>
              <p:cNvPr id="29" name="TextBox 28">
                <a:extLst>
                  <a:ext uri="{FF2B5EF4-FFF2-40B4-BE49-F238E27FC236}">
                    <a16:creationId xmlns:a16="http://schemas.microsoft.com/office/drawing/2014/main" id="{4F9EA344-ADDC-460B-8349-2F379498A6B1}"/>
                  </a:ext>
                </a:extLst>
              </p:cNvPr>
              <p:cNvSpPr txBox="1">
                <a:spLocks noRot="1" noChangeAspect="1" noMove="1" noResize="1" noEditPoints="1" noAdjustHandles="1" noChangeArrowheads="1" noChangeShapeType="1" noTextEdit="1"/>
              </p:cNvSpPr>
              <p:nvPr/>
            </p:nvSpPr>
            <p:spPr>
              <a:xfrm>
                <a:off x="1590911" y="5730503"/>
                <a:ext cx="1747376" cy="523220"/>
              </a:xfrm>
              <a:prstGeom prst="rect">
                <a:avLst/>
              </a:prstGeom>
              <a:blipFill>
                <a:blip r:embed="rId10"/>
                <a:stretch>
                  <a:fillRect l="-7317"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E4840B42-EDBC-4C00-871B-BB9CDF5F5316}"/>
                  </a:ext>
                </a:extLst>
              </p:cNvPr>
              <p:cNvSpPr txBox="1"/>
              <p:nvPr/>
            </p:nvSpPr>
            <p:spPr>
              <a:xfrm>
                <a:off x="3338287" y="5730503"/>
                <a:ext cx="174737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dirty="0" smtClean="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=1</m:t>
                          </m:r>
                        </m:e>
                      </m:d>
                    </m:oMath>
                  </m:oMathPara>
                </a14:m>
                <a:endParaRPr lang="en-IN" sz="2800" dirty="0">
                  <a:solidFill>
                    <a:srgbClr val="002060"/>
                  </a:solidFill>
                  <a:latin typeface="+mj-lt"/>
                </a:endParaRPr>
              </a:p>
            </p:txBody>
          </p:sp>
        </mc:Choice>
        <mc:Fallback xmlns="">
          <p:sp>
            <p:nvSpPr>
              <p:cNvPr id="30" name="TextBox 29">
                <a:extLst>
                  <a:ext uri="{FF2B5EF4-FFF2-40B4-BE49-F238E27FC236}">
                    <a16:creationId xmlns:a16="http://schemas.microsoft.com/office/drawing/2014/main" id="{E4840B42-EDBC-4C00-871B-BB9CDF5F5316}"/>
                  </a:ext>
                </a:extLst>
              </p:cNvPr>
              <p:cNvSpPr txBox="1">
                <a:spLocks noRot="1" noChangeAspect="1" noMove="1" noResize="1" noEditPoints="1" noAdjustHandles="1" noChangeArrowheads="1" noChangeShapeType="1" noTextEdit="1"/>
              </p:cNvSpPr>
              <p:nvPr/>
            </p:nvSpPr>
            <p:spPr>
              <a:xfrm>
                <a:off x="3338287" y="5730503"/>
                <a:ext cx="1747376"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3C84C51F-0AB1-48F4-97F4-647EE451BECD}"/>
                  </a:ext>
                </a:extLst>
              </p:cNvPr>
              <p:cNvSpPr txBox="1"/>
              <p:nvPr/>
            </p:nvSpPr>
            <p:spPr>
              <a:xfrm>
                <a:off x="4896977" y="5374057"/>
                <a:ext cx="2724259" cy="114467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sSup>
                        <m:sSupPr>
                          <m:ctrlPr>
                            <a:rPr lang="en-IN" sz="2800" i="1" smtClean="0">
                              <a:solidFill>
                                <a:srgbClr val="002060"/>
                              </a:solidFill>
                              <a:latin typeface="Cambria Math" panose="02040503050406030204" pitchFamily="18" charset="0"/>
                            </a:rPr>
                          </m:ctrlPr>
                        </m:sSupPr>
                        <m:e>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1 </m:t>
                                  </m:r>
                                </m:num>
                                <m:den>
                                  <m:r>
                                    <a:rPr lang="en-IN" sz="2800" b="0" i="0" smtClean="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2 </m:t>
                                  </m:r>
                                </m:den>
                              </m:f>
                            </m:e>
                          </m:d>
                        </m:e>
                        <m:sup>
                          <m:r>
                            <a:rPr lang="en-IN" sz="2800" b="0" i="0" smtClean="0">
                              <a:solidFill>
                                <a:srgbClr val="002060"/>
                              </a:solidFill>
                              <a:latin typeface="Cambria Math" panose="02040503050406030204" pitchFamily="18" charset="0"/>
                            </a:rPr>
                            <m:t>1</m:t>
                          </m:r>
                        </m:sup>
                      </m:sSup>
                      <m:sSup>
                        <m:sSupPr>
                          <m:ctrlPr>
                            <a:rPr lang="en-IN" sz="2800" i="1">
                              <a:solidFill>
                                <a:srgbClr val="002060"/>
                              </a:solidFill>
                              <a:latin typeface="Cambria Math" panose="02040503050406030204" pitchFamily="18" charset="0"/>
                            </a:rPr>
                          </m:ctrlPr>
                        </m:sSupPr>
                        <m:e>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1 </m:t>
                                  </m:r>
                                </m:num>
                                <m:den>
                                  <m:r>
                                    <a:rPr lang="en-IN" sz="2800" b="0" i="0" smtClean="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2 </m:t>
                                  </m:r>
                                </m:den>
                              </m:f>
                            </m:e>
                          </m:d>
                        </m:e>
                        <m:sup>
                          <m:r>
                            <a:rPr lang="en-US" sz="2800">
                              <a:solidFill>
                                <a:srgbClr val="002060"/>
                              </a:solidFill>
                              <a:latin typeface="Cambria Math" panose="02040503050406030204" pitchFamily="18" charset="0"/>
                            </a:rPr>
                            <m:t>1</m:t>
                          </m:r>
                          <m:r>
                            <a:rPr lang="en-US" sz="2800" i="1">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1</m:t>
                          </m:r>
                        </m:sup>
                      </m:sSup>
                    </m:oMath>
                  </m:oMathPara>
                </a14:m>
                <a:endParaRPr lang="en-IN" sz="2800" dirty="0">
                  <a:solidFill>
                    <a:srgbClr val="002060"/>
                  </a:solidFill>
                  <a:latin typeface="+mj-lt"/>
                </a:endParaRPr>
              </a:p>
            </p:txBody>
          </p:sp>
        </mc:Choice>
        <mc:Fallback xmlns="">
          <p:sp>
            <p:nvSpPr>
              <p:cNvPr id="31" name="TextBox 30">
                <a:extLst>
                  <a:ext uri="{FF2B5EF4-FFF2-40B4-BE49-F238E27FC236}">
                    <a16:creationId xmlns:a16="http://schemas.microsoft.com/office/drawing/2014/main" id="{3C84C51F-0AB1-48F4-97F4-647EE451BECD}"/>
                  </a:ext>
                </a:extLst>
              </p:cNvPr>
              <p:cNvSpPr txBox="1">
                <a:spLocks noRot="1" noChangeAspect="1" noMove="1" noResize="1" noEditPoints="1" noAdjustHandles="1" noChangeArrowheads="1" noChangeShapeType="1" noTextEdit="1"/>
              </p:cNvSpPr>
              <p:nvPr/>
            </p:nvSpPr>
            <p:spPr>
              <a:xfrm>
                <a:off x="4896977" y="5374057"/>
                <a:ext cx="2724259" cy="1144672"/>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4E8618C-2BC1-4ADC-8D7B-A99BD5C01296}"/>
                  </a:ext>
                </a:extLst>
              </p:cNvPr>
              <p:cNvSpPr txBox="1"/>
              <p:nvPr/>
            </p:nvSpPr>
            <p:spPr>
              <a:xfrm>
                <a:off x="7621236" y="5545395"/>
                <a:ext cx="93682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1 </m:t>
                          </m:r>
                        </m:num>
                        <m:den>
                          <m:r>
                            <a:rPr lang="en-IN" sz="280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2 </m:t>
                          </m:r>
                        </m:den>
                      </m:f>
                    </m:oMath>
                  </m:oMathPara>
                </a14:m>
                <a:endParaRPr lang="en-IN" sz="2800" dirty="0">
                  <a:solidFill>
                    <a:srgbClr val="002060"/>
                  </a:solidFill>
                  <a:latin typeface="+mj-lt"/>
                </a:endParaRPr>
              </a:p>
            </p:txBody>
          </p:sp>
        </mc:Choice>
        <mc:Fallback xmlns="">
          <p:sp>
            <p:nvSpPr>
              <p:cNvPr id="33" name="TextBox 32">
                <a:extLst>
                  <a:ext uri="{FF2B5EF4-FFF2-40B4-BE49-F238E27FC236}">
                    <a16:creationId xmlns:a16="http://schemas.microsoft.com/office/drawing/2014/main" id="{64E8618C-2BC1-4ADC-8D7B-A99BD5C01296}"/>
                  </a:ext>
                </a:extLst>
              </p:cNvPr>
              <p:cNvSpPr txBox="1">
                <a:spLocks noRot="1" noChangeAspect="1" noMove="1" noResize="1" noEditPoints="1" noAdjustHandles="1" noChangeArrowheads="1" noChangeShapeType="1" noTextEdit="1"/>
              </p:cNvSpPr>
              <p:nvPr/>
            </p:nvSpPr>
            <p:spPr>
              <a:xfrm>
                <a:off x="7621236" y="5545395"/>
                <a:ext cx="936829" cy="899157"/>
              </a:xfrm>
              <a:prstGeom prst="rect">
                <a:avLst/>
              </a:prstGeom>
              <a:blipFill>
                <a:blip r:embed="rId1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702165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p:bldP spid="16" grpId="0"/>
      <p:bldP spid="24" grpId="0"/>
      <p:bldP spid="25" grpId="0"/>
      <p:bldP spid="26" grpId="0"/>
      <p:bldP spid="27" grpId="0"/>
      <p:bldP spid="28" grpId="0"/>
      <p:bldP spid="29" grpId="0"/>
      <p:bldP spid="30" grpId="0"/>
      <p:bldP spid="31" grpId="0"/>
      <p:bldP spid="33" grpId="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5 ⇝ Example 2 (Continue)</a:t>
            </a:r>
            <a:endParaRPr lang="en-US" dirty="0"/>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208BEEEC-0AF3-4301-9EB8-F05D73463B24}"/>
                  </a:ext>
                </a:extLst>
              </p:cNvPr>
              <p:cNvSpPr txBox="1"/>
              <p:nvPr/>
            </p:nvSpPr>
            <p:spPr>
              <a:xfrm>
                <a:off x="1976124" y="963725"/>
                <a:ext cx="174737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dirty="0" smtClean="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=0</m:t>
                          </m:r>
                        </m:e>
                      </m:d>
                    </m:oMath>
                  </m:oMathPara>
                </a14:m>
                <a:endParaRPr lang="en-IN" sz="2800" dirty="0">
                  <a:solidFill>
                    <a:srgbClr val="002060"/>
                  </a:solidFill>
                  <a:latin typeface="+mj-lt"/>
                </a:endParaRPr>
              </a:p>
            </p:txBody>
          </p:sp>
        </mc:Choice>
        <mc:Fallback xmlns="">
          <p:sp>
            <p:nvSpPr>
              <p:cNvPr id="46" name="TextBox 45">
                <a:extLst>
                  <a:ext uri="{FF2B5EF4-FFF2-40B4-BE49-F238E27FC236}">
                    <a16:creationId xmlns:a16="http://schemas.microsoft.com/office/drawing/2014/main" id="{208BEEEC-0AF3-4301-9EB8-F05D73463B24}"/>
                  </a:ext>
                </a:extLst>
              </p:cNvPr>
              <p:cNvSpPr txBox="1">
                <a:spLocks noRot="1" noChangeAspect="1" noMove="1" noResize="1" noEditPoints="1" noAdjustHandles="1" noChangeArrowheads="1" noChangeShapeType="1" noTextEdit="1"/>
              </p:cNvSpPr>
              <p:nvPr/>
            </p:nvSpPr>
            <p:spPr>
              <a:xfrm>
                <a:off x="1976124" y="963725"/>
                <a:ext cx="1747376"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A5DA3131-D240-490B-A30F-4674B90C1937}"/>
                  </a:ext>
                </a:extLst>
              </p:cNvPr>
              <p:cNvSpPr txBox="1"/>
              <p:nvPr/>
            </p:nvSpPr>
            <p:spPr>
              <a:xfrm>
                <a:off x="3434230" y="778617"/>
                <a:ext cx="93682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1 </m:t>
                          </m:r>
                        </m:num>
                        <m:den>
                          <m:r>
                            <a:rPr lang="en-IN" sz="280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2 </m:t>
                          </m:r>
                        </m:den>
                      </m:f>
                    </m:oMath>
                  </m:oMathPara>
                </a14:m>
                <a:endParaRPr lang="en-IN" sz="2800" dirty="0">
                  <a:solidFill>
                    <a:srgbClr val="002060"/>
                  </a:solidFill>
                  <a:latin typeface="+mj-lt"/>
                </a:endParaRPr>
              </a:p>
            </p:txBody>
          </p:sp>
        </mc:Choice>
        <mc:Fallback xmlns="">
          <p:sp>
            <p:nvSpPr>
              <p:cNvPr id="47" name="TextBox 46">
                <a:extLst>
                  <a:ext uri="{FF2B5EF4-FFF2-40B4-BE49-F238E27FC236}">
                    <a16:creationId xmlns:a16="http://schemas.microsoft.com/office/drawing/2014/main" id="{A5DA3131-D240-490B-A30F-4674B90C1937}"/>
                  </a:ext>
                </a:extLst>
              </p:cNvPr>
              <p:cNvSpPr txBox="1">
                <a:spLocks noRot="1" noChangeAspect="1" noMove="1" noResize="1" noEditPoints="1" noAdjustHandles="1" noChangeArrowheads="1" noChangeShapeType="1" noTextEdit="1"/>
              </p:cNvSpPr>
              <p:nvPr/>
            </p:nvSpPr>
            <p:spPr>
              <a:xfrm>
                <a:off x="3434230" y="778617"/>
                <a:ext cx="936829" cy="899157"/>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E388F6BE-5E25-413E-8EC2-325CD168C04F}"/>
                  </a:ext>
                </a:extLst>
              </p:cNvPr>
              <p:cNvSpPr txBox="1"/>
              <p:nvPr/>
            </p:nvSpPr>
            <p:spPr>
              <a:xfrm>
                <a:off x="4730532" y="963725"/>
                <a:ext cx="174737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dirty="0" smtClean="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=1</m:t>
                          </m:r>
                        </m:e>
                      </m:d>
                    </m:oMath>
                  </m:oMathPara>
                </a14:m>
                <a:endParaRPr lang="en-IN" sz="2800" dirty="0">
                  <a:solidFill>
                    <a:srgbClr val="002060"/>
                  </a:solidFill>
                  <a:latin typeface="+mj-lt"/>
                </a:endParaRPr>
              </a:p>
            </p:txBody>
          </p:sp>
        </mc:Choice>
        <mc:Fallback xmlns="">
          <p:sp>
            <p:nvSpPr>
              <p:cNvPr id="48" name="TextBox 47">
                <a:extLst>
                  <a:ext uri="{FF2B5EF4-FFF2-40B4-BE49-F238E27FC236}">
                    <a16:creationId xmlns:a16="http://schemas.microsoft.com/office/drawing/2014/main" id="{E388F6BE-5E25-413E-8EC2-325CD168C04F}"/>
                  </a:ext>
                </a:extLst>
              </p:cNvPr>
              <p:cNvSpPr txBox="1">
                <a:spLocks noRot="1" noChangeAspect="1" noMove="1" noResize="1" noEditPoints="1" noAdjustHandles="1" noChangeArrowheads="1" noChangeShapeType="1" noTextEdit="1"/>
              </p:cNvSpPr>
              <p:nvPr/>
            </p:nvSpPr>
            <p:spPr>
              <a:xfrm>
                <a:off x="4730532" y="963725"/>
                <a:ext cx="1747376"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04B8A5FF-4401-4D78-8FC8-271C1FCBC7C9}"/>
                  </a:ext>
                </a:extLst>
              </p:cNvPr>
              <p:cNvSpPr txBox="1"/>
              <p:nvPr/>
            </p:nvSpPr>
            <p:spPr>
              <a:xfrm>
                <a:off x="6188637" y="778617"/>
                <a:ext cx="93682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1 </m:t>
                          </m:r>
                        </m:num>
                        <m:den>
                          <m:r>
                            <a:rPr lang="en-IN" sz="280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2 </m:t>
                          </m:r>
                        </m:den>
                      </m:f>
                    </m:oMath>
                  </m:oMathPara>
                </a14:m>
                <a:endParaRPr lang="en-IN" sz="2800" dirty="0">
                  <a:solidFill>
                    <a:srgbClr val="002060"/>
                  </a:solidFill>
                  <a:latin typeface="+mj-lt"/>
                </a:endParaRPr>
              </a:p>
            </p:txBody>
          </p:sp>
        </mc:Choice>
        <mc:Fallback xmlns="">
          <p:sp>
            <p:nvSpPr>
              <p:cNvPr id="49" name="TextBox 48">
                <a:extLst>
                  <a:ext uri="{FF2B5EF4-FFF2-40B4-BE49-F238E27FC236}">
                    <a16:creationId xmlns:a16="http://schemas.microsoft.com/office/drawing/2014/main" id="{04B8A5FF-4401-4D78-8FC8-271C1FCBC7C9}"/>
                  </a:ext>
                </a:extLst>
              </p:cNvPr>
              <p:cNvSpPr txBox="1">
                <a:spLocks noRot="1" noChangeAspect="1" noMove="1" noResize="1" noEditPoints="1" noAdjustHandles="1" noChangeArrowheads="1" noChangeShapeType="1" noTextEdit="1"/>
              </p:cNvSpPr>
              <p:nvPr/>
            </p:nvSpPr>
            <p:spPr>
              <a:xfrm>
                <a:off x="6188637" y="778617"/>
                <a:ext cx="936829" cy="899157"/>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B06FB40C-1DBD-4DA8-9DAC-AB3B46412B09}"/>
                  </a:ext>
                </a:extLst>
              </p:cNvPr>
              <p:cNvSpPr txBox="1"/>
              <p:nvPr/>
            </p:nvSpPr>
            <p:spPr>
              <a:xfrm>
                <a:off x="1976124" y="1839173"/>
                <a:ext cx="4333055" cy="523220"/>
              </a:xfrm>
              <a:prstGeom prst="rect">
                <a:avLst/>
              </a:prstGeom>
              <a:noFill/>
            </p:spPr>
            <p:txBody>
              <a:bodyPr wrap="square">
                <a:spAutoFit/>
              </a:bodyPr>
              <a:lstStyle/>
              <a:p>
                <a:r>
                  <a:rPr lang="en-IN" sz="2800" dirty="0">
                    <a:solidFill>
                      <a:srgbClr val="002060"/>
                    </a:solidFill>
                  </a:rPr>
                  <a:t>Here, </a:t>
                </a:r>
                <a14:m>
                  <m:oMath xmlns:m="http://schemas.openxmlformats.org/officeDocument/2006/math">
                    <m:r>
                      <m:rPr>
                        <m:sty m:val="p"/>
                      </m:rPr>
                      <a:rPr lang="en-IN" sz="2800" i="1" dirty="0">
                        <a:solidFill>
                          <a:srgbClr val="002060"/>
                        </a:solidFill>
                        <a:latin typeface="Cambria Math" panose="02040503050406030204" pitchFamily="18" charset="0"/>
                      </a:rPr>
                      <m:t>P</m:t>
                    </m:r>
                    <m:r>
                      <a:rPr lang="en-IN" sz="2800" i="1" dirty="0">
                        <a:solidFill>
                          <a:srgbClr val="002060"/>
                        </a:solidFill>
                        <a:latin typeface="Cambria Math" panose="02040503050406030204" pitchFamily="18" charset="0"/>
                      </a:rPr>
                      <m:t>(</m:t>
                    </m:r>
                    <m:r>
                      <m:rPr>
                        <m:sty m:val="p"/>
                      </m:rPr>
                      <a:rPr lang="en-IN" sz="2800" i="1" dirty="0">
                        <a:solidFill>
                          <a:srgbClr val="002060"/>
                        </a:solidFill>
                        <a:latin typeface="Cambria Math" panose="02040503050406030204" pitchFamily="18" charset="0"/>
                      </a:rPr>
                      <m:t>X</m:t>
                    </m:r>
                    <m:r>
                      <a:rPr lang="en-IN" sz="2800" i="1" dirty="0">
                        <a:solidFill>
                          <a:srgbClr val="002060"/>
                        </a:solidFill>
                        <a:latin typeface="Cambria Math" panose="02040503050406030204" pitchFamily="18" charset="0"/>
                      </a:rPr>
                      <m:t>=</m:t>
                    </m:r>
                    <m:r>
                      <m:rPr>
                        <m:sty m:val="p"/>
                      </m:rPr>
                      <a:rPr lang="en-IN" sz="2800" i="1" dirty="0">
                        <a:solidFill>
                          <a:srgbClr val="002060"/>
                        </a:solidFill>
                        <a:latin typeface="Cambria Math" panose="02040503050406030204" pitchFamily="18" charset="0"/>
                      </a:rPr>
                      <m:t>x</m:t>
                    </m:r>
                    <m:r>
                      <a:rPr lang="en-IN" sz="2800" i="1" dirty="0">
                        <a:solidFill>
                          <a:srgbClr val="002060"/>
                        </a:solidFill>
                        <a:latin typeface="Cambria Math" panose="02040503050406030204" pitchFamily="18" charset="0"/>
                      </a:rPr>
                      <m:t>)≥0 </m:t>
                    </m:r>
                    <m:r>
                      <m:rPr>
                        <m:sty m:val="p"/>
                      </m:rPr>
                      <a:rPr lang="en-IN" sz="2800" i="1" dirty="0">
                        <a:solidFill>
                          <a:srgbClr val="002060"/>
                        </a:solidFill>
                        <a:latin typeface="Cambria Math" panose="02040503050406030204" pitchFamily="18" charset="0"/>
                      </a:rPr>
                      <m:t>for</m:t>
                    </m:r>
                    <m:r>
                      <a:rPr lang="en-IN" sz="2800" i="1" dirty="0">
                        <a:solidFill>
                          <a:srgbClr val="002060"/>
                        </a:solidFill>
                        <a:latin typeface="Cambria Math" panose="02040503050406030204" pitchFamily="18" charset="0"/>
                      </a:rPr>
                      <m:t> </m:t>
                    </m:r>
                    <m:r>
                      <m:rPr>
                        <m:sty m:val="p"/>
                      </m:rPr>
                      <a:rPr lang="en-IN" sz="2800" i="1" dirty="0">
                        <a:solidFill>
                          <a:srgbClr val="002060"/>
                        </a:solidFill>
                        <a:latin typeface="Cambria Math" panose="02040503050406030204" pitchFamily="18" charset="0"/>
                      </a:rPr>
                      <m:t>all</m:t>
                    </m:r>
                    <m:r>
                      <a:rPr lang="en-IN" sz="2800" i="1" dirty="0">
                        <a:solidFill>
                          <a:srgbClr val="002060"/>
                        </a:solidFill>
                        <a:latin typeface="Cambria Math" panose="02040503050406030204" pitchFamily="18" charset="0"/>
                      </a:rPr>
                      <m:t> </m:t>
                    </m:r>
                    <m:r>
                      <m:rPr>
                        <m:sty m:val="p"/>
                      </m:rPr>
                      <a:rPr lang="en-IN" sz="2800" i="1" dirty="0">
                        <a:solidFill>
                          <a:srgbClr val="002060"/>
                        </a:solidFill>
                        <a:latin typeface="Cambria Math" panose="02040503050406030204" pitchFamily="18" charset="0"/>
                      </a:rPr>
                      <m:t>x</m:t>
                    </m:r>
                  </m:oMath>
                </a14:m>
                <a:endParaRPr lang="en-IN" sz="2800" dirty="0">
                  <a:solidFill>
                    <a:srgbClr val="002060"/>
                  </a:solidFill>
                  <a:latin typeface="+mj-lt"/>
                </a:endParaRPr>
              </a:p>
            </p:txBody>
          </p:sp>
        </mc:Choice>
        <mc:Fallback xmlns="">
          <p:sp>
            <p:nvSpPr>
              <p:cNvPr id="50" name="TextBox 49">
                <a:extLst>
                  <a:ext uri="{FF2B5EF4-FFF2-40B4-BE49-F238E27FC236}">
                    <a16:creationId xmlns:a16="http://schemas.microsoft.com/office/drawing/2014/main" id="{B06FB40C-1DBD-4DA8-9DAC-AB3B46412B09}"/>
                  </a:ext>
                </a:extLst>
              </p:cNvPr>
              <p:cNvSpPr txBox="1">
                <a:spLocks noRot="1" noChangeAspect="1" noMove="1" noResize="1" noEditPoints="1" noAdjustHandles="1" noChangeArrowheads="1" noChangeShapeType="1" noTextEdit="1"/>
              </p:cNvSpPr>
              <p:nvPr/>
            </p:nvSpPr>
            <p:spPr>
              <a:xfrm>
                <a:off x="1976124" y="1839173"/>
                <a:ext cx="4333055" cy="523220"/>
              </a:xfrm>
              <a:prstGeom prst="rect">
                <a:avLst/>
              </a:prstGeom>
              <a:blipFill>
                <a:blip r:embed="rId6"/>
                <a:stretch>
                  <a:fillRect l="-2813" t="-11628" b="-32558"/>
                </a:stretch>
              </a:blipFill>
            </p:spPr>
            <p:txBody>
              <a:bodyPr/>
              <a:lstStyle/>
              <a:p>
                <a:r>
                  <a:rPr lang="en-IN">
                    <a:noFill/>
                  </a:rPr>
                  <a:t> </a:t>
                </a:r>
              </a:p>
            </p:txBody>
          </p:sp>
        </mc:Fallback>
      </mc:AlternateContent>
      <p:sp>
        <p:nvSpPr>
          <p:cNvPr id="51" name="TextBox 50">
            <a:extLst>
              <a:ext uri="{FF2B5EF4-FFF2-40B4-BE49-F238E27FC236}">
                <a16:creationId xmlns:a16="http://schemas.microsoft.com/office/drawing/2014/main" id="{6F813F9E-BBCE-4A5F-AFC3-F423DB9AACF8}"/>
              </a:ext>
            </a:extLst>
          </p:cNvPr>
          <p:cNvSpPr txBox="1"/>
          <p:nvPr/>
        </p:nvSpPr>
        <p:spPr>
          <a:xfrm>
            <a:off x="1976125" y="2666205"/>
            <a:ext cx="969370" cy="523220"/>
          </a:xfrm>
          <a:prstGeom prst="rect">
            <a:avLst/>
          </a:prstGeom>
          <a:noFill/>
        </p:spPr>
        <p:txBody>
          <a:bodyPr wrap="square">
            <a:spAutoFit/>
          </a:bodyPr>
          <a:lstStyle/>
          <a:p>
            <a:r>
              <a:rPr lang="en-IN" sz="2800" dirty="0">
                <a:solidFill>
                  <a:srgbClr val="002060"/>
                </a:solidFill>
              </a:rPr>
              <a:t>Now,</a:t>
            </a:r>
            <a:endParaRPr lang="en-IN" sz="2800" dirty="0">
              <a:solidFill>
                <a:srgbClr val="002060"/>
              </a:solidFill>
              <a:latin typeface="+mj-lt"/>
            </a:endParaRP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2A5CFDB4-DE7E-458D-A188-CABB05E9422F}"/>
                  </a:ext>
                </a:extLst>
              </p:cNvPr>
              <p:cNvSpPr txBox="1"/>
              <p:nvPr/>
            </p:nvSpPr>
            <p:spPr>
              <a:xfrm>
                <a:off x="2945495" y="2409564"/>
                <a:ext cx="2145027" cy="113569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nary>
                        <m:naryPr>
                          <m:chr m:val="∑"/>
                          <m:supHide m:val="on"/>
                          <m:ctrlPr>
                            <a:rPr lang="en-IN" sz="2800" i="1" dirty="0">
                              <a:solidFill>
                                <a:srgbClr val="002060"/>
                              </a:solidFill>
                              <a:latin typeface="Cambria Math" panose="02040503050406030204" pitchFamily="18" charset="0"/>
                            </a:rPr>
                          </m:ctrlPr>
                        </m:naryPr>
                        <m:sub>
                          <m:r>
                            <m:rPr>
                              <m:sty m:val="p"/>
                              <m:brk m:alnAt="7"/>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 ∈</m:t>
                          </m:r>
                          <m:r>
                            <a:rPr lang="en-IN" sz="2800" i="0" dirty="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X</m:t>
                          </m:r>
                        </m:sub>
                        <m:sup/>
                        <m:e>
                          <m:r>
                            <m:rPr>
                              <m:sty m:val="p"/>
                            </m:rPr>
                            <a:rPr lang="en-IN" sz="2800" i="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i="0" dirty="0">
                                  <a:solidFill>
                                    <a:srgbClr val="002060"/>
                                  </a:solidFill>
                                  <a:latin typeface="Cambria Math" panose="02040503050406030204" pitchFamily="18" charset="0"/>
                                </a:rPr>
                                <m:t>X</m:t>
                              </m:r>
                              <m:r>
                                <a:rPr lang="en-IN" sz="2800" i="0" dirty="0">
                                  <a:solidFill>
                                    <a:srgbClr val="002060"/>
                                  </a:solidFill>
                                  <a:latin typeface="Cambria Math" panose="02040503050406030204" pitchFamily="18" charset="0"/>
                                </a:rPr>
                                <m:t>=</m:t>
                              </m:r>
                              <m:r>
                                <m:rPr>
                                  <m:sty m:val="p"/>
                                </m:rPr>
                                <a:rPr lang="en-IN" sz="2800" i="0" dirty="0">
                                  <a:solidFill>
                                    <a:srgbClr val="002060"/>
                                  </a:solidFill>
                                  <a:latin typeface="Cambria Math" panose="02040503050406030204" pitchFamily="18" charset="0"/>
                                </a:rPr>
                                <m:t>x</m:t>
                              </m:r>
                            </m:e>
                          </m:d>
                        </m:e>
                      </m:nary>
                    </m:oMath>
                  </m:oMathPara>
                </a14:m>
                <a:endParaRPr lang="en-IN" sz="2800" dirty="0">
                  <a:solidFill>
                    <a:srgbClr val="002060"/>
                  </a:solidFill>
                  <a:latin typeface="+mj-lt"/>
                </a:endParaRPr>
              </a:p>
            </p:txBody>
          </p:sp>
        </mc:Choice>
        <mc:Fallback xmlns="">
          <p:sp>
            <p:nvSpPr>
              <p:cNvPr id="52" name="TextBox 51">
                <a:extLst>
                  <a:ext uri="{FF2B5EF4-FFF2-40B4-BE49-F238E27FC236}">
                    <a16:creationId xmlns:a16="http://schemas.microsoft.com/office/drawing/2014/main" id="{2A5CFDB4-DE7E-458D-A188-CABB05E9422F}"/>
                  </a:ext>
                </a:extLst>
              </p:cNvPr>
              <p:cNvSpPr txBox="1">
                <a:spLocks noRot="1" noChangeAspect="1" noMove="1" noResize="1" noEditPoints="1" noAdjustHandles="1" noChangeArrowheads="1" noChangeShapeType="1" noTextEdit="1"/>
              </p:cNvSpPr>
              <p:nvPr/>
            </p:nvSpPr>
            <p:spPr>
              <a:xfrm>
                <a:off x="2945495" y="2409564"/>
                <a:ext cx="2145027" cy="1135696"/>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8195771B-0AD2-449B-B258-B3AA58EB4DC9}"/>
                  </a:ext>
                </a:extLst>
              </p:cNvPr>
              <p:cNvSpPr txBox="1"/>
              <p:nvPr/>
            </p:nvSpPr>
            <p:spPr>
              <a:xfrm>
                <a:off x="5012981" y="2666205"/>
                <a:ext cx="214502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 </m:t>
                      </m:r>
                      <m:r>
                        <m:rPr>
                          <m:sty m:val="p"/>
                        </m:rPr>
                        <a:rPr lang="en-IN" sz="2800" dirty="0" smtClean="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=0</m:t>
                          </m:r>
                        </m:e>
                      </m:d>
                    </m:oMath>
                  </m:oMathPara>
                </a14:m>
                <a:endParaRPr lang="en-IN" sz="2800" dirty="0">
                  <a:solidFill>
                    <a:srgbClr val="002060"/>
                  </a:solidFill>
                  <a:latin typeface="+mj-lt"/>
                </a:endParaRPr>
              </a:p>
            </p:txBody>
          </p:sp>
        </mc:Choice>
        <mc:Fallback xmlns="">
          <p:sp>
            <p:nvSpPr>
              <p:cNvPr id="53" name="TextBox 52">
                <a:extLst>
                  <a:ext uri="{FF2B5EF4-FFF2-40B4-BE49-F238E27FC236}">
                    <a16:creationId xmlns:a16="http://schemas.microsoft.com/office/drawing/2014/main" id="{8195771B-0AD2-449B-B258-B3AA58EB4DC9}"/>
                  </a:ext>
                </a:extLst>
              </p:cNvPr>
              <p:cNvSpPr txBox="1">
                <a:spLocks noRot="1" noChangeAspect="1" noMove="1" noResize="1" noEditPoints="1" noAdjustHandles="1" noChangeArrowheads="1" noChangeShapeType="1" noTextEdit="1"/>
              </p:cNvSpPr>
              <p:nvPr/>
            </p:nvSpPr>
            <p:spPr>
              <a:xfrm>
                <a:off x="5012981" y="2666205"/>
                <a:ext cx="2145027"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2BD035F2-B073-43FA-93FA-A28BCE4A60B6}"/>
                  </a:ext>
                </a:extLst>
              </p:cNvPr>
              <p:cNvSpPr txBox="1"/>
              <p:nvPr/>
            </p:nvSpPr>
            <p:spPr>
              <a:xfrm>
                <a:off x="7022323" y="2666205"/>
                <a:ext cx="214502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  </m:t>
                      </m:r>
                      <m:r>
                        <m:rPr>
                          <m:sty m:val="p"/>
                        </m:rPr>
                        <a:rPr lang="en-IN" sz="2800" dirty="0" smtClean="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=1</m:t>
                          </m:r>
                        </m:e>
                      </m:d>
                    </m:oMath>
                  </m:oMathPara>
                </a14:m>
                <a:endParaRPr lang="en-IN" sz="2800" dirty="0">
                  <a:solidFill>
                    <a:srgbClr val="002060"/>
                  </a:solidFill>
                  <a:latin typeface="+mj-lt"/>
                </a:endParaRPr>
              </a:p>
            </p:txBody>
          </p:sp>
        </mc:Choice>
        <mc:Fallback xmlns="">
          <p:sp>
            <p:nvSpPr>
              <p:cNvPr id="54" name="TextBox 53">
                <a:extLst>
                  <a:ext uri="{FF2B5EF4-FFF2-40B4-BE49-F238E27FC236}">
                    <a16:creationId xmlns:a16="http://schemas.microsoft.com/office/drawing/2014/main" id="{2BD035F2-B073-43FA-93FA-A28BCE4A60B6}"/>
                  </a:ext>
                </a:extLst>
              </p:cNvPr>
              <p:cNvSpPr txBox="1">
                <a:spLocks noRot="1" noChangeAspect="1" noMove="1" noResize="1" noEditPoints="1" noAdjustHandles="1" noChangeArrowheads="1" noChangeShapeType="1" noTextEdit="1"/>
              </p:cNvSpPr>
              <p:nvPr/>
            </p:nvSpPr>
            <p:spPr>
              <a:xfrm>
                <a:off x="7022323" y="2666205"/>
                <a:ext cx="2145027"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E594CD47-8334-4523-AE2E-B46573E0A713}"/>
                  </a:ext>
                </a:extLst>
              </p:cNvPr>
              <p:cNvSpPr txBox="1"/>
              <p:nvPr/>
            </p:nvSpPr>
            <p:spPr>
              <a:xfrm>
                <a:off x="5012981" y="3452773"/>
                <a:ext cx="93682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1 </m:t>
                          </m:r>
                        </m:num>
                        <m:den>
                          <m:r>
                            <a:rPr lang="en-IN" sz="280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2 </m:t>
                          </m:r>
                        </m:den>
                      </m:f>
                    </m:oMath>
                  </m:oMathPara>
                </a14:m>
                <a:endParaRPr lang="en-IN" sz="2800" dirty="0">
                  <a:solidFill>
                    <a:srgbClr val="002060"/>
                  </a:solidFill>
                  <a:latin typeface="+mj-lt"/>
                </a:endParaRPr>
              </a:p>
            </p:txBody>
          </p:sp>
        </mc:Choice>
        <mc:Fallback xmlns="">
          <p:sp>
            <p:nvSpPr>
              <p:cNvPr id="56" name="TextBox 55">
                <a:extLst>
                  <a:ext uri="{FF2B5EF4-FFF2-40B4-BE49-F238E27FC236}">
                    <a16:creationId xmlns:a16="http://schemas.microsoft.com/office/drawing/2014/main" id="{E594CD47-8334-4523-AE2E-B46573E0A713}"/>
                  </a:ext>
                </a:extLst>
              </p:cNvPr>
              <p:cNvSpPr txBox="1">
                <a:spLocks noRot="1" noChangeAspect="1" noMove="1" noResize="1" noEditPoints="1" noAdjustHandles="1" noChangeArrowheads="1" noChangeShapeType="1" noTextEdit="1"/>
              </p:cNvSpPr>
              <p:nvPr/>
            </p:nvSpPr>
            <p:spPr>
              <a:xfrm>
                <a:off x="5012981" y="3452773"/>
                <a:ext cx="936829" cy="899157"/>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869EFA25-6316-4DB7-8F5C-E6D454918A35}"/>
                  </a:ext>
                </a:extLst>
              </p:cNvPr>
              <p:cNvSpPr txBox="1"/>
              <p:nvPr/>
            </p:nvSpPr>
            <p:spPr>
              <a:xfrm>
                <a:off x="6014441" y="3452773"/>
                <a:ext cx="93682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 </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1 </m:t>
                          </m:r>
                        </m:num>
                        <m:den>
                          <m:r>
                            <a:rPr lang="en-IN" sz="280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2 </m:t>
                          </m:r>
                        </m:den>
                      </m:f>
                    </m:oMath>
                  </m:oMathPara>
                </a14:m>
                <a:endParaRPr lang="en-IN" sz="2800" dirty="0">
                  <a:solidFill>
                    <a:srgbClr val="002060"/>
                  </a:solidFill>
                  <a:latin typeface="+mj-lt"/>
                </a:endParaRPr>
              </a:p>
            </p:txBody>
          </p:sp>
        </mc:Choice>
        <mc:Fallback xmlns="">
          <p:sp>
            <p:nvSpPr>
              <p:cNvPr id="57" name="TextBox 56">
                <a:extLst>
                  <a:ext uri="{FF2B5EF4-FFF2-40B4-BE49-F238E27FC236}">
                    <a16:creationId xmlns:a16="http://schemas.microsoft.com/office/drawing/2014/main" id="{869EFA25-6316-4DB7-8F5C-E6D454918A35}"/>
                  </a:ext>
                </a:extLst>
              </p:cNvPr>
              <p:cNvSpPr txBox="1">
                <a:spLocks noRot="1" noChangeAspect="1" noMove="1" noResize="1" noEditPoints="1" noAdjustHandles="1" noChangeArrowheads="1" noChangeShapeType="1" noTextEdit="1"/>
              </p:cNvSpPr>
              <p:nvPr/>
            </p:nvSpPr>
            <p:spPr>
              <a:xfrm>
                <a:off x="6014441" y="3452773"/>
                <a:ext cx="936829" cy="899157"/>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E6A2CB27-E51D-46ED-93C4-8C9F1C18689D}"/>
                  </a:ext>
                </a:extLst>
              </p:cNvPr>
              <p:cNvSpPr txBox="1"/>
              <p:nvPr/>
            </p:nvSpPr>
            <p:spPr>
              <a:xfrm>
                <a:off x="5012981" y="4615278"/>
                <a:ext cx="93682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 1</m:t>
                      </m:r>
                    </m:oMath>
                  </m:oMathPara>
                </a14:m>
                <a:endParaRPr lang="en-IN" sz="2800" dirty="0">
                  <a:solidFill>
                    <a:srgbClr val="002060"/>
                  </a:solidFill>
                  <a:latin typeface="+mj-lt"/>
                </a:endParaRPr>
              </a:p>
            </p:txBody>
          </p:sp>
        </mc:Choice>
        <mc:Fallback xmlns="">
          <p:sp>
            <p:nvSpPr>
              <p:cNvPr id="58" name="TextBox 57">
                <a:extLst>
                  <a:ext uri="{FF2B5EF4-FFF2-40B4-BE49-F238E27FC236}">
                    <a16:creationId xmlns:a16="http://schemas.microsoft.com/office/drawing/2014/main" id="{E6A2CB27-E51D-46ED-93C4-8C9F1C18689D}"/>
                  </a:ext>
                </a:extLst>
              </p:cNvPr>
              <p:cNvSpPr txBox="1">
                <a:spLocks noRot="1" noChangeAspect="1" noMove="1" noResize="1" noEditPoints="1" noAdjustHandles="1" noChangeArrowheads="1" noChangeShapeType="1" noTextEdit="1"/>
              </p:cNvSpPr>
              <p:nvPr/>
            </p:nvSpPr>
            <p:spPr>
              <a:xfrm>
                <a:off x="5012981" y="4615278"/>
                <a:ext cx="936829"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59B61C38-30D1-42B3-88F7-853018936F05}"/>
                  </a:ext>
                </a:extLst>
              </p:cNvPr>
              <p:cNvSpPr txBox="1"/>
              <p:nvPr/>
            </p:nvSpPr>
            <p:spPr>
              <a:xfrm>
                <a:off x="1976124" y="5401846"/>
                <a:ext cx="10322013" cy="114467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nor/>
                        </m:rPr>
                        <a:rPr lang="en-IN" sz="2800" b="0" i="0" smtClean="0">
                          <a:solidFill>
                            <a:srgbClr val="002060"/>
                          </a:solidFill>
                        </a:rPr>
                        <m:t>Thus</m:t>
                      </m:r>
                      <m:r>
                        <m:rPr>
                          <m:nor/>
                        </m:rPr>
                        <a:rPr lang="en-IN" sz="2800" b="0" i="0" smtClean="0">
                          <a:solidFill>
                            <a:srgbClr val="002060"/>
                          </a:solidFill>
                        </a:rPr>
                        <m:t>,</m:t>
                      </m:r>
                      <m:r>
                        <a:rPr lang="en-US" sz="280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x</m:t>
                          </m:r>
                        </m:e>
                      </m:d>
                      <m:r>
                        <a:rPr lang="en-US" sz="280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1 </m:t>
                                  </m:r>
                                </m:num>
                                <m:den>
                                  <m:r>
                                    <a:rPr lang="en-IN" sz="280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2 </m:t>
                                  </m:r>
                                </m:den>
                              </m:f>
                            </m:e>
                          </m:d>
                        </m:e>
                        <m:sup>
                          <m:r>
                            <m:rPr>
                              <m:sty m:val="p"/>
                            </m:rPr>
                            <a:rPr lang="en-US" sz="2800">
                              <a:solidFill>
                                <a:srgbClr val="002060"/>
                              </a:solidFill>
                              <a:latin typeface="Cambria Math" panose="02040503050406030204" pitchFamily="18" charset="0"/>
                            </a:rPr>
                            <m:t>x</m:t>
                          </m:r>
                        </m:sup>
                      </m:sSup>
                      <m:sSup>
                        <m:sSupPr>
                          <m:ctrlPr>
                            <a:rPr lang="en-IN" sz="2800" i="1">
                              <a:solidFill>
                                <a:srgbClr val="002060"/>
                              </a:solidFill>
                              <a:latin typeface="Cambria Math" panose="02040503050406030204" pitchFamily="18" charset="0"/>
                            </a:rPr>
                          </m:ctrlPr>
                        </m:sSupPr>
                        <m:e>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1 </m:t>
                                  </m:r>
                                </m:num>
                                <m:den>
                                  <m:r>
                                    <a:rPr lang="en-IN" sz="280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2 </m:t>
                                  </m:r>
                                </m:den>
                              </m:f>
                            </m:e>
                          </m:d>
                        </m:e>
                        <m:sup>
                          <m:r>
                            <a:rPr lang="en-US" sz="2800">
                              <a:solidFill>
                                <a:srgbClr val="002060"/>
                              </a:solidFill>
                              <a:latin typeface="Cambria Math" panose="02040503050406030204" pitchFamily="18" charset="0"/>
                            </a:rPr>
                            <m:t>1</m:t>
                          </m:r>
                          <m:r>
                            <a:rPr lang="en-US" sz="2800" i="1">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x</m:t>
                          </m:r>
                        </m:sup>
                      </m:sSup>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=0,</m:t>
                      </m:r>
                      <m:r>
                        <a:rPr lang="en-IN" sz="2800" i="1">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1 </m:t>
                      </m:r>
                      <m:r>
                        <m:rPr>
                          <m:nor/>
                        </m:rPr>
                        <a:rPr lang="en-IN" sz="2800" b="0" i="0" smtClean="0">
                          <a:solidFill>
                            <a:srgbClr val="002060"/>
                          </a:solidFill>
                        </a:rPr>
                        <m:t>is</m:t>
                      </m:r>
                      <m:r>
                        <m:rPr>
                          <m:nor/>
                        </m:rPr>
                        <a:rPr lang="en-IN" sz="2800" b="0" i="0" smtClean="0">
                          <a:solidFill>
                            <a:srgbClr val="002060"/>
                          </a:solidFill>
                        </a:rPr>
                        <m:t> </m:t>
                      </m:r>
                      <m:r>
                        <m:rPr>
                          <m:nor/>
                        </m:rPr>
                        <a:rPr lang="en-IN" sz="2800" b="0" i="0" smtClean="0">
                          <a:solidFill>
                            <a:srgbClr val="002060"/>
                          </a:solidFill>
                        </a:rPr>
                        <m:t>a</m:t>
                      </m:r>
                      <m:r>
                        <m:rPr>
                          <m:nor/>
                        </m:rPr>
                        <a:rPr lang="en-US" sz="2800">
                          <a:solidFill>
                            <a:srgbClr val="002060"/>
                          </a:solidFill>
                        </a:rPr>
                        <m:t> </m:t>
                      </m:r>
                      <m:r>
                        <m:rPr>
                          <m:nor/>
                        </m:rPr>
                        <a:rPr lang="en-US" sz="2800">
                          <a:solidFill>
                            <a:srgbClr val="002060"/>
                          </a:solidFill>
                        </a:rPr>
                        <m:t>probability</m:t>
                      </m:r>
                      <m:r>
                        <m:rPr>
                          <m:nor/>
                        </m:rPr>
                        <a:rPr lang="en-US" sz="2800">
                          <a:solidFill>
                            <a:srgbClr val="002060"/>
                          </a:solidFill>
                        </a:rPr>
                        <m:t> </m:t>
                      </m:r>
                      <m:r>
                        <m:rPr>
                          <m:nor/>
                        </m:rPr>
                        <a:rPr lang="en-US" sz="2800">
                          <a:solidFill>
                            <a:srgbClr val="002060"/>
                          </a:solidFill>
                        </a:rPr>
                        <m:t>function</m:t>
                      </m:r>
                      <m:r>
                        <m:rPr>
                          <m:nor/>
                        </m:rPr>
                        <a:rPr lang="en-IN" sz="2800" b="0" i="0" smtClean="0">
                          <a:solidFill>
                            <a:srgbClr val="002060"/>
                          </a:solidFill>
                        </a:rPr>
                        <m:t>.</m:t>
                      </m:r>
                    </m:oMath>
                  </m:oMathPara>
                </a14:m>
                <a:endParaRPr lang="en-US" sz="2800" dirty="0">
                  <a:solidFill>
                    <a:srgbClr val="002060"/>
                  </a:solidFill>
                </a:endParaRPr>
              </a:p>
            </p:txBody>
          </p:sp>
        </mc:Choice>
        <mc:Fallback xmlns="">
          <p:sp>
            <p:nvSpPr>
              <p:cNvPr id="59" name="TextBox 58">
                <a:extLst>
                  <a:ext uri="{FF2B5EF4-FFF2-40B4-BE49-F238E27FC236}">
                    <a16:creationId xmlns:a16="http://schemas.microsoft.com/office/drawing/2014/main" id="{59B61C38-30D1-42B3-88F7-853018936F05}"/>
                  </a:ext>
                </a:extLst>
              </p:cNvPr>
              <p:cNvSpPr txBox="1">
                <a:spLocks noRot="1" noChangeAspect="1" noMove="1" noResize="1" noEditPoints="1" noAdjustHandles="1" noChangeArrowheads="1" noChangeShapeType="1" noTextEdit="1"/>
              </p:cNvSpPr>
              <p:nvPr/>
            </p:nvSpPr>
            <p:spPr>
              <a:xfrm>
                <a:off x="1976124" y="5401846"/>
                <a:ext cx="10322013" cy="1144672"/>
              </a:xfrm>
              <a:prstGeom prst="rect">
                <a:avLst/>
              </a:prstGeom>
              <a:blipFill>
                <a:blip r:embed="rId1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5984978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6"/>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5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52" grpId="0"/>
      <p:bldP spid="53" grpId="0"/>
      <p:bldP spid="54" grpId="0"/>
      <p:bldP spid="56" grpId="0"/>
      <p:bldP spid="57" grpId="0"/>
      <p:bldP spid="58" grpId="0"/>
      <p:bldP spid="59" grpId="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8" y="867840"/>
                <a:ext cx="11929645" cy="245448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GB" dirty="0"/>
                  <a:t>A random variable </a:t>
                </a:r>
                <a14:m>
                  <m:oMath xmlns:m="http://schemas.openxmlformats.org/officeDocument/2006/math">
                    <m:r>
                      <m:rPr>
                        <m:sty m:val="p"/>
                      </m:rPr>
                      <a:rPr lang="en-GB" i="0" dirty="0" smtClean="0">
                        <a:latin typeface="Cambria Math" panose="02040503050406030204" pitchFamily="18" charset="0"/>
                      </a:rPr>
                      <m:t>X</m:t>
                    </m:r>
                  </m:oMath>
                </a14:m>
                <a:r>
                  <a:rPr lang="en-GB" dirty="0"/>
                  <a:t> has the following probability function.</a:t>
                </a:r>
              </a:p>
              <a:p>
                <a:pPr>
                  <a:lnSpc>
                    <a:spcPct val="100000"/>
                  </a:lnSpc>
                </a:pPr>
                <a:r>
                  <a:rPr lang="en-GB" dirty="0"/>
                  <a:t>Find the value of </a:t>
                </a:r>
                <a14:m>
                  <m:oMath xmlns:m="http://schemas.openxmlformats.org/officeDocument/2006/math">
                    <m:r>
                      <m:rPr>
                        <m:sty m:val="p"/>
                      </m:rPr>
                      <a:rPr lang="en-GB" i="0" dirty="0" smtClean="0">
                        <a:latin typeface="Cambria Math" panose="02040503050406030204" pitchFamily="18" charset="0"/>
                      </a:rPr>
                      <m:t>k</m:t>
                    </m:r>
                  </m:oMath>
                </a14:m>
                <a:r>
                  <a:rPr lang="en-GB" dirty="0"/>
                  <a:t> and then evaluate                   ,</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8" y="867840"/>
                <a:ext cx="11929645" cy="2454480"/>
              </a:xfrm>
              <a:prstGeom prst="rect">
                <a:avLst/>
              </a:prstGeom>
              <a:blipFill>
                <a:blip r:embed="rId3"/>
                <a:stretch>
                  <a:fillRect l="-1074" t="-2233"/>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5 ⇝ Example 2</a:t>
            </a:r>
            <a:endParaRPr lang="en-US" dirty="0"/>
          </a:p>
        </p:txBody>
      </p:sp>
      <p:sp>
        <p:nvSpPr>
          <p:cNvPr id="4" name="Content Placeholder 2"/>
          <p:cNvSpPr txBox="1">
            <a:spLocks/>
          </p:cNvSpPr>
          <p:nvPr/>
        </p:nvSpPr>
        <p:spPr>
          <a:xfrm>
            <a:off x="131178" y="3478959"/>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nvGraphicFramePr>
            <p:xfrm>
              <a:off x="309557" y="2069197"/>
              <a:ext cx="11572881" cy="1080000"/>
            </p:xfrm>
            <a:graphic>
              <a:graphicData uri="http://schemas.openxmlformats.org/drawingml/2006/table">
                <a:tbl>
                  <a:tblPr firstRow="1" bandRow="1">
                    <a:tableStyleId>{E8B1032C-EA38-4F05-BA0D-38AFFFC7BED3}</a:tableStyleId>
                  </a:tblPr>
                  <a:tblGrid>
                    <a:gridCol w="1862522">
                      <a:extLst>
                        <a:ext uri="{9D8B030D-6E8A-4147-A177-3AD203B41FA5}">
                          <a16:colId xmlns:a16="http://schemas.microsoft.com/office/drawing/2014/main" val="2160788424"/>
                        </a:ext>
                      </a:extLst>
                    </a:gridCol>
                    <a:gridCol w="1160796">
                      <a:extLst>
                        <a:ext uri="{9D8B030D-6E8A-4147-A177-3AD203B41FA5}">
                          <a16:colId xmlns:a16="http://schemas.microsoft.com/office/drawing/2014/main" val="442773458"/>
                        </a:ext>
                      </a:extLst>
                    </a:gridCol>
                    <a:gridCol w="1160796">
                      <a:extLst>
                        <a:ext uri="{9D8B030D-6E8A-4147-A177-3AD203B41FA5}">
                          <a16:colId xmlns:a16="http://schemas.microsoft.com/office/drawing/2014/main" val="1291606709"/>
                        </a:ext>
                      </a:extLst>
                    </a:gridCol>
                    <a:gridCol w="1160796">
                      <a:extLst>
                        <a:ext uri="{9D8B030D-6E8A-4147-A177-3AD203B41FA5}">
                          <a16:colId xmlns:a16="http://schemas.microsoft.com/office/drawing/2014/main" val="1336429719"/>
                        </a:ext>
                      </a:extLst>
                    </a:gridCol>
                    <a:gridCol w="1160796">
                      <a:extLst>
                        <a:ext uri="{9D8B030D-6E8A-4147-A177-3AD203B41FA5}">
                          <a16:colId xmlns:a16="http://schemas.microsoft.com/office/drawing/2014/main" val="2548766450"/>
                        </a:ext>
                      </a:extLst>
                    </a:gridCol>
                    <a:gridCol w="1160796">
                      <a:extLst>
                        <a:ext uri="{9D8B030D-6E8A-4147-A177-3AD203B41FA5}">
                          <a16:colId xmlns:a16="http://schemas.microsoft.com/office/drawing/2014/main" val="2208636898"/>
                        </a:ext>
                      </a:extLst>
                    </a:gridCol>
                    <a:gridCol w="1160796">
                      <a:extLst>
                        <a:ext uri="{9D8B030D-6E8A-4147-A177-3AD203B41FA5}">
                          <a16:colId xmlns:a16="http://schemas.microsoft.com/office/drawing/2014/main" val="1962852765"/>
                        </a:ext>
                      </a:extLst>
                    </a:gridCol>
                    <a:gridCol w="1160796">
                      <a:extLst>
                        <a:ext uri="{9D8B030D-6E8A-4147-A177-3AD203B41FA5}">
                          <a16:colId xmlns:a16="http://schemas.microsoft.com/office/drawing/2014/main" val="2281907699"/>
                        </a:ext>
                      </a:extLst>
                    </a:gridCol>
                    <a:gridCol w="1584787">
                      <a:extLst>
                        <a:ext uri="{9D8B030D-6E8A-4147-A177-3AD203B41FA5}">
                          <a16:colId xmlns:a16="http://schemas.microsoft.com/office/drawing/2014/main" val="1904187451"/>
                        </a:ext>
                      </a:extLst>
                    </a:gridCol>
                  </a:tblGrid>
                  <a:tr h="540000">
                    <a:tc>
                      <a:txBody>
                        <a:bodyPr/>
                        <a:lstStyle/>
                        <a:p>
                          <a:pPr algn="ctr"/>
                          <a14:m>
                            <m:oMathPara xmlns:m="http://schemas.openxmlformats.org/officeDocument/2006/math">
                              <m:oMathParaPr>
                                <m:jc m:val="centerGroup"/>
                              </m:oMathParaPr>
                              <m:oMath xmlns:m="http://schemas.openxmlformats.org/officeDocument/2006/math">
                                <m:r>
                                  <a:rPr lang="en-IN" sz="2800" b="1" i="0" dirty="0" smtClean="0">
                                    <a:solidFill>
                                      <a:schemeClr val="bg1"/>
                                    </a:solidFill>
                                    <a:latin typeface="Cambria Math" panose="02040503050406030204" pitchFamily="18" charset="0"/>
                                    <a:ea typeface="Cambria Math" panose="02040503050406030204" pitchFamily="18" charset="0"/>
                                  </a:rPr>
                                  <m:t>𝐗</m:t>
                                </m:r>
                              </m:oMath>
                            </m:oMathPara>
                          </a14:m>
                          <a:endParaRPr lang="en-IN" sz="2800" b="1" i="0" dirty="0">
                            <a:solidFill>
                              <a:schemeClr val="bg1"/>
                            </a:solidFill>
                            <a:latin typeface="Cambria Math" panose="02040503050406030204" pitchFamily="18" charset="0"/>
                            <a:ea typeface="Cambria Math" panose="02040503050406030204" pitchFamily="18"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1</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3</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4</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5</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6</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7</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15006325"/>
                      </a:ext>
                    </a:extLst>
                  </a:tr>
                  <a:tr h="540000">
                    <a:tc>
                      <a:txBody>
                        <a:bodyPr/>
                        <a:lstStyle/>
                        <a:p>
                          <a:pPr algn="ctr"/>
                          <a14:m>
                            <m:oMathPara xmlns:m="http://schemas.openxmlformats.org/officeDocument/2006/math">
                              <m:oMathParaPr>
                                <m:jc m:val="centerGroup"/>
                              </m:oMathParaPr>
                              <m:oMath xmlns:m="http://schemas.openxmlformats.org/officeDocument/2006/math">
                                <m:r>
                                  <a:rPr lang="en-IN" sz="2800" b="1" i="0" dirty="0" smtClean="0">
                                    <a:solidFill>
                                      <a:schemeClr val="bg1"/>
                                    </a:solidFill>
                                    <a:latin typeface="Cambria Math" panose="02040503050406030204" pitchFamily="18" charset="0"/>
                                    <a:ea typeface="Cambria Math" panose="02040503050406030204" pitchFamily="18" charset="0"/>
                                  </a:rPr>
                                  <m:t>𝐏</m:t>
                                </m:r>
                                <m:d>
                                  <m:dPr>
                                    <m:ctrlPr>
                                      <a:rPr lang="en-IN" sz="2800" b="1" i="1" dirty="0" smtClean="0">
                                        <a:solidFill>
                                          <a:schemeClr val="bg1"/>
                                        </a:solidFill>
                                        <a:latin typeface="Cambria Math" panose="02040503050406030204" pitchFamily="18" charset="0"/>
                                        <a:ea typeface="Cambria Math" panose="02040503050406030204" pitchFamily="18" charset="0"/>
                                      </a:rPr>
                                    </m:ctrlPr>
                                  </m:dPr>
                                  <m:e>
                                    <m:r>
                                      <a:rPr lang="en-IN" sz="2800" b="1" i="0" dirty="0" smtClean="0">
                                        <a:solidFill>
                                          <a:schemeClr val="bg1"/>
                                        </a:solidFill>
                                        <a:latin typeface="Cambria Math" panose="02040503050406030204" pitchFamily="18" charset="0"/>
                                        <a:ea typeface="Cambria Math" panose="02040503050406030204" pitchFamily="18" charset="0"/>
                                      </a:rPr>
                                      <m:t>𝐗</m:t>
                                    </m:r>
                                    <m:r>
                                      <a:rPr lang="en-IN" sz="2800" b="1" i="0" dirty="0" smtClean="0">
                                        <a:solidFill>
                                          <a:schemeClr val="bg1"/>
                                        </a:solidFill>
                                        <a:latin typeface="Cambria Math" panose="02040503050406030204" pitchFamily="18" charset="0"/>
                                        <a:ea typeface="Cambria Math" panose="02040503050406030204" pitchFamily="18" charset="0"/>
                                      </a:rPr>
                                      <m:t>=</m:t>
                                    </m:r>
                                    <m:r>
                                      <a:rPr lang="en-IN" sz="2800" b="1" i="0" dirty="0" smtClean="0">
                                        <a:solidFill>
                                          <a:schemeClr val="bg1"/>
                                        </a:solidFill>
                                        <a:latin typeface="Cambria Math" panose="02040503050406030204" pitchFamily="18" charset="0"/>
                                        <a:ea typeface="Cambria Math" panose="02040503050406030204" pitchFamily="18" charset="0"/>
                                      </a:rPr>
                                      <m:t>𝐱</m:t>
                                    </m:r>
                                  </m:e>
                                </m:d>
                              </m:oMath>
                            </m:oMathPara>
                          </a14:m>
                          <a:endParaRPr lang="en-IN" sz="2800" b="1" i="0" dirty="0">
                            <a:solidFill>
                              <a:schemeClr val="bg1"/>
                            </a:solidFill>
                            <a:latin typeface="Cambria Math" panose="02040503050406030204" pitchFamily="18" charset="0"/>
                            <a:ea typeface="Cambria Math" panose="02040503050406030204" pitchFamily="18"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m:rPr>
                                    <m:sty m:val="p"/>
                                  </m:rP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r>
                                  <m:rPr>
                                    <m:sty m:val="p"/>
                                  </m:rP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r>
                                  <m:rPr>
                                    <m:sty m:val="p"/>
                                  </m:rP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3</m:t>
                                </m:r>
                                <m:r>
                                  <m:rPr>
                                    <m:sty m:val="p"/>
                                  </m:rP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IN" sz="2800" i="1"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ctrlPr>
                                  </m:sSupPr>
                                  <m:e>
                                    <m:r>
                                      <m:rPr>
                                        <m:sty m:val="p"/>
                                      </m:rPr>
                                      <a:rPr lang="en-US" sz="280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e>
                                  <m:sup>
                                    <m:r>
                                      <a:rPr lang="en-US" sz="280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sup>
                                </m:sSup>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sSup>
                                  <m:sSupPr>
                                    <m:ctrlPr>
                                      <a:rPr lang="en-IN" sz="2800" i="1">
                                        <a:solidFill>
                                          <a:schemeClr val="bg1"/>
                                        </a:solidFill>
                                        <a:effectLst/>
                                        <a:uFill>
                                          <a:solidFill>
                                            <a:srgbClr val="0070C0"/>
                                          </a:solidFill>
                                        </a:uFill>
                                        <a:latin typeface="Cambria Math" panose="02040503050406030204" pitchFamily="18" charset="0"/>
                                        <a:ea typeface="Times New Roman" panose="02020603050405020304" pitchFamily="18" charset="0"/>
                                        <a:cs typeface="Fd605157-Identity-H"/>
                                      </a:rPr>
                                    </m:ctrlPr>
                                  </m:sSupPr>
                                  <m:e>
                                    <m:r>
                                      <m:rPr>
                                        <m:sty m:val="p"/>
                                      </m:rPr>
                                      <a:rPr lang="en-US" sz="280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e>
                                  <m:sup>
                                    <m:r>
                                      <a:rPr lang="en-US" sz="280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sup>
                                </m:sSup>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7</m:t>
                                </m:r>
                                <m:sSup>
                                  <m:sSupPr>
                                    <m:ctrlPr>
                                      <a:rPr lang="en-IN" sz="2800" i="1">
                                        <a:solidFill>
                                          <a:schemeClr val="bg1"/>
                                        </a:solidFill>
                                        <a:effectLst/>
                                        <a:uFill>
                                          <a:solidFill>
                                            <a:srgbClr val="0070C0"/>
                                          </a:solidFill>
                                        </a:uFill>
                                        <a:latin typeface="Cambria Math" panose="02040503050406030204" pitchFamily="18" charset="0"/>
                                        <a:ea typeface="Times New Roman" panose="02020603050405020304" pitchFamily="18" charset="0"/>
                                        <a:cs typeface="Fd605157-Identity-H"/>
                                      </a:rPr>
                                    </m:ctrlPr>
                                  </m:sSupPr>
                                  <m:e>
                                    <m:r>
                                      <m:rPr>
                                        <m:sty m:val="p"/>
                                      </m:rPr>
                                      <a:rPr lang="en-US" sz="280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e>
                                  <m:sup>
                                    <m:r>
                                      <a:rPr lang="en-US" sz="280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sup>
                                </m:sSup>
                                <m:r>
                                  <a:rPr lang="en-US" sz="280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m:t>
                                </m:r>
                                <m:r>
                                  <m:rPr>
                                    <m:sty m:val="p"/>
                                  </m:rPr>
                                  <a:rPr lang="en-US" sz="280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Choice>
        <mc:Fallback xmlns="">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extLst>
                  <p:ext uri="{D42A27DB-BD31-4B8C-83A1-F6EECF244321}">
                    <p14:modId xmlns:p14="http://schemas.microsoft.com/office/powerpoint/2010/main" val="1207388792"/>
                  </p:ext>
                </p:extLst>
              </p:nvPr>
            </p:nvGraphicFramePr>
            <p:xfrm>
              <a:off x="309557" y="2069197"/>
              <a:ext cx="11572881" cy="1080000"/>
            </p:xfrm>
            <a:graphic>
              <a:graphicData uri="http://schemas.openxmlformats.org/drawingml/2006/table">
                <a:tbl>
                  <a:tblPr firstRow="1" bandRow="1">
                    <a:tableStyleId>{E8B1032C-EA38-4F05-BA0D-38AFFFC7BED3}</a:tableStyleId>
                  </a:tblPr>
                  <a:tblGrid>
                    <a:gridCol w="1862522">
                      <a:extLst>
                        <a:ext uri="{9D8B030D-6E8A-4147-A177-3AD203B41FA5}">
                          <a16:colId xmlns:a16="http://schemas.microsoft.com/office/drawing/2014/main" val="2160788424"/>
                        </a:ext>
                      </a:extLst>
                    </a:gridCol>
                    <a:gridCol w="1160796">
                      <a:extLst>
                        <a:ext uri="{9D8B030D-6E8A-4147-A177-3AD203B41FA5}">
                          <a16:colId xmlns:a16="http://schemas.microsoft.com/office/drawing/2014/main" val="442773458"/>
                        </a:ext>
                      </a:extLst>
                    </a:gridCol>
                    <a:gridCol w="1160796">
                      <a:extLst>
                        <a:ext uri="{9D8B030D-6E8A-4147-A177-3AD203B41FA5}">
                          <a16:colId xmlns:a16="http://schemas.microsoft.com/office/drawing/2014/main" val="1291606709"/>
                        </a:ext>
                      </a:extLst>
                    </a:gridCol>
                    <a:gridCol w="1160796">
                      <a:extLst>
                        <a:ext uri="{9D8B030D-6E8A-4147-A177-3AD203B41FA5}">
                          <a16:colId xmlns:a16="http://schemas.microsoft.com/office/drawing/2014/main" val="1336429719"/>
                        </a:ext>
                      </a:extLst>
                    </a:gridCol>
                    <a:gridCol w="1160796">
                      <a:extLst>
                        <a:ext uri="{9D8B030D-6E8A-4147-A177-3AD203B41FA5}">
                          <a16:colId xmlns:a16="http://schemas.microsoft.com/office/drawing/2014/main" val="2548766450"/>
                        </a:ext>
                      </a:extLst>
                    </a:gridCol>
                    <a:gridCol w="1160796">
                      <a:extLst>
                        <a:ext uri="{9D8B030D-6E8A-4147-A177-3AD203B41FA5}">
                          <a16:colId xmlns:a16="http://schemas.microsoft.com/office/drawing/2014/main" val="2208636898"/>
                        </a:ext>
                      </a:extLst>
                    </a:gridCol>
                    <a:gridCol w="1160796">
                      <a:extLst>
                        <a:ext uri="{9D8B030D-6E8A-4147-A177-3AD203B41FA5}">
                          <a16:colId xmlns:a16="http://schemas.microsoft.com/office/drawing/2014/main" val="1962852765"/>
                        </a:ext>
                      </a:extLst>
                    </a:gridCol>
                    <a:gridCol w="1160796">
                      <a:extLst>
                        <a:ext uri="{9D8B030D-6E8A-4147-A177-3AD203B41FA5}">
                          <a16:colId xmlns:a16="http://schemas.microsoft.com/office/drawing/2014/main" val="2281907699"/>
                        </a:ext>
                      </a:extLst>
                    </a:gridCol>
                    <a:gridCol w="1584787">
                      <a:extLst>
                        <a:ext uri="{9D8B030D-6E8A-4147-A177-3AD203B41FA5}">
                          <a16:colId xmlns:a16="http://schemas.microsoft.com/office/drawing/2014/main" val="1904187451"/>
                        </a:ext>
                      </a:extLst>
                    </a:gridCol>
                  </a:tblGrid>
                  <a:tr h="540000">
                    <a:tc>
                      <a:txBody>
                        <a:bodyPr/>
                        <a:lstStyle/>
                        <a:p>
                          <a:endParaRPr lang="en-US"/>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980" t="-3371" r="-522876" b="-10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162632" t="-3371" r="-742105" b="-10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261257" t="-3371" r="-638220" b="-10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361257" t="-3371" r="-538220" b="-10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463684" t="-3371" r="-441053" b="-10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560733" t="-3371" r="-338743" b="-10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664211" t="-3371" r="-240526" b="-10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760209" t="-3371" r="-139267" b="-10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631923" t="-3371" r="-2308" b="-106742"/>
                          </a:stretch>
                        </a:blipFill>
                      </a:tcPr>
                    </a:tc>
                    <a:extLst>
                      <a:ext uri="{0D108BD9-81ED-4DB2-BD59-A6C34878D82A}">
                        <a16:rowId xmlns:a16="http://schemas.microsoft.com/office/drawing/2014/main" val="3715006325"/>
                      </a:ext>
                    </a:extLst>
                  </a:tr>
                  <a:tr h="540000">
                    <a:tc>
                      <a:txBody>
                        <a:bodyPr/>
                        <a:lstStyle/>
                        <a:p>
                          <a:endParaRPr lang="en-US"/>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980" t="-103371" r="-522876" b="-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162632" t="-103371" r="-742105" b="-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261257" t="-103371" r="-638220" b="-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361257" t="-103371" r="-538220" b="-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463684" t="-103371" r="-441053" b="-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560733" t="-103371" r="-338743" b="-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664211" t="-103371" r="-240526" b="-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760209" t="-103371" r="-139267" b="-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631923" t="-103371" r="-2308" b="-6742"/>
                          </a:stretch>
                        </a:blipFill>
                      </a:tcPr>
                    </a:tc>
                    <a:extLst>
                      <a:ext uri="{0D108BD9-81ED-4DB2-BD59-A6C34878D82A}">
                        <a16:rowId xmlns:a16="http://schemas.microsoft.com/office/drawing/2014/main" val="499852326"/>
                      </a:ext>
                    </a:extLst>
                  </a:tr>
                </a:tbl>
              </a:graphicData>
            </a:graphic>
          </p:graphicFrame>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BB3F576-7738-4872-8F34-73C18E96D683}"/>
                  </a:ext>
                </a:extLst>
              </p:cNvPr>
              <p:cNvSpPr txBox="1"/>
              <p:nvPr/>
            </p:nvSpPr>
            <p:spPr>
              <a:xfrm>
                <a:off x="5367020" y="1427438"/>
                <a:ext cx="167386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chemeClr val="bg1"/>
                          </a:solidFill>
                          <a:latin typeface="Cambria Math" panose="02040503050406030204" pitchFamily="18" charset="0"/>
                        </a:rPr>
                        <m:t>P</m:t>
                      </m:r>
                      <m:r>
                        <a:rPr lang="en-GB" sz="2800" i="0" dirty="0" smtClean="0">
                          <a:solidFill>
                            <a:schemeClr val="bg1"/>
                          </a:solidFill>
                          <a:latin typeface="Cambria Math" panose="02040503050406030204" pitchFamily="18" charset="0"/>
                        </a:rPr>
                        <m:t>(</m:t>
                      </m:r>
                      <m:r>
                        <m:rPr>
                          <m:sty m:val="p"/>
                        </m:rPr>
                        <a:rPr lang="en-GB" sz="2800" i="0" dirty="0" smtClean="0">
                          <a:solidFill>
                            <a:schemeClr val="bg1"/>
                          </a:solidFill>
                          <a:latin typeface="Cambria Math" panose="02040503050406030204" pitchFamily="18" charset="0"/>
                        </a:rPr>
                        <m:t>x</m:t>
                      </m:r>
                      <m:r>
                        <a:rPr lang="en-GB" sz="2800" i="0" dirty="0" smtClean="0">
                          <a:solidFill>
                            <a:schemeClr val="bg1"/>
                          </a:solidFill>
                          <a:latin typeface="Cambria Math" panose="02040503050406030204" pitchFamily="18" charset="0"/>
                        </a:rPr>
                        <m:t>&lt;6)</m:t>
                      </m:r>
                    </m:oMath>
                  </m:oMathPara>
                </a14:m>
                <a:endParaRPr lang="en-IN" sz="2800" dirty="0">
                  <a:solidFill>
                    <a:schemeClr val="bg1"/>
                  </a:solidFill>
                </a:endParaRPr>
              </a:p>
            </p:txBody>
          </p:sp>
        </mc:Choice>
        <mc:Fallback xmlns="">
          <p:sp>
            <p:nvSpPr>
              <p:cNvPr id="8" name="TextBox 7">
                <a:extLst>
                  <a:ext uri="{FF2B5EF4-FFF2-40B4-BE49-F238E27FC236}">
                    <a16:creationId xmlns:a16="http://schemas.microsoft.com/office/drawing/2014/main" id="{8BB3F576-7738-4872-8F34-73C18E96D683}"/>
                  </a:ext>
                </a:extLst>
              </p:cNvPr>
              <p:cNvSpPr txBox="1">
                <a:spLocks noRot="1" noChangeAspect="1" noMove="1" noResize="1" noEditPoints="1" noAdjustHandles="1" noChangeArrowheads="1" noChangeShapeType="1" noTextEdit="1"/>
              </p:cNvSpPr>
              <p:nvPr/>
            </p:nvSpPr>
            <p:spPr>
              <a:xfrm>
                <a:off x="5367020" y="1427438"/>
                <a:ext cx="1673860"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006C46E-AE0E-47C0-A40B-C1B55B90AD1D}"/>
                  </a:ext>
                </a:extLst>
              </p:cNvPr>
              <p:cNvSpPr txBox="1"/>
              <p:nvPr/>
            </p:nvSpPr>
            <p:spPr>
              <a:xfrm>
                <a:off x="6943540" y="1427438"/>
                <a:ext cx="167386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a:solidFill>
                            <a:schemeClr val="bg1"/>
                          </a:solidFill>
                          <a:latin typeface="Cambria Math" panose="02040503050406030204" pitchFamily="18" charset="0"/>
                        </a:rPr>
                        <m:t>P</m:t>
                      </m:r>
                      <m:d>
                        <m:dPr>
                          <m:ctrlPr>
                            <a:rPr lang="en-GB" sz="2800" i="1" dirty="0">
                              <a:solidFill>
                                <a:schemeClr val="bg1"/>
                              </a:solidFill>
                              <a:latin typeface="Cambria Math" panose="02040503050406030204" pitchFamily="18" charset="0"/>
                            </a:rPr>
                          </m:ctrlPr>
                        </m:dPr>
                        <m:e>
                          <m:r>
                            <m:rPr>
                              <m:sty m:val="p"/>
                            </m:rPr>
                            <a:rPr lang="en-GB" sz="2800" dirty="0">
                              <a:solidFill>
                                <a:schemeClr val="bg1"/>
                              </a:solidFill>
                              <a:latin typeface="Cambria Math" panose="02040503050406030204" pitchFamily="18" charset="0"/>
                            </a:rPr>
                            <m:t>x</m:t>
                          </m:r>
                          <m:r>
                            <a:rPr lang="en-GB" sz="2800" dirty="0">
                              <a:solidFill>
                                <a:schemeClr val="bg1"/>
                              </a:solidFill>
                              <a:latin typeface="Cambria Math" panose="02040503050406030204" pitchFamily="18" charset="0"/>
                            </a:rPr>
                            <m:t>≥6</m:t>
                          </m:r>
                        </m:e>
                      </m:d>
                    </m:oMath>
                  </m:oMathPara>
                </a14:m>
                <a:endParaRPr lang="en-IN" sz="2800" dirty="0">
                  <a:solidFill>
                    <a:schemeClr val="bg1"/>
                  </a:solidFill>
                </a:endParaRPr>
              </a:p>
            </p:txBody>
          </p:sp>
        </mc:Choice>
        <mc:Fallback xmlns="">
          <p:sp>
            <p:nvSpPr>
              <p:cNvPr id="9" name="TextBox 8">
                <a:extLst>
                  <a:ext uri="{FF2B5EF4-FFF2-40B4-BE49-F238E27FC236}">
                    <a16:creationId xmlns:a16="http://schemas.microsoft.com/office/drawing/2014/main" id="{F006C46E-AE0E-47C0-A40B-C1B55B90AD1D}"/>
                  </a:ext>
                </a:extLst>
              </p:cNvPr>
              <p:cNvSpPr txBox="1">
                <a:spLocks noRot="1" noChangeAspect="1" noMove="1" noResize="1" noEditPoints="1" noAdjustHandles="1" noChangeArrowheads="1" noChangeShapeType="1" noTextEdit="1"/>
              </p:cNvSpPr>
              <p:nvPr/>
            </p:nvSpPr>
            <p:spPr>
              <a:xfrm>
                <a:off x="6943540" y="1427438"/>
                <a:ext cx="167386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D169F9E-CC41-4B4C-A229-30AF595CC96F}"/>
                  </a:ext>
                </a:extLst>
              </p:cNvPr>
              <p:cNvSpPr txBox="1"/>
              <p:nvPr/>
            </p:nvSpPr>
            <p:spPr>
              <a:xfrm>
                <a:off x="8503100" y="1427438"/>
                <a:ext cx="71710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nor/>
                        </m:rPr>
                        <a:rPr lang="en-GB" sz="2800" dirty="0">
                          <a:solidFill>
                            <a:schemeClr val="bg1"/>
                          </a:solidFill>
                        </a:rPr>
                        <m:t>and</m:t>
                      </m:r>
                    </m:oMath>
                  </m:oMathPara>
                </a14:m>
                <a:endParaRPr lang="en-IN" sz="2800" dirty="0">
                  <a:solidFill>
                    <a:schemeClr val="bg1"/>
                  </a:solidFill>
                </a:endParaRPr>
              </a:p>
            </p:txBody>
          </p:sp>
        </mc:Choice>
        <mc:Fallback xmlns="">
          <p:sp>
            <p:nvSpPr>
              <p:cNvPr id="10" name="TextBox 9">
                <a:extLst>
                  <a:ext uri="{FF2B5EF4-FFF2-40B4-BE49-F238E27FC236}">
                    <a16:creationId xmlns:a16="http://schemas.microsoft.com/office/drawing/2014/main" id="{8D169F9E-CC41-4B4C-A229-30AF595CC96F}"/>
                  </a:ext>
                </a:extLst>
              </p:cNvPr>
              <p:cNvSpPr txBox="1">
                <a:spLocks noRot="1" noChangeAspect="1" noMove="1" noResize="1" noEditPoints="1" noAdjustHandles="1" noChangeArrowheads="1" noChangeShapeType="1" noTextEdit="1"/>
              </p:cNvSpPr>
              <p:nvPr/>
            </p:nvSpPr>
            <p:spPr>
              <a:xfrm>
                <a:off x="8503100" y="1427438"/>
                <a:ext cx="717100"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E26F16E-CA9B-4C2F-B031-92236DB06309}"/>
                  </a:ext>
                </a:extLst>
              </p:cNvPr>
              <p:cNvSpPr txBox="1"/>
              <p:nvPr/>
            </p:nvSpPr>
            <p:spPr>
              <a:xfrm>
                <a:off x="9220200" y="1427438"/>
                <a:ext cx="235540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a:solidFill>
                            <a:schemeClr val="bg1"/>
                          </a:solidFill>
                          <a:latin typeface="Cambria Math" panose="02040503050406030204" pitchFamily="18" charset="0"/>
                        </a:rPr>
                        <m:t>P</m:t>
                      </m:r>
                      <m:d>
                        <m:dPr>
                          <m:ctrlPr>
                            <a:rPr lang="en-GB" sz="2800" i="1" dirty="0">
                              <a:solidFill>
                                <a:schemeClr val="bg1"/>
                              </a:solidFill>
                              <a:latin typeface="Cambria Math" panose="02040503050406030204" pitchFamily="18" charset="0"/>
                            </a:rPr>
                          </m:ctrlPr>
                        </m:dPr>
                        <m:e>
                          <m:r>
                            <a:rPr lang="en-GB" sz="2800" dirty="0">
                              <a:solidFill>
                                <a:schemeClr val="bg1"/>
                              </a:solidFill>
                              <a:latin typeface="Cambria Math" panose="02040503050406030204" pitchFamily="18" charset="0"/>
                            </a:rPr>
                            <m:t>0&lt;</m:t>
                          </m:r>
                          <m:r>
                            <m:rPr>
                              <m:sty m:val="p"/>
                            </m:rPr>
                            <a:rPr lang="en-GB" sz="2800" dirty="0">
                              <a:solidFill>
                                <a:schemeClr val="bg1"/>
                              </a:solidFill>
                              <a:latin typeface="Cambria Math" panose="02040503050406030204" pitchFamily="18" charset="0"/>
                            </a:rPr>
                            <m:t>x</m:t>
                          </m:r>
                          <m:r>
                            <a:rPr lang="en-GB" sz="2800" dirty="0">
                              <a:solidFill>
                                <a:schemeClr val="bg1"/>
                              </a:solidFill>
                              <a:latin typeface="Cambria Math" panose="02040503050406030204" pitchFamily="18" charset="0"/>
                            </a:rPr>
                            <m:t>&lt;5</m:t>
                          </m:r>
                        </m:e>
                      </m:d>
                    </m:oMath>
                  </m:oMathPara>
                </a14:m>
                <a:endParaRPr lang="en-IN" sz="2800" dirty="0">
                  <a:solidFill>
                    <a:schemeClr val="bg1"/>
                  </a:solidFill>
                </a:endParaRPr>
              </a:p>
            </p:txBody>
          </p:sp>
        </mc:Choice>
        <mc:Fallback xmlns="">
          <p:sp>
            <p:nvSpPr>
              <p:cNvPr id="11" name="TextBox 10">
                <a:extLst>
                  <a:ext uri="{FF2B5EF4-FFF2-40B4-BE49-F238E27FC236}">
                    <a16:creationId xmlns:a16="http://schemas.microsoft.com/office/drawing/2014/main" id="{9E26F16E-CA9B-4C2F-B031-92236DB06309}"/>
                  </a:ext>
                </a:extLst>
              </p:cNvPr>
              <p:cNvSpPr txBox="1">
                <a:spLocks noRot="1" noChangeAspect="1" noMove="1" noResize="1" noEditPoints="1" noAdjustHandles="1" noChangeArrowheads="1" noChangeShapeType="1" noTextEdit="1"/>
              </p:cNvSpPr>
              <p:nvPr/>
            </p:nvSpPr>
            <p:spPr>
              <a:xfrm>
                <a:off x="9220200" y="1427438"/>
                <a:ext cx="2355400" cy="523220"/>
              </a:xfrm>
              <a:prstGeom prst="rect">
                <a:avLst/>
              </a:prstGeom>
              <a:blipFill>
                <a:blip r:embed="rId8"/>
                <a:stretch>
                  <a:fillRect/>
                </a:stretch>
              </a:blipFill>
            </p:spPr>
            <p:txBody>
              <a:bodyPr/>
              <a:lstStyle/>
              <a:p>
                <a:r>
                  <a:rPr lang="en-IN">
                    <a:noFill/>
                  </a:rPr>
                  <a:t> </a:t>
                </a:r>
              </a:p>
            </p:txBody>
          </p:sp>
        </mc:Fallback>
      </mc:AlternateContent>
      <p:sp>
        <p:nvSpPr>
          <p:cNvPr id="13" name="TextBox 12">
            <a:extLst>
              <a:ext uri="{FF2B5EF4-FFF2-40B4-BE49-F238E27FC236}">
                <a16:creationId xmlns:a16="http://schemas.microsoft.com/office/drawing/2014/main" id="{E31FC827-98BA-442F-83B2-3BFB48028855}"/>
              </a:ext>
            </a:extLst>
          </p:cNvPr>
          <p:cNvSpPr txBox="1"/>
          <p:nvPr/>
        </p:nvSpPr>
        <p:spPr>
          <a:xfrm>
            <a:off x="1594217" y="3477267"/>
            <a:ext cx="2422611" cy="523220"/>
          </a:xfrm>
          <a:prstGeom prst="rect">
            <a:avLst/>
          </a:prstGeom>
          <a:noFill/>
        </p:spPr>
        <p:txBody>
          <a:bodyPr wrap="square">
            <a:spAutoFit/>
          </a:bodyPr>
          <a:lstStyle/>
          <a:p>
            <a:r>
              <a:rPr lang="en-IN" sz="2800" dirty="0">
                <a:solidFill>
                  <a:srgbClr val="002060"/>
                </a:solidFill>
                <a:latin typeface="+mj-lt"/>
              </a:rPr>
              <a:t>We know that,</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0E9B969-074D-432C-AE58-BC469CF458F0}"/>
                  </a:ext>
                </a:extLst>
              </p:cNvPr>
              <p:cNvSpPr txBox="1"/>
              <p:nvPr/>
            </p:nvSpPr>
            <p:spPr>
              <a:xfrm>
                <a:off x="3669123" y="3477267"/>
                <a:ext cx="2762520" cy="523220"/>
              </a:xfrm>
              <a:prstGeom prst="rect">
                <a:avLst/>
              </a:prstGeom>
              <a:noFill/>
            </p:spPr>
            <p:txBody>
              <a:bodyPr wrap="square">
                <a:spAutoFit/>
              </a:bodyPr>
              <a:lstStyle/>
              <a:p>
                <a14:m>
                  <m:oMath xmlns:m="http://schemas.openxmlformats.org/officeDocument/2006/math">
                    <m:nary>
                      <m:naryPr>
                        <m:chr m:val="∑"/>
                        <m:subHide m:val="on"/>
                        <m:supHide m:val="on"/>
                        <m:ctrlPr>
                          <a:rPr lang="en-IN" sz="2800" i="1" dirty="0" smtClean="0">
                            <a:solidFill>
                              <a:srgbClr val="002060"/>
                            </a:solidFill>
                            <a:latin typeface="Cambria Math" panose="02040503050406030204" pitchFamily="18" charset="0"/>
                          </a:rPr>
                        </m:ctrlPr>
                      </m:naryPr>
                      <m:sub/>
                      <m:sup/>
                      <m:e>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x</m:t>
                            </m:r>
                          </m:e>
                        </m:d>
                      </m:e>
                    </m:nary>
                    <m:r>
                      <a:rPr lang="en-IN" sz="2800" b="0" i="1" dirty="0" smtClean="0">
                        <a:solidFill>
                          <a:srgbClr val="002060"/>
                        </a:solidFill>
                        <a:latin typeface="Cambria Math" panose="02040503050406030204" pitchFamily="18" charset="0"/>
                      </a:rPr>
                      <m:t>=1</m:t>
                    </m:r>
                  </m:oMath>
                </a14:m>
                <a:r>
                  <a:rPr lang="en-IN" sz="2800" dirty="0">
                    <a:solidFill>
                      <a:srgbClr val="002060"/>
                    </a:solidFill>
                    <a:latin typeface="+mj-lt"/>
                  </a:rPr>
                  <a:t> </a:t>
                </a:r>
              </a:p>
            </p:txBody>
          </p:sp>
        </mc:Choice>
        <mc:Fallback xmlns="">
          <p:sp>
            <p:nvSpPr>
              <p:cNvPr id="15" name="TextBox 14">
                <a:extLst>
                  <a:ext uri="{FF2B5EF4-FFF2-40B4-BE49-F238E27FC236}">
                    <a16:creationId xmlns:a16="http://schemas.microsoft.com/office/drawing/2014/main" id="{90E9B969-074D-432C-AE58-BC469CF458F0}"/>
                  </a:ext>
                </a:extLst>
              </p:cNvPr>
              <p:cNvSpPr txBox="1">
                <a:spLocks noRot="1" noChangeAspect="1" noMove="1" noResize="1" noEditPoints="1" noAdjustHandles="1" noChangeArrowheads="1" noChangeShapeType="1" noTextEdit="1"/>
              </p:cNvSpPr>
              <p:nvPr/>
            </p:nvSpPr>
            <p:spPr>
              <a:xfrm>
                <a:off x="3669123" y="3477267"/>
                <a:ext cx="2762520"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64EB490-C751-4F25-863D-D83617E830E3}"/>
                  </a:ext>
                </a:extLst>
              </p:cNvPr>
              <p:cNvSpPr txBox="1"/>
              <p:nvPr/>
            </p:nvSpPr>
            <p:spPr>
              <a:xfrm>
                <a:off x="1594217" y="4119997"/>
                <a:ext cx="54482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17" name="TextBox 16">
                <a:extLst>
                  <a:ext uri="{FF2B5EF4-FFF2-40B4-BE49-F238E27FC236}">
                    <a16:creationId xmlns:a16="http://schemas.microsoft.com/office/drawing/2014/main" id="{A64EB490-C751-4F25-863D-D83617E830E3}"/>
                  </a:ext>
                </a:extLst>
              </p:cNvPr>
              <p:cNvSpPr txBox="1">
                <a:spLocks noRot="1" noChangeAspect="1" noMove="1" noResize="1" noEditPoints="1" noAdjustHandles="1" noChangeArrowheads="1" noChangeShapeType="1" noTextEdit="1"/>
              </p:cNvSpPr>
              <p:nvPr/>
            </p:nvSpPr>
            <p:spPr>
              <a:xfrm>
                <a:off x="1594217" y="4119997"/>
                <a:ext cx="544826"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2C146F1-724B-44F0-A3C1-73E6A84E2695}"/>
                  </a:ext>
                </a:extLst>
              </p:cNvPr>
              <p:cNvSpPr txBox="1"/>
              <p:nvPr/>
            </p:nvSpPr>
            <p:spPr>
              <a:xfrm>
                <a:off x="2139044" y="4058441"/>
                <a:ext cx="7249886" cy="1169551"/>
              </a:xfrm>
              <a:prstGeom prst="rect">
                <a:avLst/>
              </a:prstGeom>
              <a:noFill/>
            </p:spPr>
            <p:txBody>
              <a:bodyPr wrap="square">
                <a:spAutoFit/>
              </a:bodyPr>
              <a:lstStyle/>
              <a:p>
                <a:pPr>
                  <a:lnSpc>
                    <a:spcPct val="125000"/>
                  </a:lnSpc>
                </a:pPr>
                <a14:m>
                  <m:oMathPara xmlns:m="http://schemas.openxmlformats.org/officeDocument/2006/math">
                    <m:oMathParaPr>
                      <m:jc m:val="left"/>
                    </m:oMathParaPr>
                    <m:oMath xmlns:m="http://schemas.openxmlformats.org/officeDocument/2006/math">
                      <m:r>
                        <m:rPr>
                          <m:sty m:val="p"/>
                        </m:rPr>
                        <a:rPr lang="en-IN" sz="2800" dirty="0" smtClean="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=0</m:t>
                          </m:r>
                        </m:e>
                      </m:d>
                      <m:r>
                        <a:rPr lang="en-IN" sz="2800" b="0" i="1" dirty="0" smtClean="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=1</m:t>
                          </m:r>
                        </m:e>
                      </m:d>
                      <m:r>
                        <a:rPr lang="en-IN" sz="2800" i="1"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=2</m:t>
                          </m:r>
                        </m:e>
                      </m:d>
                      <m:r>
                        <a:rPr lang="en-IN" sz="2800" i="1"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=3</m:t>
                          </m:r>
                        </m:e>
                      </m:d>
                    </m:oMath>
                  </m:oMathPara>
                </a14:m>
                <a:endParaRPr lang="en-IN" sz="2800" i="1" dirty="0">
                  <a:solidFill>
                    <a:srgbClr val="002060"/>
                  </a:solidFill>
                  <a:latin typeface="Cambria Math" panose="02040503050406030204" pitchFamily="18" charset="0"/>
                </a:endParaRPr>
              </a:p>
              <a:p>
                <a:pPr>
                  <a:lnSpc>
                    <a:spcPct val="125000"/>
                  </a:lnSpc>
                </a:pPr>
                <a14:m>
                  <m:oMathPara xmlns:m="http://schemas.openxmlformats.org/officeDocument/2006/math">
                    <m:oMathParaPr>
                      <m:jc m:val="left"/>
                    </m:oMathParaPr>
                    <m:oMath xmlns:m="http://schemas.openxmlformats.org/officeDocument/2006/math">
                      <m:r>
                        <a:rPr lang="en-IN" sz="2800" i="1"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=4</m:t>
                          </m:r>
                        </m:e>
                      </m:d>
                      <m:r>
                        <a:rPr lang="en-IN" sz="2800" i="1"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=5</m:t>
                          </m:r>
                        </m:e>
                      </m:d>
                      <m:r>
                        <a:rPr lang="en-IN" sz="2800" i="1"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=6</m:t>
                          </m:r>
                        </m:e>
                      </m:d>
                      <m:r>
                        <a:rPr lang="en-IN" sz="2800" i="1"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=7</m:t>
                          </m:r>
                        </m:e>
                      </m:d>
                    </m:oMath>
                  </m:oMathPara>
                </a14:m>
                <a:endParaRPr lang="en-IN" sz="2800" dirty="0">
                  <a:solidFill>
                    <a:srgbClr val="002060"/>
                  </a:solidFill>
                  <a:latin typeface="+mj-lt"/>
                </a:endParaRPr>
              </a:p>
            </p:txBody>
          </p:sp>
        </mc:Choice>
        <mc:Fallback xmlns="">
          <p:sp>
            <p:nvSpPr>
              <p:cNvPr id="18" name="TextBox 17">
                <a:extLst>
                  <a:ext uri="{FF2B5EF4-FFF2-40B4-BE49-F238E27FC236}">
                    <a16:creationId xmlns:a16="http://schemas.microsoft.com/office/drawing/2014/main" id="{52C146F1-724B-44F0-A3C1-73E6A84E2695}"/>
                  </a:ext>
                </a:extLst>
              </p:cNvPr>
              <p:cNvSpPr txBox="1">
                <a:spLocks noRot="1" noChangeAspect="1" noMove="1" noResize="1" noEditPoints="1" noAdjustHandles="1" noChangeArrowheads="1" noChangeShapeType="1" noTextEdit="1"/>
              </p:cNvSpPr>
              <p:nvPr/>
            </p:nvSpPr>
            <p:spPr>
              <a:xfrm>
                <a:off x="2139044" y="4058441"/>
                <a:ext cx="7249886" cy="1169551"/>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782DBD2-4EA3-4B55-90C6-8FEDD5566FC1}"/>
                  </a:ext>
                </a:extLst>
              </p:cNvPr>
              <p:cNvSpPr txBox="1"/>
              <p:nvPr/>
            </p:nvSpPr>
            <p:spPr>
              <a:xfrm>
                <a:off x="9192443" y="4663629"/>
                <a:ext cx="86051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1" dirty="0">
                          <a:solidFill>
                            <a:srgbClr val="002060"/>
                          </a:solidFill>
                          <a:latin typeface="Cambria Math" panose="02040503050406030204" pitchFamily="18" charset="0"/>
                        </a:rPr>
                        <m:t>=1</m:t>
                      </m:r>
                    </m:oMath>
                  </m:oMathPara>
                </a14:m>
                <a:endParaRPr lang="en-IN" sz="2800" dirty="0">
                  <a:solidFill>
                    <a:srgbClr val="002060"/>
                  </a:solidFill>
                  <a:latin typeface="+mj-lt"/>
                </a:endParaRPr>
              </a:p>
            </p:txBody>
          </p:sp>
        </mc:Choice>
        <mc:Fallback xmlns="">
          <p:sp>
            <p:nvSpPr>
              <p:cNvPr id="20" name="TextBox 19">
                <a:extLst>
                  <a:ext uri="{FF2B5EF4-FFF2-40B4-BE49-F238E27FC236}">
                    <a16:creationId xmlns:a16="http://schemas.microsoft.com/office/drawing/2014/main" id="{E782DBD2-4EA3-4B55-90C6-8FEDD5566FC1}"/>
                  </a:ext>
                </a:extLst>
              </p:cNvPr>
              <p:cNvSpPr txBox="1">
                <a:spLocks noRot="1" noChangeAspect="1" noMove="1" noResize="1" noEditPoints="1" noAdjustHandles="1" noChangeArrowheads="1" noChangeShapeType="1" noTextEdit="1"/>
              </p:cNvSpPr>
              <p:nvPr/>
            </p:nvSpPr>
            <p:spPr>
              <a:xfrm>
                <a:off x="9192443" y="4663629"/>
                <a:ext cx="860513"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958693C-50E3-49B8-BA53-FD51C44EB5BA}"/>
                  </a:ext>
                </a:extLst>
              </p:cNvPr>
              <p:cNvSpPr txBox="1"/>
              <p:nvPr/>
            </p:nvSpPr>
            <p:spPr>
              <a:xfrm>
                <a:off x="1594217" y="5341796"/>
                <a:ext cx="54482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21" name="TextBox 20">
                <a:extLst>
                  <a:ext uri="{FF2B5EF4-FFF2-40B4-BE49-F238E27FC236}">
                    <a16:creationId xmlns:a16="http://schemas.microsoft.com/office/drawing/2014/main" id="{A958693C-50E3-49B8-BA53-FD51C44EB5BA}"/>
                  </a:ext>
                </a:extLst>
              </p:cNvPr>
              <p:cNvSpPr txBox="1">
                <a:spLocks noRot="1" noChangeAspect="1" noMove="1" noResize="1" noEditPoints="1" noAdjustHandles="1" noChangeArrowheads="1" noChangeShapeType="1" noTextEdit="1"/>
              </p:cNvSpPr>
              <p:nvPr/>
            </p:nvSpPr>
            <p:spPr>
              <a:xfrm>
                <a:off x="1594217" y="5341796"/>
                <a:ext cx="544826"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9F7F1D6-6A85-4F68-A8B6-8F9A263090E0}"/>
                  </a:ext>
                </a:extLst>
              </p:cNvPr>
              <p:cNvSpPr txBox="1"/>
              <p:nvPr/>
            </p:nvSpPr>
            <p:spPr>
              <a:xfrm>
                <a:off x="2139043" y="5341796"/>
                <a:ext cx="6841670"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dirty="0">
                          <a:latin typeface="Cambria Math" panose="02040503050406030204" pitchFamily="18" charset="0"/>
                        </a:rPr>
                        <m:t>0+</m:t>
                      </m:r>
                      <m:r>
                        <m:rPr>
                          <m:sty m:val="p"/>
                        </m:rPr>
                        <a:rPr lang="en-IN" dirty="0">
                          <a:latin typeface="Cambria Math" panose="02040503050406030204" pitchFamily="18" charset="0"/>
                        </a:rPr>
                        <m:t>k</m:t>
                      </m:r>
                      <m:r>
                        <a:rPr lang="en-IN" dirty="0">
                          <a:latin typeface="Cambria Math" panose="02040503050406030204" pitchFamily="18" charset="0"/>
                        </a:rPr>
                        <m:t>+2</m:t>
                      </m:r>
                      <m:r>
                        <m:rPr>
                          <m:sty m:val="p"/>
                        </m:rPr>
                        <a:rPr lang="en-IN" dirty="0">
                          <a:latin typeface="Cambria Math" panose="02040503050406030204" pitchFamily="18" charset="0"/>
                        </a:rPr>
                        <m:t>k</m:t>
                      </m:r>
                      <m:r>
                        <a:rPr lang="en-IN" dirty="0">
                          <a:latin typeface="Cambria Math" panose="02040503050406030204" pitchFamily="18" charset="0"/>
                        </a:rPr>
                        <m:t>+2</m:t>
                      </m:r>
                      <m:r>
                        <m:rPr>
                          <m:sty m:val="p"/>
                        </m:rPr>
                        <a:rPr lang="en-IN" dirty="0">
                          <a:latin typeface="Cambria Math" panose="02040503050406030204" pitchFamily="18" charset="0"/>
                        </a:rPr>
                        <m:t>k</m:t>
                      </m:r>
                      <m:r>
                        <a:rPr lang="en-IN" dirty="0">
                          <a:latin typeface="Cambria Math" panose="02040503050406030204" pitchFamily="18" charset="0"/>
                        </a:rPr>
                        <m:t>+3</m:t>
                      </m:r>
                      <m:r>
                        <m:rPr>
                          <m:sty m:val="p"/>
                        </m:rPr>
                        <a:rPr lang="en-IN" dirty="0">
                          <a:latin typeface="Cambria Math" panose="02040503050406030204" pitchFamily="18" charset="0"/>
                        </a:rPr>
                        <m:t>k</m:t>
                      </m:r>
                      <m:r>
                        <a:rPr lang="en-IN" dirty="0">
                          <a:latin typeface="Cambria Math" panose="02040503050406030204" pitchFamily="18" charset="0"/>
                        </a:rPr>
                        <m:t>+</m:t>
                      </m:r>
                      <m:sSup>
                        <m:sSupPr>
                          <m:ctrlPr>
                            <a:rPr lang="en-IN" i="1" dirty="0">
                              <a:latin typeface="Cambria Math" panose="02040503050406030204" pitchFamily="18" charset="0"/>
                            </a:rPr>
                          </m:ctrlPr>
                        </m:sSupPr>
                        <m:e>
                          <m:r>
                            <m:rPr>
                              <m:sty m:val="p"/>
                            </m:rPr>
                            <a:rPr lang="en-IN" dirty="0">
                              <a:latin typeface="Cambria Math" panose="02040503050406030204" pitchFamily="18" charset="0"/>
                            </a:rPr>
                            <m:t>k</m:t>
                          </m:r>
                        </m:e>
                        <m:sup>
                          <m:r>
                            <a:rPr lang="en-IN" dirty="0">
                              <a:latin typeface="Cambria Math" panose="02040503050406030204" pitchFamily="18" charset="0"/>
                            </a:rPr>
                            <m:t>2</m:t>
                          </m:r>
                        </m:sup>
                      </m:sSup>
                      <m:r>
                        <a:rPr lang="en-IN" dirty="0">
                          <a:latin typeface="Cambria Math" panose="02040503050406030204" pitchFamily="18" charset="0"/>
                        </a:rPr>
                        <m:t>+2</m:t>
                      </m:r>
                      <m:sSup>
                        <m:sSupPr>
                          <m:ctrlPr>
                            <a:rPr lang="en-IN" i="1" dirty="0">
                              <a:latin typeface="Cambria Math" panose="02040503050406030204" pitchFamily="18" charset="0"/>
                            </a:rPr>
                          </m:ctrlPr>
                        </m:sSupPr>
                        <m:e>
                          <m:r>
                            <m:rPr>
                              <m:sty m:val="p"/>
                            </m:rPr>
                            <a:rPr lang="en-IN" dirty="0">
                              <a:latin typeface="Cambria Math" panose="02040503050406030204" pitchFamily="18" charset="0"/>
                            </a:rPr>
                            <m:t>k</m:t>
                          </m:r>
                        </m:e>
                        <m:sup>
                          <m:r>
                            <a:rPr lang="en-IN" dirty="0">
                              <a:latin typeface="Cambria Math" panose="02040503050406030204" pitchFamily="18" charset="0"/>
                            </a:rPr>
                            <m:t>2</m:t>
                          </m:r>
                        </m:sup>
                      </m:sSup>
                      <m:r>
                        <a:rPr lang="en-IN" dirty="0">
                          <a:latin typeface="Cambria Math" panose="02040503050406030204" pitchFamily="18" charset="0"/>
                        </a:rPr>
                        <m:t>+7</m:t>
                      </m:r>
                      <m:sSup>
                        <m:sSupPr>
                          <m:ctrlPr>
                            <a:rPr lang="en-IN" i="1" dirty="0">
                              <a:latin typeface="Cambria Math" panose="02040503050406030204" pitchFamily="18" charset="0"/>
                            </a:rPr>
                          </m:ctrlPr>
                        </m:sSupPr>
                        <m:e>
                          <m:r>
                            <m:rPr>
                              <m:sty m:val="p"/>
                            </m:rPr>
                            <a:rPr lang="en-IN" dirty="0">
                              <a:latin typeface="Cambria Math" panose="02040503050406030204" pitchFamily="18" charset="0"/>
                            </a:rPr>
                            <m:t>k</m:t>
                          </m:r>
                        </m:e>
                        <m:sup>
                          <m:r>
                            <a:rPr lang="en-IN" dirty="0">
                              <a:latin typeface="Cambria Math" panose="02040503050406030204" pitchFamily="18" charset="0"/>
                            </a:rPr>
                            <m:t>2</m:t>
                          </m:r>
                        </m:sup>
                      </m:sSup>
                      <m:r>
                        <a:rPr lang="en-IN" dirty="0">
                          <a:latin typeface="Cambria Math" panose="02040503050406030204" pitchFamily="18" charset="0"/>
                        </a:rPr>
                        <m:t>+</m:t>
                      </m:r>
                      <m:r>
                        <m:rPr>
                          <m:sty m:val="p"/>
                        </m:rPr>
                        <a:rPr lang="en-IN" dirty="0">
                          <a:latin typeface="Cambria Math" panose="02040503050406030204" pitchFamily="18" charset="0"/>
                        </a:rPr>
                        <m:t>k</m:t>
                      </m:r>
                    </m:oMath>
                  </m:oMathPara>
                </a14:m>
                <a:endParaRPr lang="en-IN" dirty="0"/>
              </a:p>
            </p:txBody>
          </p:sp>
        </mc:Choice>
        <mc:Fallback xmlns="">
          <p:sp>
            <p:nvSpPr>
              <p:cNvPr id="22" name="TextBox 21">
                <a:extLst>
                  <a:ext uri="{FF2B5EF4-FFF2-40B4-BE49-F238E27FC236}">
                    <a16:creationId xmlns:a16="http://schemas.microsoft.com/office/drawing/2014/main" id="{79F7F1D6-6A85-4F68-A8B6-8F9A263090E0}"/>
                  </a:ext>
                </a:extLst>
              </p:cNvPr>
              <p:cNvSpPr txBox="1">
                <a:spLocks noRot="1" noChangeAspect="1" noMove="1" noResize="1" noEditPoints="1" noAdjustHandles="1" noChangeArrowheads="1" noChangeShapeType="1" noTextEdit="1"/>
              </p:cNvSpPr>
              <p:nvPr/>
            </p:nvSpPr>
            <p:spPr>
              <a:xfrm>
                <a:off x="2139043" y="5341796"/>
                <a:ext cx="6841670"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9B81EBD-DFF8-4D43-8021-36E33B35BCF0}"/>
                  </a:ext>
                </a:extLst>
              </p:cNvPr>
              <p:cNvSpPr txBox="1"/>
              <p:nvPr/>
            </p:nvSpPr>
            <p:spPr>
              <a:xfrm>
                <a:off x="8980713" y="5341796"/>
                <a:ext cx="86051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1" dirty="0">
                          <a:solidFill>
                            <a:srgbClr val="002060"/>
                          </a:solidFill>
                          <a:latin typeface="Cambria Math" panose="02040503050406030204" pitchFamily="18" charset="0"/>
                        </a:rPr>
                        <m:t>=1</m:t>
                      </m:r>
                    </m:oMath>
                  </m:oMathPara>
                </a14:m>
                <a:endParaRPr lang="en-IN" sz="2800" dirty="0">
                  <a:solidFill>
                    <a:srgbClr val="002060"/>
                  </a:solidFill>
                  <a:latin typeface="+mj-lt"/>
                </a:endParaRPr>
              </a:p>
            </p:txBody>
          </p:sp>
        </mc:Choice>
        <mc:Fallback xmlns="">
          <p:sp>
            <p:nvSpPr>
              <p:cNvPr id="23" name="TextBox 22">
                <a:extLst>
                  <a:ext uri="{FF2B5EF4-FFF2-40B4-BE49-F238E27FC236}">
                    <a16:creationId xmlns:a16="http://schemas.microsoft.com/office/drawing/2014/main" id="{39B81EBD-DFF8-4D43-8021-36E33B35BCF0}"/>
                  </a:ext>
                </a:extLst>
              </p:cNvPr>
              <p:cNvSpPr txBox="1">
                <a:spLocks noRot="1" noChangeAspect="1" noMove="1" noResize="1" noEditPoints="1" noAdjustHandles="1" noChangeArrowheads="1" noChangeShapeType="1" noTextEdit="1"/>
              </p:cNvSpPr>
              <p:nvPr/>
            </p:nvSpPr>
            <p:spPr>
              <a:xfrm>
                <a:off x="8980713" y="5341796"/>
                <a:ext cx="860513"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EA43DC18-5EE5-4E28-ACA0-1C5002CBEA46}"/>
                  </a:ext>
                </a:extLst>
              </p:cNvPr>
              <p:cNvSpPr txBox="1"/>
              <p:nvPr/>
            </p:nvSpPr>
            <p:spPr>
              <a:xfrm>
                <a:off x="1594217" y="6040375"/>
                <a:ext cx="54482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24" name="TextBox 23">
                <a:extLst>
                  <a:ext uri="{FF2B5EF4-FFF2-40B4-BE49-F238E27FC236}">
                    <a16:creationId xmlns:a16="http://schemas.microsoft.com/office/drawing/2014/main" id="{EA43DC18-5EE5-4E28-ACA0-1C5002CBEA46}"/>
                  </a:ext>
                </a:extLst>
              </p:cNvPr>
              <p:cNvSpPr txBox="1">
                <a:spLocks noRot="1" noChangeAspect="1" noMove="1" noResize="1" noEditPoints="1" noAdjustHandles="1" noChangeArrowheads="1" noChangeShapeType="1" noTextEdit="1"/>
              </p:cNvSpPr>
              <p:nvPr/>
            </p:nvSpPr>
            <p:spPr>
              <a:xfrm>
                <a:off x="1594217" y="6040375"/>
                <a:ext cx="544826"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E210683-6281-4F9A-A6B3-078F169E11B7}"/>
                  </a:ext>
                </a:extLst>
              </p:cNvPr>
              <p:cNvSpPr txBox="1"/>
              <p:nvPr/>
            </p:nvSpPr>
            <p:spPr>
              <a:xfrm>
                <a:off x="2139044" y="6038070"/>
                <a:ext cx="187778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dirty="0">
                          <a:latin typeface="Cambria Math" panose="02040503050406030204" pitchFamily="18" charset="0"/>
                        </a:rPr>
                        <m:t>9</m:t>
                      </m:r>
                      <m:r>
                        <m:rPr>
                          <m:sty m:val="p"/>
                        </m:rPr>
                        <a:rPr lang="en-IN" dirty="0">
                          <a:latin typeface="Cambria Math" panose="02040503050406030204" pitchFamily="18" charset="0"/>
                        </a:rPr>
                        <m:t>k</m:t>
                      </m:r>
                      <m:r>
                        <a:rPr lang="en-IN" dirty="0">
                          <a:latin typeface="Cambria Math" panose="02040503050406030204" pitchFamily="18" charset="0"/>
                        </a:rPr>
                        <m:t>+10</m:t>
                      </m:r>
                      <m:sSup>
                        <m:sSupPr>
                          <m:ctrlPr>
                            <a:rPr lang="en-IN" i="1" dirty="0">
                              <a:latin typeface="Cambria Math" panose="02040503050406030204" pitchFamily="18" charset="0"/>
                            </a:rPr>
                          </m:ctrlPr>
                        </m:sSupPr>
                        <m:e>
                          <m:r>
                            <m:rPr>
                              <m:sty m:val="p"/>
                            </m:rPr>
                            <a:rPr lang="en-IN" dirty="0">
                              <a:latin typeface="Cambria Math" panose="02040503050406030204" pitchFamily="18" charset="0"/>
                            </a:rPr>
                            <m:t>k</m:t>
                          </m:r>
                        </m:e>
                        <m:sup>
                          <m:r>
                            <a:rPr lang="en-IN" dirty="0">
                              <a:latin typeface="Cambria Math" panose="02040503050406030204" pitchFamily="18" charset="0"/>
                            </a:rPr>
                            <m:t>2</m:t>
                          </m:r>
                        </m:sup>
                      </m:sSup>
                    </m:oMath>
                  </m:oMathPara>
                </a14:m>
                <a:endParaRPr lang="en-IN" dirty="0"/>
              </a:p>
            </p:txBody>
          </p:sp>
        </mc:Choice>
        <mc:Fallback xmlns="">
          <p:sp>
            <p:nvSpPr>
              <p:cNvPr id="25" name="TextBox 24">
                <a:extLst>
                  <a:ext uri="{FF2B5EF4-FFF2-40B4-BE49-F238E27FC236}">
                    <a16:creationId xmlns:a16="http://schemas.microsoft.com/office/drawing/2014/main" id="{3E210683-6281-4F9A-A6B3-078F169E11B7}"/>
                  </a:ext>
                </a:extLst>
              </p:cNvPr>
              <p:cNvSpPr txBox="1">
                <a:spLocks noRot="1" noChangeAspect="1" noMove="1" noResize="1" noEditPoints="1" noAdjustHandles="1" noChangeArrowheads="1" noChangeShapeType="1" noTextEdit="1"/>
              </p:cNvSpPr>
              <p:nvPr/>
            </p:nvSpPr>
            <p:spPr>
              <a:xfrm>
                <a:off x="2139044" y="6038070"/>
                <a:ext cx="1877784"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F4836A2-4840-44C1-B31A-9677D3203453}"/>
                  </a:ext>
                </a:extLst>
              </p:cNvPr>
              <p:cNvSpPr txBox="1"/>
              <p:nvPr/>
            </p:nvSpPr>
            <p:spPr>
              <a:xfrm>
                <a:off x="3880215" y="6038070"/>
                <a:ext cx="86051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1" dirty="0">
                          <a:solidFill>
                            <a:srgbClr val="002060"/>
                          </a:solidFill>
                          <a:latin typeface="Cambria Math" panose="02040503050406030204" pitchFamily="18" charset="0"/>
                        </a:rPr>
                        <m:t>=1</m:t>
                      </m:r>
                    </m:oMath>
                  </m:oMathPara>
                </a14:m>
                <a:endParaRPr lang="en-IN" sz="2800" dirty="0">
                  <a:solidFill>
                    <a:srgbClr val="002060"/>
                  </a:solidFill>
                  <a:latin typeface="+mj-lt"/>
                </a:endParaRPr>
              </a:p>
            </p:txBody>
          </p:sp>
        </mc:Choice>
        <mc:Fallback xmlns="">
          <p:sp>
            <p:nvSpPr>
              <p:cNvPr id="26" name="TextBox 25">
                <a:extLst>
                  <a:ext uri="{FF2B5EF4-FFF2-40B4-BE49-F238E27FC236}">
                    <a16:creationId xmlns:a16="http://schemas.microsoft.com/office/drawing/2014/main" id="{3F4836A2-4840-44C1-B31A-9677D3203453}"/>
                  </a:ext>
                </a:extLst>
              </p:cNvPr>
              <p:cNvSpPr txBox="1">
                <a:spLocks noRot="1" noChangeAspect="1" noMove="1" noResize="1" noEditPoints="1" noAdjustHandles="1" noChangeArrowheads="1" noChangeShapeType="1" noTextEdit="1"/>
              </p:cNvSpPr>
              <p:nvPr/>
            </p:nvSpPr>
            <p:spPr>
              <a:xfrm>
                <a:off x="3880215" y="6038070"/>
                <a:ext cx="860513" cy="523220"/>
              </a:xfrm>
              <a:prstGeom prst="rect">
                <a:avLst/>
              </a:prstGeom>
              <a:blipFill>
                <a:blip r:embed="rId18"/>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996451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3" grpId="0"/>
      <p:bldP spid="15" grpId="0"/>
      <p:bldP spid="17" grpId="0"/>
      <p:bldP spid="18" grpId="0"/>
      <p:bldP spid="20" grpId="0"/>
      <p:bldP spid="21" grpId="0"/>
      <p:bldP spid="22" grpId="0"/>
      <p:bldP spid="23" grpId="0"/>
      <p:bldP spid="24" grpId="0"/>
      <p:bldP spid="25" grpId="0"/>
      <p:bldP spid="26"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5 ⇝ Example 2 (</a:t>
            </a:r>
            <a:r>
              <a:rPr lang="en-IN" dirty="0"/>
              <a:t>Continue</a:t>
            </a:r>
            <a:r>
              <a:rPr lang="en-GB" dirty="0"/>
              <a:t>)</a:t>
            </a:r>
            <a:endParaRPr lang="en-US" dirty="0"/>
          </a:p>
        </p:txBody>
      </p:sp>
      <mc:AlternateContent xmlns:mc="http://schemas.openxmlformats.org/markup-compatibility/2006" xmlns:a14="http://schemas.microsoft.com/office/drawing/2010/main">
        <mc:Choice Requires="a14">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nvGraphicFramePr>
            <p:xfrm>
              <a:off x="1594217" y="791680"/>
              <a:ext cx="9566724" cy="892782"/>
            </p:xfrm>
            <a:graphic>
              <a:graphicData uri="http://schemas.openxmlformats.org/drawingml/2006/table">
                <a:tbl>
                  <a:tblPr firstRow="1" bandRow="1">
                    <a:tableStyleId>{E8B1032C-EA38-4F05-BA0D-38AFFFC7BED3}</a:tableStyleId>
                  </a:tblPr>
                  <a:tblGrid>
                    <a:gridCol w="1539655">
                      <a:extLst>
                        <a:ext uri="{9D8B030D-6E8A-4147-A177-3AD203B41FA5}">
                          <a16:colId xmlns:a16="http://schemas.microsoft.com/office/drawing/2014/main" val="2160788424"/>
                        </a:ext>
                      </a:extLst>
                    </a:gridCol>
                    <a:gridCol w="959572">
                      <a:extLst>
                        <a:ext uri="{9D8B030D-6E8A-4147-A177-3AD203B41FA5}">
                          <a16:colId xmlns:a16="http://schemas.microsoft.com/office/drawing/2014/main" val="442773458"/>
                        </a:ext>
                      </a:extLst>
                    </a:gridCol>
                    <a:gridCol w="959572">
                      <a:extLst>
                        <a:ext uri="{9D8B030D-6E8A-4147-A177-3AD203B41FA5}">
                          <a16:colId xmlns:a16="http://schemas.microsoft.com/office/drawing/2014/main" val="1291606709"/>
                        </a:ext>
                      </a:extLst>
                    </a:gridCol>
                    <a:gridCol w="959572">
                      <a:extLst>
                        <a:ext uri="{9D8B030D-6E8A-4147-A177-3AD203B41FA5}">
                          <a16:colId xmlns:a16="http://schemas.microsoft.com/office/drawing/2014/main" val="1336429719"/>
                        </a:ext>
                      </a:extLst>
                    </a:gridCol>
                    <a:gridCol w="959572">
                      <a:extLst>
                        <a:ext uri="{9D8B030D-6E8A-4147-A177-3AD203B41FA5}">
                          <a16:colId xmlns:a16="http://schemas.microsoft.com/office/drawing/2014/main" val="2548766450"/>
                        </a:ext>
                      </a:extLst>
                    </a:gridCol>
                    <a:gridCol w="959572">
                      <a:extLst>
                        <a:ext uri="{9D8B030D-6E8A-4147-A177-3AD203B41FA5}">
                          <a16:colId xmlns:a16="http://schemas.microsoft.com/office/drawing/2014/main" val="2208636898"/>
                        </a:ext>
                      </a:extLst>
                    </a:gridCol>
                    <a:gridCol w="959572">
                      <a:extLst>
                        <a:ext uri="{9D8B030D-6E8A-4147-A177-3AD203B41FA5}">
                          <a16:colId xmlns:a16="http://schemas.microsoft.com/office/drawing/2014/main" val="1962852765"/>
                        </a:ext>
                      </a:extLst>
                    </a:gridCol>
                    <a:gridCol w="959572">
                      <a:extLst>
                        <a:ext uri="{9D8B030D-6E8A-4147-A177-3AD203B41FA5}">
                          <a16:colId xmlns:a16="http://schemas.microsoft.com/office/drawing/2014/main" val="2281907699"/>
                        </a:ext>
                      </a:extLst>
                    </a:gridCol>
                    <a:gridCol w="1310065">
                      <a:extLst>
                        <a:ext uri="{9D8B030D-6E8A-4147-A177-3AD203B41FA5}">
                          <a16:colId xmlns:a16="http://schemas.microsoft.com/office/drawing/2014/main" val="1904187451"/>
                        </a:ext>
                      </a:extLst>
                    </a:gridCol>
                  </a:tblGrid>
                  <a:tr h="446391">
                    <a:tc>
                      <a:txBody>
                        <a:bodyPr/>
                        <a:lstStyle/>
                        <a:p>
                          <a:pPr algn="ctr"/>
                          <a14:m>
                            <m:oMathPara xmlns:m="http://schemas.openxmlformats.org/officeDocument/2006/math">
                              <m:oMathParaPr>
                                <m:jc m:val="centerGroup"/>
                              </m:oMathParaPr>
                              <m:oMath xmlns:m="http://schemas.openxmlformats.org/officeDocument/2006/math">
                                <m:r>
                                  <a:rPr lang="en-IN" sz="2300" b="1" i="0" dirty="0" smtClean="0">
                                    <a:solidFill>
                                      <a:srgbClr val="002060"/>
                                    </a:solidFill>
                                    <a:latin typeface="Cambria Math" panose="02040503050406030204" pitchFamily="18" charset="0"/>
                                    <a:ea typeface="Cambria Math" panose="02040503050406030204" pitchFamily="18" charset="0"/>
                                  </a:rPr>
                                  <m:t>𝐗</m:t>
                                </m:r>
                              </m:oMath>
                            </m:oMathPara>
                          </a14:m>
                          <a:endParaRPr lang="en-IN" sz="2300" b="1" i="0" dirty="0">
                            <a:solidFill>
                              <a:srgbClr val="002060"/>
                            </a:solidFill>
                            <a:latin typeface="Cambria Math" panose="02040503050406030204" pitchFamily="18" charset="0"/>
                            <a:ea typeface="Cambria Math" panose="02040503050406030204" pitchFamily="18" charset="0"/>
                          </a:endParaRPr>
                        </a:p>
                      </a:txBody>
                      <a:tcPr marL="75589" marR="75589" marT="37794" marB="37794"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1</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3</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4</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5</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6</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7</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715006325"/>
                      </a:ext>
                    </a:extLst>
                  </a:tr>
                  <a:tr h="446391">
                    <a:tc>
                      <a:txBody>
                        <a:bodyPr/>
                        <a:lstStyle/>
                        <a:p>
                          <a:pPr algn="ctr"/>
                          <a14:m>
                            <m:oMathPara xmlns:m="http://schemas.openxmlformats.org/officeDocument/2006/math">
                              <m:oMathParaPr>
                                <m:jc m:val="centerGroup"/>
                              </m:oMathParaPr>
                              <m:oMath xmlns:m="http://schemas.openxmlformats.org/officeDocument/2006/math">
                                <m:r>
                                  <a:rPr lang="en-IN" sz="2300" b="1" i="0" dirty="0" smtClean="0">
                                    <a:solidFill>
                                      <a:srgbClr val="002060"/>
                                    </a:solidFill>
                                    <a:latin typeface="Cambria Math" panose="02040503050406030204" pitchFamily="18" charset="0"/>
                                    <a:ea typeface="Cambria Math" panose="02040503050406030204" pitchFamily="18" charset="0"/>
                                  </a:rPr>
                                  <m:t>𝐏</m:t>
                                </m:r>
                                <m:d>
                                  <m:dPr>
                                    <m:ctrlPr>
                                      <a:rPr lang="en-IN" sz="2300" b="1" i="1" dirty="0" smtClean="0">
                                        <a:solidFill>
                                          <a:srgbClr val="002060"/>
                                        </a:solidFill>
                                        <a:latin typeface="Cambria Math" panose="02040503050406030204" pitchFamily="18" charset="0"/>
                                        <a:ea typeface="Cambria Math" panose="02040503050406030204" pitchFamily="18" charset="0"/>
                                      </a:rPr>
                                    </m:ctrlPr>
                                  </m:dPr>
                                  <m:e>
                                    <m:r>
                                      <a:rPr lang="en-IN" sz="2300" b="1" i="0" dirty="0" smtClean="0">
                                        <a:solidFill>
                                          <a:srgbClr val="002060"/>
                                        </a:solidFill>
                                        <a:latin typeface="Cambria Math" panose="02040503050406030204" pitchFamily="18" charset="0"/>
                                        <a:ea typeface="Cambria Math" panose="02040503050406030204" pitchFamily="18" charset="0"/>
                                      </a:rPr>
                                      <m:t>𝐗</m:t>
                                    </m:r>
                                    <m:r>
                                      <a:rPr lang="en-IN" sz="2300" b="1" i="0" dirty="0" smtClean="0">
                                        <a:solidFill>
                                          <a:srgbClr val="002060"/>
                                        </a:solidFill>
                                        <a:latin typeface="Cambria Math" panose="02040503050406030204" pitchFamily="18" charset="0"/>
                                        <a:ea typeface="Cambria Math" panose="02040503050406030204" pitchFamily="18" charset="0"/>
                                      </a:rPr>
                                      <m:t>=</m:t>
                                    </m:r>
                                    <m:r>
                                      <a:rPr lang="en-IN" sz="2300" b="1" i="0" dirty="0" smtClean="0">
                                        <a:solidFill>
                                          <a:srgbClr val="002060"/>
                                        </a:solidFill>
                                        <a:latin typeface="Cambria Math" panose="02040503050406030204" pitchFamily="18" charset="0"/>
                                        <a:ea typeface="Cambria Math" panose="02040503050406030204" pitchFamily="18" charset="0"/>
                                      </a:rPr>
                                      <m:t>𝐱</m:t>
                                    </m:r>
                                  </m:e>
                                </m:d>
                              </m:oMath>
                            </m:oMathPara>
                          </a14:m>
                          <a:endParaRPr lang="en-IN" sz="2300" b="1" i="0" dirty="0">
                            <a:solidFill>
                              <a:srgbClr val="002060"/>
                            </a:solidFill>
                            <a:latin typeface="Cambria Math" panose="02040503050406030204" pitchFamily="18" charset="0"/>
                            <a:ea typeface="Cambria Math" panose="02040503050406030204" pitchFamily="18" charset="0"/>
                          </a:endParaRPr>
                        </a:p>
                      </a:txBody>
                      <a:tcPr marL="75589" marR="75589" marT="37794" marB="37794"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m:rPr>
                                    <m:sty m:val="p"/>
                                  </m:rP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r>
                                  <m:rPr>
                                    <m:sty m:val="p"/>
                                  </m:rP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r>
                                  <m:rPr>
                                    <m:sty m:val="p"/>
                                  </m:rP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3</m:t>
                                </m:r>
                                <m:r>
                                  <m:rPr>
                                    <m:sty m:val="p"/>
                                  </m:rP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IN" sz="2300" i="1"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ctrlPr>
                                  </m:sSupPr>
                                  <m:e>
                                    <m:r>
                                      <m:rPr>
                                        <m:sty m:val="p"/>
                                      </m:rP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e>
                                  <m:sup>
                                    <m: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sup>
                                </m:sSup>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sSup>
                                  <m:sSupPr>
                                    <m:ctrlPr>
                                      <a:rPr lang="en-IN" sz="2300" i="1">
                                        <a:solidFill>
                                          <a:srgbClr val="002060"/>
                                        </a:solidFill>
                                        <a:effectLst/>
                                        <a:uFill>
                                          <a:solidFill>
                                            <a:srgbClr val="0070C0"/>
                                          </a:solidFill>
                                        </a:uFill>
                                        <a:latin typeface="Cambria Math" panose="02040503050406030204" pitchFamily="18" charset="0"/>
                                        <a:ea typeface="Times New Roman" panose="02020603050405020304" pitchFamily="18" charset="0"/>
                                        <a:cs typeface="Fd605157-Identity-H"/>
                                      </a:rPr>
                                    </m:ctrlPr>
                                  </m:sSupPr>
                                  <m:e>
                                    <m:r>
                                      <m:rPr>
                                        <m:sty m:val="p"/>
                                      </m:rP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e>
                                  <m:sup>
                                    <m: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sup>
                                </m:sSup>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7</m:t>
                                </m:r>
                                <m:sSup>
                                  <m:sSupPr>
                                    <m:ctrlPr>
                                      <a:rPr lang="en-IN" sz="2300" i="1">
                                        <a:solidFill>
                                          <a:srgbClr val="002060"/>
                                        </a:solidFill>
                                        <a:effectLst/>
                                        <a:uFill>
                                          <a:solidFill>
                                            <a:srgbClr val="0070C0"/>
                                          </a:solidFill>
                                        </a:uFill>
                                        <a:latin typeface="Cambria Math" panose="02040503050406030204" pitchFamily="18" charset="0"/>
                                        <a:ea typeface="Times New Roman" panose="02020603050405020304" pitchFamily="18" charset="0"/>
                                        <a:cs typeface="Fd605157-Identity-H"/>
                                      </a:rPr>
                                    </m:ctrlPr>
                                  </m:sSupPr>
                                  <m:e>
                                    <m:r>
                                      <m:rPr>
                                        <m:sty m:val="p"/>
                                      </m:rP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e>
                                  <m:sup>
                                    <m: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sup>
                                </m:sSup>
                                <m: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m:t>
                                </m:r>
                                <m:r>
                                  <m:rPr>
                                    <m:sty m:val="p"/>
                                  </m:rP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Choice>
        <mc:Fallback xmlns="">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extLst>
                  <p:ext uri="{D42A27DB-BD31-4B8C-83A1-F6EECF244321}">
                    <p14:modId xmlns:p14="http://schemas.microsoft.com/office/powerpoint/2010/main" val="530932645"/>
                  </p:ext>
                </p:extLst>
              </p:nvPr>
            </p:nvGraphicFramePr>
            <p:xfrm>
              <a:off x="1594217" y="791680"/>
              <a:ext cx="9566724" cy="892782"/>
            </p:xfrm>
            <a:graphic>
              <a:graphicData uri="http://schemas.openxmlformats.org/drawingml/2006/table">
                <a:tbl>
                  <a:tblPr firstRow="1" bandRow="1">
                    <a:tableStyleId>{E8B1032C-EA38-4F05-BA0D-38AFFFC7BED3}</a:tableStyleId>
                  </a:tblPr>
                  <a:tblGrid>
                    <a:gridCol w="1539655">
                      <a:extLst>
                        <a:ext uri="{9D8B030D-6E8A-4147-A177-3AD203B41FA5}">
                          <a16:colId xmlns:a16="http://schemas.microsoft.com/office/drawing/2014/main" val="2160788424"/>
                        </a:ext>
                      </a:extLst>
                    </a:gridCol>
                    <a:gridCol w="959572">
                      <a:extLst>
                        <a:ext uri="{9D8B030D-6E8A-4147-A177-3AD203B41FA5}">
                          <a16:colId xmlns:a16="http://schemas.microsoft.com/office/drawing/2014/main" val="442773458"/>
                        </a:ext>
                      </a:extLst>
                    </a:gridCol>
                    <a:gridCol w="959572">
                      <a:extLst>
                        <a:ext uri="{9D8B030D-6E8A-4147-A177-3AD203B41FA5}">
                          <a16:colId xmlns:a16="http://schemas.microsoft.com/office/drawing/2014/main" val="1291606709"/>
                        </a:ext>
                      </a:extLst>
                    </a:gridCol>
                    <a:gridCol w="959572">
                      <a:extLst>
                        <a:ext uri="{9D8B030D-6E8A-4147-A177-3AD203B41FA5}">
                          <a16:colId xmlns:a16="http://schemas.microsoft.com/office/drawing/2014/main" val="1336429719"/>
                        </a:ext>
                      </a:extLst>
                    </a:gridCol>
                    <a:gridCol w="959572">
                      <a:extLst>
                        <a:ext uri="{9D8B030D-6E8A-4147-A177-3AD203B41FA5}">
                          <a16:colId xmlns:a16="http://schemas.microsoft.com/office/drawing/2014/main" val="2548766450"/>
                        </a:ext>
                      </a:extLst>
                    </a:gridCol>
                    <a:gridCol w="959572">
                      <a:extLst>
                        <a:ext uri="{9D8B030D-6E8A-4147-A177-3AD203B41FA5}">
                          <a16:colId xmlns:a16="http://schemas.microsoft.com/office/drawing/2014/main" val="2208636898"/>
                        </a:ext>
                      </a:extLst>
                    </a:gridCol>
                    <a:gridCol w="959572">
                      <a:extLst>
                        <a:ext uri="{9D8B030D-6E8A-4147-A177-3AD203B41FA5}">
                          <a16:colId xmlns:a16="http://schemas.microsoft.com/office/drawing/2014/main" val="1962852765"/>
                        </a:ext>
                      </a:extLst>
                    </a:gridCol>
                    <a:gridCol w="959572">
                      <a:extLst>
                        <a:ext uri="{9D8B030D-6E8A-4147-A177-3AD203B41FA5}">
                          <a16:colId xmlns:a16="http://schemas.microsoft.com/office/drawing/2014/main" val="2281907699"/>
                        </a:ext>
                      </a:extLst>
                    </a:gridCol>
                    <a:gridCol w="1310065">
                      <a:extLst>
                        <a:ext uri="{9D8B030D-6E8A-4147-A177-3AD203B41FA5}">
                          <a16:colId xmlns:a16="http://schemas.microsoft.com/office/drawing/2014/main" val="1904187451"/>
                        </a:ext>
                      </a:extLst>
                    </a:gridCol>
                  </a:tblGrid>
                  <a:tr h="446391">
                    <a:tc>
                      <a:txBody>
                        <a:bodyPr/>
                        <a:lstStyle/>
                        <a:p>
                          <a:endParaRPr lang="en-US"/>
                        </a:p>
                      </a:txBody>
                      <a:tcPr marL="75589" marR="75589" marT="37794" marB="37794"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95" t="-1351" r="-521344"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161783" t="-1351" r="-740127"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260127" t="-1351" r="-635443"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62420" t="-1351" r="-539490"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459494" t="-1351" r="-436076"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563057" t="-1351" r="-338854"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658861" t="-1351" r="-236709"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763694" t="-1351" r="-138217"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630698" t="-1351" r="-930" b="-102703"/>
                          </a:stretch>
                        </a:blipFill>
                      </a:tcPr>
                    </a:tc>
                    <a:extLst>
                      <a:ext uri="{0D108BD9-81ED-4DB2-BD59-A6C34878D82A}">
                        <a16:rowId xmlns:a16="http://schemas.microsoft.com/office/drawing/2014/main" val="3715006325"/>
                      </a:ext>
                    </a:extLst>
                  </a:tr>
                  <a:tr h="446391">
                    <a:tc>
                      <a:txBody>
                        <a:bodyPr/>
                        <a:lstStyle/>
                        <a:p>
                          <a:endParaRPr lang="en-US"/>
                        </a:p>
                      </a:txBody>
                      <a:tcPr marL="75589" marR="75589" marT="37794" marB="37794"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95" t="-101351" r="-521344"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161783" t="-101351" r="-740127"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260127" t="-101351" r="-635443"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62420" t="-101351" r="-539490"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459494" t="-101351" r="-436076"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563057" t="-101351" r="-338854"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658861" t="-101351" r="-236709"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763694" t="-101351" r="-138217"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630698" t="-101351" r="-930" b="-2703"/>
                          </a:stretch>
                        </a:blipFill>
                      </a:tcPr>
                    </a:tc>
                    <a:extLst>
                      <a:ext uri="{0D108BD9-81ED-4DB2-BD59-A6C34878D82A}">
                        <a16:rowId xmlns:a16="http://schemas.microsoft.com/office/drawing/2014/main" val="499852326"/>
                      </a:ext>
                    </a:extLst>
                  </a:tr>
                </a:tbl>
              </a:graphicData>
            </a:graphic>
          </p:graphicFrame>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BB3F576-7738-4872-8F34-73C18E96D683}"/>
                  </a:ext>
                </a:extLst>
              </p:cNvPr>
              <p:cNvSpPr txBox="1"/>
              <p:nvPr/>
            </p:nvSpPr>
            <p:spPr>
              <a:xfrm>
                <a:off x="10807332" y="4762264"/>
                <a:ext cx="1371601"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400" i="0" dirty="0" smtClean="0">
                          <a:solidFill>
                            <a:srgbClr val="002060"/>
                          </a:solidFill>
                          <a:latin typeface="Cambria Math" panose="02040503050406030204" pitchFamily="18" charset="0"/>
                        </a:rPr>
                        <m:t>P</m:t>
                      </m:r>
                      <m:r>
                        <a:rPr lang="en-GB" sz="2400" i="0" dirty="0" smtClean="0">
                          <a:solidFill>
                            <a:srgbClr val="002060"/>
                          </a:solidFill>
                          <a:latin typeface="Cambria Math" panose="02040503050406030204" pitchFamily="18" charset="0"/>
                        </a:rPr>
                        <m:t>(</m:t>
                      </m:r>
                      <m:r>
                        <m:rPr>
                          <m:sty m:val="p"/>
                        </m:rPr>
                        <a:rPr lang="en-GB" sz="2400" i="0" dirty="0" smtClean="0">
                          <a:solidFill>
                            <a:srgbClr val="002060"/>
                          </a:solidFill>
                          <a:latin typeface="Cambria Math" panose="02040503050406030204" pitchFamily="18" charset="0"/>
                        </a:rPr>
                        <m:t>x</m:t>
                      </m:r>
                      <m:r>
                        <a:rPr lang="en-GB" sz="2400" i="0" dirty="0" smtClean="0">
                          <a:solidFill>
                            <a:srgbClr val="002060"/>
                          </a:solidFill>
                          <a:latin typeface="Cambria Math" panose="02040503050406030204" pitchFamily="18" charset="0"/>
                        </a:rPr>
                        <m:t>&lt;6)</m:t>
                      </m:r>
                    </m:oMath>
                  </m:oMathPara>
                </a14:m>
                <a:endParaRPr lang="en-IN" sz="2400" dirty="0">
                  <a:solidFill>
                    <a:srgbClr val="002060"/>
                  </a:solidFill>
                </a:endParaRPr>
              </a:p>
            </p:txBody>
          </p:sp>
        </mc:Choice>
        <mc:Fallback xmlns="">
          <p:sp>
            <p:nvSpPr>
              <p:cNvPr id="8" name="TextBox 7">
                <a:extLst>
                  <a:ext uri="{FF2B5EF4-FFF2-40B4-BE49-F238E27FC236}">
                    <a16:creationId xmlns:a16="http://schemas.microsoft.com/office/drawing/2014/main" id="{8BB3F576-7738-4872-8F34-73C18E96D683}"/>
                  </a:ext>
                </a:extLst>
              </p:cNvPr>
              <p:cNvSpPr txBox="1">
                <a:spLocks noRot="1" noChangeAspect="1" noMove="1" noResize="1" noEditPoints="1" noAdjustHandles="1" noChangeArrowheads="1" noChangeShapeType="1" noTextEdit="1"/>
              </p:cNvSpPr>
              <p:nvPr/>
            </p:nvSpPr>
            <p:spPr>
              <a:xfrm>
                <a:off x="10807332" y="4762264"/>
                <a:ext cx="1371601" cy="461665"/>
              </a:xfrm>
              <a:prstGeom prst="rect">
                <a:avLst/>
              </a:prstGeom>
              <a:blipFill>
                <a:blip r:embed="rId4"/>
                <a:stretch>
                  <a:fillRect l="-1333" r="-444" b="-184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006C46E-AE0E-47C0-A40B-C1B55B90AD1D}"/>
                  </a:ext>
                </a:extLst>
              </p:cNvPr>
              <p:cNvSpPr txBox="1"/>
              <p:nvPr/>
            </p:nvSpPr>
            <p:spPr>
              <a:xfrm>
                <a:off x="10807332" y="5377482"/>
                <a:ext cx="1371601"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400" dirty="0" smtClean="0">
                          <a:solidFill>
                            <a:srgbClr val="002060"/>
                          </a:solidFill>
                          <a:latin typeface="Cambria Math" panose="02040503050406030204" pitchFamily="18" charset="0"/>
                        </a:rPr>
                        <m:t>P</m:t>
                      </m:r>
                      <m:d>
                        <m:dPr>
                          <m:ctrlPr>
                            <a:rPr lang="en-GB" sz="2400" i="1" dirty="0">
                              <a:solidFill>
                                <a:srgbClr val="002060"/>
                              </a:solidFill>
                              <a:latin typeface="Cambria Math" panose="02040503050406030204" pitchFamily="18" charset="0"/>
                            </a:rPr>
                          </m:ctrlPr>
                        </m:dPr>
                        <m:e>
                          <m:r>
                            <m:rPr>
                              <m:sty m:val="p"/>
                            </m:rPr>
                            <a:rPr lang="en-GB" sz="2400" dirty="0">
                              <a:solidFill>
                                <a:srgbClr val="002060"/>
                              </a:solidFill>
                              <a:latin typeface="Cambria Math" panose="02040503050406030204" pitchFamily="18" charset="0"/>
                            </a:rPr>
                            <m:t>x</m:t>
                          </m:r>
                          <m:r>
                            <a:rPr lang="en-GB" sz="2400" dirty="0">
                              <a:solidFill>
                                <a:srgbClr val="002060"/>
                              </a:solidFill>
                              <a:latin typeface="Cambria Math" panose="02040503050406030204" pitchFamily="18" charset="0"/>
                            </a:rPr>
                            <m:t>≥6</m:t>
                          </m:r>
                        </m:e>
                      </m:d>
                    </m:oMath>
                  </m:oMathPara>
                </a14:m>
                <a:endParaRPr lang="en-IN" sz="2400" dirty="0">
                  <a:solidFill>
                    <a:srgbClr val="002060"/>
                  </a:solidFill>
                </a:endParaRPr>
              </a:p>
            </p:txBody>
          </p:sp>
        </mc:Choice>
        <mc:Fallback xmlns="">
          <p:sp>
            <p:nvSpPr>
              <p:cNvPr id="9" name="TextBox 8">
                <a:extLst>
                  <a:ext uri="{FF2B5EF4-FFF2-40B4-BE49-F238E27FC236}">
                    <a16:creationId xmlns:a16="http://schemas.microsoft.com/office/drawing/2014/main" id="{F006C46E-AE0E-47C0-A40B-C1B55B90AD1D}"/>
                  </a:ext>
                </a:extLst>
              </p:cNvPr>
              <p:cNvSpPr txBox="1">
                <a:spLocks noRot="1" noChangeAspect="1" noMove="1" noResize="1" noEditPoints="1" noAdjustHandles="1" noChangeArrowheads="1" noChangeShapeType="1" noTextEdit="1"/>
              </p:cNvSpPr>
              <p:nvPr/>
            </p:nvSpPr>
            <p:spPr>
              <a:xfrm>
                <a:off x="10807332" y="5377482"/>
                <a:ext cx="1371601" cy="461665"/>
              </a:xfrm>
              <a:prstGeom prst="rect">
                <a:avLst/>
              </a:prstGeom>
              <a:blipFill>
                <a:blip r:embed="rId5"/>
                <a:stretch>
                  <a:fillRect l="-1333" b="-131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E26F16E-CA9B-4C2F-B031-92236DB06309}"/>
                  </a:ext>
                </a:extLst>
              </p:cNvPr>
              <p:cNvSpPr txBox="1"/>
              <p:nvPr/>
            </p:nvSpPr>
            <p:spPr>
              <a:xfrm>
                <a:off x="10262508" y="5992701"/>
                <a:ext cx="1929492"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400" dirty="0" smtClean="0">
                          <a:solidFill>
                            <a:srgbClr val="002060"/>
                          </a:solidFill>
                          <a:latin typeface="Cambria Math" panose="02040503050406030204" pitchFamily="18" charset="0"/>
                        </a:rPr>
                        <m:t>P</m:t>
                      </m:r>
                      <m:d>
                        <m:dPr>
                          <m:ctrlPr>
                            <a:rPr lang="en-GB" sz="2400" i="1" dirty="0">
                              <a:solidFill>
                                <a:srgbClr val="002060"/>
                              </a:solidFill>
                              <a:latin typeface="Cambria Math" panose="02040503050406030204" pitchFamily="18" charset="0"/>
                            </a:rPr>
                          </m:ctrlPr>
                        </m:dPr>
                        <m:e>
                          <m:r>
                            <a:rPr lang="en-GB" sz="2400" dirty="0">
                              <a:solidFill>
                                <a:srgbClr val="002060"/>
                              </a:solidFill>
                              <a:latin typeface="Cambria Math" panose="02040503050406030204" pitchFamily="18" charset="0"/>
                            </a:rPr>
                            <m:t>0&lt;</m:t>
                          </m:r>
                          <m:r>
                            <m:rPr>
                              <m:sty m:val="p"/>
                            </m:rPr>
                            <a:rPr lang="en-GB" sz="2400" dirty="0">
                              <a:solidFill>
                                <a:srgbClr val="002060"/>
                              </a:solidFill>
                              <a:latin typeface="Cambria Math" panose="02040503050406030204" pitchFamily="18" charset="0"/>
                            </a:rPr>
                            <m:t>x</m:t>
                          </m:r>
                          <m:r>
                            <a:rPr lang="en-GB" sz="2400" dirty="0">
                              <a:solidFill>
                                <a:srgbClr val="002060"/>
                              </a:solidFill>
                              <a:latin typeface="Cambria Math" panose="02040503050406030204" pitchFamily="18" charset="0"/>
                            </a:rPr>
                            <m:t>&lt;5</m:t>
                          </m:r>
                        </m:e>
                      </m:d>
                    </m:oMath>
                  </m:oMathPara>
                </a14:m>
                <a:endParaRPr lang="en-IN" sz="2400" dirty="0">
                  <a:solidFill>
                    <a:srgbClr val="002060"/>
                  </a:solidFill>
                </a:endParaRPr>
              </a:p>
            </p:txBody>
          </p:sp>
        </mc:Choice>
        <mc:Fallback xmlns="">
          <p:sp>
            <p:nvSpPr>
              <p:cNvPr id="11" name="TextBox 10">
                <a:extLst>
                  <a:ext uri="{FF2B5EF4-FFF2-40B4-BE49-F238E27FC236}">
                    <a16:creationId xmlns:a16="http://schemas.microsoft.com/office/drawing/2014/main" id="{9E26F16E-CA9B-4C2F-B031-92236DB06309}"/>
                  </a:ext>
                </a:extLst>
              </p:cNvPr>
              <p:cNvSpPr txBox="1">
                <a:spLocks noRot="1" noChangeAspect="1" noMove="1" noResize="1" noEditPoints="1" noAdjustHandles="1" noChangeArrowheads="1" noChangeShapeType="1" noTextEdit="1"/>
              </p:cNvSpPr>
              <p:nvPr/>
            </p:nvSpPr>
            <p:spPr>
              <a:xfrm>
                <a:off x="10262508" y="5992701"/>
                <a:ext cx="1929492" cy="461665"/>
              </a:xfrm>
              <a:prstGeom prst="rect">
                <a:avLst/>
              </a:prstGeom>
              <a:blipFill>
                <a:blip r:embed="rId6"/>
                <a:stretch>
                  <a:fillRect l="-63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EA43DC18-5EE5-4E28-ACA0-1C5002CBEA46}"/>
                  </a:ext>
                </a:extLst>
              </p:cNvPr>
              <p:cNvSpPr txBox="1"/>
              <p:nvPr/>
            </p:nvSpPr>
            <p:spPr>
              <a:xfrm>
                <a:off x="1594217" y="2387467"/>
                <a:ext cx="54482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24" name="TextBox 23">
                <a:extLst>
                  <a:ext uri="{FF2B5EF4-FFF2-40B4-BE49-F238E27FC236}">
                    <a16:creationId xmlns:a16="http://schemas.microsoft.com/office/drawing/2014/main" id="{EA43DC18-5EE5-4E28-ACA0-1C5002CBEA46}"/>
                  </a:ext>
                </a:extLst>
              </p:cNvPr>
              <p:cNvSpPr txBox="1">
                <a:spLocks noRot="1" noChangeAspect="1" noMove="1" noResize="1" noEditPoints="1" noAdjustHandles="1" noChangeArrowheads="1" noChangeShapeType="1" noTextEdit="1"/>
              </p:cNvSpPr>
              <p:nvPr/>
            </p:nvSpPr>
            <p:spPr>
              <a:xfrm>
                <a:off x="1594217" y="2387467"/>
                <a:ext cx="544826"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E210683-6281-4F9A-A6B3-078F169E11B7}"/>
                  </a:ext>
                </a:extLst>
              </p:cNvPr>
              <p:cNvSpPr txBox="1"/>
              <p:nvPr/>
            </p:nvSpPr>
            <p:spPr>
              <a:xfrm>
                <a:off x="2139043" y="1778371"/>
                <a:ext cx="187778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9</m:t>
                      </m:r>
                      <m:r>
                        <m:rPr>
                          <m:sty m:val="p"/>
                        </m:rPr>
                        <a:rPr lang="en-IN" sz="2800" b="0" i="0" dirty="0" smtClean="0">
                          <a:solidFill>
                            <a:srgbClr val="002060"/>
                          </a:solidFill>
                          <a:latin typeface="Cambria Math" panose="02040503050406030204" pitchFamily="18" charset="0"/>
                        </a:rPr>
                        <m:t>k</m:t>
                      </m:r>
                      <m:r>
                        <a:rPr lang="en-IN" sz="2800" b="0" i="0" dirty="0" smtClean="0">
                          <a:solidFill>
                            <a:srgbClr val="002060"/>
                          </a:solidFill>
                          <a:latin typeface="Cambria Math" panose="02040503050406030204" pitchFamily="18" charset="0"/>
                        </a:rPr>
                        <m:t>+10</m:t>
                      </m:r>
                      <m:sSup>
                        <m:sSupPr>
                          <m:ctrlPr>
                            <a:rPr lang="en-IN" sz="2800" b="0" i="1" dirty="0" smtClean="0">
                              <a:solidFill>
                                <a:srgbClr val="002060"/>
                              </a:solidFill>
                              <a:latin typeface="Cambria Math" panose="02040503050406030204" pitchFamily="18" charset="0"/>
                            </a:rPr>
                          </m:ctrlPr>
                        </m:sSupPr>
                        <m:e>
                          <m:r>
                            <m:rPr>
                              <m:sty m:val="p"/>
                            </m:rPr>
                            <a:rPr lang="en-IN" sz="2800" b="0" i="0" dirty="0" smtClean="0">
                              <a:solidFill>
                                <a:srgbClr val="002060"/>
                              </a:solidFill>
                              <a:latin typeface="Cambria Math" panose="02040503050406030204" pitchFamily="18" charset="0"/>
                            </a:rPr>
                            <m:t>k</m:t>
                          </m:r>
                        </m:e>
                        <m:sup>
                          <m:r>
                            <a:rPr lang="en-IN" sz="2800" b="0" i="0" dirty="0" smtClean="0">
                              <a:solidFill>
                                <a:srgbClr val="002060"/>
                              </a:solidFill>
                              <a:latin typeface="Cambria Math" panose="02040503050406030204" pitchFamily="18" charset="0"/>
                            </a:rPr>
                            <m:t>2</m:t>
                          </m:r>
                        </m:sup>
                      </m:sSup>
                    </m:oMath>
                  </m:oMathPara>
                </a14:m>
                <a:endParaRPr lang="en-IN" sz="2800" dirty="0">
                  <a:solidFill>
                    <a:srgbClr val="002060"/>
                  </a:solidFill>
                  <a:latin typeface="+mj-lt"/>
                </a:endParaRPr>
              </a:p>
            </p:txBody>
          </p:sp>
        </mc:Choice>
        <mc:Fallback xmlns="">
          <p:sp>
            <p:nvSpPr>
              <p:cNvPr id="25" name="TextBox 24">
                <a:extLst>
                  <a:ext uri="{FF2B5EF4-FFF2-40B4-BE49-F238E27FC236}">
                    <a16:creationId xmlns:a16="http://schemas.microsoft.com/office/drawing/2014/main" id="{3E210683-6281-4F9A-A6B3-078F169E11B7}"/>
                  </a:ext>
                </a:extLst>
              </p:cNvPr>
              <p:cNvSpPr txBox="1">
                <a:spLocks noRot="1" noChangeAspect="1" noMove="1" noResize="1" noEditPoints="1" noAdjustHandles="1" noChangeArrowheads="1" noChangeShapeType="1" noTextEdit="1"/>
              </p:cNvSpPr>
              <p:nvPr/>
            </p:nvSpPr>
            <p:spPr>
              <a:xfrm>
                <a:off x="2139043" y="1778371"/>
                <a:ext cx="1877784"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F4836A2-4840-44C1-B31A-9677D3203453}"/>
                  </a:ext>
                </a:extLst>
              </p:cNvPr>
              <p:cNvSpPr txBox="1"/>
              <p:nvPr/>
            </p:nvSpPr>
            <p:spPr>
              <a:xfrm>
                <a:off x="3880214" y="1778371"/>
                <a:ext cx="86051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0" dirty="0">
                          <a:solidFill>
                            <a:srgbClr val="002060"/>
                          </a:solidFill>
                          <a:latin typeface="Cambria Math" panose="02040503050406030204" pitchFamily="18" charset="0"/>
                        </a:rPr>
                        <m:t>=1</m:t>
                      </m:r>
                    </m:oMath>
                  </m:oMathPara>
                </a14:m>
                <a:endParaRPr lang="en-IN" sz="2800" dirty="0">
                  <a:solidFill>
                    <a:srgbClr val="002060"/>
                  </a:solidFill>
                  <a:latin typeface="+mj-lt"/>
                </a:endParaRPr>
              </a:p>
            </p:txBody>
          </p:sp>
        </mc:Choice>
        <mc:Fallback xmlns="">
          <p:sp>
            <p:nvSpPr>
              <p:cNvPr id="26" name="TextBox 25">
                <a:extLst>
                  <a:ext uri="{FF2B5EF4-FFF2-40B4-BE49-F238E27FC236}">
                    <a16:creationId xmlns:a16="http://schemas.microsoft.com/office/drawing/2014/main" id="{3F4836A2-4840-44C1-B31A-9677D3203453}"/>
                  </a:ext>
                </a:extLst>
              </p:cNvPr>
              <p:cNvSpPr txBox="1">
                <a:spLocks noRot="1" noChangeAspect="1" noMove="1" noResize="1" noEditPoints="1" noAdjustHandles="1" noChangeArrowheads="1" noChangeShapeType="1" noTextEdit="1"/>
              </p:cNvSpPr>
              <p:nvPr/>
            </p:nvSpPr>
            <p:spPr>
              <a:xfrm>
                <a:off x="3880214" y="1778371"/>
                <a:ext cx="860513"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ACE678D-B904-4352-ACBF-360399698E7B}"/>
                  </a:ext>
                </a:extLst>
              </p:cNvPr>
              <p:cNvSpPr txBox="1"/>
              <p:nvPr/>
            </p:nvSpPr>
            <p:spPr>
              <a:xfrm>
                <a:off x="2139042" y="2390312"/>
                <a:ext cx="3308355"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dirty="0">
                          <a:latin typeface="Cambria Math" panose="02040503050406030204" pitchFamily="18" charset="0"/>
                        </a:rPr>
                        <m:t>10</m:t>
                      </m:r>
                      <m:sSup>
                        <m:sSupPr>
                          <m:ctrlPr>
                            <a:rPr lang="en-IN" i="1" dirty="0">
                              <a:latin typeface="Cambria Math" panose="02040503050406030204" pitchFamily="18" charset="0"/>
                            </a:rPr>
                          </m:ctrlPr>
                        </m:sSupPr>
                        <m:e>
                          <m:r>
                            <m:rPr>
                              <m:sty m:val="p"/>
                            </m:rPr>
                            <a:rPr lang="en-IN" dirty="0">
                              <a:latin typeface="Cambria Math" panose="02040503050406030204" pitchFamily="18" charset="0"/>
                            </a:rPr>
                            <m:t>k</m:t>
                          </m:r>
                        </m:e>
                        <m:sup>
                          <m:r>
                            <a:rPr lang="en-IN" dirty="0">
                              <a:latin typeface="Cambria Math" panose="02040503050406030204" pitchFamily="18" charset="0"/>
                            </a:rPr>
                            <m:t>2</m:t>
                          </m:r>
                        </m:sup>
                      </m:sSup>
                      <m:r>
                        <a:rPr lang="en-IN" dirty="0">
                          <a:latin typeface="Cambria Math" panose="02040503050406030204" pitchFamily="18" charset="0"/>
                        </a:rPr>
                        <m:t>+9</m:t>
                      </m:r>
                      <m:r>
                        <m:rPr>
                          <m:sty m:val="p"/>
                        </m:rPr>
                        <a:rPr lang="en-IN" dirty="0">
                          <a:latin typeface="Cambria Math" panose="02040503050406030204" pitchFamily="18" charset="0"/>
                        </a:rPr>
                        <m:t>k</m:t>
                      </m:r>
                      <m:r>
                        <a:rPr lang="en-IN" dirty="0">
                          <a:latin typeface="Cambria Math" panose="02040503050406030204" pitchFamily="18" charset="0"/>
                        </a:rPr>
                        <m:t>−1=0</m:t>
                      </m:r>
                    </m:oMath>
                  </m:oMathPara>
                </a14:m>
                <a:endParaRPr lang="en-IN" dirty="0"/>
              </a:p>
            </p:txBody>
          </p:sp>
        </mc:Choice>
        <mc:Fallback xmlns="">
          <p:sp>
            <p:nvSpPr>
              <p:cNvPr id="27" name="TextBox 26">
                <a:extLst>
                  <a:ext uri="{FF2B5EF4-FFF2-40B4-BE49-F238E27FC236}">
                    <a16:creationId xmlns:a16="http://schemas.microsoft.com/office/drawing/2014/main" id="{7ACE678D-B904-4352-ACBF-360399698E7B}"/>
                  </a:ext>
                </a:extLst>
              </p:cNvPr>
              <p:cNvSpPr txBox="1">
                <a:spLocks noRot="1" noChangeAspect="1" noMove="1" noResize="1" noEditPoints="1" noAdjustHandles="1" noChangeArrowheads="1" noChangeShapeType="1" noTextEdit="1"/>
              </p:cNvSpPr>
              <p:nvPr/>
            </p:nvSpPr>
            <p:spPr>
              <a:xfrm>
                <a:off x="2139042" y="2390312"/>
                <a:ext cx="3308355"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4D235FD-72A2-4A59-A898-040C4B2F0CC6}"/>
                  </a:ext>
                </a:extLst>
              </p:cNvPr>
              <p:cNvSpPr txBox="1"/>
              <p:nvPr/>
            </p:nvSpPr>
            <p:spPr>
              <a:xfrm>
                <a:off x="1594217" y="3027049"/>
                <a:ext cx="54482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28" name="TextBox 27">
                <a:extLst>
                  <a:ext uri="{FF2B5EF4-FFF2-40B4-BE49-F238E27FC236}">
                    <a16:creationId xmlns:a16="http://schemas.microsoft.com/office/drawing/2014/main" id="{F4D235FD-72A2-4A59-A898-040C4B2F0CC6}"/>
                  </a:ext>
                </a:extLst>
              </p:cNvPr>
              <p:cNvSpPr txBox="1">
                <a:spLocks noRot="1" noChangeAspect="1" noMove="1" noResize="1" noEditPoints="1" noAdjustHandles="1" noChangeArrowheads="1" noChangeShapeType="1" noTextEdit="1"/>
              </p:cNvSpPr>
              <p:nvPr/>
            </p:nvSpPr>
            <p:spPr>
              <a:xfrm>
                <a:off x="1594217" y="3027049"/>
                <a:ext cx="544826"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77CA269A-D0A0-46F3-88A6-EA3BB1DA9B0E}"/>
                  </a:ext>
                </a:extLst>
              </p:cNvPr>
              <p:cNvSpPr txBox="1"/>
              <p:nvPr/>
            </p:nvSpPr>
            <p:spPr>
              <a:xfrm>
                <a:off x="2139042" y="3029183"/>
                <a:ext cx="4180115"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dirty="0">
                          <a:latin typeface="Cambria Math" panose="02040503050406030204" pitchFamily="18" charset="0"/>
                        </a:rPr>
                        <m:t>10</m:t>
                      </m:r>
                      <m:sSup>
                        <m:sSupPr>
                          <m:ctrlPr>
                            <a:rPr lang="en-IN" i="1" dirty="0">
                              <a:latin typeface="Cambria Math" panose="02040503050406030204" pitchFamily="18" charset="0"/>
                            </a:rPr>
                          </m:ctrlPr>
                        </m:sSupPr>
                        <m:e>
                          <m:r>
                            <m:rPr>
                              <m:sty m:val="p"/>
                            </m:rPr>
                            <a:rPr lang="en-IN" dirty="0">
                              <a:latin typeface="Cambria Math" panose="02040503050406030204" pitchFamily="18" charset="0"/>
                            </a:rPr>
                            <m:t>k</m:t>
                          </m:r>
                        </m:e>
                        <m:sup>
                          <m:r>
                            <a:rPr lang="en-IN" dirty="0">
                              <a:latin typeface="Cambria Math" panose="02040503050406030204" pitchFamily="18" charset="0"/>
                            </a:rPr>
                            <m:t>2</m:t>
                          </m:r>
                        </m:sup>
                      </m:sSup>
                      <m:r>
                        <a:rPr lang="en-IN" dirty="0">
                          <a:latin typeface="Cambria Math" panose="02040503050406030204" pitchFamily="18" charset="0"/>
                        </a:rPr>
                        <m:t>+10</m:t>
                      </m:r>
                      <m:r>
                        <m:rPr>
                          <m:sty m:val="p"/>
                        </m:rPr>
                        <a:rPr lang="en-IN" dirty="0">
                          <a:latin typeface="Cambria Math" panose="02040503050406030204" pitchFamily="18" charset="0"/>
                        </a:rPr>
                        <m:t>k</m:t>
                      </m:r>
                      <m:r>
                        <a:rPr lang="en-IN" dirty="0">
                          <a:latin typeface="Cambria Math" panose="02040503050406030204" pitchFamily="18" charset="0"/>
                        </a:rPr>
                        <m:t>−</m:t>
                      </m:r>
                      <m:r>
                        <m:rPr>
                          <m:sty m:val="p"/>
                        </m:rPr>
                        <a:rPr lang="en-IN" dirty="0">
                          <a:latin typeface="Cambria Math" panose="02040503050406030204" pitchFamily="18" charset="0"/>
                        </a:rPr>
                        <m:t>k</m:t>
                      </m:r>
                      <m:r>
                        <a:rPr lang="en-IN" dirty="0">
                          <a:latin typeface="Cambria Math" panose="02040503050406030204" pitchFamily="18" charset="0"/>
                        </a:rPr>
                        <m:t>−1=0</m:t>
                      </m:r>
                    </m:oMath>
                  </m:oMathPara>
                </a14:m>
                <a:endParaRPr lang="en-IN" dirty="0"/>
              </a:p>
            </p:txBody>
          </p:sp>
        </mc:Choice>
        <mc:Fallback xmlns="">
          <p:sp>
            <p:nvSpPr>
              <p:cNvPr id="29" name="TextBox 28">
                <a:extLst>
                  <a:ext uri="{FF2B5EF4-FFF2-40B4-BE49-F238E27FC236}">
                    <a16:creationId xmlns:a16="http://schemas.microsoft.com/office/drawing/2014/main" id="{77CA269A-D0A0-46F3-88A6-EA3BB1DA9B0E}"/>
                  </a:ext>
                </a:extLst>
              </p:cNvPr>
              <p:cNvSpPr txBox="1">
                <a:spLocks noRot="1" noChangeAspect="1" noMove="1" noResize="1" noEditPoints="1" noAdjustHandles="1" noChangeArrowheads="1" noChangeShapeType="1" noTextEdit="1"/>
              </p:cNvSpPr>
              <p:nvPr/>
            </p:nvSpPr>
            <p:spPr>
              <a:xfrm>
                <a:off x="2139042" y="3029183"/>
                <a:ext cx="4180115"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EA16FF63-236F-4ADC-B1B5-FD1F7A319533}"/>
                  </a:ext>
                </a:extLst>
              </p:cNvPr>
              <p:cNvSpPr txBox="1"/>
              <p:nvPr/>
            </p:nvSpPr>
            <p:spPr>
              <a:xfrm>
                <a:off x="1594217" y="3666631"/>
                <a:ext cx="54482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30" name="TextBox 29">
                <a:extLst>
                  <a:ext uri="{FF2B5EF4-FFF2-40B4-BE49-F238E27FC236}">
                    <a16:creationId xmlns:a16="http://schemas.microsoft.com/office/drawing/2014/main" id="{EA16FF63-236F-4ADC-B1B5-FD1F7A319533}"/>
                  </a:ext>
                </a:extLst>
              </p:cNvPr>
              <p:cNvSpPr txBox="1">
                <a:spLocks noRot="1" noChangeAspect="1" noMove="1" noResize="1" noEditPoints="1" noAdjustHandles="1" noChangeArrowheads="1" noChangeShapeType="1" noTextEdit="1"/>
              </p:cNvSpPr>
              <p:nvPr/>
            </p:nvSpPr>
            <p:spPr>
              <a:xfrm>
                <a:off x="1594217" y="3666631"/>
                <a:ext cx="544826"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D053598-B35D-4585-930D-88D0C11CA2F5}"/>
                  </a:ext>
                </a:extLst>
              </p:cNvPr>
              <p:cNvSpPr txBox="1"/>
              <p:nvPr/>
            </p:nvSpPr>
            <p:spPr>
              <a:xfrm>
                <a:off x="2139042" y="3668054"/>
                <a:ext cx="4784272"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dirty="0">
                          <a:latin typeface="Cambria Math" panose="02040503050406030204" pitchFamily="18" charset="0"/>
                        </a:rPr>
                        <m:t>10</m:t>
                      </m:r>
                      <m:r>
                        <m:rPr>
                          <m:sty m:val="p"/>
                        </m:rPr>
                        <a:rPr lang="en-IN" dirty="0">
                          <a:latin typeface="Cambria Math" panose="02040503050406030204" pitchFamily="18" charset="0"/>
                        </a:rPr>
                        <m:t>k</m:t>
                      </m:r>
                      <m:d>
                        <m:dPr>
                          <m:ctrlPr>
                            <a:rPr lang="en-IN" i="1" dirty="0">
                              <a:latin typeface="Cambria Math" panose="02040503050406030204" pitchFamily="18" charset="0"/>
                            </a:rPr>
                          </m:ctrlPr>
                        </m:dPr>
                        <m:e>
                          <m:r>
                            <m:rPr>
                              <m:sty m:val="p"/>
                            </m:rPr>
                            <a:rPr lang="en-IN" dirty="0">
                              <a:latin typeface="Cambria Math" panose="02040503050406030204" pitchFamily="18" charset="0"/>
                            </a:rPr>
                            <m:t>k</m:t>
                          </m:r>
                          <m:r>
                            <a:rPr lang="en-IN" dirty="0">
                              <a:latin typeface="Cambria Math" panose="02040503050406030204" pitchFamily="18" charset="0"/>
                            </a:rPr>
                            <m:t>+1</m:t>
                          </m:r>
                        </m:e>
                      </m:d>
                      <m:r>
                        <a:rPr lang="en-IN" dirty="0">
                          <a:latin typeface="Cambria Math" panose="02040503050406030204" pitchFamily="18" charset="0"/>
                        </a:rPr>
                        <m:t>−1</m:t>
                      </m:r>
                      <m:d>
                        <m:dPr>
                          <m:ctrlPr>
                            <a:rPr lang="en-IN" i="1" dirty="0">
                              <a:latin typeface="Cambria Math" panose="02040503050406030204" pitchFamily="18" charset="0"/>
                            </a:rPr>
                          </m:ctrlPr>
                        </m:dPr>
                        <m:e>
                          <m:r>
                            <m:rPr>
                              <m:sty m:val="p"/>
                            </m:rPr>
                            <a:rPr lang="en-IN" dirty="0">
                              <a:latin typeface="Cambria Math" panose="02040503050406030204" pitchFamily="18" charset="0"/>
                            </a:rPr>
                            <m:t>k</m:t>
                          </m:r>
                          <m:r>
                            <a:rPr lang="en-IN" dirty="0">
                              <a:latin typeface="Cambria Math" panose="02040503050406030204" pitchFamily="18" charset="0"/>
                            </a:rPr>
                            <m:t>+1</m:t>
                          </m:r>
                        </m:e>
                      </m:d>
                      <m:r>
                        <a:rPr lang="en-IN" dirty="0">
                          <a:latin typeface="Cambria Math" panose="02040503050406030204" pitchFamily="18" charset="0"/>
                        </a:rPr>
                        <m:t>=0</m:t>
                      </m:r>
                    </m:oMath>
                  </m:oMathPara>
                </a14:m>
                <a:endParaRPr lang="en-IN" dirty="0"/>
              </a:p>
            </p:txBody>
          </p:sp>
        </mc:Choice>
        <mc:Fallback xmlns="">
          <p:sp>
            <p:nvSpPr>
              <p:cNvPr id="31" name="TextBox 30">
                <a:extLst>
                  <a:ext uri="{FF2B5EF4-FFF2-40B4-BE49-F238E27FC236}">
                    <a16:creationId xmlns:a16="http://schemas.microsoft.com/office/drawing/2014/main" id="{FD053598-B35D-4585-930D-88D0C11CA2F5}"/>
                  </a:ext>
                </a:extLst>
              </p:cNvPr>
              <p:cNvSpPr txBox="1">
                <a:spLocks noRot="1" noChangeAspect="1" noMove="1" noResize="1" noEditPoints="1" noAdjustHandles="1" noChangeArrowheads="1" noChangeShapeType="1" noTextEdit="1"/>
              </p:cNvSpPr>
              <p:nvPr/>
            </p:nvSpPr>
            <p:spPr>
              <a:xfrm>
                <a:off x="2139042" y="3668054"/>
                <a:ext cx="4784272"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BC49A3E-EB83-4B35-B901-B3A5830219A6}"/>
                  </a:ext>
                </a:extLst>
              </p:cNvPr>
              <p:cNvSpPr txBox="1"/>
              <p:nvPr/>
            </p:nvSpPr>
            <p:spPr>
              <a:xfrm>
                <a:off x="1594217" y="4306213"/>
                <a:ext cx="54482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32" name="TextBox 31">
                <a:extLst>
                  <a:ext uri="{FF2B5EF4-FFF2-40B4-BE49-F238E27FC236}">
                    <a16:creationId xmlns:a16="http://schemas.microsoft.com/office/drawing/2014/main" id="{2BC49A3E-EB83-4B35-B901-B3A5830219A6}"/>
                  </a:ext>
                </a:extLst>
              </p:cNvPr>
              <p:cNvSpPr txBox="1">
                <a:spLocks noRot="1" noChangeAspect="1" noMove="1" noResize="1" noEditPoints="1" noAdjustHandles="1" noChangeArrowheads="1" noChangeShapeType="1" noTextEdit="1"/>
              </p:cNvSpPr>
              <p:nvPr/>
            </p:nvSpPr>
            <p:spPr>
              <a:xfrm>
                <a:off x="1594217" y="4306213"/>
                <a:ext cx="544826"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B57B2B15-C4EF-4036-AB14-135595358064}"/>
                  </a:ext>
                </a:extLst>
              </p:cNvPr>
              <p:cNvSpPr txBox="1"/>
              <p:nvPr/>
            </p:nvSpPr>
            <p:spPr>
              <a:xfrm>
                <a:off x="2139042" y="4306925"/>
                <a:ext cx="4784272"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d>
                        <m:dPr>
                          <m:ctrlPr>
                            <a:rPr lang="en-IN" i="1" dirty="0">
                              <a:latin typeface="Cambria Math" panose="02040503050406030204" pitchFamily="18" charset="0"/>
                            </a:rPr>
                          </m:ctrlPr>
                        </m:dPr>
                        <m:e>
                          <m:r>
                            <m:rPr>
                              <m:sty m:val="p"/>
                            </m:rPr>
                            <a:rPr lang="en-IN" dirty="0">
                              <a:latin typeface="Cambria Math" panose="02040503050406030204" pitchFamily="18" charset="0"/>
                            </a:rPr>
                            <m:t>k</m:t>
                          </m:r>
                          <m:r>
                            <a:rPr lang="en-IN" dirty="0">
                              <a:latin typeface="Cambria Math" panose="02040503050406030204" pitchFamily="18" charset="0"/>
                            </a:rPr>
                            <m:t>+1</m:t>
                          </m:r>
                        </m:e>
                      </m:d>
                      <m:d>
                        <m:dPr>
                          <m:ctrlPr>
                            <a:rPr lang="en-IN" i="1" dirty="0">
                              <a:latin typeface="Cambria Math" panose="02040503050406030204" pitchFamily="18" charset="0"/>
                            </a:rPr>
                          </m:ctrlPr>
                        </m:dPr>
                        <m:e>
                          <m:r>
                            <a:rPr lang="en-IN" dirty="0">
                              <a:latin typeface="Cambria Math" panose="02040503050406030204" pitchFamily="18" charset="0"/>
                            </a:rPr>
                            <m:t>10</m:t>
                          </m:r>
                          <m:r>
                            <m:rPr>
                              <m:sty m:val="p"/>
                            </m:rPr>
                            <a:rPr lang="en-IN" dirty="0">
                              <a:latin typeface="Cambria Math" panose="02040503050406030204" pitchFamily="18" charset="0"/>
                            </a:rPr>
                            <m:t>k</m:t>
                          </m:r>
                          <m:r>
                            <a:rPr lang="en-IN" dirty="0">
                              <a:latin typeface="Cambria Math" panose="02040503050406030204" pitchFamily="18" charset="0"/>
                            </a:rPr>
                            <m:t>−1</m:t>
                          </m:r>
                        </m:e>
                      </m:d>
                      <m:r>
                        <a:rPr lang="en-IN" dirty="0">
                          <a:latin typeface="Cambria Math" panose="02040503050406030204" pitchFamily="18" charset="0"/>
                        </a:rPr>
                        <m:t>=0</m:t>
                      </m:r>
                    </m:oMath>
                  </m:oMathPara>
                </a14:m>
                <a:endParaRPr lang="en-IN" dirty="0"/>
              </a:p>
            </p:txBody>
          </p:sp>
        </mc:Choice>
        <mc:Fallback xmlns="">
          <p:sp>
            <p:nvSpPr>
              <p:cNvPr id="33" name="TextBox 32">
                <a:extLst>
                  <a:ext uri="{FF2B5EF4-FFF2-40B4-BE49-F238E27FC236}">
                    <a16:creationId xmlns:a16="http://schemas.microsoft.com/office/drawing/2014/main" id="{B57B2B15-C4EF-4036-AB14-135595358064}"/>
                  </a:ext>
                </a:extLst>
              </p:cNvPr>
              <p:cNvSpPr txBox="1">
                <a:spLocks noRot="1" noChangeAspect="1" noMove="1" noResize="1" noEditPoints="1" noAdjustHandles="1" noChangeArrowheads="1" noChangeShapeType="1" noTextEdit="1"/>
              </p:cNvSpPr>
              <p:nvPr/>
            </p:nvSpPr>
            <p:spPr>
              <a:xfrm>
                <a:off x="2139042" y="4306925"/>
                <a:ext cx="4784272"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0F538A46-1695-43EE-9DD5-E15770056144}"/>
                  </a:ext>
                </a:extLst>
              </p:cNvPr>
              <p:cNvSpPr txBox="1"/>
              <p:nvPr/>
            </p:nvSpPr>
            <p:spPr>
              <a:xfrm>
                <a:off x="1594217" y="4945794"/>
                <a:ext cx="54482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34" name="TextBox 33">
                <a:extLst>
                  <a:ext uri="{FF2B5EF4-FFF2-40B4-BE49-F238E27FC236}">
                    <a16:creationId xmlns:a16="http://schemas.microsoft.com/office/drawing/2014/main" id="{0F538A46-1695-43EE-9DD5-E15770056144}"/>
                  </a:ext>
                </a:extLst>
              </p:cNvPr>
              <p:cNvSpPr txBox="1">
                <a:spLocks noRot="1" noChangeAspect="1" noMove="1" noResize="1" noEditPoints="1" noAdjustHandles="1" noChangeArrowheads="1" noChangeShapeType="1" noTextEdit="1"/>
              </p:cNvSpPr>
              <p:nvPr/>
            </p:nvSpPr>
            <p:spPr>
              <a:xfrm>
                <a:off x="1594217" y="4945794"/>
                <a:ext cx="544826"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86D4795-88B6-4FF2-ADCE-0826319117F9}"/>
                  </a:ext>
                </a:extLst>
              </p:cNvPr>
              <p:cNvSpPr txBox="1"/>
              <p:nvPr/>
            </p:nvSpPr>
            <p:spPr>
              <a:xfrm>
                <a:off x="2139042" y="4945794"/>
                <a:ext cx="1371601"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k</m:t>
                      </m:r>
                      <m:r>
                        <a:rPr lang="en-IN" dirty="0">
                          <a:latin typeface="Cambria Math" panose="02040503050406030204" pitchFamily="18" charset="0"/>
                        </a:rPr>
                        <m:t>=</m:t>
                      </m:r>
                      <m:r>
                        <a:rPr lang="en-IN" b="0" i="0" dirty="0" smtClean="0">
                          <a:latin typeface="Cambria Math" panose="02040503050406030204" pitchFamily="18" charset="0"/>
                        </a:rPr>
                        <m:t>−1</m:t>
                      </m:r>
                    </m:oMath>
                  </m:oMathPara>
                </a14:m>
                <a:endParaRPr lang="en-IN" dirty="0"/>
              </a:p>
            </p:txBody>
          </p:sp>
        </mc:Choice>
        <mc:Fallback xmlns="">
          <p:sp>
            <p:nvSpPr>
              <p:cNvPr id="35" name="TextBox 34">
                <a:extLst>
                  <a:ext uri="{FF2B5EF4-FFF2-40B4-BE49-F238E27FC236}">
                    <a16:creationId xmlns:a16="http://schemas.microsoft.com/office/drawing/2014/main" id="{786D4795-88B6-4FF2-ADCE-0826319117F9}"/>
                  </a:ext>
                </a:extLst>
              </p:cNvPr>
              <p:cNvSpPr txBox="1">
                <a:spLocks noRot="1" noChangeAspect="1" noMove="1" noResize="1" noEditPoints="1" noAdjustHandles="1" noChangeArrowheads="1" noChangeShapeType="1" noTextEdit="1"/>
              </p:cNvSpPr>
              <p:nvPr/>
            </p:nvSpPr>
            <p:spPr>
              <a:xfrm>
                <a:off x="2139042" y="4945794"/>
                <a:ext cx="1371601"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k">
                <a:extLst>
                  <a:ext uri="{FF2B5EF4-FFF2-40B4-BE49-F238E27FC236}">
                    <a16:creationId xmlns:a16="http://schemas.microsoft.com/office/drawing/2014/main" id="{3B9B89CF-BC15-4F7E-92A1-BA898939E1E8}"/>
                  </a:ext>
                </a:extLst>
              </p:cNvPr>
              <p:cNvSpPr txBox="1"/>
              <p:nvPr/>
            </p:nvSpPr>
            <p:spPr>
              <a:xfrm>
                <a:off x="2139041" y="5627869"/>
                <a:ext cx="1371601"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k</m:t>
                      </m:r>
                      <m:r>
                        <a:rPr lang="en-IN" dirty="0">
                          <a:latin typeface="Cambria Math" panose="02040503050406030204" pitchFamily="18" charset="0"/>
                        </a:rPr>
                        <m:t>=</m:t>
                      </m:r>
                      <m:r>
                        <a:rPr lang="en-IN" b="0" i="0" dirty="0" smtClean="0">
                          <a:latin typeface="Cambria Math" panose="02040503050406030204" pitchFamily="18" charset="0"/>
                        </a:rPr>
                        <m:t>0.1</m:t>
                      </m:r>
                    </m:oMath>
                  </m:oMathPara>
                </a14:m>
                <a:endParaRPr lang="en-IN" dirty="0"/>
              </a:p>
            </p:txBody>
          </p:sp>
        </mc:Choice>
        <mc:Fallback xmlns="">
          <p:sp>
            <p:nvSpPr>
              <p:cNvPr id="36" name="!!k">
                <a:extLst>
                  <a:ext uri="{FF2B5EF4-FFF2-40B4-BE49-F238E27FC236}">
                    <a16:creationId xmlns:a16="http://schemas.microsoft.com/office/drawing/2014/main" id="{3B9B89CF-BC15-4F7E-92A1-BA898939E1E8}"/>
                  </a:ext>
                </a:extLst>
              </p:cNvPr>
              <p:cNvSpPr txBox="1">
                <a:spLocks noRot="1" noChangeAspect="1" noMove="1" noResize="1" noEditPoints="1" noAdjustHandles="1" noChangeArrowheads="1" noChangeShapeType="1" noTextEdit="1"/>
              </p:cNvSpPr>
              <p:nvPr/>
            </p:nvSpPr>
            <p:spPr>
              <a:xfrm>
                <a:off x="2139041" y="5627869"/>
                <a:ext cx="1371601" cy="523220"/>
              </a:xfrm>
              <a:prstGeom prst="rect">
                <a:avLst/>
              </a:prstGeom>
              <a:blipFill>
                <a:blip r:embed="rId19"/>
                <a:stretch>
                  <a:fillRect/>
                </a:stretch>
              </a:blipFill>
            </p:spPr>
            <p:txBody>
              <a:bodyPr/>
              <a:lstStyle/>
              <a:p>
                <a:r>
                  <a:rPr lang="en-IN">
                    <a:noFill/>
                  </a:rPr>
                  <a:t> </a:t>
                </a:r>
              </a:p>
            </p:txBody>
          </p:sp>
        </mc:Fallback>
      </mc:AlternateContent>
      <p:sp>
        <p:nvSpPr>
          <p:cNvPr id="37" name="TextBox 36">
            <a:extLst>
              <a:ext uri="{FF2B5EF4-FFF2-40B4-BE49-F238E27FC236}">
                <a16:creationId xmlns:a16="http://schemas.microsoft.com/office/drawing/2014/main" id="{73B6ACE2-8FC9-496A-892A-806208C0CBA1}"/>
              </a:ext>
            </a:extLst>
          </p:cNvPr>
          <p:cNvSpPr txBox="1"/>
          <p:nvPr/>
        </p:nvSpPr>
        <p:spPr>
          <a:xfrm>
            <a:off x="3436757" y="4945794"/>
            <a:ext cx="697311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r>
              <a:rPr lang="en-GB" i="0" dirty="0">
                <a:latin typeface="+mj-lt"/>
              </a:rPr>
              <a:t>(not valid since probabilities cannot be negative)</a:t>
            </a:r>
            <a:endParaRPr lang="en-IN" dirty="0"/>
          </a:p>
        </p:txBody>
      </p:sp>
    </p:spTree>
    <p:extLst>
      <p:ext uri="{BB962C8B-B14F-4D97-AF65-F5344CB8AC3E}">
        <p14:creationId xmlns:p14="http://schemas.microsoft.com/office/powerpoint/2010/main" val="40350381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7" grpId="0"/>
      <p:bldP spid="28" grpId="0"/>
      <p:bldP spid="29" grpId="0"/>
      <p:bldP spid="30" grpId="0"/>
      <p:bldP spid="31" grpId="0"/>
      <p:bldP spid="32" grpId="0"/>
      <p:bldP spid="33" grpId="0"/>
      <p:bldP spid="34" grpId="0"/>
      <p:bldP spid="35" grpId="0"/>
      <p:bldP spid="36" grpId="0"/>
      <p:bldP spid="37"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5 ⇝ Example 2 (</a:t>
            </a:r>
            <a:r>
              <a:rPr lang="en-IN" dirty="0"/>
              <a:t>Continue</a:t>
            </a:r>
            <a:r>
              <a:rPr lang="en-GB" dirty="0"/>
              <a:t>)</a:t>
            </a:r>
            <a:endParaRPr lang="en-US" dirty="0"/>
          </a:p>
        </p:txBody>
      </p:sp>
      <mc:AlternateContent xmlns:mc="http://schemas.openxmlformats.org/markup-compatibility/2006" xmlns:a14="http://schemas.microsoft.com/office/drawing/2010/main">
        <mc:Choice Requires="a14">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nvGraphicFramePr>
            <p:xfrm>
              <a:off x="1594217" y="791680"/>
              <a:ext cx="9566724" cy="892782"/>
            </p:xfrm>
            <a:graphic>
              <a:graphicData uri="http://schemas.openxmlformats.org/drawingml/2006/table">
                <a:tbl>
                  <a:tblPr firstRow="1" bandRow="1">
                    <a:tableStyleId>{E8B1032C-EA38-4F05-BA0D-38AFFFC7BED3}</a:tableStyleId>
                  </a:tblPr>
                  <a:tblGrid>
                    <a:gridCol w="1539655">
                      <a:extLst>
                        <a:ext uri="{9D8B030D-6E8A-4147-A177-3AD203B41FA5}">
                          <a16:colId xmlns:a16="http://schemas.microsoft.com/office/drawing/2014/main" val="2160788424"/>
                        </a:ext>
                      </a:extLst>
                    </a:gridCol>
                    <a:gridCol w="959572">
                      <a:extLst>
                        <a:ext uri="{9D8B030D-6E8A-4147-A177-3AD203B41FA5}">
                          <a16:colId xmlns:a16="http://schemas.microsoft.com/office/drawing/2014/main" val="442773458"/>
                        </a:ext>
                      </a:extLst>
                    </a:gridCol>
                    <a:gridCol w="959572">
                      <a:extLst>
                        <a:ext uri="{9D8B030D-6E8A-4147-A177-3AD203B41FA5}">
                          <a16:colId xmlns:a16="http://schemas.microsoft.com/office/drawing/2014/main" val="1291606709"/>
                        </a:ext>
                      </a:extLst>
                    </a:gridCol>
                    <a:gridCol w="959572">
                      <a:extLst>
                        <a:ext uri="{9D8B030D-6E8A-4147-A177-3AD203B41FA5}">
                          <a16:colId xmlns:a16="http://schemas.microsoft.com/office/drawing/2014/main" val="1336429719"/>
                        </a:ext>
                      </a:extLst>
                    </a:gridCol>
                    <a:gridCol w="959572">
                      <a:extLst>
                        <a:ext uri="{9D8B030D-6E8A-4147-A177-3AD203B41FA5}">
                          <a16:colId xmlns:a16="http://schemas.microsoft.com/office/drawing/2014/main" val="2548766450"/>
                        </a:ext>
                      </a:extLst>
                    </a:gridCol>
                    <a:gridCol w="959572">
                      <a:extLst>
                        <a:ext uri="{9D8B030D-6E8A-4147-A177-3AD203B41FA5}">
                          <a16:colId xmlns:a16="http://schemas.microsoft.com/office/drawing/2014/main" val="2208636898"/>
                        </a:ext>
                      </a:extLst>
                    </a:gridCol>
                    <a:gridCol w="959572">
                      <a:extLst>
                        <a:ext uri="{9D8B030D-6E8A-4147-A177-3AD203B41FA5}">
                          <a16:colId xmlns:a16="http://schemas.microsoft.com/office/drawing/2014/main" val="1962852765"/>
                        </a:ext>
                      </a:extLst>
                    </a:gridCol>
                    <a:gridCol w="959572">
                      <a:extLst>
                        <a:ext uri="{9D8B030D-6E8A-4147-A177-3AD203B41FA5}">
                          <a16:colId xmlns:a16="http://schemas.microsoft.com/office/drawing/2014/main" val="2281907699"/>
                        </a:ext>
                      </a:extLst>
                    </a:gridCol>
                    <a:gridCol w="1310065">
                      <a:extLst>
                        <a:ext uri="{9D8B030D-6E8A-4147-A177-3AD203B41FA5}">
                          <a16:colId xmlns:a16="http://schemas.microsoft.com/office/drawing/2014/main" val="1904187451"/>
                        </a:ext>
                      </a:extLst>
                    </a:gridCol>
                  </a:tblGrid>
                  <a:tr h="446391">
                    <a:tc>
                      <a:txBody>
                        <a:bodyPr/>
                        <a:lstStyle/>
                        <a:p>
                          <a:pPr algn="ctr"/>
                          <a14:m>
                            <m:oMathPara xmlns:m="http://schemas.openxmlformats.org/officeDocument/2006/math">
                              <m:oMathParaPr>
                                <m:jc m:val="centerGroup"/>
                              </m:oMathParaPr>
                              <m:oMath xmlns:m="http://schemas.openxmlformats.org/officeDocument/2006/math">
                                <m:r>
                                  <a:rPr lang="en-IN" sz="2300" b="1" i="0" dirty="0" smtClean="0">
                                    <a:solidFill>
                                      <a:srgbClr val="002060"/>
                                    </a:solidFill>
                                    <a:latin typeface="Cambria Math" panose="02040503050406030204" pitchFamily="18" charset="0"/>
                                    <a:ea typeface="Cambria Math" panose="02040503050406030204" pitchFamily="18" charset="0"/>
                                  </a:rPr>
                                  <m:t>𝐗</m:t>
                                </m:r>
                              </m:oMath>
                            </m:oMathPara>
                          </a14:m>
                          <a:endParaRPr lang="en-IN" sz="2300" b="1" i="0" dirty="0">
                            <a:solidFill>
                              <a:srgbClr val="002060"/>
                            </a:solidFill>
                            <a:latin typeface="Cambria Math" panose="02040503050406030204" pitchFamily="18" charset="0"/>
                            <a:ea typeface="Cambria Math" panose="02040503050406030204" pitchFamily="18" charset="0"/>
                          </a:endParaRPr>
                        </a:p>
                      </a:txBody>
                      <a:tcPr marL="75589" marR="75589" marT="37794" marB="37794"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1</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3</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4</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5</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6</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7</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715006325"/>
                      </a:ext>
                    </a:extLst>
                  </a:tr>
                  <a:tr h="446391">
                    <a:tc>
                      <a:txBody>
                        <a:bodyPr/>
                        <a:lstStyle/>
                        <a:p>
                          <a:pPr algn="ctr"/>
                          <a14:m>
                            <m:oMathPara xmlns:m="http://schemas.openxmlformats.org/officeDocument/2006/math">
                              <m:oMathParaPr>
                                <m:jc m:val="centerGroup"/>
                              </m:oMathParaPr>
                              <m:oMath xmlns:m="http://schemas.openxmlformats.org/officeDocument/2006/math">
                                <m:r>
                                  <a:rPr lang="en-IN" sz="2300" b="1" i="0" dirty="0" smtClean="0">
                                    <a:solidFill>
                                      <a:srgbClr val="002060"/>
                                    </a:solidFill>
                                    <a:latin typeface="Cambria Math" panose="02040503050406030204" pitchFamily="18" charset="0"/>
                                    <a:ea typeface="Cambria Math" panose="02040503050406030204" pitchFamily="18" charset="0"/>
                                  </a:rPr>
                                  <m:t>𝐏</m:t>
                                </m:r>
                                <m:d>
                                  <m:dPr>
                                    <m:ctrlPr>
                                      <a:rPr lang="en-IN" sz="2300" b="1" i="1" dirty="0" smtClean="0">
                                        <a:solidFill>
                                          <a:srgbClr val="002060"/>
                                        </a:solidFill>
                                        <a:latin typeface="Cambria Math" panose="02040503050406030204" pitchFamily="18" charset="0"/>
                                        <a:ea typeface="Cambria Math" panose="02040503050406030204" pitchFamily="18" charset="0"/>
                                      </a:rPr>
                                    </m:ctrlPr>
                                  </m:dPr>
                                  <m:e>
                                    <m:r>
                                      <a:rPr lang="en-IN" sz="2300" b="1" i="0" dirty="0" smtClean="0">
                                        <a:solidFill>
                                          <a:srgbClr val="002060"/>
                                        </a:solidFill>
                                        <a:latin typeface="Cambria Math" panose="02040503050406030204" pitchFamily="18" charset="0"/>
                                        <a:ea typeface="Cambria Math" panose="02040503050406030204" pitchFamily="18" charset="0"/>
                                      </a:rPr>
                                      <m:t>𝐗</m:t>
                                    </m:r>
                                    <m:r>
                                      <a:rPr lang="en-IN" sz="2300" b="1" i="0" dirty="0" smtClean="0">
                                        <a:solidFill>
                                          <a:srgbClr val="002060"/>
                                        </a:solidFill>
                                        <a:latin typeface="Cambria Math" panose="02040503050406030204" pitchFamily="18" charset="0"/>
                                        <a:ea typeface="Cambria Math" panose="02040503050406030204" pitchFamily="18" charset="0"/>
                                      </a:rPr>
                                      <m:t>=</m:t>
                                    </m:r>
                                    <m:r>
                                      <a:rPr lang="en-IN" sz="2300" b="1" i="0" dirty="0" smtClean="0">
                                        <a:solidFill>
                                          <a:srgbClr val="002060"/>
                                        </a:solidFill>
                                        <a:latin typeface="Cambria Math" panose="02040503050406030204" pitchFamily="18" charset="0"/>
                                        <a:ea typeface="Cambria Math" panose="02040503050406030204" pitchFamily="18" charset="0"/>
                                      </a:rPr>
                                      <m:t>𝐱</m:t>
                                    </m:r>
                                  </m:e>
                                </m:d>
                              </m:oMath>
                            </m:oMathPara>
                          </a14:m>
                          <a:endParaRPr lang="en-IN" sz="2300" b="1" i="0" dirty="0">
                            <a:solidFill>
                              <a:srgbClr val="002060"/>
                            </a:solidFill>
                            <a:latin typeface="Cambria Math" panose="02040503050406030204" pitchFamily="18" charset="0"/>
                            <a:ea typeface="Cambria Math" panose="02040503050406030204" pitchFamily="18" charset="0"/>
                          </a:endParaRPr>
                        </a:p>
                      </a:txBody>
                      <a:tcPr marL="75589" marR="75589" marT="37794" marB="37794"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m:rPr>
                                    <m:sty m:val="p"/>
                                  </m:rP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r>
                                  <m:rPr>
                                    <m:sty m:val="p"/>
                                  </m:rP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r>
                                  <m:rPr>
                                    <m:sty m:val="p"/>
                                  </m:rP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3</m:t>
                                </m:r>
                                <m:r>
                                  <m:rPr>
                                    <m:sty m:val="p"/>
                                  </m:rP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IN" sz="2300" i="1"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ctrlPr>
                                  </m:sSupPr>
                                  <m:e>
                                    <m:r>
                                      <m:rPr>
                                        <m:sty m:val="p"/>
                                      </m:rP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e>
                                  <m:sup>
                                    <m: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sup>
                                </m:sSup>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sSup>
                                  <m:sSupPr>
                                    <m:ctrlPr>
                                      <a:rPr lang="en-IN" sz="2300" i="1">
                                        <a:solidFill>
                                          <a:srgbClr val="002060"/>
                                        </a:solidFill>
                                        <a:effectLst/>
                                        <a:uFill>
                                          <a:solidFill>
                                            <a:srgbClr val="0070C0"/>
                                          </a:solidFill>
                                        </a:uFill>
                                        <a:latin typeface="Cambria Math" panose="02040503050406030204" pitchFamily="18" charset="0"/>
                                        <a:ea typeface="Times New Roman" panose="02020603050405020304" pitchFamily="18" charset="0"/>
                                        <a:cs typeface="Fd605157-Identity-H"/>
                                      </a:rPr>
                                    </m:ctrlPr>
                                  </m:sSupPr>
                                  <m:e>
                                    <m:r>
                                      <m:rPr>
                                        <m:sty m:val="p"/>
                                      </m:rP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e>
                                  <m:sup>
                                    <m: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sup>
                                </m:sSup>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7</m:t>
                                </m:r>
                                <m:sSup>
                                  <m:sSupPr>
                                    <m:ctrlPr>
                                      <a:rPr lang="en-IN" sz="2300" i="1">
                                        <a:solidFill>
                                          <a:srgbClr val="002060"/>
                                        </a:solidFill>
                                        <a:effectLst/>
                                        <a:uFill>
                                          <a:solidFill>
                                            <a:srgbClr val="0070C0"/>
                                          </a:solidFill>
                                        </a:uFill>
                                        <a:latin typeface="Cambria Math" panose="02040503050406030204" pitchFamily="18" charset="0"/>
                                        <a:ea typeface="Times New Roman" panose="02020603050405020304" pitchFamily="18" charset="0"/>
                                        <a:cs typeface="Fd605157-Identity-H"/>
                                      </a:rPr>
                                    </m:ctrlPr>
                                  </m:sSupPr>
                                  <m:e>
                                    <m:r>
                                      <m:rPr>
                                        <m:sty m:val="p"/>
                                      </m:rP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e>
                                  <m:sup>
                                    <m: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sup>
                                </m:sSup>
                                <m: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m:t>
                                </m:r>
                                <m:r>
                                  <m:rPr>
                                    <m:sty m:val="p"/>
                                  </m:rP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Choice>
        <mc:Fallback xmlns="">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nvGraphicFramePr>
            <p:xfrm>
              <a:off x="1594217" y="791680"/>
              <a:ext cx="9566724" cy="892782"/>
            </p:xfrm>
            <a:graphic>
              <a:graphicData uri="http://schemas.openxmlformats.org/drawingml/2006/table">
                <a:tbl>
                  <a:tblPr firstRow="1" bandRow="1">
                    <a:tableStyleId>{E8B1032C-EA38-4F05-BA0D-38AFFFC7BED3}</a:tableStyleId>
                  </a:tblPr>
                  <a:tblGrid>
                    <a:gridCol w="1539655">
                      <a:extLst>
                        <a:ext uri="{9D8B030D-6E8A-4147-A177-3AD203B41FA5}">
                          <a16:colId xmlns:a16="http://schemas.microsoft.com/office/drawing/2014/main" val="2160788424"/>
                        </a:ext>
                      </a:extLst>
                    </a:gridCol>
                    <a:gridCol w="959572">
                      <a:extLst>
                        <a:ext uri="{9D8B030D-6E8A-4147-A177-3AD203B41FA5}">
                          <a16:colId xmlns:a16="http://schemas.microsoft.com/office/drawing/2014/main" val="442773458"/>
                        </a:ext>
                      </a:extLst>
                    </a:gridCol>
                    <a:gridCol w="959572">
                      <a:extLst>
                        <a:ext uri="{9D8B030D-6E8A-4147-A177-3AD203B41FA5}">
                          <a16:colId xmlns:a16="http://schemas.microsoft.com/office/drawing/2014/main" val="1291606709"/>
                        </a:ext>
                      </a:extLst>
                    </a:gridCol>
                    <a:gridCol w="959572">
                      <a:extLst>
                        <a:ext uri="{9D8B030D-6E8A-4147-A177-3AD203B41FA5}">
                          <a16:colId xmlns:a16="http://schemas.microsoft.com/office/drawing/2014/main" val="1336429719"/>
                        </a:ext>
                      </a:extLst>
                    </a:gridCol>
                    <a:gridCol w="959572">
                      <a:extLst>
                        <a:ext uri="{9D8B030D-6E8A-4147-A177-3AD203B41FA5}">
                          <a16:colId xmlns:a16="http://schemas.microsoft.com/office/drawing/2014/main" val="2548766450"/>
                        </a:ext>
                      </a:extLst>
                    </a:gridCol>
                    <a:gridCol w="959572">
                      <a:extLst>
                        <a:ext uri="{9D8B030D-6E8A-4147-A177-3AD203B41FA5}">
                          <a16:colId xmlns:a16="http://schemas.microsoft.com/office/drawing/2014/main" val="2208636898"/>
                        </a:ext>
                      </a:extLst>
                    </a:gridCol>
                    <a:gridCol w="959572">
                      <a:extLst>
                        <a:ext uri="{9D8B030D-6E8A-4147-A177-3AD203B41FA5}">
                          <a16:colId xmlns:a16="http://schemas.microsoft.com/office/drawing/2014/main" val="1962852765"/>
                        </a:ext>
                      </a:extLst>
                    </a:gridCol>
                    <a:gridCol w="959572">
                      <a:extLst>
                        <a:ext uri="{9D8B030D-6E8A-4147-A177-3AD203B41FA5}">
                          <a16:colId xmlns:a16="http://schemas.microsoft.com/office/drawing/2014/main" val="2281907699"/>
                        </a:ext>
                      </a:extLst>
                    </a:gridCol>
                    <a:gridCol w="1310065">
                      <a:extLst>
                        <a:ext uri="{9D8B030D-6E8A-4147-A177-3AD203B41FA5}">
                          <a16:colId xmlns:a16="http://schemas.microsoft.com/office/drawing/2014/main" val="1904187451"/>
                        </a:ext>
                      </a:extLst>
                    </a:gridCol>
                  </a:tblGrid>
                  <a:tr h="446391">
                    <a:tc>
                      <a:txBody>
                        <a:bodyPr/>
                        <a:lstStyle/>
                        <a:p>
                          <a:endParaRPr lang="en-US"/>
                        </a:p>
                      </a:txBody>
                      <a:tcPr marL="75589" marR="75589" marT="37794" marB="37794"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95" t="-1351" r="-521344"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161783" t="-1351" r="-740127"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260127" t="-1351" r="-635443"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62420" t="-1351" r="-539490"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459494" t="-1351" r="-436076"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563057" t="-1351" r="-338854"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658861" t="-1351" r="-236709"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763694" t="-1351" r="-138217"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630698" t="-1351" r="-930" b="-102703"/>
                          </a:stretch>
                        </a:blipFill>
                      </a:tcPr>
                    </a:tc>
                    <a:extLst>
                      <a:ext uri="{0D108BD9-81ED-4DB2-BD59-A6C34878D82A}">
                        <a16:rowId xmlns:a16="http://schemas.microsoft.com/office/drawing/2014/main" val="3715006325"/>
                      </a:ext>
                    </a:extLst>
                  </a:tr>
                  <a:tr h="446391">
                    <a:tc>
                      <a:txBody>
                        <a:bodyPr/>
                        <a:lstStyle/>
                        <a:p>
                          <a:endParaRPr lang="en-US"/>
                        </a:p>
                      </a:txBody>
                      <a:tcPr marL="75589" marR="75589" marT="37794" marB="37794"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95" t="-101351" r="-521344"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161783" t="-101351" r="-740127"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260127" t="-101351" r="-635443"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62420" t="-101351" r="-539490"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459494" t="-101351" r="-436076"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563057" t="-101351" r="-338854"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658861" t="-101351" r="-236709"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763694" t="-101351" r="-138217"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630698" t="-101351" r="-930" b="-2703"/>
                          </a:stretch>
                        </a:blipFill>
                      </a:tcPr>
                    </a:tc>
                    <a:extLst>
                      <a:ext uri="{0D108BD9-81ED-4DB2-BD59-A6C34878D82A}">
                        <a16:rowId xmlns:a16="http://schemas.microsoft.com/office/drawing/2014/main" val="499852326"/>
                      </a:ext>
                    </a:extLst>
                  </a:tr>
                </a:tbl>
              </a:graphicData>
            </a:graphic>
          </p:graphicFrame>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BB3F576-7738-4872-8F34-73C18E96D683}"/>
                  </a:ext>
                </a:extLst>
              </p:cNvPr>
              <p:cNvSpPr txBox="1"/>
              <p:nvPr/>
            </p:nvSpPr>
            <p:spPr>
              <a:xfrm>
                <a:off x="1594217" y="2280024"/>
                <a:ext cx="157652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r>
                        <a:rPr lang="en-GB" sz="2800" i="0" dirty="0" smtClean="0">
                          <a:solidFill>
                            <a:srgbClr val="002060"/>
                          </a:solidFill>
                          <a:latin typeface="Cambria Math" panose="02040503050406030204" pitchFamily="18" charset="0"/>
                        </a:rPr>
                        <m:t>(</m:t>
                      </m:r>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&lt;6)</m:t>
                      </m:r>
                    </m:oMath>
                  </m:oMathPara>
                </a14:m>
                <a:endParaRPr lang="en-IN" sz="2800" dirty="0">
                  <a:solidFill>
                    <a:srgbClr val="002060"/>
                  </a:solidFill>
                </a:endParaRPr>
              </a:p>
            </p:txBody>
          </p:sp>
        </mc:Choice>
        <mc:Fallback xmlns="">
          <p:sp>
            <p:nvSpPr>
              <p:cNvPr id="8" name="TextBox 7">
                <a:extLst>
                  <a:ext uri="{FF2B5EF4-FFF2-40B4-BE49-F238E27FC236}">
                    <a16:creationId xmlns:a16="http://schemas.microsoft.com/office/drawing/2014/main" id="{8BB3F576-7738-4872-8F34-73C18E96D683}"/>
                  </a:ext>
                </a:extLst>
              </p:cNvPr>
              <p:cNvSpPr txBox="1">
                <a:spLocks noRot="1" noChangeAspect="1" noMove="1" noResize="1" noEditPoints="1" noAdjustHandles="1" noChangeArrowheads="1" noChangeShapeType="1" noTextEdit="1"/>
              </p:cNvSpPr>
              <p:nvPr/>
            </p:nvSpPr>
            <p:spPr>
              <a:xfrm>
                <a:off x="1594217" y="2280024"/>
                <a:ext cx="1576520"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006C46E-AE0E-47C0-A40B-C1B55B90AD1D}"/>
                  </a:ext>
                </a:extLst>
              </p:cNvPr>
              <p:cNvSpPr txBox="1"/>
              <p:nvPr/>
            </p:nvSpPr>
            <p:spPr>
              <a:xfrm>
                <a:off x="7312846" y="2291454"/>
                <a:ext cx="167386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rgbClr val="002060"/>
                          </a:solidFill>
                          <a:latin typeface="Cambria Math" panose="02040503050406030204" pitchFamily="18" charset="0"/>
                        </a:rPr>
                        <m:t>P</m:t>
                      </m:r>
                      <m:d>
                        <m:dPr>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x</m:t>
                          </m:r>
                          <m:r>
                            <a:rPr lang="en-GB" sz="2800" dirty="0">
                              <a:solidFill>
                                <a:srgbClr val="002060"/>
                              </a:solidFill>
                              <a:latin typeface="Cambria Math" panose="02040503050406030204" pitchFamily="18" charset="0"/>
                            </a:rPr>
                            <m:t>≥6</m:t>
                          </m:r>
                        </m:e>
                      </m:d>
                    </m:oMath>
                  </m:oMathPara>
                </a14:m>
                <a:endParaRPr lang="en-IN" sz="2800" dirty="0">
                  <a:solidFill>
                    <a:srgbClr val="002060"/>
                  </a:solidFill>
                </a:endParaRPr>
              </a:p>
            </p:txBody>
          </p:sp>
        </mc:Choice>
        <mc:Fallback xmlns="">
          <p:sp>
            <p:nvSpPr>
              <p:cNvPr id="9" name="TextBox 8">
                <a:extLst>
                  <a:ext uri="{FF2B5EF4-FFF2-40B4-BE49-F238E27FC236}">
                    <a16:creationId xmlns:a16="http://schemas.microsoft.com/office/drawing/2014/main" id="{F006C46E-AE0E-47C0-A40B-C1B55B90AD1D}"/>
                  </a:ext>
                </a:extLst>
              </p:cNvPr>
              <p:cNvSpPr txBox="1">
                <a:spLocks noRot="1" noChangeAspect="1" noMove="1" noResize="1" noEditPoints="1" noAdjustHandles="1" noChangeArrowheads="1" noChangeShapeType="1" noTextEdit="1"/>
              </p:cNvSpPr>
              <p:nvPr/>
            </p:nvSpPr>
            <p:spPr>
              <a:xfrm>
                <a:off x="7312846" y="2291454"/>
                <a:ext cx="1673860"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E26F16E-CA9B-4C2F-B031-92236DB06309}"/>
                  </a:ext>
                </a:extLst>
              </p:cNvPr>
              <p:cNvSpPr txBox="1"/>
              <p:nvPr/>
            </p:nvSpPr>
            <p:spPr>
              <a:xfrm>
                <a:off x="1594217" y="4591049"/>
                <a:ext cx="235540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rgbClr val="002060"/>
                          </a:solidFill>
                          <a:latin typeface="Cambria Math" panose="02040503050406030204" pitchFamily="18" charset="0"/>
                        </a:rPr>
                        <m:t>P</m:t>
                      </m:r>
                      <m:d>
                        <m:dPr>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0&lt;</m:t>
                          </m:r>
                          <m:r>
                            <m:rPr>
                              <m:sty m:val="p"/>
                            </m:rPr>
                            <a:rPr lang="en-GB" sz="2800" dirty="0">
                              <a:solidFill>
                                <a:srgbClr val="002060"/>
                              </a:solidFill>
                              <a:latin typeface="Cambria Math" panose="02040503050406030204" pitchFamily="18" charset="0"/>
                            </a:rPr>
                            <m:t>x</m:t>
                          </m:r>
                          <m:r>
                            <a:rPr lang="en-GB" sz="2800" dirty="0">
                              <a:solidFill>
                                <a:srgbClr val="002060"/>
                              </a:solidFill>
                              <a:latin typeface="Cambria Math" panose="02040503050406030204" pitchFamily="18" charset="0"/>
                            </a:rPr>
                            <m:t>&lt;5</m:t>
                          </m:r>
                        </m:e>
                      </m:d>
                    </m:oMath>
                  </m:oMathPara>
                </a14:m>
                <a:endParaRPr lang="en-IN" sz="2800" dirty="0">
                  <a:solidFill>
                    <a:srgbClr val="002060"/>
                  </a:solidFill>
                </a:endParaRPr>
              </a:p>
            </p:txBody>
          </p:sp>
        </mc:Choice>
        <mc:Fallback xmlns="">
          <p:sp>
            <p:nvSpPr>
              <p:cNvPr id="11" name="TextBox 10">
                <a:extLst>
                  <a:ext uri="{FF2B5EF4-FFF2-40B4-BE49-F238E27FC236}">
                    <a16:creationId xmlns:a16="http://schemas.microsoft.com/office/drawing/2014/main" id="{9E26F16E-CA9B-4C2F-B031-92236DB06309}"/>
                  </a:ext>
                </a:extLst>
              </p:cNvPr>
              <p:cNvSpPr txBox="1">
                <a:spLocks noRot="1" noChangeAspect="1" noMove="1" noResize="1" noEditPoints="1" noAdjustHandles="1" noChangeArrowheads="1" noChangeShapeType="1" noTextEdit="1"/>
              </p:cNvSpPr>
              <p:nvPr/>
            </p:nvSpPr>
            <p:spPr>
              <a:xfrm>
                <a:off x="1594217" y="4591049"/>
                <a:ext cx="235540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k">
                <a:extLst>
                  <a:ext uri="{FF2B5EF4-FFF2-40B4-BE49-F238E27FC236}">
                    <a16:creationId xmlns:a16="http://schemas.microsoft.com/office/drawing/2014/main" id="{ADE2BA05-74A6-4058-9A49-60C44FA9D381}"/>
                  </a:ext>
                </a:extLst>
              </p:cNvPr>
              <p:cNvSpPr txBox="1"/>
              <p:nvPr/>
            </p:nvSpPr>
            <p:spPr>
              <a:xfrm>
                <a:off x="1594218" y="1719641"/>
                <a:ext cx="145187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1" i="0" dirty="0" smtClean="0">
                          <a:latin typeface="Cambria Math" panose="02040503050406030204" pitchFamily="18" charset="0"/>
                        </a:rPr>
                        <m:t>𝐤</m:t>
                      </m:r>
                      <m:r>
                        <a:rPr lang="en-IN" b="1" dirty="0">
                          <a:latin typeface="Cambria Math" panose="02040503050406030204" pitchFamily="18" charset="0"/>
                        </a:rPr>
                        <m:t>=</m:t>
                      </m:r>
                      <m:r>
                        <a:rPr lang="en-IN" b="1" i="0" dirty="0" smtClean="0">
                          <a:latin typeface="Cambria Math" panose="02040503050406030204" pitchFamily="18" charset="0"/>
                        </a:rPr>
                        <m:t>𝟎</m:t>
                      </m:r>
                      <m:r>
                        <a:rPr lang="en-IN" b="1" i="0" dirty="0" smtClean="0">
                          <a:latin typeface="Cambria Math" panose="02040503050406030204" pitchFamily="18" charset="0"/>
                        </a:rPr>
                        <m:t>.</m:t>
                      </m:r>
                      <m:r>
                        <a:rPr lang="en-IN" b="1" i="0" dirty="0" smtClean="0">
                          <a:latin typeface="Cambria Math" panose="02040503050406030204" pitchFamily="18" charset="0"/>
                        </a:rPr>
                        <m:t>𝟏</m:t>
                      </m:r>
                    </m:oMath>
                  </m:oMathPara>
                </a14:m>
                <a:endParaRPr lang="en-IN" b="1" dirty="0"/>
              </a:p>
            </p:txBody>
          </p:sp>
        </mc:Choice>
        <mc:Fallback xmlns="">
          <p:sp>
            <p:nvSpPr>
              <p:cNvPr id="21" name="!!k">
                <a:extLst>
                  <a:ext uri="{FF2B5EF4-FFF2-40B4-BE49-F238E27FC236}">
                    <a16:creationId xmlns:a16="http://schemas.microsoft.com/office/drawing/2014/main" id="{ADE2BA05-74A6-4058-9A49-60C44FA9D381}"/>
                  </a:ext>
                </a:extLst>
              </p:cNvPr>
              <p:cNvSpPr txBox="1">
                <a:spLocks noRot="1" noChangeAspect="1" noMove="1" noResize="1" noEditPoints="1" noAdjustHandles="1" noChangeArrowheads="1" noChangeShapeType="1" noTextEdit="1"/>
              </p:cNvSpPr>
              <p:nvPr/>
            </p:nvSpPr>
            <p:spPr>
              <a:xfrm>
                <a:off x="1594218" y="1719641"/>
                <a:ext cx="1451874"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D21D34C4-00D1-4836-94CF-00CFB01B4516}"/>
                  </a:ext>
                </a:extLst>
              </p:cNvPr>
              <p:cNvSpPr txBox="1"/>
              <p:nvPr/>
            </p:nvSpPr>
            <p:spPr>
              <a:xfrm>
                <a:off x="3046092" y="2280024"/>
                <a:ext cx="4017463"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m:rPr>
                          <m:sty m:val="p"/>
                        </m:rPr>
                        <a:rPr lang="en-IN" dirty="0">
                          <a:latin typeface="Cambria Math" panose="02040503050406030204" pitchFamily="18" charset="0"/>
                        </a:rPr>
                        <m:t>k</m:t>
                      </m:r>
                      <m:r>
                        <a:rPr lang="en-IN" dirty="0">
                          <a:latin typeface="Cambria Math" panose="02040503050406030204" pitchFamily="18" charset="0"/>
                        </a:rPr>
                        <m:t>+2</m:t>
                      </m:r>
                      <m:r>
                        <m:rPr>
                          <m:sty m:val="p"/>
                        </m:rPr>
                        <a:rPr lang="en-IN" dirty="0">
                          <a:latin typeface="Cambria Math" panose="02040503050406030204" pitchFamily="18" charset="0"/>
                        </a:rPr>
                        <m:t>k</m:t>
                      </m:r>
                      <m:r>
                        <a:rPr lang="en-IN" dirty="0">
                          <a:latin typeface="Cambria Math" panose="02040503050406030204" pitchFamily="18" charset="0"/>
                        </a:rPr>
                        <m:t>+2</m:t>
                      </m:r>
                      <m:r>
                        <m:rPr>
                          <m:sty m:val="p"/>
                        </m:rPr>
                        <a:rPr lang="en-IN" dirty="0">
                          <a:latin typeface="Cambria Math" panose="02040503050406030204" pitchFamily="18" charset="0"/>
                        </a:rPr>
                        <m:t>k</m:t>
                      </m:r>
                      <m:r>
                        <a:rPr lang="en-IN" dirty="0">
                          <a:latin typeface="Cambria Math" panose="02040503050406030204" pitchFamily="18" charset="0"/>
                        </a:rPr>
                        <m:t>+3</m:t>
                      </m:r>
                      <m:r>
                        <m:rPr>
                          <m:sty m:val="p"/>
                        </m:rPr>
                        <a:rPr lang="en-IN" dirty="0">
                          <a:latin typeface="Cambria Math" panose="02040503050406030204" pitchFamily="18" charset="0"/>
                        </a:rPr>
                        <m:t>k</m:t>
                      </m:r>
                      <m:r>
                        <a:rPr lang="en-IN" dirty="0">
                          <a:latin typeface="Cambria Math" panose="02040503050406030204" pitchFamily="18" charset="0"/>
                        </a:rPr>
                        <m:t>+</m:t>
                      </m:r>
                      <m:sSup>
                        <m:sSupPr>
                          <m:ctrlPr>
                            <a:rPr lang="en-IN" i="1" dirty="0">
                              <a:latin typeface="Cambria Math" panose="02040503050406030204" pitchFamily="18" charset="0"/>
                            </a:rPr>
                          </m:ctrlPr>
                        </m:sSupPr>
                        <m:e>
                          <m:r>
                            <m:rPr>
                              <m:sty m:val="p"/>
                            </m:rPr>
                            <a:rPr lang="en-IN" dirty="0">
                              <a:latin typeface="Cambria Math" panose="02040503050406030204" pitchFamily="18" charset="0"/>
                            </a:rPr>
                            <m:t>k</m:t>
                          </m:r>
                        </m:e>
                        <m:sup>
                          <m:r>
                            <a:rPr lang="en-IN" dirty="0">
                              <a:latin typeface="Cambria Math" panose="02040503050406030204" pitchFamily="18" charset="0"/>
                            </a:rPr>
                            <m:t>2</m:t>
                          </m:r>
                        </m:sup>
                      </m:sSup>
                    </m:oMath>
                  </m:oMathPara>
                </a14:m>
                <a:endParaRPr lang="en-IN" dirty="0"/>
              </a:p>
            </p:txBody>
          </p:sp>
        </mc:Choice>
        <mc:Fallback xmlns="">
          <p:sp>
            <p:nvSpPr>
              <p:cNvPr id="22" name="TextBox 21">
                <a:extLst>
                  <a:ext uri="{FF2B5EF4-FFF2-40B4-BE49-F238E27FC236}">
                    <a16:creationId xmlns:a16="http://schemas.microsoft.com/office/drawing/2014/main" id="{D21D34C4-00D1-4836-94CF-00CFB01B4516}"/>
                  </a:ext>
                </a:extLst>
              </p:cNvPr>
              <p:cNvSpPr txBox="1">
                <a:spLocks noRot="1" noChangeAspect="1" noMove="1" noResize="1" noEditPoints="1" noAdjustHandles="1" noChangeArrowheads="1" noChangeShapeType="1" noTextEdit="1"/>
              </p:cNvSpPr>
              <p:nvPr/>
            </p:nvSpPr>
            <p:spPr>
              <a:xfrm>
                <a:off x="3046092" y="2280024"/>
                <a:ext cx="4017463"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F97F333-6ABB-4273-A890-B39783381CCE}"/>
                  </a:ext>
                </a:extLst>
              </p:cNvPr>
              <p:cNvSpPr txBox="1"/>
              <p:nvPr/>
            </p:nvSpPr>
            <p:spPr>
              <a:xfrm>
                <a:off x="3046092" y="2850064"/>
                <a:ext cx="1820363"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=8</m:t>
                      </m:r>
                      <m:r>
                        <m:rPr>
                          <m:sty m:val="p"/>
                        </m:rPr>
                        <a:rPr lang="en-IN" dirty="0">
                          <a:latin typeface="Cambria Math" panose="02040503050406030204" pitchFamily="18" charset="0"/>
                        </a:rPr>
                        <m:t>k</m:t>
                      </m:r>
                      <m:r>
                        <a:rPr lang="en-IN" dirty="0">
                          <a:latin typeface="Cambria Math" panose="02040503050406030204" pitchFamily="18" charset="0"/>
                        </a:rPr>
                        <m:t>+</m:t>
                      </m:r>
                      <m:sSup>
                        <m:sSupPr>
                          <m:ctrlPr>
                            <a:rPr lang="en-IN" i="1" dirty="0">
                              <a:latin typeface="Cambria Math" panose="02040503050406030204" pitchFamily="18" charset="0"/>
                            </a:rPr>
                          </m:ctrlPr>
                        </m:sSupPr>
                        <m:e>
                          <m:r>
                            <m:rPr>
                              <m:sty m:val="p"/>
                            </m:rPr>
                            <a:rPr lang="en-IN" dirty="0">
                              <a:latin typeface="Cambria Math" panose="02040503050406030204" pitchFamily="18" charset="0"/>
                            </a:rPr>
                            <m:t>k</m:t>
                          </m:r>
                        </m:e>
                        <m:sup>
                          <m:r>
                            <a:rPr lang="en-IN" dirty="0">
                              <a:latin typeface="Cambria Math" panose="02040503050406030204" pitchFamily="18" charset="0"/>
                            </a:rPr>
                            <m:t>2</m:t>
                          </m:r>
                        </m:sup>
                      </m:sSup>
                    </m:oMath>
                  </m:oMathPara>
                </a14:m>
                <a:endParaRPr lang="en-IN" dirty="0"/>
              </a:p>
            </p:txBody>
          </p:sp>
        </mc:Choice>
        <mc:Fallback xmlns="">
          <p:sp>
            <p:nvSpPr>
              <p:cNvPr id="23" name="TextBox 22">
                <a:extLst>
                  <a:ext uri="{FF2B5EF4-FFF2-40B4-BE49-F238E27FC236}">
                    <a16:creationId xmlns:a16="http://schemas.microsoft.com/office/drawing/2014/main" id="{CF97F333-6ABB-4273-A890-B39783381CCE}"/>
                  </a:ext>
                </a:extLst>
              </p:cNvPr>
              <p:cNvSpPr txBox="1">
                <a:spLocks noRot="1" noChangeAspect="1" noMove="1" noResize="1" noEditPoints="1" noAdjustHandles="1" noChangeArrowheads="1" noChangeShapeType="1" noTextEdit="1"/>
              </p:cNvSpPr>
              <p:nvPr/>
            </p:nvSpPr>
            <p:spPr>
              <a:xfrm>
                <a:off x="3046092" y="2850064"/>
                <a:ext cx="1820363"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9BBCBF88-447A-4F8B-984C-71889806F86E}"/>
                  </a:ext>
                </a:extLst>
              </p:cNvPr>
              <p:cNvSpPr txBox="1"/>
              <p:nvPr/>
            </p:nvSpPr>
            <p:spPr>
              <a:xfrm>
                <a:off x="3046092" y="3408463"/>
                <a:ext cx="2925263"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=8</m:t>
                      </m:r>
                      <m:d>
                        <m:dPr>
                          <m:ctrlPr>
                            <a:rPr lang="en-IN" b="0" i="1" dirty="0" smtClean="0">
                              <a:latin typeface="Cambria Math" panose="02040503050406030204" pitchFamily="18" charset="0"/>
                            </a:rPr>
                          </m:ctrlPr>
                        </m:dPr>
                        <m:e>
                          <m:r>
                            <a:rPr lang="en-IN" b="0" i="1" dirty="0" smtClean="0">
                              <a:latin typeface="Cambria Math" panose="02040503050406030204" pitchFamily="18" charset="0"/>
                            </a:rPr>
                            <m:t>0.1</m:t>
                          </m:r>
                        </m:e>
                      </m:d>
                      <m:r>
                        <a:rPr lang="en-IN" dirty="0">
                          <a:latin typeface="Cambria Math" panose="02040503050406030204" pitchFamily="18" charset="0"/>
                        </a:rPr>
                        <m:t>+</m:t>
                      </m:r>
                      <m:sSup>
                        <m:sSupPr>
                          <m:ctrlPr>
                            <a:rPr lang="en-IN" i="1" dirty="0">
                              <a:latin typeface="Cambria Math" panose="02040503050406030204" pitchFamily="18" charset="0"/>
                            </a:rPr>
                          </m:ctrlPr>
                        </m:sSupPr>
                        <m:e>
                          <m:d>
                            <m:dPr>
                              <m:ctrlPr>
                                <a:rPr lang="en-IN" b="0" i="1" dirty="0" smtClean="0">
                                  <a:latin typeface="Cambria Math" panose="02040503050406030204" pitchFamily="18" charset="0"/>
                                </a:rPr>
                              </m:ctrlPr>
                            </m:dPr>
                            <m:e>
                              <m:r>
                                <a:rPr lang="en-IN" b="0" i="1" dirty="0" smtClean="0">
                                  <a:latin typeface="Cambria Math" panose="02040503050406030204" pitchFamily="18" charset="0"/>
                                </a:rPr>
                                <m:t>0.1</m:t>
                              </m:r>
                            </m:e>
                          </m:d>
                        </m:e>
                        <m:sup>
                          <m:r>
                            <a:rPr lang="en-IN" dirty="0">
                              <a:latin typeface="Cambria Math" panose="02040503050406030204" pitchFamily="18" charset="0"/>
                            </a:rPr>
                            <m:t>2</m:t>
                          </m:r>
                        </m:sup>
                      </m:sSup>
                    </m:oMath>
                  </m:oMathPara>
                </a14:m>
                <a:endParaRPr lang="en-IN" dirty="0"/>
              </a:p>
            </p:txBody>
          </p:sp>
        </mc:Choice>
        <mc:Fallback xmlns="">
          <p:sp>
            <p:nvSpPr>
              <p:cNvPr id="38" name="TextBox 37">
                <a:extLst>
                  <a:ext uri="{FF2B5EF4-FFF2-40B4-BE49-F238E27FC236}">
                    <a16:creationId xmlns:a16="http://schemas.microsoft.com/office/drawing/2014/main" id="{9BBCBF88-447A-4F8B-984C-71889806F86E}"/>
                  </a:ext>
                </a:extLst>
              </p:cNvPr>
              <p:cNvSpPr txBox="1">
                <a:spLocks noRot="1" noChangeAspect="1" noMove="1" noResize="1" noEditPoints="1" noAdjustHandles="1" noChangeArrowheads="1" noChangeShapeType="1" noTextEdit="1"/>
              </p:cNvSpPr>
              <p:nvPr/>
            </p:nvSpPr>
            <p:spPr>
              <a:xfrm>
                <a:off x="3046092" y="3408463"/>
                <a:ext cx="2925263"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6220C82D-074C-4FDF-9547-A6854C0CDEBA}"/>
                  </a:ext>
                </a:extLst>
              </p:cNvPr>
              <p:cNvSpPr txBox="1"/>
              <p:nvPr/>
            </p:nvSpPr>
            <p:spPr>
              <a:xfrm>
                <a:off x="3046092" y="3966862"/>
                <a:ext cx="1363163"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=0.81</m:t>
                      </m:r>
                    </m:oMath>
                  </m:oMathPara>
                </a14:m>
                <a:endParaRPr lang="en-IN" dirty="0"/>
              </a:p>
            </p:txBody>
          </p:sp>
        </mc:Choice>
        <mc:Fallback xmlns="">
          <p:sp>
            <p:nvSpPr>
              <p:cNvPr id="39" name="TextBox 38">
                <a:extLst>
                  <a:ext uri="{FF2B5EF4-FFF2-40B4-BE49-F238E27FC236}">
                    <a16:creationId xmlns:a16="http://schemas.microsoft.com/office/drawing/2014/main" id="{6220C82D-074C-4FDF-9547-A6854C0CDEBA}"/>
                  </a:ext>
                </a:extLst>
              </p:cNvPr>
              <p:cNvSpPr txBox="1">
                <a:spLocks noRot="1" noChangeAspect="1" noMove="1" noResize="1" noEditPoints="1" noAdjustHandles="1" noChangeArrowheads="1" noChangeShapeType="1" noTextEdit="1"/>
              </p:cNvSpPr>
              <p:nvPr/>
            </p:nvSpPr>
            <p:spPr>
              <a:xfrm>
                <a:off x="3046092" y="3966862"/>
                <a:ext cx="1363163"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19F455FE-6B43-4115-8D01-F6612A631AF4}"/>
                  </a:ext>
                </a:extLst>
              </p:cNvPr>
              <p:cNvSpPr txBox="1"/>
              <p:nvPr/>
            </p:nvSpPr>
            <p:spPr>
              <a:xfrm>
                <a:off x="8731300" y="2291454"/>
                <a:ext cx="264949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=1−</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&lt;6</m:t>
                          </m:r>
                        </m:e>
                      </m:d>
                    </m:oMath>
                  </m:oMathPara>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19F455FE-6B43-4115-8D01-F6612A631AF4}"/>
                  </a:ext>
                </a:extLst>
              </p:cNvPr>
              <p:cNvSpPr txBox="1">
                <a:spLocks noRot="1" noChangeAspect="1" noMove="1" noResize="1" noEditPoints="1" noAdjustHandles="1" noChangeArrowheads="1" noChangeShapeType="1" noTextEdit="1"/>
              </p:cNvSpPr>
              <p:nvPr/>
            </p:nvSpPr>
            <p:spPr>
              <a:xfrm>
                <a:off x="8731300" y="2291454"/>
                <a:ext cx="2649492"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C7BFFF5-1587-4B61-BC8D-93237D67EEFB}"/>
                  </a:ext>
                </a:extLst>
              </p:cNvPr>
              <p:cNvSpPr txBox="1"/>
              <p:nvPr/>
            </p:nvSpPr>
            <p:spPr>
              <a:xfrm>
                <a:off x="8731300" y="2867548"/>
                <a:ext cx="264949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=1−</m:t>
                      </m:r>
                      <m:r>
                        <a:rPr lang="en-IN" sz="2800" b="0" i="1" dirty="0" smtClean="0">
                          <a:solidFill>
                            <a:srgbClr val="002060"/>
                          </a:solidFill>
                          <a:latin typeface="Cambria Math" panose="02040503050406030204" pitchFamily="18" charset="0"/>
                        </a:rPr>
                        <m:t>0.81</m:t>
                      </m:r>
                    </m:oMath>
                  </m:oMathPara>
                </a14:m>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1C7BFFF5-1587-4B61-BC8D-93237D67EEFB}"/>
                  </a:ext>
                </a:extLst>
              </p:cNvPr>
              <p:cNvSpPr txBox="1">
                <a:spLocks noRot="1" noChangeAspect="1" noMove="1" noResize="1" noEditPoints="1" noAdjustHandles="1" noChangeArrowheads="1" noChangeShapeType="1" noTextEdit="1"/>
              </p:cNvSpPr>
              <p:nvPr/>
            </p:nvSpPr>
            <p:spPr>
              <a:xfrm>
                <a:off x="8731300" y="2867548"/>
                <a:ext cx="2649492"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1198930C-A925-422C-84B7-C31F19051F5A}"/>
                  </a:ext>
                </a:extLst>
              </p:cNvPr>
              <p:cNvSpPr txBox="1"/>
              <p:nvPr/>
            </p:nvSpPr>
            <p:spPr>
              <a:xfrm>
                <a:off x="8731300" y="3443642"/>
                <a:ext cx="264949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=0.19</m:t>
                      </m:r>
                    </m:oMath>
                  </m:oMathPara>
                </a14:m>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1198930C-A925-422C-84B7-C31F19051F5A}"/>
                  </a:ext>
                </a:extLst>
              </p:cNvPr>
              <p:cNvSpPr txBox="1">
                <a:spLocks noRot="1" noChangeAspect="1" noMove="1" noResize="1" noEditPoints="1" noAdjustHandles="1" noChangeArrowheads="1" noChangeShapeType="1" noTextEdit="1"/>
              </p:cNvSpPr>
              <p:nvPr/>
            </p:nvSpPr>
            <p:spPr>
              <a:xfrm>
                <a:off x="8731300" y="3443642"/>
                <a:ext cx="2649492"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C183735F-E6B3-4DE3-817F-C273FE260688}"/>
                  </a:ext>
                </a:extLst>
              </p:cNvPr>
              <p:cNvSpPr txBox="1"/>
              <p:nvPr/>
            </p:nvSpPr>
            <p:spPr>
              <a:xfrm>
                <a:off x="3666529" y="4591049"/>
                <a:ext cx="3335882"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m:rPr>
                          <m:sty m:val="p"/>
                        </m:rPr>
                        <a:rPr lang="en-IN" dirty="0">
                          <a:latin typeface="Cambria Math" panose="02040503050406030204" pitchFamily="18" charset="0"/>
                        </a:rPr>
                        <m:t>k</m:t>
                      </m:r>
                      <m:r>
                        <a:rPr lang="en-IN" dirty="0">
                          <a:latin typeface="Cambria Math" panose="02040503050406030204" pitchFamily="18" charset="0"/>
                        </a:rPr>
                        <m:t>+2</m:t>
                      </m:r>
                      <m:r>
                        <m:rPr>
                          <m:sty m:val="p"/>
                        </m:rPr>
                        <a:rPr lang="en-IN" dirty="0">
                          <a:latin typeface="Cambria Math" panose="02040503050406030204" pitchFamily="18" charset="0"/>
                        </a:rPr>
                        <m:t>k</m:t>
                      </m:r>
                      <m:r>
                        <a:rPr lang="en-IN" dirty="0">
                          <a:latin typeface="Cambria Math" panose="02040503050406030204" pitchFamily="18" charset="0"/>
                        </a:rPr>
                        <m:t>+2</m:t>
                      </m:r>
                      <m:r>
                        <m:rPr>
                          <m:sty m:val="p"/>
                        </m:rPr>
                        <a:rPr lang="en-IN" dirty="0">
                          <a:latin typeface="Cambria Math" panose="02040503050406030204" pitchFamily="18" charset="0"/>
                        </a:rPr>
                        <m:t>k</m:t>
                      </m:r>
                      <m:r>
                        <a:rPr lang="en-IN" dirty="0">
                          <a:latin typeface="Cambria Math" panose="02040503050406030204" pitchFamily="18" charset="0"/>
                        </a:rPr>
                        <m:t>+3</m:t>
                      </m:r>
                      <m:r>
                        <m:rPr>
                          <m:sty m:val="p"/>
                        </m:rPr>
                        <a:rPr lang="en-IN" dirty="0">
                          <a:latin typeface="Cambria Math" panose="02040503050406030204" pitchFamily="18" charset="0"/>
                        </a:rPr>
                        <m:t>k</m:t>
                      </m:r>
                    </m:oMath>
                  </m:oMathPara>
                </a14:m>
                <a:endParaRPr lang="en-IN" dirty="0"/>
              </a:p>
            </p:txBody>
          </p:sp>
        </mc:Choice>
        <mc:Fallback xmlns="">
          <p:sp>
            <p:nvSpPr>
              <p:cNvPr id="43" name="TextBox 42">
                <a:extLst>
                  <a:ext uri="{FF2B5EF4-FFF2-40B4-BE49-F238E27FC236}">
                    <a16:creationId xmlns:a16="http://schemas.microsoft.com/office/drawing/2014/main" id="{C183735F-E6B3-4DE3-817F-C273FE260688}"/>
                  </a:ext>
                </a:extLst>
              </p:cNvPr>
              <p:cNvSpPr txBox="1">
                <a:spLocks noRot="1" noChangeAspect="1" noMove="1" noResize="1" noEditPoints="1" noAdjustHandles="1" noChangeArrowheads="1" noChangeShapeType="1" noTextEdit="1"/>
              </p:cNvSpPr>
              <p:nvPr/>
            </p:nvSpPr>
            <p:spPr>
              <a:xfrm>
                <a:off x="3666529" y="4591049"/>
                <a:ext cx="3335882"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56024A4C-FEF4-4944-821A-DA00A2F02DAB}"/>
                  </a:ext>
                </a:extLst>
              </p:cNvPr>
              <p:cNvSpPr txBox="1"/>
              <p:nvPr/>
            </p:nvSpPr>
            <p:spPr>
              <a:xfrm>
                <a:off x="3666529" y="5110957"/>
                <a:ext cx="1062582"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=8</m:t>
                      </m:r>
                      <m:r>
                        <m:rPr>
                          <m:sty m:val="p"/>
                        </m:rPr>
                        <a:rPr lang="en-IN" dirty="0">
                          <a:latin typeface="Cambria Math" panose="02040503050406030204" pitchFamily="18" charset="0"/>
                        </a:rPr>
                        <m:t>k</m:t>
                      </m:r>
                    </m:oMath>
                  </m:oMathPara>
                </a14:m>
                <a:endParaRPr lang="en-IN" dirty="0"/>
              </a:p>
            </p:txBody>
          </p:sp>
        </mc:Choice>
        <mc:Fallback xmlns="">
          <p:sp>
            <p:nvSpPr>
              <p:cNvPr id="44" name="TextBox 43">
                <a:extLst>
                  <a:ext uri="{FF2B5EF4-FFF2-40B4-BE49-F238E27FC236}">
                    <a16:creationId xmlns:a16="http://schemas.microsoft.com/office/drawing/2014/main" id="{56024A4C-FEF4-4944-821A-DA00A2F02DAB}"/>
                  </a:ext>
                </a:extLst>
              </p:cNvPr>
              <p:cNvSpPr txBox="1">
                <a:spLocks noRot="1" noChangeAspect="1" noMove="1" noResize="1" noEditPoints="1" noAdjustHandles="1" noChangeArrowheads="1" noChangeShapeType="1" noTextEdit="1"/>
              </p:cNvSpPr>
              <p:nvPr/>
            </p:nvSpPr>
            <p:spPr>
              <a:xfrm>
                <a:off x="3666529" y="5110957"/>
                <a:ext cx="1062582"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D14796AA-FD29-4198-A676-69340A9585BA}"/>
                  </a:ext>
                </a:extLst>
              </p:cNvPr>
              <p:cNvSpPr txBox="1"/>
              <p:nvPr/>
            </p:nvSpPr>
            <p:spPr>
              <a:xfrm>
                <a:off x="3666529" y="5626242"/>
                <a:ext cx="1527402"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=8</m:t>
                      </m:r>
                      <m:d>
                        <m:dPr>
                          <m:ctrlPr>
                            <a:rPr lang="en-IN" b="0" i="1" dirty="0" smtClean="0">
                              <a:latin typeface="Cambria Math" panose="02040503050406030204" pitchFamily="18" charset="0"/>
                            </a:rPr>
                          </m:ctrlPr>
                        </m:dPr>
                        <m:e>
                          <m:r>
                            <a:rPr lang="en-IN" b="0" i="1" dirty="0" smtClean="0">
                              <a:latin typeface="Cambria Math" panose="02040503050406030204" pitchFamily="18" charset="0"/>
                            </a:rPr>
                            <m:t>0.1</m:t>
                          </m:r>
                        </m:e>
                      </m:d>
                    </m:oMath>
                  </m:oMathPara>
                </a14:m>
                <a:endParaRPr lang="en-IN" dirty="0"/>
              </a:p>
            </p:txBody>
          </p:sp>
        </mc:Choice>
        <mc:Fallback xmlns="">
          <p:sp>
            <p:nvSpPr>
              <p:cNvPr id="45" name="TextBox 44">
                <a:extLst>
                  <a:ext uri="{FF2B5EF4-FFF2-40B4-BE49-F238E27FC236}">
                    <a16:creationId xmlns:a16="http://schemas.microsoft.com/office/drawing/2014/main" id="{D14796AA-FD29-4198-A676-69340A9585BA}"/>
                  </a:ext>
                </a:extLst>
              </p:cNvPr>
              <p:cNvSpPr txBox="1">
                <a:spLocks noRot="1" noChangeAspect="1" noMove="1" noResize="1" noEditPoints="1" noAdjustHandles="1" noChangeArrowheads="1" noChangeShapeType="1" noTextEdit="1"/>
              </p:cNvSpPr>
              <p:nvPr/>
            </p:nvSpPr>
            <p:spPr>
              <a:xfrm>
                <a:off x="3666529" y="5626242"/>
                <a:ext cx="1527402"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F25655C-63C9-491B-99A6-FEA50FC209DE}"/>
                  </a:ext>
                </a:extLst>
              </p:cNvPr>
              <p:cNvSpPr txBox="1"/>
              <p:nvPr/>
            </p:nvSpPr>
            <p:spPr>
              <a:xfrm>
                <a:off x="3666529" y="6081682"/>
                <a:ext cx="1527402"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a:rPr lang="en-IN" b="0" i="1" dirty="0" smtClean="0">
                          <a:latin typeface="Cambria Math" panose="02040503050406030204" pitchFamily="18" charset="0"/>
                        </a:rPr>
                        <m:t>0.8</m:t>
                      </m:r>
                    </m:oMath>
                  </m:oMathPara>
                </a14:m>
                <a:endParaRPr lang="en-IN" dirty="0"/>
              </a:p>
            </p:txBody>
          </p:sp>
        </mc:Choice>
        <mc:Fallback xmlns="">
          <p:sp>
            <p:nvSpPr>
              <p:cNvPr id="46" name="TextBox 45">
                <a:extLst>
                  <a:ext uri="{FF2B5EF4-FFF2-40B4-BE49-F238E27FC236}">
                    <a16:creationId xmlns:a16="http://schemas.microsoft.com/office/drawing/2014/main" id="{DF25655C-63C9-491B-99A6-FEA50FC209DE}"/>
                  </a:ext>
                </a:extLst>
              </p:cNvPr>
              <p:cNvSpPr txBox="1">
                <a:spLocks noRot="1" noChangeAspect="1" noMove="1" noResize="1" noEditPoints="1" noAdjustHandles="1" noChangeArrowheads="1" noChangeShapeType="1" noTextEdit="1"/>
              </p:cNvSpPr>
              <p:nvPr/>
            </p:nvSpPr>
            <p:spPr>
              <a:xfrm>
                <a:off x="3666529" y="6081682"/>
                <a:ext cx="1527402" cy="523220"/>
              </a:xfrm>
              <a:prstGeom prst="rect">
                <a:avLst/>
              </a:prstGeom>
              <a:blipFill>
                <a:blip r:embed="rId18"/>
                <a:stretch>
                  <a:fillRect/>
                </a:stretch>
              </a:blipFill>
            </p:spPr>
            <p:txBody>
              <a:bodyPr/>
              <a:lstStyle/>
              <a:p>
                <a:r>
                  <a:rPr lang="en-IN">
                    <a:noFill/>
                  </a:rPr>
                  <a:t> </a:t>
                </a:r>
              </a:p>
            </p:txBody>
          </p:sp>
        </mc:Fallback>
      </mc:AlternateContent>
      <p:cxnSp>
        <p:nvCxnSpPr>
          <p:cNvPr id="5" name="Straight Connector 4">
            <a:extLst>
              <a:ext uri="{FF2B5EF4-FFF2-40B4-BE49-F238E27FC236}">
                <a16:creationId xmlns:a16="http://schemas.microsoft.com/office/drawing/2014/main" id="{3B73ACAD-CA46-4634-8C3F-43D707EB77AE}"/>
              </a:ext>
            </a:extLst>
          </p:cNvPr>
          <p:cNvCxnSpPr/>
          <p:nvPr/>
        </p:nvCxnSpPr>
        <p:spPr>
          <a:xfrm>
            <a:off x="7232650" y="2242861"/>
            <a:ext cx="0" cy="224722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04981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3"/>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4"/>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5"/>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38" grpId="0"/>
      <p:bldP spid="39" grpId="0"/>
      <p:bldP spid="40" grpId="0"/>
      <p:bldP spid="41" grpId="0"/>
      <p:bldP spid="42" grpId="0"/>
      <p:bldP spid="43" grpId="0"/>
      <p:bldP spid="44" grpId="0"/>
      <p:bldP spid="45" grpId="0"/>
      <p:bldP spid="46" grpId="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1117478"/>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lnSpc>
                    <a:spcPct val="100000"/>
                  </a:lnSpc>
                </a:pPr>
                <a14:m>
                  <m:oMathPara xmlns:m="http://schemas.openxmlformats.org/officeDocument/2006/math">
                    <m:oMathParaPr>
                      <m:jc m:val="left"/>
                    </m:oMathParaPr>
                    <m:oMath xmlns:m="http://schemas.openxmlformats.org/officeDocument/2006/math">
                      <m:r>
                        <m:rPr>
                          <m:nor/>
                        </m:rPr>
                        <a:rPr lang="en-US" smtClean="0"/>
                        <m:t>If</m:t>
                      </m:r>
                      <m:r>
                        <a:rPr lang="en-US">
                          <a:latin typeface="Cambria Math" panose="02040503050406030204" pitchFamily="18" charset="0"/>
                        </a:rPr>
                        <m:t> </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X</m:t>
                          </m:r>
                          <m:r>
                            <a:rPr lang="en-US">
                              <a:latin typeface="Cambria Math" panose="02040503050406030204" pitchFamily="18" charset="0"/>
                            </a:rPr>
                            <m:t>=</m:t>
                          </m:r>
                          <m:r>
                            <m:rPr>
                              <m:sty m:val="p"/>
                            </m:rPr>
                            <a:rPr lang="en-US">
                              <a:latin typeface="Cambria Math" panose="02040503050406030204" pitchFamily="18" charset="0"/>
                            </a:rPr>
                            <m:t>x</m:t>
                          </m:r>
                        </m:e>
                      </m:d>
                      <m:r>
                        <a:rPr lang="en-US">
                          <a:latin typeface="Cambria Math" panose="02040503050406030204" pitchFamily="18" charset="0"/>
                        </a:rPr>
                        <m:t>=</m:t>
                      </m:r>
                      <m:f>
                        <m:fPr>
                          <m:ctrlPr>
                            <a:rPr lang="en-IN" i="1">
                              <a:latin typeface="Cambria Math" panose="02040503050406030204" pitchFamily="18" charset="0"/>
                            </a:rPr>
                          </m:ctrlPr>
                        </m:fPr>
                        <m:num>
                          <m:r>
                            <a:rPr lang="en-US">
                              <a:latin typeface="Cambria Math" panose="02040503050406030204" pitchFamily="18" charset="0"/>
                            </a:rPr>
                            <m:t> </m:t>
                          </m:r>
                          <m:r>
                            <m:rPr>
                              <m:sty m:val="p"/>
                            </m:rPr>
                            <a:rPr lang="en-US">
                              <a:latin typeface="Cambria Math" panose="02040503050406030204" pitchFamily="18" charset="0"/>
                            </a:rPr>
                            <m:t>x</m:t>
                          </m:r>
                          <m:r>
                            <a:rPr lang="en-US">
                              <a:latin typeface="Cambria Math" panose="02040503050406030204" pitchFamily="18" charset="0"/>
                            </a:rPr>
                            <m:t> </m:t>
                          </m:r>
                        </m:num>
                        <m:den>
                          <m:r>
                            <a:rPr lang="en-US">
                              <a:latin typeface="Cambria Math" panose="02040503050406030204" pitchFamily="18" charset="0"/>
                            </a:rPr>
                            <m:t>15 </m:t>
                          </m:r>
                        </m:den>
                      </m:f>
                      <m:r>
                        <a:rPr lang="en-US">
                          <a:latin typeface="Cambria Math" panose="02040503050406030204" pitchFamily="18" charset="0"/>
                        </a:rPr>
                        <m:t>,</m:t>
                      </m:r>
                      <m:r>
                        <a:rPr lang="en-US" i="1">
                          <a:latin typeface="Cambria Math" panose="02040503050406030204" pitchFamily="18" charset="0"/>
                        </a:rPr>
                        <m:t> </m:t>
                      </m:r>
                      <m:r>
                        <m:rPr>
                          <m:sty m:val="p"/>
                        </m:rPr>
                        <a:rPr lang="en-US">
                          <a:latin typeface="Cambria Math" panose="02040503050406030204" pitchFamily="18" charset="0"/>
                        </a:rPr>
                        <m:t>x</m:t>
                      </m:r>
                      <m:r>
                        <a:rPr lang="en-US">
                          <a:latin typeface="Cambria Math" panose="02040503050406030204" pitchFamily="18" charset="0"/>
                        </a:rPr>
                        <m:t>=1 </m:t>
                      </m:r>
                      <m:r>
                        <m:rPr>
                          <m:nor/>
                        </m:rPr>
                        <a:rPr lang="en-US"/>
                        <m:t>to</m:t>
                      </m:r>
                      <m:r>
                        <a:rPr lang="en-US">
                          <a:latin typeface="Cambria Math" panose="02040503050406030204" pitchFamily="18" charset="0"/>
                        </a:rPr>
                        <m:t> 5.  </m:t>
                      </m:r>
                      <m:r>
                        <m:rPr>
                          <m:nor/>
                        </m:rPr>
                        <a:rPr lang="en-US"/>
                        <m:t>Find</m:t>
                      </m:r>
                      <m:r>
                        <m:rPr>
                          <m:nor/>
                        </m:rPr>
                        <a:rPr lang="en-US"/>
                        <m:t> </m:t>
                      </m:r>
                      <m:r>
                        <m:rPr>
                          <m:sty m:val="p"/>
                        </m:rPr>
                        <a:rPr lang="en-US">
                          <a:latin typeface="Cambria Math" panose="02040503050406030204" pitchFamily="18" charset="0"/>
                        </a:rPr>
                        <m:t>P</m:t>
                      </m:r>
                      <m:d>
                        <m:dPr>
                          <m:ctrlPr>
                            <a:rPr lang="en-IN" i="1">
                              <a:latin typeface="Cambria Math" panose="02040503050406030204" pitchFamily="18" charset="0"/>
                            </a:rPr>
                          </m:ctrlPr>
                        </m:dPr>
                        <m:e>
                          <m:r>
                            <a:rPr lang="en-US">
                              <a:latin typeface="Cambria Math" panose="02040503050406030204" pitchFamily="18" charset="0"/>
                            </a:rPr>
                            <m:t>1 </m:t>
                          </m:r>
                          <m:r>
                            <m:rPr>
                              <m:sty m:val="p"/>
                            </m:rPr>
                            <a:rPr lang="en-US">
                              <a:latin typeface="Cambria Math" panose="02040503050406030204" pitchFamily="18" charset="0"/>
                            </a:rPr>
                            <m:t>or</m:t>
                          </m:r>
                          <m:r>
                            <a:rPr lang="en-US">
                              <a:latin typeface="Cambria Math" panose="02040503050406030204" pitchFamily="18" charset="0"/>
                            </a:rPr>
                            <m:t> 2</m:t>
                          </m:r>
                        </m:e>
                      </m:d>
                      <m:r>
                        <m:rPr>
                          <m:nor/>
                        </m:rPr>
                        <a:rPr lang="en-US"/>
                        <m:t>  &amp;</m:t>
                      </m:r>
                      <m:r>
                        <m:rPr>
                          <m:nor/>
                        </m:rPr>
                        <a:rPr lang="en-IN" b="0" i="0" smtClean="0"/>
                        <m:t>                                                  .</m:t>
                      </m:r>
                    </m:oMath>
                  </m:oMathPara>
                </a14:m>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1117478"/>
              </a:xfrm>
              <a:prstGeom prst="rect">
                <a:avLst/>
              </a:prstGeom>
              <a:blipFill>
                <a:blip r:embed="rId2"/>
                <a:stretch>
                  <a:fillRect/>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5 ⇝ Example 3</a:t>
            </a:r>
            <a:endParaRPr lang="en-US" dirty="0"/>
          </a:p>
        </p:txBody>
      </p:sp>
      <p:sp>
        <p:nvSpPr>
          <p:cNvPr id="4" name="Content Placeholder 2"/>
          <p:cNvSpPr txBox="1">
            <a:spLocks/>
          </p:cNvSpPr>
          <p:nvPr/>
        </p:nvSpPr>
        <p:spPr>
          <a:xfrm>
            <a:off x="131176" y="2173519"/>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12" name="TextBox 11">
            <a:extLst>
              <a:ext uri="{FF2B5EF4-FFF2-40B4-BE49-F238E27FC236}">
                <a16:creationId xmlns:a16="http://schemas.microsoft.com/office/drawing/2014/main" id="{6FDCC6CF-51F9-42EA-9779-CC332507EBDF}"/>
              </a:ext>
            </a:extLst>
          </p:cNvPr>
          <p:cNvSpPr txBox="1"/>
          <p:nvPr/>
        </p:nvSpPr>
        <p:spPr>
          <a:xfrm>
            <a:off x="1603641" y="2173519"/>
            <a:ext cx="4771790" cy="523220"/>
          </a:xfrm>
          <a:prstGeom prst="rect">
            <a:avLst/>
          </a:prstGeom>
          <a:noFill/>
        </p:spPr>
        <p:txBody>
          <a:bodyPr wrap="square">
            <a:spAutoFit/>
          </a:bodyPr>
          <a:lstStyle/>
          <a:p>
            <a:r>
              <a:rPr lang="en-GB" sz="2800" dirty="0">
                <a:solidFill>
                  <a:srgbClr val="002060"/>
                </a:solidFill>
              </a:rPr>
              <a:t>The probability mass function is:</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9361FA8-6297-4ED1-840B-DAD37A13A27C}"/>
                  </a:ext>
                </a:extLst>
              </p:cNvPr>
              <p:cNvSpPr txBox="1"/>
              <p:nvPr/>
            </p:nvSpPr>
            <p:spPr>
              <a:xfrm>
                <a:off x="6384856" y="2021490"/>
                <a:ext cx="5369355" cy="82727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GB" sz="2800" i="1" dirty="0">
                              <a:solidFill>
                                <a:srgbClr val="002060"/>
                              </a:solidFill>
                              <a:latin typeface="Cambria Math" panose="02040503050406030204" pitchFamily="18" charset="0"/>
                            </a:rPr>
                          </m:ctrlPr>
                        </m:dPr>
                        <m:e>
                          <m:r>
                            <m:rPr>
                              <m:sty m:val="p"/>
                            </m:rPr>
                            <a:rPr lang="en-GB" sz="2800" i="0" dirty="0">
                              <a:solidFill>
                                <a:srgbClr val="002060"/>
                              </a:solidFill>
                              <a:latin typeface="Cambria Math" panose="02040503050406030204" pitchFamily="18" charset="0"/>
                            </a:rPr>
                            <m:t>X</m:t>
                          </m:r>
                          <m:r>
                            <a:rPr lang="en-GB" sz="2800" i="0" dirty="0">
                              <a:solidFill>
                                <a:srgbClr val="002060"/>
                              </a:solidFill>
                              <a:latin typeface="Cambria Math" panose="02040503050406030204" pitchFamily="18" charset="0"/>
                            </a:rPr>
                            <m:t>=</m:t>
                          </m:r>
                          <m:r>
                            <m:rPr>
                              <m:sty m:val="p"/>
                            </m:rPr>
                            <a:rPr lang="en-GB" sz="2800" i="0" dirty="0">
                              <a:solidFill>
                                <a:srgbClr val="002060"/>
                              </a:solidFill>
                              <a:latin typeface="Cambria Math" panose="02040503050406030204" pitchFamily="18" charset="0"/>
                            </a:rPr>
                            <m:t>x</m:t>
                          </m:r>
                        </m:e>
                      </m:d>
                      <m:r>
                        <a:rPr lang="en-GB" sz="2800" i="0"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m:rPr>
                              <m:sty m:val="p"/>
                            </m:rPr>
                            <a:rPr lang="en-GB" sz="2800" i="0" dirty="0">
                              <a:solidFill>
                                <a:srgbClr val="002060"/>
                              </a:solidFill>
                              <a:latin typeface="Cambria Math" panose="02040503050406030204" pitchFamily="18" charset="0"/>
                            </a:rPr>
                            <m:t>x</m:t>
                          </m:r>
                        </m:num>
                        <m:den>
                          <m:r>
                            <a:rPr lang="en-IN" sz="2800" i="0" dirty="0">
                              <a:solidFill>
                                <a:srgbClr val="002060"/>
                              </a:solidFill>
                              <a:latin typeface="Cambria Math" panose="02040503050406030204" pitchFamily="18" charset="0"/>
                            </a:rPr>
                            <m:t> </m:t>
                          </m:r>
                          <m:r>
                            <a:rPr lang="en-GB" sz="2800" i="0" dirty="0">
                              <a:solidFill>
                                <a:srgbClr val="002060"/>
                              </a:solidFill>
                              <a:latin typeface="Cambria Math" panose="02040503050406030204" pitchFamily="18" charset="0"/>
                            </a:rPr>
                            <m:t>15</m:t>
                          </m:r>
                          <m:r>
                            <a:rPr lang="en-IN" sz="2800" i="0" dirty="0">
                              <a:solidFill>
                                <a:srgbClr val="002060"/>
                              </a:solidFill>
                              <a:latin typeface="Cambria Math" panose="02040503050406030204" pitchFamily="18" charset="0"/>
                            </a:rPr>
                            <m:t> </m:t>
                          </m:r>
                        </m:den>
                      </m:f>
                      <m:r>
                        <a:rPr lang="en-GB" sz="2800" i="0" dirty="0">
                          <a:solidFill>
                            <a:srgbClr val="002060"/>
                          </a:solidFill>
                          <a:latin typeface="Cambria Math" panose="02040503050406030204" pitchFamily="18" charset="0"/>
                        </a:rPr>
                        <m:t>,</m:t>
                      </m:r>
                      <m:r>
                        <a:rPr lang="en-IN" sz="2800" i="0" dirty="0">
                          <a:solidFill>
                            <a:srgbClr val="002060"/>
                          </a:solidFill>
                          <a:latin typeface="Cambria Math" panose="02040503050406030204" pitchFamily="18" charset="0"/>
                        </a:rPr>
                        <m:t> </m:t>
                      </m:r>
                      <m:r>
                        <m:rPr>
                          <m:sty m:val="p"/>
                        </m:rPr>
                        <a:rPr lang="en-GB" sz="2800" i="0" dirty="0">
                          <a:solidFill>
                            <a:srgbClr val="002060"/>
                          </a:solidFill>
                          <a:latin typeface="Cambria Math" panose="02040503050406030204" pitchFamily="18" charset="0"/>
                        </a:rPr>
                        <m:t>x</m:t>
                      </m:r>
                      <m:r>
                        <a:rPr lang="en-GB" sz="2800" i="0" dirty="0">
                          <a:solidFill>
                            <a:srgbClr val="002060"/>
                          </a:solidFill>
                          <a:latin typeface="Cambria Math" panose="02040503050406030204" pitchFamily="18" charset="0"/>
                        </a:rPr>
                        <m:t>=1, 2, 3, 4, 5.</m:t>
                      </m:r>
                    </m:oMath>
                  </m:oMathPara>
                </a14:m>
                <a:endParaRPr lang="en-IN" sz="2800" dirty="0">
                  <a:solidFill>
                    <a:srgbClr val="002060"/>
                  </a:solidFill>
                </a:endParaRPr>
              </a:p>
            </p:txBody>
          </p:sp>
        </mc:Choice>
        <mc:Fallback xmlns="">
          <p:sp>
            <p:nvSpPr>
              <p:cNvPr id="17" name="TextBox 16">
                <a:extLst>
                  <a:ext uri="{FF2B5EF4-FFF2-40B4-BE49-F238E27FC236}">
                    <a16:creationId xmlns:a16="http://schemas.microsoft.com/office/drawing/2014/main" id="{59361FA8-6297-4ED1-840B-DAD37A13A27C}"/>
                  </a:ext>
                </a:extLst>
              </p:cNvPr>
              <p:cNvSpPr txBox="1">
                <a:spLocks noRot="1" noChangeAspect="1" noMove="1" noResize="1" noEditPoints="1" noAdjustHandles="1" noChangeArrowheads="1" noChangeShapeType="1" noTextEdit="1"/>
              </p:cNvSpPr>
              <p:nvPr/>
            </p:nvSpPr>
            <p:spPr>
              <a:xfrm>
                <a:off x="6384856" y="2021490"/>
                <a:ext cx="5369355" cy="827278"/>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9C5BC32-E5F2-45F4-A57D-84F331F65F1F}"/>
                  </a:ext>
                </a:extLst>
              </p:cNvPr>
              <p:cNvSpPr txBox="1"/>
              <p:nvPr/>
            </p:nvSpPr>
            <p:spPr>
              <a:xfrm>
                <a:off x="1603641" y="3040038"/>
                <a:ext cx="161853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1 </m:t>
                          </m:r>
                          <m:r>
                            <m:rPr>
                              <m:sty m:val="p"/>
                            </m:rPr>
                            <a:rPr lang="en-US" sz="2800">
                              <a:solidFill>
                                <a:srgbClr val="002060"/>
                              </a:solidFill>
                              <a:latin typeface="Cambria Math" panose="02040503050406030204" pitchFamily="18" charset="0"/>
                            </a:rPr>
                            <m:t>or</m:t>
                          </m:r>
                          <m:r>
                            <a:rPr lang="en-US" sz="2800">
                              <a:solidFill>
                                <a:srgbClr val="002060"/>
                              </a:solidFill>
                              <a:latin typeface="Cambria Math" panose="02040503050406030204" pitchFamily="18" charset="0"/>
                            </a:rPr>
                            <m:t> 2</m:t>
                          </m:r>
                        </m:e>
                      </m:d>
                    </m:oMath>
                  </m:oMathPara>
                </a14:m>
                <a:endParaRPr lang="en-GB" sz="2800" dirty="0">
                  <a:solidFill>
                    <a:srgbClr val="002060"/>
                  </a:solidFill>
                </a:endParaRPr>
              </a:p>
            </p:txBody>
          </p:sp>
        </mc:Choice>
        <mc:Fallback xmlns="">
          <p:sp>
            <p:nvSpPr>
              <p:cNvPr id="18" name="TextBox 17">
                <a:extLst>
                  <a:ext uri="{FF2B5EF4-FFF2-40B4-BE49-F238E27FC236}">
                    <a16:creationId xmlns:a16="http://schemas.microsoft.com/office/drawing/2014/main" id="{A9C5BC32-E5F2-45F4-A57D-84F331F65F1F}"/>
                  </a:ext>
                </a:extLst>
              </p:cNvPr>
              <p:cNvSpPr txBox="1">
                <a:spLocks noRot="1" noChangeAspect="1" noMove="1" noResize="1" noEditPoints="1" noAdjustHandles="1" noChangeArrowheads="1" noChangeShapeType="1" noTextEdit="1"/>
              </p:cNvSpPr>
              <p:nvPr/>
            </p:nvSpPr>
            <p:spPr>
              <a:xfrm>
                <a:off x="1603641" y="3040038"/>
                <a:ext cx="1618530"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EC728F5-B977-422A-A42D-A1BC5C834D47}"/>
                  </a:ext>
                </a:extLst>
              </p:cNvPr>
              <p:cNvSpPr txBox="1"/>
              <p:nvPr/>
            </p:nvSpPr>
            <p:spPr>
              <a:xfrm>
                <a:off x="3104070" y="3040038"/>
                <a:ext cx="216007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=1</m:t>
                          </m:r>
                        </m:e>
                      </m:d>
                    </m:oMath>
                  </m:oMathPara>
                </a14:m>
                <a:endParaRPr lang="en-GB" sz="2800" dirty="0">
                  <a:solidFill>
                    <a:srgbClr val="002060"/>
                  </a:solidFill>
                </a:endParaRPr>
              </a:p>
            </p:txBody>
          </p:sp>
        </mc:Choice>
        <mc:Fallback xmlns="">
          <p:sp>
            <p:nvSpPr>
              <p:cNvPr id="20" name="TextBox 19">
                <a:extLst>
                  <a:ext uri="{FF2B5EF4-FFF2-40B4-BE49-F238E27FC236}">
                    <a16:creationId xmlns:a16="http://schemas.microsoft.com/office/drawing/2014/main" id="{4EC728F5-B977-422A-A42D-A1BC5C834D47}"/>
                  </a:ext>
                </a:extLst>
              </p:cNvPr>
              <p:cNvSpPr txBox="1">
                <a:spLocks noRot="1" noChangeAspect="1" noMove="1" noResize="1" noEditPoints="1" noAdjustHandles="1" noChangeArrowheads="1" noChangeShapeType="1" noTextEdit="1"/>
              </p:cNvSpPr>
              <p:nvPr/>
            </p:nvSpPr>
            <p:spPr>
              <a:xfrm>
                <a:off x="3104070" y="3040038"/>
                <a:ext cx="2160079"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764171C-028E-4FE3-A489-33E113BE4325}"/>
                  </a:ext>
                </a:extLst>
              </p:cNvPr>
              <p:cNvSpPr txBox="1"/>
              <p:nvPr/>
            </p:nvSpPr>
            <p:spPr>
              <a:xfrm>
                <a:off x="4939758" y="3040038"/>
                <a:ext cx="216007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 </m:t>
                      </m:r>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=2</m:t>
                          </m:r>
                        </m:e>
                      </m:d>
                    </m:oMath>
                  </m:oMathPara>
                </a14:m>
                <a:endParaRPr lang="en-GB" sz="2800" dirty="0">
                  <a:solidFill>
                    <a:srgbClr val="002060"/>
                  </a:solidFill>
                </a:endParaRPr>
              </a:p>
            </p:txBody>
          </p:sp>
        </mc:Choice>
        <mc:Fallback xmlns="">
          <p:sp>
            <p:nvSpPr>
              <p:cNvPr id="21" name="TextBox 20">
                <a:extLst>
                  <a:ext uri="{FF2B5EF4-FFF2-40B4-BE49-F238E27FC236}">
                    <a16:creationId xmlns:a16="http://schemas.microsoft.com/office/drawing/2014/main" id="{4764171C-028E-4FE3-A489-33E113BE4325}"/>
                  </a:ext>
                </a:extLst>
              </p:cNvPr>
              <p:cNvSpPr txBox="1">
                <a:spLocks noRot="1" noChangeAspect="1" noMove="1" noResize="1" noEditPoints="1" noAdjustHandles="1" noChangeArrowheads="1" noChangeShapeType="1" noTextEdit="1"/>
              </p:cNvSpPr>
              <p:nvPr/>
            </p:nvSpPr>
            <p:spPr>
              <a:xfrm>
                <a:off x="4939758" y="3040038"/>
                <a:ext cx="2160079"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ED6D9AA-56A1-49B8-85E3-87056BF22AB7}"/>
                  </a:ext>
                </a:extLst>
              </p:cNvPr>
              <p:cNvSpPr txBox="1"/>
              <p:nvPr/>
            </p:nvSpPr>
            <p:spPr>
              <a:xfrm>
                <a:off x="3104070" y="3589853"/>
                <a:ext cx="2160079"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15 </m:t>
                          </m:r>
                        </m:den>
                      </m:f>
                      <m:r>
                        <a:rPr lang="en-IN" sz="2800" b="0" i="1"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2</m:t>
                          </m:r>
                        </m:num>
                        <m:den>
                          <m:r>
                            <a:rPr lang="en-IN" sz="2800" b="0" i="1" smtClean="0">
                              <a:solidFill>
                                <a:srgbClr val="002060"/>
                              </a:solidFill>
                              <a:latin typeface="Cambria Math" panose="02040503050406030204" pitchFamily="18" charset="0"/>
                            </a:rPr>
                            <m:t> 15 </m:t>
                          </m:r>
                        </m:den>
                      </m:f>
                    </m:oMath>
                  </m:oMathPara>
                </a14:m>
                <a:endParaRPr lang="en-GB" sz="2800" dirty="0">
                  <a:solidFill>
                    <a:srgbClr val="002060"/>
                  </a:solidFill>
                </a:endParaRPr>
              </a:p>
            </p:txBody>
          </p:sp>
        </mc:Choice>
        <mc:Fallback xmlns="">
          <p:sp>
            <p:nvSpPr>
              <p:cNvPr id="22" name="TextBox 21">
                <a:extLst>
                  <a:ext uri="{FF2B5EF4-FFF2-40B4-BE49-F238E27FC236}">
                    <a16:creationId xmlns:a16="http://schemas.microsoft.com/office/drawing/2014/main" id="{8ED6D9AA-56A1-49B8-85E3-87056BF22AB7}"/>
                  </a:ext>
                </a:extLst>
              </p:cNvPr>
              <p:cNvSpPr txBox="1">
                <a:spLocks noRot="1" noChangeAspect="1" noMove="1" noResize="1" noEditPoints="1" noAdjustHandles="1" noChangeArrowheads="1" noChangeShapeType="1" noTextEdit="1"/>
              </p:cNvSpPr>
              <p:nvPr/>
            </p:nvSpPr>
            <p:spPr>
              <a:xfrm>
                <a:off x="3104070" y="3589853"/>
                <a:ext cx="2160079" cy="901785"/>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A148606-FE0A-467C-8452-145309AB8AB4}"/>
                  </a:ext>
                </a:extLst>
              </p:cNvPr>
              <p:cNvSpPr txBox="1"/>
              <p:nvPr/>
            </p:nvSpPr>
            <p:spPr>
              <a:xfrm>
                <a:off x="3104071" y="4652827"/>
                <a:ext cx="1174016"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3</m:t>
                          </m:r>
                        </m:num>
                        <m:den>
                          <m:r>
                            <a:rPr lang="en-IN" sz="2800" b="0" i="1" smtClean="0">
                              <a:solidFill>
                                <a:srgbClr val="002060"/>
                              </a:solidFill>
                              <a:latin typeface="Cambria Math" panose="02040503050406030204" pitchFamily="18" charset="0"/>
                            </a:rPr>
                            <m:t> 15 </m:t>
                          </m:r>
                        </m:den>
                      </m:f>
                    </m:oMath>
                  </m:oMathPara>
                </a14:m>
                <a:endParaRPr lang="en-GB" sz="2800" dirty="0">
                  <a:solidFill>
                    <a:srgbClr val="002060"/>
                  </a:solidFill>
                </a:endParaRPr>
              </a:p>
            </p:txBody>
          </p:sp>
        </mc:Choice>
        <mc:Fallback xmlns="">
          <p:sp>
            <p:nvSpPr>
              <p:cNvPr id="23" name="TextBox 22">
                <a:extLst>
                  <a:ext uri="{FF2B5EF4-FFF2-40B4-BE49-F238E27FC236}">
                    <a16:creationId xmlns:a16="http://schemas.microsoft.com/office/drawing/2014/main" id="{1A148606-FE0A-467C-8452-145309AB8AB4}"/>
                  </a:ext>
                </a:extLst>
              </p:cNvPr>
              <p:cNvSpPr txBox="1">
                <a:spLocks noRot="1" noChangeAspect="1" noMove="1" noResize="1" noEditPoints="1" noAdjustHandles="1" noChangeArrowheads="1" noChangeShapeType="1" noTextEdit="1"/>
              </p:cNvSpPr>
              <p:nvPr/>
            </p:nvSpPr>
            <p:spPr>
              <a:xfrm>
                <a:off x="3104071" y="4652827"/>
                <a:ext cx="1174016" cy="901785"/>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F7AA38B-8410-47D3-8CAB-5C1BC245FEC8}"/>
                  </a:ext>
                </a:extLst>
              </p:cNvPr>
              <p:cNvSpPr txBox="1"/>
              <p:nvPr/>
            </p:nvSpPr>
            <p:spPr>
              <a:xfrm>
                <a:off x="3104071" y="5715801"/>
                <a:ext cx="1174016"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15 </m:t>
                          </m:r>
                        </m:den>
                      </m:f>
                    </m:oMath>
                  </m:oMathPara>
                </a14:m>
                <a:endParaRPr lang="en-GB" sz="2800" dirty="0">
                  <a:solidFill>
                    <a:srgbClr val="002060"/>
                  </a:solidFill>
                </a:endParaRPr>
              </a:p>
            </p:txBody>
          </p:sp>
        </mc:Choice>
        <mc:Fallback xmlns="">
          <p:sp>
            <p:nvSpPr>
              <p:cNvPr id="32" name="TextBox 31">
                <a:extLst>
                  <a:ext uri="{FF2B5EF4-FFF2-40B4-BE49-F238E27FC236}">
                    <a16:creationId xmlns:a16="http://schemas.microsoft.com/office/drawing/2014/main" id="{2F7AA38B-8410-47D3-8CAB-5C1BC245FEC8}"/>
                  </a:ext>
                </a:extLst>
              </p:cNvPr>
              <p:cNvSpPr txBox="1">
                <a:spLocks noRot="1" noChangeAspect="1" noMove="1" noResize="1" noEditPoints="1" noAdjustHandles="1" noChangeArrowheads="1" noChangeShapeType="1" noTextEdit="1"/>
              </p:cNvSpPr>
              <p:nvPr/>
            </p:nvSpPr>
            <p:spPr>
              <a:xfrm>
                <a:off x="3104071" y="5715801"/>
                <a:ext cx="1174016" cy="901785"/>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84BAD6D-4688-4882-BDFE-BAAD7C6CB805}"/>
                  </a:ext>
                </a:extLst>
              </p:cNvPr>
              <p:cNvSpPr txBox="1"/>
              <p:nvPr/>
            </p:nvSpPr>
            <p:spPr>
              <a:xfrm>
                <a:off x="7183657" y="1157890"/>
                <a:ext cx="404403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chemeClr val="bg1"/>
                          </a:solidFill>
                          <a:latin typeface="Cambria Math" panose="02040503050406030204" pitchFamily="18" charset="0"/>
                        </a:rPr>
                        <m:t>P</m:t>
                      </m:r>
                      <m:d>
                        <m:dPr>
                          <m:ctrlPr>
                            <a:rPr lang="en-IN" sz="2800" i="1">
                              <a:solidFill>
                                <a:schemeClr val="bg1"/>
                              </a:solidFill>
                              <a:latin typeface="Cambria Math" panose="02040503050406030204" pitchFamily="18" charset="0"/>
                            </a:rPr>
                          </m:ctrlPr>
                        </m:dPr>
                        <m:e>
                          <m:r>
                            <a:rPr lang="en-US" sz="2800">
                              <a:solidFill>
                                <a:schemeClr val="bg1"/>
                              </a:solidFill>
                              <a:latin typeface="Cambria Math" panose="02040503050406030204" pitchFamily="18" charset="0"/>
                            </a:rPr>
                            <m:t>0.5&lt;</m:t>
                          </m:r>
                          <m:r>
                            <m:rPr>
                              <m:sty m:val="p"/>
                            </m:rPr>
                            <a:rPr lang="en-US" sz="2800">
                              <a:solidFill>
                                <a:schemeClr val="bg1"/>
                              </a:solidFill>
                              <a:latin typeface="Cambria Math" panose="02040503050406030204" pitchFamily="18" charset="0"/>
                            </a:rPr>
                            <m:t>X</m:t>
                          </m:r>
                          <m:r>
                            <a:rPr lang="en-US" sz="2800">
                              <a:solidFill>
                                <a:schemeClr val="bg1"/>
                              </a:solidFill>
                              <a:latin typeface="Cambria Math" panose="02040503050406030204" pitchFamily="18" charset="0"/>
                            </a:rPr>
                            <m:t>&lt;2.5</m:t>
                          </m:r>
                          <m:r>
                            <a:rPr lang="en-US" sz="2800" i="1">
                              <a:solidFill>
                                <a:schemeClr val="bg1"/>
                              </a:solidFill>
                              <a:latin typeface="Cambria Math" panose="02040503050406030204" pitchFamily="18" charset="0"/>
                            </a:rPr>
                            <m:t> </m:t>
                          </m:r>
                        </m:e>
                        <m:e>
                          <m:r>
                            <a:rPr lang="en-US" sz="2800" i="1">
                              <a:solidFill>
                                <a:schemeClr val="bg1"/>
                              </a:solidFill>
                              <a:latin typeface="Cambria Math" panose="02040503050406030204" pitchFamily="18" charset="0"/>
                            </a:rPr>
                            <m:t> </m:t>
                          </m:r>
                          <m:r>
                            <m:rPr>
                              <m:sty m:val="p"/>
                            </m:rPr>
                            <a:rPr lang="en-US" sz="2800">
                              <a:solidFill>
                                <a:schemeClr val="bg1"/>
                              </a:solidFill>
                              <a:latin typeface="Cambria Math" panose="02040503050406030204" pitchFamily="18" charset="0"/>
                            </a:rPr>
                            <m:t>X</m:t>
                          </m:r>
                          <m:r>
                            <a:rPr lang="en-US" sz="2800">
                              <a:solidFill>
                                <a:schemeClr val="bg1"/>
                              </a:solidFill>
                              <a:latin typeface="Cambria Math" panose="02040503050406030204" pitchFamily="18" charset="0"/>
                            </a:rPr>
                            <m:t>&gt;1</m:t>
                          </m:r>
                        </m:e>
                      </m:d>
                    </m:oMath>
                  </m:oMathPara>
                </a14:m>
                <a:endParaRPr lang="en-GB" sz="2800" dirty="0">
                  <a:solidFill>
                    <a:schemeClr val="bg1"/>
                  </a:solidFill>
                </a:endParaRPr>
              </a:p>
            </p:txBody>
          </p:sp>
        </mc:Choice>
        <mc:Fallback xmlns="">
          <p:sp>
            <p:nvSpPr>
              <p:cNvPr id="34" name="TextBox 33">
                <a:extLst>
                  <a:ext uri="{FF2B5EF4-FFF2-40B4-BE49-F238E27FC236}">
                    <a16:creationId xmlns:a16="http://schemas.microsoft.com/office/drawing/2014/main" id="{884BAD6D-4688-4882-BDFE-BAAD7C6CB805}"/>
                  </a:ext>
                </a:extLst>
              </p:cNvPr>
              <p:cNvSpPr txBox="1">
                <a:spLocks noRot="1" noChangeAspect="1" noMove="1" noResize="1" noEditPoints="1" noAdjustHandles="1" noChangeArrowheads="1" noChangeShapeType="1" noTextEdit="1"/>
              </p:cNvSpPr>
              <p:nvPr/>
            </p:nvSpPr>
            <p:spPr>
              <a:xfrm>
                <a:off x="7183657" y="1157890"/>
                <a:ext cx="4044039" cy="523220"/>
              </a:xfrm>
              <a:prstGeom prst="rect">
                <a:avLst/>
              </a:prstGeom>
              <a:blipFill>
                <a:blip r:embed="rId10"/>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172476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p:bldP spid="17" grpId="0"/>
      <p:bldP spid="18" grpId="0"/>
      <p:bldP spid="20" grpId="0"/>
      <p:bldP spid="21" grpId="0"/>
      <p:bldP spid="22" grpId="0"/>
      <p:bldP spid="23" grpId="0"/>
      <p:bldP spid="32"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5 ⇝ Example 3 (Continue)</a:t>
            </a:r>
            <a:endParaRPr lang="en-US" dirty="0"/>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CFB5FEE-0E10-4D48-8672-53AE52E83AC0}"/>
                  </a:ext>
                </a:extLst>
              </p:cNvPr>
              <p:cNvSpPr txBox="1"/>
              <p:nvPr/>
            </p:nvSpPr>
            <p:spPr>
              <a:xfrm>
                <a:off x="1594217" y="1910549"/>
                <a:ext cx="388583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0.5&lt;</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&lt;2.5</m:t>
                          </m:r>
                          <m:r>
                            <a:rPr lang="en-US" sz="2800" i="1">
                              <a:solidFill>
                                <a:srgbClr val="002060"/>
                              </a:solidFill>
                              <a:latin typeface="Cambria Math" panose="02040503050406030204" pitchFamily="18" charset="0"/>
                            </a:rPr>
                            <m:t> </m:t>
                          </m:r>
                        </m:e>
                        <m:e>
                          <m:r>
                            <a:rPr lang="en-US" sz="2800" i="1">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&gt;1</m:t>
                          </m:r>
                        </m:e>
                      </m:d>
                    </m:oMath>
                  </m:oMathPara>
                </a14:m>
                <a:endParaRPr lang="en-GB" sz="2800" dirty="0">
                  <a:solidFill>
                    <a:srgbClr val="002060"/>
                  </a:solidFill>
                </a:endParaRPr>
              </a:p>
            </p:txBody>
          </p:sp>
        </mc:Choice>
        <mc:Fallback xmlns="">
          <p:sp>
            <p:nvSpPr>
              <p:cNvPr id="17" name="TextBox 16">
                <a:extLst>
                  <a:ext uri="{FF2B5EF4-FFF2-40B4-BE49-F238E27FC236}">
                    <a16:creationId xmlns:a16="http://schemas.microsoft.com/office/drawing/2014/main" id="{0CFB5FEE-0E10-4D48-8672-53AE52E83AC0}"/>
                  </a:ext>
                </a:extLst>
              </p:cNvPr>
              <p:cNvSpPr txBox="1">
                <a:spLocks noRot="1" noChangeAspect="1" noMove="1" noResize="1" noEditPoints="1" noAdjustHandles="1" noChangeArrowheads="1" noChangeShapeType="1" noTextEdit="1"/>
              </p:cNvSpPr>
              <p:nvPr/>
            </p:nvSpPr>
            <p:spPr>
              <a:xfrm>
                <a:off x="1594217" y="1910549"/>
                <a:ext cx="3885834"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CC3553A-A6B0-4D72-87C3-A15718C1FC88}"/>
                  </a:ext>
                </a:extLst>
              </p:cNvPr>
              <p:cNvSpPr txBox="1"/>
              <p:nvPr/>
            </p:nvSpPr>
            <p:spPr>
              <a:xfrm>
                <a:off x="1594216" y="757576"/>
                <a:ext cx="5133155" cy="82727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GB" sz="2800" i="1" dirty="0">
                              <a:solidFill>
                                <a:srgbClr val="002060"/>
                              </a:solidFill>
                              <a:latin typeface="Cambria Math" panose="02040503050406030204" pitchFamily="18" charset="0"/>
                            </a:rPr>
                          </m:ctrlPr>
                        </m:dPr>
                        <m:e>
                          <m:r>
                            <m:rPr>
                              <m:sty m:val="p"/>
                            </m:rPr>
                            <a:rPr lang="en-GB" sz="2800" i="0" dirty="0">
                              <a:solidFill>
                                <a:srgbClr val="002060"/>
                              </a:solidFill>
                              <a:latin typeface="Cambria Math" panose="02040503050406030204" pitchFamily="18" charset="0"/>
                            </a:rPr>
                            <m:t>X</m:t>
                          </m:r>
                          <m:r>
                            <a:rPr lang="en-GB" sz="2800" i="0" dirty="0">
                              <a:solidFill>
                                <a:srgbClr val="002060"/>
                              </a:solidFill>
                              <a:latin typeface="Cambria Math" panose="02040503050406030204" pitchFamily="18" charset="0"/>
                            </a:rPr>
                            <m:t>=</m:t>
                          </m:r>
                          <m:r>
                            <m:rPr>
                              <m:sty m:val="p"/>
                            </m:rPr>
                            <a:rPr lang="en-GB" sz="2800" i="0" dirty="0">
                              <a:solidFill>
                                <a:srgbClr val="002060"/>
                              </a:solidFill>
                              <a:latin typeface="Cambria Math" panose="02040503050406030204" pitchFamily="18" charset="0"/>
                            </a:rPr>
                            <m:t>x</m:t>
                          </m:r>
                        </m:e>
                      </m:d>
                      <m:r>
                        <a:rPr lang="en-GB" sz="2800" i="0"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m:rPr>
                              <m:sty m:val="p"/>
                            </m:rPr>
                            <a:rPr lang="en-GB" sz="2800" i="0" dirty="0">
                              <a:solidFill>
                                <a:srgbClr val="002060"/>
                              </a:solidFill>
                              <a:latin typeface="Cambria Math" panose="02040503050406030204" pitchFamily="18" charset="0"/>
                            </a:rPr>
                            <m:t>x</m:t>
                          </m:r>
                        </m:num>
                        <m:den>
                          <m:r>
                            <a:rPr lang="en-IN" sz="2800" i="0" dirty="0">
                              <a:solidFill>
                                <a:srgbClr val="002060"/>
                              </a:solidFill>
                              <a:latin typeface="Cambria Math" panose="02040503050406030204" pitchFamily="18" charset="0"/>
                            </a:rPr>
                            <m:t> </m:t>
                          </m:r>
                          <m:r>
                            <a:rPr lang="en-GB" sz="2800" i="0" dirty="0">
                              <a:solidFill>
                                <a:srgbClr val="002060"/>
                              </a:solidFill>
                              <a:latin typeface="Cambria Math" panose="02040503050406030204" pitchFamily="18" charset="0"/>
                            </a:rPr>
                            <m:t>15</m:t>
                          </m:r>
                          <m:r>
                            <a:rPr lang="en-IN" sz="2800" i="0" dirty="0">
                              <a:solidFill>
                                <a:srgbClr val="002060"/>
                              </a:solidFill>
                              <a:latin typeface="Cambria Math" panose="02040503050406030204" pitchFamily="18" charset="0"/>
                            </a:rPr>
                            <m:t> </m:t>
                          </m:r>
                        </m:den>
                      </m:f>
                      <m:r>
                        <a:rPr lang="en-GB" sz="2800" i="0" dirty="0">
                          <a:solidFill>
                            <a:srgbClr val="002060"/>
                          </a:solidFill>
                          <a:latin typeface="Cambria Math" panose="02040503050406030204" pitchFamily="18" charset="0"/>
                        </a:rPr>
                        <m:t>,</m:t>
                      </m:r>
                      <m:r>
                        <a:rPr lang="en-IN" sz="2800" i="0" dirty="0">
                          <a:solidFill>
                            <a:srgbClr val="002060"/>
                          </a:solidFill>
                          <a:latin typeface="Cambria Math" panose="02040503050406030204" pitchFamily="18" charset="0"/>
                        </a:rPr>
                        <m:t> </m:t>
                      </m:r>
                      <m:r>
                        <m:rPr>
                          <m:sty m:val="p"/>
                        </m:rPr>
                        <a:rPr lang="en-GB" sz="2800" i="0" dirty="0">
                          <a:solidFill>
                            <a:srgbClr val="002060"/>
                          </a:solidFill>
                          <a:latin typeface="Cambria Math" panose="02040503050406030204" pitchFamily="18" charset="0"/>
                        </a:rPr>
                        <m:t>x</m:t>
                      </m:r>
                      <m:r>
                        <a:rPr lang="en-GB" sz="2800" i="0" dirty="0">
                          <a:solidFill>
                            <a:srgbClr val="002060"/>
                          </a:solidFill>
                          <a:latin typeface="Cambria Math" panose="02040503050406030204" pitchFamily="18" charset="0"/>
                        </a:rPr>
                        <m:t>=1, 2, 3, 4, 5.</m:t>
                      </m:r>
                    </m:oMath>
                  </m:oMathPara>
                </a14:m>
                <a:endParaRPr lang="en-IN" sz="2800" dirty="0">
                  <a:solidFill>
                    <a:srgbClr val="002060"/>
                  </a:solidFill>
                </a:endParaRPr>
              </a:p>
            </p:txBody>
          </p:sp>
        </mc:Choice>
        <mc:Fallback xmlns="">
          <p:sp>
            <p:nvSpPr>
              <p:cNvPr id="18" name="TextBox 17">
                <a:extLst>
                  <a:ext uri="{FF2B5EF4-FFF2-40B4-BE49-F238E27FC236}">
                    <a16:creationId xmlns:a16="http://schemas.microsoft.com/office/drawing/2014/main" id="{8CC3553A-A6B0-4D72-87C3-A15718C1FC88}"/>
                  </a:ext>
                </a:extLst>
              </p:cNvPr>
              <p:cNvSpPr txBox="1">
                <a:spLocks noRot="1" noChangeAspect="1" noMove="1" noResize="1" noEditPoints="1" noAdjustHandles="1" noChangeArrowheads="1" noChangeShapeType="1" noTextEdit="1"/>
              </p:cNvSpPr>
              <p:nvPr/>
            </p:nvSpPr>
            <p:spPr>
              <a:xfrm>
                <a:off x="1594216" y="757576"/>
                <a:ext cx="5133155" cy="827278"/>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45BA33E-B526-4644-979E-96AD0C2BA75B}"/>
                  </a:ext>
                </a:extLst>
              </p:cNvPr>
              <p:cNvSpPr txBox="1"/>
              <p:nvPr/>
            </p:nvSpPr>
            <p:spPr>
              <a:xfrm>
                <a:off x="5378088" y="1910549"/>
                <a:ext cx="49584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oMath>
                  </m:oMathPara>
                </a14:m>
                <a:endParaRPr lang="en-GB" sz="2800" dirty="0">
                  <a:solidFill>
                    <a:srgbClr val="002060"/>
                  </a:solidFill>
                </a:endParaRPr>
              </a:p>
            </p:txBody>
          </p:sp>
        </mc:Choice>
        <mc:Fallback xmlns="">
          <p:sp>
            <p:nvSpPr>
              <p:cNvPr id="19" name="TextBox 18">
                <a:extLst>
                  <a:ext uri="{FF2B5EF4-FFF2-40B4-BE49-F238E27FC236}">
                    <a16:creationId xmlns:a16="http://schemas.microsoft.com/office/drawing/2014/main" id="{245BA33E-B526-4644-979E-96AD0C2BA75B}"/>
                  </a:ext>
                </a:extLst>
              </p:cNvPr>
              <p:cNvSpPr txBox="1">
                <a:spLocks noRot="1" noChangeAspect="1" noMove="1" noResize="1" noEditPoints="1" noAdjustHandles="1" noChangeArrowheads="1" noChangeShapeType="1" noTextEdit="1"/>
              </p:cNvSpPr>
              <p:nvPr/>
            </p:nvSpPr>
            <p:spPr>
              <a:xfrm>
                <a:off x="5378088" y="1910549"/>
                <a:ext cx="495841"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BDDD864-F646-44ED-8BE4-E929073EF5F8}"/>
                  </a:ext>
                </a:extLst>
              </p:cNvPr>
              <p:cNvSpPr txBox="1"/>
              <p:nvPr/>
            </p:nvSpPr>
            <p:spPr>
              <a:xfrm>
                <a:off x="5873929" y="1621207"/>
                <a:ext cx="4790803" cy="57868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sz="280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d>
                            <m:dPr>
                              <m:ctrlPr>
                                <a:rPr lang="en-IN" sz="2800" i="1" dirty="0" smtClean="0">
                                  <a:solidFill>
                                    <a:srgbClr val="002060"/>
                                  </a:solidFill>
                                  <a:latin typeface="Cambria Math" panose="02040503050406030204" pitchFamily="18" charset="0"/>
                                </a:rPr>
                              </m:ctrlPr>
                            </m:dPr>
                            <m:e>
                              <m:r>
                                <a:rPr lang="en-US" sz="2800" i="0" dirty="0" smtClean="0">
                                  <a:solidFill>
                                    <a:srgbClr val="002060"/>
                                  </a:solidFill>
                                  <a:latin typeface="Cambria Math" panose="02040503050406030204" pitchFamily="18" charset="0"/>
                                </a:rPr>
                                <m:t>0.5&lt;</m:t>
                              </m:r>
                              <m:r>
                                <m:rPr>
                                  <m:sty m:val="p"/>
                                </m:rPr>
                                <a:rPr lang="en-US" sz="2800" i="0" dirty="0" smtClean="0">
                                  <a:solidFill>
                                    <a:srgbClr val="002060"/>
                                  </a:solidFill>
                                  <a:latin typeface="Cambria Math" panose="02040503050406030204" pitchFamily="18" charset="0"/>
                                </a:rPr>
                                <m:t>X</m:t>
                              </m:r>
                              <m:r>
                                <a:rPr lang="en-US" sz="2800" i="0" dirty="0" smtClean="0">
                                  <a:solidFill>
                                    <a:srgbClr val="002060"/>
                                  </a:solidFill>
                                  <a:latin typeface="Cambria Math" panose="02040503050406030204" pitchFamily="18" charset="0"/>
                                </a:rPr>
                                <m:t>&lt;2.5</m:t>
                              </m:r>
                            </m:e>
                          </m:d>
                          <m:r>
                            <a:rPr lang="en-US" sz="2800" i="1" dirty="0" smtClean="0">
                              <a:solidFill>
                                <a:srgbClr val="002060"/>
                              </a:solidFill>
                              <a:latin typeface="Cambria Math" panose="02040503050406030204" pitchFamily="18" charset="0"/>
                            </a:rPr>
                            <m:t>∩</m:t>
                          </m:r>
                          <m:d>
                            <m:dPr>
                              <m:ctrlPr>
                                <a:rPr lang="en-US" sz="2800" i="1" dirty="0" smtClean="0">
                                  <a:solidFill>
                                    <a:srgbClr val="002060"/>
                                  </a:solidFill>
                                  <a:latin typeface="Cambria Math" panose="02040503050406030204" pitchFamily="18" charset="0"/>
                                </a:rPr>
                              </m:ctrlPr>
                            </m:dPr>
                            <m:e>
                              <m:r>
                                <m:rPr>
                                  <m:sty m:val="p"/>
                                </m:rPr>
                                <a:rPr lang="en-US" sz="2800" i="0" dirty="0" smtClean="0">
                                  <a:solidFill>
                                    <a:srgbClr val="002060"/>
                                  </a:solidFill>
                                  <a:latin typeface="Cambria Math" panose="02040503050406030204" pitchFamily="18" charset="0"/>
                                </a:rPr>
                                <m:t>X</m:t>
                              </m:r>
                              <m:r>
                                <a:rPr lang="en-US" sz="2800" i="0" dirty="0" smtClean="0">
                                  <a:solidFill>
                                    <a:srgbClr val="002060"/>
                                  </a:solidFill>
                                  <a:latin typeface="Cambria Math" panose="02040503050406030204" pitchFamily="18" charset="0"/>
                                </a:rPr>
                                <m:t>&gt;1</m:t>
                              </m:r>
                            </m:e>
                          </m:d>
                        </m:e>
                      </m:d>
                    </m:oMath>
                  </m:oMathPara>
                </a14:m>
                <a:endParaRPr lang="en-GB" sz="2800" dirty="0">
                  <a:solidFill>
                    <a:srgbClr val="002060"/>
                  </a:solidFill>
                </a:endParaRPr>
              </a:p>
            </p:txBody>
          </p:sp>
        </mc:Choice>
        <mc:Fallback xmlns="">
          <p:sp>
            <p:nvSpPr>
              <p:cNvPr id="20" name="TextBox 19">
                <a:extLst>
                  <a:ext uri="{FF2B5EF4-FFF2-40B4-BE49-F238E27FC236}">
                    <a16:creationId xmlns:a16="http://schemas.microsoft.com/office/drawing/2014/main" id="{ABDDD864-F646-44ED-8BE4-E929073EF5F8}"/>
                  </a:ext>
                </a:extLst>
              </p:cNvPr>
              <p:cNvSpPr txBox="1">
                <a:spLocks noRot="1" noChangeAspect="1" noMove="1" noResize="1" noEditPoints="1" noAdjustHandles="1" noChangeArrowheads="1" noChangeShapeType="1" noTextEdit="1"/>
              </p:cNvSpPr>
              <p:nvPr/>
            </p:nvSpPr>
            <p:spPr>
              <a:xfrm>
                <a:off x="5873929" y="1621207"/>
                <a:ext cx="4790803" cy="578685"/>
              </a:xfrm>
              <a:prstGeom prst="rect">
                <a:avLst/>
              </a:prstGeom>
              <a:blipFill>
                <a:blip r:embed="rId5"/>
                <a:stretch>
                  <a:fillRect/>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89D4F9AC-0641-4845-AA7D-FE9172A254D5}"/>
              </a:ext>
            </a:extLst>
          </p:cNvPr>
          <p:cNvCxnSpPr>
            <a:cxnSpLocks/>
          </p:cNvCxnSpPr>
          <p:nvPr/>
        </p:nvCxnSpPr>
        <p:spPr>
          <a:xfrm>
            <a:off x="5873929" y="2189037"/>
            <a:ext cx="463840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6CDDEF-4C25-43F7-B02A-FDCC1B3BCE37}"/>
                  </a:ext>
                </a:extLst>
              </p:cNvPr>
              <p:cNvSpPr txBox="1"/>
              <p:nvPr/>
            </p:nvSpPr>
            <p:spPr>
              <a:xfrm>
                <a:off x="7446189" y="2189037"/>
                <a:ext cx="1646284"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sz="280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US" sz="2800" i="0" dirty="0" smtClean="0">
                              <a:solidFill>
                                <a:srgbClr val="002060"/>
                              </a:solidFill>
                              <a:latin typeface="Cambria Math" panose="02040503050406030204" pitchFamily="18" charset="0"/>
                            </a:rPr>
                            <m:t>X</m:t>
                          </m:r>
                          <m:r>
                            <a:rPr lang="en-US" sz="2800" i="0" dirty="0" smtClean="0">
                              <a:solidFill>
                                <a:srgbClr val="002060"/>
                              </a:solidFill>
                              <a:latin typeface="Cambria Math" panose="02040503050406030204" pitchFamily="18" charset="0"/>
                            </a:rPr>
                            <m:t>&gt;1</m:t>
                          </m:r>
                        </m:e>
                      </m:d>
                    </m:oMath>
                  </m:oMathPara>
                </a14:m>
                <a:endParaRPr lang="en-GB" sz="2800" dirty="0">
                  <a:solidFill>
                    <a:srgbClr val="002060"/>
                  </a:solidFill>
                </a:endParaRPr>
              </a:p>
            </p:txBody>
          </p:sp>
        </mc:Choice>
        <mc:Fallback xmlns="">
          <p:sp>
            <p:nvSpPr>
              <p:cNvPr id="23" name="TextBox 22">
                <a:extLst>
                  <a:ext uri="{FF2B5EF4-FFF2-40B4-BE49-F238E27FC236}">
                    <a16:creationId xmlns:a16="http://schemas.microsoft.com/office/drawing/2014/main" id="{316CDDEF-4C25-43F7-B02A-FDCC1B3BCE37}"/>
                  </a:ext>
                </a:extLst>
              </p:cNvPr>
              <p:cNvSpPr txBox="1">
                <a:spLocks noRot="1" noChangeAspect="1" noMove="1" noResize="1" noEditPoints="1" noAdjustHandles="1" noChangeArrowheads="1" noChangeShapeType="1" noTextEdit="1"/>
              </p:cNvSpPr>
              <p:nvPr/>
            </p:nvSpPr>
            <p:spPr>
              <a:xfrm>
                <a:off x="7446189" y="2189037"/>
                <a:ext cx="1646284"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8B3F58DE-3C96-48BA-A07C-A25A6143207B}"/>
                  </a:ext>
                </a:extLst>
              </p:cNvPr>
              <p:cNvSpPr txBox="1"/>
              <p:nvPr/>
            </p:nvSpPr>
            <p:spPr>
              <a:xfrm>
                <a:off x="1594216" y="2910112"/>
                <a:ext cx="1646284"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sz="280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US" sz="2800" i="0" dirty="0" smtClean="0">
                              <a:solidFill>
                                <a:srgbClr val="002060"/>
                              </a:solidFill>
                              <a:latin typeface="Cambria Math" panose="02040503050406030204" pitchFamily="18" charset="0"/>
                            </a:rPr>
                            <m:t>X</m:t>
                          </m:r>
                          <m:r>
                            <a:rPr lang="en-US" sz="2800" i="0" dirty="0" smtClean="0">
                              <a:solidFill>
                                <a:srgbClr val="002060"/>
                              </a:solidFill>
                              <a:latin typeface="Cambria Math" panose="02040503050406030204" pitchFamily="18" charset="0"/>
                            </a:rPr>
                            <m:t>&gt;1</m:t>
                          </m:r>
                        </m:e>
                      </m:d>
                    </m:oMath>
                  </m:oMathPara>
                </a14:m>
                <a:endParaRPr lang="en-GB" sz="2800" dirty="0">
                  <a:solidFill>
                    <a:srgbClr val="002060"/>
                  </a:solidFill>
                </a:endParaRPr>
              </a:p>
            </p:txBody>
          </p:sp>
        </mc:Choice>
        <mc:Fallback xmlns="">
          <p:sp>
            <p:nvSpPr>
              <p:cNvPr id="27" name="TextBox 26">
                <a:extLst>
                  <a:ext uri="{FF2B5EF4-FFF2-40B4-BE49-F238E27FC236}">
                    <a16:creationId xmlns:a16="http://schemas.microsoft.com/office/drawing/2014/main" id="{8B3F58DE-3C96-48BA-A07C-A25A6143207B}"/>
                  </a:ext>
                </a:extLst>
              </p:cNvPr>
              <p:cNvSpPr txBox="1">
                <a:spLocks noRot="1" noChangeAspect="1" noMove="1" noResize="1" noEditPoints="1" noAdjustHandles="1" noChangeArrowheads="1" noChangeShapeType="1" noTextEdit="1"/>
              </p:cNvSpPr>
              <p:nvPr/>
            </p:nvSpPr>
            <p:spPr>
              <a:xfrm>
                <a:off x="1594216" y="2910112"/>
                <a:ext cx="1646284"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2BEEBDF-9A97-4462-8AB8-843DF2DCDE0F}"/>
                  </a:ext>
                </a:extLst>
              </p:cNvPr>
              <p:cNvSpPr txBox="1"/>
              <p:nvPr/>
            </p:nvSpPr>
            <p:spPr>
              <a:xfrm>
                <a:off x="3126741" y="2905780"/>
                <a:ext cx="747104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=2</m:t>
                          </m:r>
                        </m:e>
                      </m:d>
                      <m:r>
                        <a:rPr lang="en-IN" sz="2800" i="1"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=3</m:t>
                          </m:r>
                        </m:e>
                      </m:d>
                      <m:r>
                        <a:rPr lang="en-IN" sz="2800" i="1"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=4</m:t>
                          </m:r>
                        </m:e>
                      </m:d>
                      <m:r>
                        <a:rPr lang="en-IN" sz="2800" i="1"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=5</m:t>
                          </m:r>
                        </m:e>
                      </m:d>
                    </m:oMath>
                  </m:oMathPara>
                </a14:m>
                <a:endParaRPr lang="en-GB" sz="2800" dirty="0">
                  <a:solidFill>
                    <a:srgbClr val="002060"/>
                  </a:solidFill>
                </a:endParaRPr>
              </a:p>
            </p:txBody>
          </p:sp>
        </mc:Choice>
        <mc:Fallback xmlns="">
          <p:sp>
            <p:nvSpPr>
              <p:cNvPr id="28" name="TextBox 27">
                <a:extLst>
                  <a:ext uri="{FF2B5EF4-FFF2-40B4-BE49-F238E27FC236}">
                    <a16:creationId xmlns:a16="http://schemas.microsoft.com/office/drawing/2014/main" id="{72BEEBDF-9A97-4462-8AB8-843DF2DCDE0F}"/>
                  </a:ext>
                </a:extLst>
              </p:cNvPr>
              <p:cNvSpPr txBox="1">
                <a:spLocks noRot="1" noChangeAspect="1" noMove="1" noResize="1" noEditPoints="1" noAdjustHandles="1" noChangeArrowheads="1" noChangeShapeType="1" noTextEdit="1"/>
              </p:cNvSpPr>
              <p:nvPr/>
            </p:nvSpPr>
            <p:spPr>
              <a:xfrm>
                <a:off x="3126741" y="2905780"/>
                <a:ext cx="7471043"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828B70C-F310-4D9A-9953-393078964A1E}"/>
                  </a:ext>
                </a:extLst>
              </p:cNvPr>
              <p:cNvSpPr txBox="1"/>
              <p:nvPr/>
            </p:nvSpPr>
            <p:spPr>
              <a:xfrm>
                <a:off x="3126742" y="3564318"/>
                <a:ext cx="4144916"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2</m:t>
                          </m:r>
                        </m:num>
                        <m:den>
                          <m:r>
                            <a:rPr lang="en-IN" sz="2800" b="0" i="1" dirty="0" smtClean="0">
                              <a:solidFill>
                                <a:srgbClr val="002060"/>
                              </a:solidFill>
                              <a:latin typeface="Cambria Math" panose="02040503050406030204" pitchFamily="18" charset="0"/>
                            </a:rPr>
                            <m:t> 15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3</m:t>
                          </m:r>
                        </m:num>
                        <m:den>
                          <m:r>
                            <a:rPr lang="en-IN" sz="2800" i="1" dirty="0">
                              <a:solidFill>
                                <a:srgbClr val="002060"/>
                              </a:solidFill>
                              <a:latin typeface="Cambria Math" panose="02040503050406030204" pitchFamily="18" charset="0"/>
                            </a:rPr>
                            <m:t> 15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4</m:t>
                          </m:r>
                        </m:num>
                        <m:den>
                          <m:r>
                            <a:rPr lang="en-IN" sz="2800" i="1" dirty="0">
                              <a:solidFill>
                                <a:srgbClr val="002060"/>
                              </a:solidFill>
                              <a:latin typeface="Cambria Math" panose="02040503050406030204" pitchFamily="18" charset="0"/>
                            </a:rPr>
                            <m:t> 15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5</m:t>
                          </m:r>
                        </m:num>
                        <m:den>
                          <m:r>
                            <a:rPr lang="en-IN" sz="2800" i="1" dirty="0">
                              <a:solidFill>
                                <a:srgbClr val="002060"/>
                              </a:solidFill>
                              <a:latin typeface="Cambria Math" panose="02040503050406030204" pitchFamily="18" charset="0"/>
                            </a:rPr>
                            <m:t> 15 </m:t>
                          </m:r>
                        </m:den>
                      </m:f>
                    </m:oMath>
                  </m:oMathPara>
                </a14:m>
                <a:endParaRPr lang="en-GB" sz="2800" dirty="0">
                  <a:solidFill>
                    <a:srgbClr val="002060"/>
                  </a:solidFill>
                </a:endParaRPr>
              </a:p>
            </p:txBody>
          </p:sp>
        </mc:Choice>
        <mc:Fallback xmlns="">
          <p:sp>
            <p:nvSpPr>
              <p:cNvPr id="29" name="TextBox 28">
                <a:extLst>
                  <a:ext uri="{FF2B5EF4-FFF2-40B4-BE49-F238E27FC236}">
                    <a16:creationId xmlns:a16="http://schemas.microsoft.com/office/drawing/2014/main" id="{6828B70C-F310-4D9A-9953-393078964A1E}"/>
                  </a:ext>
                </a:extLst>
              </p:cNvPr>
              <p:cNvSpPr txBox="1">
                <a:spLocks noRot="1" noChangeAspect="1" noMove="1" noResize="1" noEditPoints="1" noAdjustHandles="1" noChangeArrowheads="1" noChangeShapeType="1" noTextEdit="1"/>
              </p:cNvSpPr>
              <p:nvPr/>
            </p:nvSpPr>
            <p:spPr>
              <a:xfrm>
                <a:off x="3126742" y="3564318"/>
                <a:ext cx="4144916" cy="901785"/>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C3915AC-6ECD-42C8-98A6-8423A8EC51A9}"/>
                  </a:ext>
                </a:extLst>
              </p:cNvPr>
              <p:cNvSpPr txBox="1"/>
              <p:nvPr/>
            </p:nvSpPr>
            <p:spPr>
              <a:xfrm>
                <a:off x="7184033" y="3559986"/>
                <a:ext cx="1169485"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14</m:t>
                          </m:r>
                        </m:num>
                        <m:den>
                          <m:r>
                            <a:rPr lang="en-IN" sz="2800" b="0" i="1" dirty="0" smtClean="0">
                              <a:solidFill>
                                <a:srgbClr val="002060"/>
                              </a:solidFill>
                              <a:latin typeface="Cambria Math" panose="02040503050406030204" pitchFamily="18" charset="0"/>
                            </a:rPr>
                            <m:t> 15 </m:t>
                          </m:r>
                        </m:den>
                      </m:f>
                    </m:oMath>
                  </m:oMathPara>
                </a14:m>
                <a:endParaRPr lang="en-GB" sz="2800" dirty="0">
                  <a:solidFill>
                    <a:srgbClr val="002060"/>
                  </a:solidFill>
                </a:endParaRPr>
              </a:p>
            </p:txBody>
          </p:sp>
        </mc:Choice>
        <mc:Fallback xmlns="">
          <p:sp>
            <p:nvSpPr>
              <p:cNvPr id="30" name="TextBox 29">
                <a:extLst>
                  <a:ext uri="{FF2B5EF4-FFF2-40B4-BE49-F238E27FC236}">
                    <a16:creationId xmlns:a16="http://schemas.microsoft.com/office/drawing/2014/main" id="{FC3915AC-6ECD-42C8-98A6-8423A8EC51A9}"/>
                  </a:ext>
                </a:extLst>
              </p:cNvPr>
              <p:cNvSpPr txBox="1">
                <a:spLocks noRot="1" noChangeAspect="1" noMove="1" noResize="1" noEditPoints="1" noAdjustHandles="1" noChangeArrowheads="1" noChangeShapeType="1" noTextEdit="1"/>
              </p:cNvSpPr>
              <p:nvPr/>
            </p:nvSpPr>
            <p:spPr>
              <a:xfrm>
                <a:off x="7184033" y="3559986"/>
                <a:ext cx="1169485" cy="901785"/>
              </a:xfrm>
              <a:prstGeom prst="rect">
                <a:avLst/>
              </a:prstGeom>
              <a:blipFill>
                <a:blip r:embed="rId10"/>
                <a:stretch>
                  <a:fillRect/>
                </a:stretch>
              </a:blipFill>
            </p:spPr>
            <p:txBody>
              <a:bodyPr/>
              <a:lstStyle/>
              <a:p>
                <a:r>
                  <a:rPr lang="en-IN">
                    <a:noFill/>
                  </a:rPr>
                  <a:t> </a:t>
                </a:r>
              </a:p>
            </p:txBody>
          </p:sp>
        </mc:Fallback>
      </mc:AlternateContent>
      <p:sp>
        <p:nvSpPr>
          <p:cNvPr id="31" name="TextBox 30">
            <a:extLst>
              <a:ext uri="{FF2B5EF4-FFF2-40B4-BE49-F238E27FC236}">
                <a16:creationId xmlns:a16="http://schemas.microsoft.com/office/drawing/2014/main" id="{3C20E650-14E1-43A7-BB02-FFB5D01DE8CB}"/>
              </a:ext>
            </a:extLst>
          </p:cNvPr>
          <p:cNvSpPr txBox="1"/>
          <p:nvPr/>
        </p:nvSpPr>
        <p:spPr>
          <a:xfrm>
            <a:off x="1594216" y="4597089"/>
            <a:ext cx="2863484" cy="523220"/>
          </a:xfrm>
          <a:prstGeom prst="rect">
            <a:avLst/>
          </a:prstGeom>
          <a:noFill/>
        </p:spPr>
        <p:txBody>
          <a:bodyPr wrap="square">
            <a:spAutoFit/>
          </a:bodyPr>
          <a:lstStyle/>
          <a:p>
            <a:r>
              <a:rPr lang="en-IN" sz="2800" b="0" i="0" dirty="0">
                <a:solidFill>
                  <a:srgbClr val="002060"/>
                </a:solidFill>
                <a:latin typeface="+mj-lt"/>
              </a:rPr>
              <a:t>Now,</a:t>
            </a:r>
            <a:endParaRPr lang="en-GB" sz="2800" dirty="0">
              <a:solidFill>
                <a:srgbClr val="002060"/>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43E87E26-B446-4E42-BF28-DEA98AF6D597}"/>
                  </a:ext>
                </a:extLst>
              </p:cNvPr>
              <p:cNvSpPr txBox="1"/>
              <p:nvPr/>
            </p:nvSpPr>
            <p:spPr>
              <a:xfrm>
                <a:off x="1839146" y="5148042"/>
                <a:ext cx="5835644" cy="523220"/>
              </a:xfrm>
              <a:prstGeom prst="rect">
                <a:avLst/>
              </a:prstGeom>
              <a:noFill/>
            </p:spPr>
            <p:txBody>
              <a:bodyPr wrap="square">
                <a:spAutoFit/>
              </a:bodyPr>
              <a:lstStyle/>
              <a:p>
                <a:r>
                  <a:rPr lang="en-GB" sz="2800" dirty="0">
                    <a:solidFill>
                      <a:srgbClr val="002060"/>
                    </a:solidFill>
                    <a:latin typeface="+mj-lt"/>
                  </a:rPr>
                  <a:t>The event </a:t>
                </a:r>
                <a14:m>
                  <m:oMath xmlns:m="http://schemas.openxmlformats.org/officeDocument/2006/math">
                    <m:r>
                      <a:rPr lang="en-GB" sz="2800" i="0" dirty="0">
                        <a:solidFill>
                          <a:srgbClr val="002060"/>
                        </a:solidFill>
                        <a:latin typeface="Cambria Math" panose="02040503050406030204" pitchFamily="18" charset="0"/>
                      </a:rPr>
                      <m:t>0.5&lt;</m:t>
                    </m:r>
                    <m:r>
                      <m:rPr>
                        <m:sty m:val="p"/>
                      </m:rPr>
                      <a:rPr lang="en-GB" sz="2800" i="0" dirty="0">
                        <a:solidFill>
                          <a:srgbClr val="002060"/>
                        </a:solidFill>
                        <a:latin typeface="Cambria Math" panose="02040503050406030204" pitchFamily="18" charset="0"/>
                      </a:rPr>
                      <m:t>X</m:t>
                    </m:r>
                    <m:r>
                      <a:rPr lang="en-GB" sz="2800" i="0" dirty="0">
                        <a:solidFill>
                          <a:srgbClr val="002060"/>
                        </a:solidFill>
                        <a:latin typeface="Cambria Math" panose="02040503050406030204" pitchFamily="18" charset="0"/>
                      </a:rPr>
                      <m:t>&lt;2.5 </m:t>
                    </m:r>
                  </m:oMath>
                </a14:m>
                <a:r>
                  <a:rPr lang="en-GB" sz="2800" dirty="0">
                    <a:solidFill>
                      <a:srgbClr val="002060"/>
                    </a:solidFill>
                    <a:latin typeface="+mj-lt"/>
                  </a:rPr>
                  <a:t>corresponds to</a:t>
                </a:r>
                <a:endParaRPr lang="en-GB" sz="2800" dirty="0">
                  <a:solidFill>
                    <a:srgbClr val="002060"/>
                  </a:solidFill>
                </a:endParaRPr>
              </a:p>
            </p:txBody>
          </p:sp>
        </mc:Choice>
        <mc:Fallback xmlns="">
          <p:sp>
            <p:nvSpPr>
              <p:cNvPr id="33" name="TextBox 32">
                <a:extLst>
                  <a:ext uri="{FF2B5EF4-FFF2-40B4-BE49-F238E27FC236}">
                    <a16:creationId xmlns:a16="http://schemas.microsoft.com/office/drawing/2014/main" id="{43E87E26-B446-4E42-BF28-DEA98AF6D597}"/>
                  </a:ext>
                </a:extLst>
              </p:cNvPr>
              <p:cNvSpPr txBox="1">
                <a:spLocks noRot="1" noChangeAspect="1" noMove="1" noResize="1" noEditPoints="1" noAdjustHandles="1" noChangeArrowheads="1" noChangeShapeType="1" noTextEdit="1"/>
              </p:cNvSpPr>
              <p:nvPr/>
            </p:nvSpPr>
            <p:spPr>
              <a:xfrm>
                <a:off x="1839146" y="5148042"/>
                <a:ext cx="5835644" cy="523220"/>
              </a:xfrm>
              <a:prstGeom prst="rect">
                <a:avLst/>
              </a:prstGeom>
              <a:blipFill>
                <a:blip r:embed="rId11"/>
                <a:stretch>
                  <a:fillRect l="-2194" t="-10465" r="-198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92527538-26BE-41EC-85DF-46694A0694BB}"/>
                  </a:ext>
                </a:extLst>
              </p:cNvPr>
              <p:cNvSpPr txBox="1"/>
              <p:nvPr/>
            </p:nvSpPr>
            <p:spPr>
              <a:xfrm>
                <a:off x="7674789" y="5148042"/>
                <a:ext cx="164628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=1, 2</m:t>
                      </m:r>
                    </m:oMath>
                  </m:oMathPara>
                </a14:m>
                <a:endParaRPr lang="en-GB" sz="2800" dirty="0">
                  <a:solidFill>
                    <a:srgbClr val="002060"/>
                  </a:solidFill>
                </a:endParaRPr>
              </a:p>
            </p:txBody>
          </p:sp>
        </mc:Choice>
        <mc:Fallback xmlns="">
          <p:sp>
            <p:nvSpPr>
              <p:cNvPr id="34" name="TextBox 33">
                <a:extLst>
                  <a:ext uri="{FF2B5EF4-FFF2-40B4-BE49-F238E27FC236}">
                    <a16:creationId xmlns:a16="http://schemas.microsoft.com/office/drawing/2014/main" id="{92527538-26BE-41EC-85DF-46694A0694BB}"/>
                  </a:ext>
                </a:extLst>
              </p:cNvPr>
              <p:cNvSpPr txBox="1">
                <a:spLocks noRot="1" noChangeAspect="1" noMove="1" noResize="1" noEditPoints="1" noAdjustHandles="1" noChangeArrowheads="1" noChangeShapeType="1" noTextEdit="1"/>
              </p:cNvSpPr>
              <p:nvPr/>
            </p:nvSpPr>
            <p:spPr>
              <a:xfrm>
                <a:off x="7674789" y="5148042"/>
                <a:ext cx="1646284" cy="523220"/>
              </a:xfrm>
              <a:prstGeom prst="rect">
                <a:avLst/>
              </a:prstGeom>
              <a:blipFill>
                <a:blip r:embed="rId12"/>
                <a:stretch>
                  <a:fillRect/>
                </a:stretch>
              </a:blipFill>
            </p:spPr>
            <p:txBody>
              <a:bodyPr/>
              <a:lstStyle/>
              <a:p>
                <a:r>
                  <a:rPr lang="en-IN">
                    <a:noFill/>
                  </a:rPr>
                  <a:t> </a:t>
                </a:r>
              </a:p>
            </p:txBody>
          </p:sp>
        </mc:Fallback>
      </mc:AlternateContent>
      <p:sp>
        <p:nvSpPr>
          <p:cNvPr id="37" name="TextBox 36">
            <a:extLst>
              <a:ext uri="{FF2B5EF4-FFF2-40B4-BE49-F238E27FC236}">
                <a16:creationId xmlns:a16="http://schemas.microsoft.com/office/drawing/2014/main" id="{88A2AF05-AC8C-48DE-955D-5891571BF768}"/>
              </a:ext>
            </a:extLst>
          </p:cNvPr>
          <p:cNvSpPr txBox="1"/>
          <p:nvPr/>
        </p:nvSpPr>
        <p:spPr>
          <a:xfrm>
            <a:off x="1839146" y="5814965"/>
            <a:ext cx="700851" cy="523220"/>
          </a:xfrm>
          <a:prstGeom prst="rect">
            <a:avLst/>
          </a:prstGeom>
          <a:noFill/>
        </p:spPr>
        <p:txBody>
          <a:bodyPr wrap="square">
            <a:spAutoFit/>
          </a:bodyPr>
          <a:lstStyle/>
          <a:p>
            <a:r>
              <a:rPr lang="en-IN" sz="2800" dirty="0">
                <a:solidFill>
                  <a:srgbClr val="002060"/>
                </a:solidFill>
                <a:latin typeface="+mj-lt"/>
              </a:rPr>
              <a:t>So,</a:t>
            </a:r>
            <a:endParaRPr lang="en-GB" sz="2800" dirty="0">
              <a:solidFill>
                <a:srgbClr val="002060"/>
              </a:solidFill>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B87ACA25-8F88-4B7D-8067-D3BB295A331B}"/>
                  </a:ext>
                </a:extLst>
              </p:cNvPr>
              <p:cNvSpPr txBox="1"/>
              <p:nvPr/>
            </p:nvSpPr>
            <p:spPr>
              <a:xfrm>
                <a:off x="2307230" y="5787233"/>
                <a:ext cx="4790803" cy="57868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sz="280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d>
                            <m:dPr>
                              <m:ctrlPr>
                                <a:rPr lang="en-IN" sz="2800" i="1" dirty="0" smtClean="0">
                                  <a:solidFill>
                                    <a:srgbClr val="002060"/>
                                  </a:solidFill>
                                  <a:latin typeface="Cambria Math" panose="02040503050406030204" pitchFamily="18" charset="0"/>
                                </a:rPr>
                              </m:ctrlPr>
                            </m:dPr>
                            <m:e>
                              <m:r>
                                <a:rPr lang="en-US" sz="2800" i="0" dirty="0" smtClean="0">
                                  <a:solidFill>
                                    <a:srgbClr val="002060"/>
                                  </a:solidFill>
                                  <a:latin typeface="Cambria Math" panose="02040503050406030204" pitchFamily="18" charset="0"/>
                                </a:rPr>
                                <m:t>0.5&lt;</m:t>
                              </m:r>
                              <m:r>
                                <m:rPr>
                                  <m:sty m:val="p"/>
                                </m:rPr>
                                <a:rPr lang="en-US" sz="2800" i="0" dirty="0" smtClean="0">
                                  <a:solidFill>
                                    <a:srgbClr val="002060"/>
                                  </a:solidFill>
                                  <a:latin typeface="Cambria Math" panose="02040503050406030204" pitchFamily="18" charset="0"/>
                                </a:rPr>
                                <m:t>X</m:t>
                              </m:r>
                              <m:r>
                                <a:rPr lang="en-US" sz="2800" i="0" dirty="0" smtClean="0">
                                  <a:solidFill>
                                    <a:srgbClr val="002060"/>
                                  </a:solidFill>
                                  <a:latin typeface="Cambria Math" panose="02040503050406030204" pitchFamily="18" charset="0"/>
                                </a:rPr>
                                <m:t>&lt;2.5</m:t>
                              </m:r>
                            </m:e>
                          </m:d>
                          <m:r>
                            <a:rPr lang="en-US" sz="2800" i="1" dirty="0" smtClean="0">
                              <a:solidFill>
                                <a:srgbClr val="002060"/>
                              </a:solidFill>
                              <a:latin typeface="Cambria Math" panose="02040503050406030204" pitchFamily="18" charset="0"/>
                            </a:rPr>
                            <m:t>∩</m:t>
                          </m:r>
                          <m:d>
                            <m:dPr>
                              <m:ctrlPr>
                                <a:rPr lang="en-US" sz="2800" i="1" dirty="0" smtClean="0">
                                  <a:solidFill>
                                    <a:srgbClr val="002060"/>
                                  </a:solidFill>
                                  <a:latin typeface="Cambria Math" panose="02040503050406030204" pitchFamily="18" charset="0"/>
                                </a:rPr>
                              </m:ctrlPr>
                            </m:dPr>
                            <m:e>
                              <m:r>
                                <m:rPr>
                                  <m:sty m:val="p"/>
                                </m:rPr>
                                <a:rPr lang="en-US" sz="2800" i="0" dirty="0" smtClean="0">
                                  <a:solidFill>
                                    <a:srgbClr val="002060"/>
                                  </a:solidFill>
                                  <a:latin typeface="Cambria Math" panose="02040503050406030204" pitchFamily="18" charset="0"/>
                                </a:rPr>
                                <m:t>X</m:t>
                              </m:r>
                              <m:r>
                                <a:rPr lang="en-US" sz="2800" i="0" dirty="0" smtClean="0">
                                  <a:solidFill>
                                    <a:srgbClr val="002060"/>
                                  </a:solidFill>
                                  <a:latin typeface="Cambria Math" panose="02040503050406030204" pitchFamily="18" charset="0"/>
                                </a:rPr>
                                <m:t>&gt;1</m:t>
                              </m:r>
                            </m:e>
                          </m:d>
                        </m:e>
                      </m:d>
                    </m:oMath>
                  </m:oMathPara>
                </a14:m>
                <a:endParaRPr lang="en-GB" sz="2800" dirty="0">
                  <a:solidFill>
                    <a:srgbClr val="002060"/>
                  </a:solidFill>
                </a:endParaRPr>
              </a:p>
            </p:txBody>
          </p:sp>
        </mc:Choice>
        <mc:Fallback xmlns="">
          <p:sp>
            <p:nvSpPr>
              <p:cNvPr id="38" name="TextBox 37">
                <a:extLst>
                  <a:ext uri="{FF2B5EF4-FFF2-40B4-BE49-F238E27FC236}">
                    <a16:creationId xmlns:a16="http://schemas.microsoft.com/office/drawing/2014/main" id="{B87ACA25-8F88-4B7D-8067-D3BB295A331B}"/>
                  </a:ext>
                </a:extLst>
              </p:cNvPr>
              <p:cNvSpPr txBox="1">
                <a:spLocks noRot="1" noChangeAspect="1" noMove="1" noResize="1" noEditPoints="1" noAdjustHandles="1" noChangeArrowheads="1" noChangeShapeType="1" noTextEdit="1"/>
              </p:cNvSpPr>
              <p:nvPr/>
            </p:nvSpPr>
            <p:spPr>
              <a:xfrm>
                <a:off x="2307230" y="5787233"/>
                <a:ext cx="4790803" cy="578685"/>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AE8D526-117A-4C6E-8E52-E020F88C3058}"/>
                  </a:ext>
                </a:extLst>
              </p:cNvPr>
              <p:cNvSpPr txBox="1"/>
              <p:nvPr/>
            </p:nvSpPr>
            <p:spPr>
              <a:xfrm>
                <a:off x="7025460" y="5814965"/>
                <a:ext cx="195343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=2</m:t>
                          </m:r>
                        </m:e>
                      </m:d>
                    </m:oMath>
                  </m:oMathPara>
                </a14:m>
                <a:endParaRPr lang="en-GB" sz="2800" dirty="0">
                  <a:solidFill>
                    <a:srgbClr val="002060"/>
                  </a:solidFill>
                </a:endParaRPr>
              </a:p>
            </p:txBody>
          </p:sp>
        </mc:Choice>
        <mc:Fallback xmlns="">
          <p:sp>
            <p:nvSpPr>
              <p:cNvPr id="39" name="TextBox 38">
                <a:extLst>
                  <a:ext uri="{FF2B5EF4-FFF2-40B4-BE49-F238E27FC236}">
                    <a16:creationId xmlns:a16="http://schemas.microsoft.com/office/drawing/2014/main" id="{9AE8D526-117A-4C6E-8E52-E020F88C3058}"/>
                  </a:ext>
                </a:extLst>
              </p:cNvPr>
              <p:cNvSpPr txBox="1">
                <a:spLocks noRot="1" noChangeAspect="1" noMove="1" noResize="1" noEditPoints="1" noAdjustHandles="1" noChangeArrowheads="1" noChangeShapeType="1" noTextEdit="1"/>
              </p:cNvSpPr>
              <p:nvPr/>
            </p:nvSpPr>
            <p:spPr>
              <a:xfrm>
                <a:off x="7025460" y="5814965"/>
                <a:ext cx="1953435"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02ACA19C-8CD6-4D0E-8A95-16C19A794152}"/>
                  </a:ext>
                </a:extLst>
              </p:cNvPr>
              <p:cNvSpPr txBox="1"/>
              <p:nvPr/>
            </p:nvSpPr>
            <p:spPr>
              <a:xfrm>
                <a:off x="8908053" y="5625683"/>
                <a:ext cx="1152702"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2</m:t>
                          </m:r>
                        </m:num>
                        <m:den>
                          <m:r>
                            <a:rPr lang="en-IN" sz="2800" b="0" i="1" dirty="0" smtClean="0">
                              <a:solidFill>
                                <a:srgbClr val="002060"/>
                              </a:solidFill>
                              <a:latin typeface="Cambria Math" panose="02040503050406030204" pitchFamily="18" charset="0"/>
                            </a:rPr>
                            <m:t> 15 </m:t>
                          </m:r>
                        </m:den>
                      </m:f>
                    </m:oMath>
                  </m:oMathPara>
                </a14:m>
                <a:endParaRPr lang="en-GB" sz="2800" dirty="0">
                  <a:solidFill>
                    <a:srgbClr val="002060"/>
                  </a:solidFill>
                </a:endParaRPr>
              </a:p>
            </p:txBody>
          </p:sp>
        </mc:Choice>
        <mc:Fallback xmlns="">
          <p:sp>
            <p:nvSpPr>
              <p:cNvPr id="40" name="TextBox 39">
                <a:extLst>
                  <a:ext uri="{FF2B5EF4-FFF2-40B4-BE49-F238E27FC236}">
                    <a16:creationId xmlns:a16="http://schemas.microsoft.com/office/drawing/2014/main" id="{02ACA19C-8CD6-4D0E-8A95-16C19A794152}"/>
                  </a:ext>
                </a:extLst>
              </p:cNvPr>
              <p:cNvSpPr txBox="1">
                <a:spLocks noRot="1" noChangeAspect="1" noMove="1" noResize="1" noEditPoints="1" noAdjustHandles="1" noChangeArrowheads="1" noChangeShapeType="1" noTextEdit="1"/>
              </p:cNvSpPr>
              <p:nvPr/>
            </p:nvSpPr>
            <p:spPr>
              <a:xfrm>
                <a:off x="8908053" y="5625683"/>
                <a:ext cx="1152702" cy="901785"/>
              </a:xfrm>
              <a:prstGeom prst="rect">
                <a:avLst/>
              </a:prstGeom>
              <a:blipFill>
                <a:blip r:embed="rId1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7986577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3" grpId="0"/>
      <p:bldP spid="27" grpId="0"/>
      <p:bldP spid="28" grpId="0"/>
      <p:bldP spid="29" grpId="0"/>
      <p:bldP spid="30" grpId="0"/>
      <p:bldP spid="31" grpId="0"/>
      <p:bldP spid="33" grpId="0"/>
      <p:bldP spid="34" grpId="0"/>
      <p:bldP spid="37" grpId="0"/>
      <p:bldP spid="38" grpId="0"/>
      <p:bldP spid="39" grpId="0"/>
      <p:bldP spid="40" grpId="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5 ⇝ Example 3 (Continue)</a:t>
            </a:r>
            <a:endParaRPr lang="en-US" dirty="0"/>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CFB5FEE-0E10-4D48-8672-53AE52E83AC0}"/>
                  </a:ext>
                </a:extLst>
              </p:cNvPr>
              <p:cNvSpPr txBox="1"/>
              <p:nvPr/>
            </p:nvSpPr>
            <p:spPr>
              <a:xfrm>
                <a:off x="1594217" y="2420362"/>
                <a:ext cx="388583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0.5&lt;</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&lt;2.5</m:t>
                          </m:r>
                          <m:r>
                            <a:rPr lang="en-US" sz="2800" i="1">
                              <a:solidFill>
                                <a:srgbClr val="002060"/>
                              </a:solidFill>
                              <a:latin typeface="Cambria Math" panose="02040503050406030204" pitchFamily="18" charset="0"/>
                            </a:rPr>
                            <m:t> </m:t>
                          </m:r>
                        </m:e>
                        <m:e>
                          <m:r>
                            <a:rPr lang="en-US" sz="2800" i="1">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&gt;1</m:t>
                          </m:r>
                        </m:e>
                      </m:d>
                    </m:oMath>
                  </m:oMathPara>
                </a14:m>
                <a:endParaRPr lang="en-GB" sz="2800" dirty="0">
                  <a:solidFill>
                    <a:srgbClr val="002060"/>
                  </a:solidFill>
                </a:endParaRPr>
              </a:p>
            </p:txBody>
          </p:sp>
        </mc:Choice>
        <mc:Fallback xmlns="">
          <p:sp>
            <p:nvSpPr>
              <p:cNvPr id="17" name="TextBox 16">
                <a:extLst>
                  <a:ext uri="{FF2B5EF4-FFF2-40B4-BE49-F238E27FC236}">
                    <a16:creationId xmlns:a16="http://schemas.microsoft.com/office/drawing/2014/main" id="{0CFB5FEE-0E10-4D48-8672-53AE52E83AC0}"/>
                  </a:ext>
                </a:extLst>
              </p:cNvPr>
              <p:cNvSpPr txBox="1">
                <a:spLocks noRot="1" noChangeAspect="1" noMove="1" noResize="1" noEditPoints="1" noAdjustHandles="1" noChangeArrowheads="1" noChangeShapeType="1" noTextEdit="1"/>
              </p:cNvSpPr>
              <p:nvPr/>
            </p:nvSpPr>
            <p:spPr>
              <a:xfrm>
                <a:off x="1594217" y="2420362"/>
                <a:ext cx="3885834"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45BA33E-B526-4644-979E-96AD0C2BA75B}"/>
                  </a:ext>
                </a:extLst>
              </p:cNvPr>
              <p:cNvSpPr txBox="1"/>
              <p:nvPr/>
            </p:nvSpPr>
            <p:spPr>
              <a:xfrm>
                <a:off x="5378088" y="2420362"/>
                <a:ext cx="49584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oMath>
                  </m:oMathPara>
                </a14:m>
                <a:endParaRPr lang="en-GB" sz="2800" dirty="0">
                  <a:solidFill>
                    <a:srgbClr val="002060"/>
                  </a:solidFill>
                </a:endParaRPr>
              </a:p>
            </p:txBody>
          </p:sp>
        </mc:Choice>
        <mc:Fallback xmlns="">
          <p:sp>
            <p:nvSpPr>
              <p:cNvPr id="19" name="TextBox 18">
                <a:extLst>
                  <a:ext uri="{FF2B5EF4-FFF2-40B4-BE49-F238E27FC236}">
                    <a16:creationId xmlns:a16="http://schemas.microsoft.com/office/drawing/2014/main" id="{245BA33E-B526-4644-979E-96AD0C2BA75B}"/>
                  </a:ext>
                </a:extLst>
              </p:cNvPr>
              <p:cNvSpPr txBox="1">
                <a:spLocks noRot="1" noChangeAspect="1" noMove="1" noResize="1" noEditPoints="1" noAdjustHandles="1" noChangeArrowheads="1" noChangeShapeType="1" noTextEdit="1"/>
              </p:cNvSpPr>
              <p:nvPr/>
            </p:nvSpPr>
            <p:spPr>
              <a:xfrm>
                <a:off x="5378088" y="2420362"/>
                <a:ext cx="495841"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BDDD864-F646-44ED-8BE4-E929073EF5F8}"/>
                  </a:ext>
                </a:extLst>
              </p:cNvPr>
              <p:cNvSpPr txBox="1"/>
              <p:nvPr/>
            </p:nvSpPr>
            <p:spPr>
              <a:xfrm>
                <a:off x="5873929" y="2131020"/>
                <a:ext cx="4790803" cy="57868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sz="280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d>
                            <m:dPr>
                              <m:ctrlPr>
                                <a:rPr lang="en-IN" sz="2800" i="1" dirty="0" smtClean="0">
                                  <a:solidFill>
                                    <a:srgbClr val="002060"/>
                                  </a:solidFill>
                                  <a:latin typeface="Cambria Math" panose="02040503050406030204" pitchFamily="18" charset="0"/>
                                </a:rPr>
                              </m:ctrlPr>
                            </m:dPr>
                            <m:e>
                              <m:r>
                                <a:rPr lang="en-US" sz="2800" i="0" dirty="0" smtClean="0">
                                  <a:solidFill>
                                    <a:srgbClr val="002060"/>
                                  </a:solidFill>
                                  <a:latin typeface="Cambria Math" panose="02040503050406030204" pitchFamily="18" charset="0"/>
                                </a:rPr>
                                <m:t>0.5&lt;</m:t>
                              </m:r>
                              <m:r>
                                <m:rPr>
                                  <m:sty m:val="p"/>
                                </m:rPr>
                                <a:rPr lang="en-US" sz="2800" i="0" dirty="0" smtClean="0">
                                  <a:solidFill>
                                    <a:srgbClr val="002060"/>
                                  </a:solidFill>
                                  <a:latin typeface="Cambria Math" panose="02040503050406030204" pitchFamily="18" charset="0"/>
                                </a:rPr>
                                <m:t>X</m:t>
                              </m:r>
                              <m:r>
                                <a:rPr lang="en-US" sz="2800" i="0" dirty="0" smtClean="0">
                                  <a:solidFill>
                                    <a:srgbClr val="002060"/>
                                  </a:solidFill>
                                  <a:latin typeface="Cambria Math" panose="02040503050406030204" pitchFamily="18" charset="0"/>
                                </a:rPr>
                                <m:t>&lt;2.5</m:t>
                              </m:r>
                            </m:e>
                          </m:d>
                          <m:r>
                            <a:rPr lang="en-US" sz="2800" i="1" dirty="0" smtClean="0">
                              <a:solidFill>
                                <a:srgbClr val="002060"/>
                              </a:solidFill>
                              <a:latin typeface="Cambria Math" panose="02040503050406030204" pitchFamily="18" charset="0"/>
                            </a:rPr>
                            <m:t>∩</m:t>
                          </m:r>
                          <m:d>
                            <m:dPr>
                              <m:ctrlPr>
                                <a:rPr lang="en-US" sz="2800" i="1" dirty="0" smtClean="0">
                                  <a:solidFill>
                                    <a:srgbClr val="002060"/>
                                  </a:solidFill>
                                  <a:latin typeface="Cambria Math" panose="02040503050406030204" pitchFamily="18" charset="0"/>
                                </a:rPr>
                              </m:ctrlPr>
                            </m:dPr>
                            <m:e>
                              <m:r>
                                <m:rPr>
                                  <m:sty m:val="p"/>
                                </m:rPr>
                                <a:rPr lang="en-US" sz="2800" i="0" dirty="0" smtClean="0">
                                  <a:solidFill>
                                    <a:srgbClr val="002060"/>
                                  </a:solidFill>
                                  <a:latin typeface="Cambria Math" panose="02040503050406030204" pitchFamily="18" charset="0"/>
                                </a:rPr>
                                <m:t>X</m:t>
                              </m:r>
                              <m:r>
                                <a:rPr lang="en-US" sz="2800" i="0" dirty="0" smtClean="0">
                                  <a:solidFill>
                                    <a:srgbClr val="002060"/>
                                  </a:solidFill>
                                  <a:latin typeface="Cambria Math" panose="02040503050406030204" pitchFamily="18" charset="0"/>
                                </a:rPr>
                                <m:t>&gt;1</m:t>
                              </m:r>
                            </m:e>
                          </m:d>
                        </m:e>
                      </m:d>
                    </m:oMath>
                  </m:oMathPara>
                </a14:m>
                <a:endParaRPr lang="en-GB" sz="2800" dirty="0">
                  <a:solidFill>
                    <a:srgbClr val="002060"/>
                  </a:solidFill>
                </a:endParaRPr>
              </a:p>
            </p:txBody>
          </p:sp>
        </mc:Choice>
        <mc:Fallback xmlns="">
          <p:sp>
            <p:nvSpPr>
              <p:cNvPr id="20" name="TextBox 19">
                <a:extLst>
                  <a:ext uri="{FF2B5EF4-FFF2-40B4-BE49-F238E27FC236}">
                    <a16:creationId xmlns:a16="http://schemas.microsoft.com/office/drawing/2014/main" id="{ABDDD864-F646-44ED-8BE4-E929073EF5F8}"/>
                  </a:ext>
                </a:extLst>
              </p:cNvPr>
              <p:cNvSpPr txBox="1">
                <a:spLocks noRot="1" noChangeAspect="1" noMove="1" noResize="1" noEditPoints="1" noAdjustHandles="1" noChangeArrowheads="1" noChangeShapeType="1" noTextEdit="1"/>
              </p:cNvSpPr>
              <p:nvPr/>
            </p:nvSpPr>
            <p:spPr>
              <a:xfrm>
                <a:off x="5873929" y="2131020"/>
                <a:ext cx="4790803" cy="578685"/>
              </a:xfrm>
              <a:prstGeom prst="rect">
                <a:avLst/>
              </a:prstGeom>
              <a:blipFill>
                <a:blip r:embed="rId4"/>
                <a:stretch>
                  <a:fillRect/>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89D4F9AC-0641-4845-AA7D-FE9172A254D5}"/>
              </a:ext>
            </a:extLst>
          </p:cNvPr>
          <p:cNvCxnSpPr>
            <a:cxnSpLocks/>
          </p:cNvCxnSpPr>
          <p:nvPr/>
        </p:nvCxnSpPr>
        <p:spPr>
          <a:xfrm>
            <a:off x="5873929" y="2698850"/>
            <a:ext cx="463840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6CDDEF-4C25-43F7-B02A-FDCC1B3BCE37}"/>
                  </a:ext>
                </a:extLst>
              </p:cNvPr>
              <p:cNvSpPr txBox="1"/>
              <p:nvPr/>
            </p:nvSpPr>
            <p:spPr>
              <a:xfrm>
                <a:off x="7446189" y="2698850"/>
                <a:ext cx="1646284"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sz="280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US" sz="2800" i="0" dirty="0" smtClean="0">
                              <a:solidFill>
                                <a:srgbClr val="002060"/>
                              </a:solidFill>
                              <a:latin typeface="Cambria Math" panose="02040503050406030204" pitchFamily="18" charset="0"/>
                            </a:rPr>
                            <m:t>X</m:t>
                          </m:r>
                          <m:r>
                            <a:rPr lang="en-US" sz="2800" i="0" dirty="0" smtClean="0">
                              <a:solidFill>
                                <a:srgbClr val="002060"/>
                              </a:solidFill>
                              <a:latin typeface="Cambria Math" panose="02040503050406030204" pitchFamily="18" charset="0"/>
                            </a:rPr>
                            <m:t>&gt;1</m:t>
                          </m:r>
                        </m:e>
                      </m:d>
                    </m:oMath>
                  </m:oMathPara>
                </a14:m>
                <a:endParaRPr lang="en-GB" sz="2800" dirty="0">
                  <a:solidFill>
                    <a:srgbClr val="002060"/>
                  </a:solidFill>
                </a:endParaRPr>
              </a:p>
            </p:txBody>
          </p:sp>
        </mc:Choice>
        <mc:Fallback xmlns="">
          <p:sp>
            <p:nvSpPr>
              <p:cNvPr id="23" name="TextBox 22">
                <a:extLst>
                  <a:ext uri="{FF2B5EF4-FFF2-40B4-BE49-F238E27FC236}">
                    <a16:creationId xmlns:a16="http://schemas.microsoft.com/office/drawing/2014/main" id="{316CDDEF-4C25-43F7-B02A-FDCC1B3BCE37}"/>
                  </a:ext>
                </a:extLst>
              </p:cNvPr>
              <p:cNvSpPr txBox="1">
                <a:spLocks noRot="1" noChangeAspect="1" noMove="1" noResize="1" noEditPoints="1" noAdjustHandles="1" noChangeArrowheads="1" noChangeShapeType="1" noTextEdit="1"/>
              </p:cNvSpPr>
              <p:nvPr/>
            </p:nvSpPr>
            <p:spPr>
              <a:xfrm>
                <a:off x="7446189" y="2698850"/>
                <a:ext cx="1646284"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8B3F58DE-3C96-48BA-A07C-A25A6143207B}"/>
                  </a:ext>
                </a:extLst>
              </p:cNvPr>
              <p:cNvSpPr txBox="1"/>
              <p:nvPr/>
            </p:nvSpPr>
            <p:spPr>
              <a:xfrm>
                <a:off x="1594216" y="987440"/>
                <a:ext cx="1646284"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sz="280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US" sz="2800" i="0" dirty="0" smtClean="0">
                              <a:solidFill>
                                <a:srgbClr val="002060"/>
                              </a:solidFill>
                              <a:latin typeface="Cambria Math" panose="02040503050406030204" pitchFamily="18" charset="0"/>
                            </a:rPr>
                            <m:t>X</m:t>
                          </m:r>
                          <m:r>
                            <a:rPr lang="en-US" sz="2800" i="0" dirty="0" smtClean="0">
                              <a:solidFill>
                                <a:srgbClr val="002060"/>
                              </a:solidFill>
                              <a:latin typeface="Cambria Math" panose="02040503050406030204" pitchFamily="18" charset="0"/>
                            </a:rPr>
                            <m:t>&gt;1</m:t>
                          </m:r>
                        </m:e>
                      </m:d>
                    </m:oMath>
                  </m:oMathPara>
                </a14:m>
                <a:endParaRPr lang="en-GB" sz="2800" dirty="0">
                  <a:solidFill>
                    <a:srgbClr val="002060"/>
                  </a:solidFill>
                </a:endParaRPr>
              </a:p>
            </p:txBody>
          </p:sp>
        </mc:Choice>
        <mc:Fallback xmlns="">
          <p:sp>
            <p:nvSpPr>
              <p:cNvPr id="27" name="TextBox 26">
                <a:extLst>
                  <a:ext uri="{FF2B5EF4-FFF2-40B4-BE49-F238E27FC236}">
                    <a16:creationId xmlns:a16="http://schemas.microsoft.com/office/drawing/2014/main" id="{8B3F58DE-3C96-48BA-A07C-A25A6143207B}"/>
                  </a:ext>
                </a:extLst>
              </p:cNvPr>
              <p:cNvSpPr txBox="1">
                <a:spLocks noRot="1" noChangeAspect="1" noMove="1" noResize="1" noEditPoints="1" noAdjustHandles="1" noChangeArrowheads="1" noChangeShapeType="1" noTextEdit="1"/>
              </p:cNvSpPr>
              <p:nvPr/>
            </p:nvSpPr>
            <p:spPr>
              <a:xfrm>
                <a:off x="1594216" y="987440"/>
                <a:ext cx="1646284"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C3915AC-6ECD-42C8-98A6-8423A8EC51A9}"/>
                  </a:ext>
                </a:extLst>
              </p:cNvPr>
              <p:cNvSpPr txBox="1"/>
              <p:nvPr/>
            </p:nvSpPr>
            <p:spPr>
              <a:xfrm>
                <a:off x="3099528" y="798158"/>
                <a:ext cx="1169485"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14</m:t>
                          </m:r>
                        </m:num>
                        <m:den>
                          <m:r>
                            <a:rPr lang="en-IN" sz="2800" b="0" i="1" dirty="0" smtClean="0">
                              <a:solidFill>
                                <a:srgbClr val="002060"/>
                              </a:solidFill>
                              <a:latin typeface="Cambria Math" panose="02040503050406030204" pitchFamily="18" charset="0"/>
                            </a:rPr>
                            <m:t> 15 </m:t>
                          </m:r>
                        </m:den>
                      </m:f>
                    </m:oMath>
                  </m:oMathPara>
                </a14:m>
                <a:endParaRPr lang="en-GB" sz="2800" dirty="0">
                  <a:solidFill>
                    <a:srgbClr val="002060"/>
                  </a:solidFill>
                </a:endParaRPr>
              </a:p>
            </p:txBody>
          </p:sp>
        </mc:Choice>
        <mc:Fallback xmlns="">
          <p:sp>
            <p:nvSpPr>
              <p:cNvPr id="30" name="TextBox 29">
                <a:extLst>
                  <a:ext uri="{FF2B5EF4-FFF2-40B4-BE49-F238E27FC236}">
                    <a16:creationId xmlns:a16="http://schemas.microsoft.com/office/drawing/2014/main" id="{FC3915AC-6ECD-42C8-98A6-8423A8EC51A9}"/>
                  </a:ext>
                </a:extLst>
              </p:cNvPr>
              <p:cNvSpPr txBox="1">
                <a:spLocks noRot="1" noChangeAspect="1" noMove="1" noResize="1" noEditPoints="1" noAdjustHandles="1" noChangeArrowheads="1" noChangeShapeType="1" noTextEdit="1"/>
              </p:cNvSpPr>
              <p:nvPr/>
            </p:nvSpPr>
            <p:spPr>
              <a:xfrm>
                <a:off x="3099528" y="798158"/>
                <a:ext cx="1169485" cy="901785"/>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B87ACA25-8F88-4B7D-8067-D3BB295A331B}"/>
                  </a:ext>
                </a:extLst>
              </p:cNvPr>
              <p:cNvSpPr txBox="1"/>
              <p:nvPr/>
            </p:nvSpPr>
            <p:spPr>
              <a:xfrm>
                <a:off x="4529865" y="959708"/>
                <a:ext cx="4790803" cy="57868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sz="280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d>
                            <m:dPr>
                              <m:ctrlPr>
                                <a:rPr lang="en-IN" sz="2800" i="1" dirty="0" smtClean="0">
                                  <a:solidFill>
                                    <a:srgbClr val="002060"/>
                                  </a:solidFill>
                                  <a:latin typeface="Cambria Math" panose="02040503050406030204" pitchFamily="18" charset="0"/>
                                </a:rPr>
                              </m:ctrlPr>
                            </m:dPr>
                            <m:e>
                              <m:r>
                                <a:rPr lang="en-US" sz="2800" i="0" dirty="0" smtClean="0">
                                  <a:solidFill>
                                    <a:srgbClr val="002060"/>
                                  </a:solidFill>
                                  <a:latin typeface="Cambria Math" panose="02040503050406030204" pitchFamily="18" charset="0"/>
                                </a:rPr>
                                <m:t>0.5&lt;</m:t>
                              </m:r>
                              <m:r>
                                <m:rPr>
                                  <m:sty m:val="p"/>
                                </m:rPr>
                                <a:rPr lang="en-US" sz="2800" i="0" dirty="0" smtClean="0">
                                  <a:solidFill>
                                    <a:srgbClr val="002060"/>
                                  </a:solidFill>
                                  <a:latin typeface="Cambria Math" panose="02040503050406030204" pitchFamily="18" charset="0"/>
                                </a:rPr>
                                <m:t>X</m:t>
                              </m:r>
                              <m:r>
                                <a:rPr lang="en-US" sz="2800" i="0" dirty="0" smtClean="0">
                                  <a:solidFill>
                                    <a:srgbClr val="002060"/>
                                  </a:solidFill>
                                  <a:latin typeface="Cambria Math" panose="02040503050406030204" pitchFamily="18" charset="0"/>
                                </a:rPr>
                                <m:t>&lt;2.5</m:t>
                              </m:r>
                            </m:e>
                          </m:d>
                          <m:r>
                            <a:rPr lang="en-US" sz="2800" i="1" dirty="0" smtClean="0">
                              <a:solidFill>
                                <a:srgbClr val="002060"/>
                              </a:solidFill>
                              <a:latin typeface="Cambria Math" panose="02040503050406030204" pitchFamily="18" charset="0"/>
                            </a:rPr>
                            <m:t>∩</m:t>
                          </m:r>
                          <m:d>
                            <m:dPr>
                              <m:ctrlPr>
                                <a:rPr lang="en-US" sz="2800" i="1" dirty="0" smtClean="0">
                                  <a:solidFill>
                                    <a:srgbClr val="002060"/>
                                  </a:solidFill>
                                  <a:latin typeface="Cambria Math" panose="02040503050406030204" pitchFamily="18" charset="0"/>
                                </a:rPr>
                              </m:ctrlPr>
                            </m:dPr>
                            <m:e>
                              <m:r>
                                <m:rPr>
                                  <m:sty m:val="p"/>
                                </m:rPr>
                                <a:rPr lang="en-US" sz="2800" i="0" dirty="0" smtClean="0">
                                  <a:solidFill>
                                    <a:srgbClr val="002060"/>
                                  </a:solidFill>
                                  <a:latin typeface="Cambria Math" panose="02040503050406030204" pitchFamily="18" charset="0"/>
                                </a:rPr>
                                <m:t>X</m:t>
                              </m:r>
                              <m:r>
                                <a:rPr lang="en-US" sz="2800" i="0" dirty="0" smtClean="0">
                                  <a:solidFill>
                                    <a:srgbClr val="002060"/>
                                  </a:solidFill>
                                  <a:latin typeface="Cambria Math" panose="02040503050406030204" pitchFamily="18" charset="0"/>
                                </a:rPr>
                                <m:t>&gt;1</m:t>
                              </m:r>
                            </m:e>
                          </m:d>
                        </m:e>
                      </m:d>
                    </m:oMath>
                  </m:oMathPara>
                </a14:m>
                <a:endParaRPr lang="en-GB" sz="2800" dirty="0">
                  <a:solidFill>
                    <a:srgbClr val="002060"/>
                  </a:solidFill>
                </a:endParaRPr>
              </a:p>
            </p:txBody>
          </p:sp>
        </mc:Choice>
        <mc:Fallback xmlns="">
          <p:sp>
            <p:nvSpPr>
              <p:cNvPr id="38" name="TextBox 37">
                <a:extLst>
                  <a:ext uri="{FF2B5EF4-FFF2-40B4-BE49-F238E27FC236}">
                    <a16:creationId xmlns:a16="http://schemas.microsoft.com/office/drawing/2014/main" id="{B87ACA25-8F88-4B7D-8067-D3BB295A331B}"/>
                  </a:ext>
                </a:extLst>
              </p:cNvPr>
              <p:cNvSpPr txBox="1">
                <a:spLocks noRot="1" noChangeAspect="1" noMove="1" noResize="1" noEditPoints="1" noAdjustHandles="1" noChangeArrowheads="1" noChangeShapeType="1" noTextEdit="1"/>
              </p:cNvSpPr>
              <p:nvPr/>
            </p:nvSpPr>
            <p:spPr>
              <a:xfrm>
                <a:off x="4529865" y="959708"/>
                <a:ext cx="4790803" cy="578685"/>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02ACA19C-8CD6-4D0E-8A95-16C19A794152}"/>
                  </a:ext>
                </a:extLst>
              </p:cNvPr>
              <p:cNvSpPr txBox="1"/>
              <p:nvPr/>
            </p:nvSpPr>
            <p:spPr>
              <a:xfrm>
                <a:off x="9092473" y="798158"/>
                <a:ext cx="1152702"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2</m:t>
                          </m:r>
                        </m:num>
                        <m:den>
                          <m:r>
                            <a:rPr lang="en-IN" sz="2800" b="0" i="1" dirty="0" smtClean="0">
                              <a:solidFill>
                                <a:srgbClr val="002060"/>
                              </a:solidFill>
                              <a:latin typeface="Cambria Math" panose="02040503050406030204" pitchFamily="18" charset="0"/>
                            </a:rPr>
                            <m:t> 15 </m:t>
                          </m:r>
                        </m:den>
                      </m:f>
                    </m:oMath>
                  </m:oMathPara>
                </a14:m>
                <a:endParaRPr lang="en-GB" sz="2800" dirty="0">
                  <a:solidFill>
                    <a:srgbClr val="002060"/>
                  </a:solidFill>
                </a:endParaRPr>
              </a:p>
            </p:txBody>
          </p:sp>
        </mc:Choice>
        <mc:Fallback xmlns="">
          <p:sp>
            <p:nvSpPr>
              <p:cNvPr id="40" name="TextBox 39">
                <a:extLst>
                  <a:ext uri="{FF2B5EF4-FFF2-40B4-BE49-F238E27FC236}">
                    <a16:creationId xmlns:a16="http://schemas.microsoft.com/office/drawing/2014/main" id="{02ACA19C-8CD6-4D0E-8A95-16C19A794152}"/>
                  </a:ext>
                </a:extLst>
              </p:cNvPr>
              <p:cNvSpPr txBox="1">
                <a:spLocks noRot="1" noChangeAspect="1" noMove="1" noResize="1" noEditPoints="1" noAdjustHandles="1" noChangeArrowheads="1" noChangeShapeType="1" noTextEdit="1"/>
              </p:cNvSpPr>
              <p:nvPr/>
            </p:nvSpPr>
            <p:spPr>
              <a:xfrm>
                <a:off x="9092473" y="798158"/>
                <a:ext cx="1152702" cy="901785"/>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45A5093-1F7D-4C63-A957-B22D8EFCB013}"/>
                  </a:ext>
                </a:extLst>
              </p:cNvPr>
              <p:cNvSpPr txBox="1"/>
              <p:nvPr/>
            </p:nvSpPr>
            <p:spPr>
              <a:xfrm>
                <a:off x="5378088" y="3926995"/>
                <a:ext cx="49584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oMath>
                  </m:oMathPara>
                </a14:m>
                <a:endParaRPr lang="en-GB" sz="2800" dirty="0">
                  <a:solidFill>
                    <a:srgbClr val="002060"/>
                  </a:solidFill>
                </a:endParaRPr>
              </a:p>
            </p:txBody>
          </p:sp>
        </mc:Choice>
        <mc:Fallback xmlns="">
          <p:sp>
            <p:nvSpPr>
              <p:cNvPr id="21" name="TextBox 20">
                <a:extLst>
                  <a:ext uri="{FF2B5EF4-FFF2-40B4-BE49-F238E27FC236}">
                    <a16:creationId xmlns:a16="http://schemas.microsoft.com/office/drawing/2014/main" id="{745A5093-1F7D-4C63-A957-B22D8EFCB013}"/>
                  </a:ext>
                </a:extLst>
              </p:cNvPr>
              <p:cNvSpPr txBox="1">
                <a:spLocks noRot="1" noChangeAspect="1" noMove="1" noResize="1" noEditPoints="1" noAdjustHandles="1" noChangeArrowheads="1" noChangeShapeType="1" noTextEdit="1"/>
              </p:cNvSpPr>
              <p:nvPr/>
            </p:nvSpPr>
            <p:spPr>
              <a:xfrm>
                <a:off x="5378088" y="3926995"/>
                <a:ext cx="495841"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4EA1836-0AB9-4C8E-AD0E-5002E627BDE2}"/>
                  </a:ext>
                </a:extLst>
              </p:cNvPr>
              <p:cNvSpPr txBox="1"/>
              <p:nvPr/>
            </p:nvSpPr>
            <p:spPr>
              <a:xfrm>
                <a:off x="5873929" y="3539710"/>
                <a:ext cx="1441271" cy="129779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IN" sz="2800" b="0" i="1" smtClean="0">
                              <a:solidFill>
                                <a:srgbClr val="002060"/>
                              </a:solidFill>
                              <a:latin typeface="Cambria Math" panose="02040503050406030204" pitchFamily="18" charset="0"/>
                            </a:rPr>
                          </m:ctrlPr>
                        </m:fPr>
                        <m:num>
                          <m:f>
                            <m:fPr>
                              <m:type m:val="skw"/>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2</m:t>
                              </m:r>
                            </m:num>
                            <m:den>
                              <m:r>
                                <a:rPr lang="en-IN" sz="2800" b="0" i="1" smtClean="0">
                                  <a:solidFill>
                                    <a:srgbClr val="002060"/>
                                  </a:solidFill>
                                  <a:latin typeface="Cambria Math" panose="02040503050406030204" pitchFamily="18" charset="0"/>
                                </a:rPr>
                                <m:t>15</m:t>
                              </m:r>
                            </m:den>
                          </m:f>
                        </m:num>
                        <m:den>
                          <m:r>
                            <a:rPr lang="en-IN" sz="2800" b="0" i="1" smtClean="0">
                              <a:solidFill>
                                <a:srgbClr val="002060"/>
                              </a:solidFill>
                              <a:latin typeface="Cambria Math" panose="02040503050406030204" pitchFamily="18" charset="0"/>
                            </a:rPr>
                            <m:t> </m:t>
                          </m:r>
                          <m:f>
                            <m:fPr>
                              <m:type m:val="skw"/>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14</m:t>
                              </m:r>
                            </m:num>
                            <m:den>
                              <m:r>
                                <a:rPr lang="en-IN" sz="2800" b="0" i="1" smtClean="0">
                                  <a:solidFill>
                                    <a:srgbClr val="002060"/>
                                  </a:solidFill>
                                  <a:latin typeface="Cambria Math" panose="02040503050406030204" pitchFamily="18" charset="0"/>
                                </a:rPr>
                                <m:t>15</m:t>
                              </m:r>
                            </m:den>
                          </m:f>
                          <m:r>
                            <a:rPr lang="en-IN" sz="2800" b="0" i="1" smtClean="0">
                              <a:solidFill>
                                <a:srgbClr val="002060"/>
                              </a:solidFill>
                              <a:latin typeface="Cambria Math" panose="02040503050406030204" pitchFamily="18" charset="0"/>
                            </a:rPr>
                            <m:t> </m:t>
                          </m:r>
                        </m:den>
                      </m:f>
                    </m:oMath>
                  </m:oMathPara>
                </a14:m>
                <a:endParaRPr lang="en-GB" sz="2800" dirty="0">
                  <a:solidFill>
                    <a:srgbClr val="002060"/>
                  </a:solidFill>
                </a:endParaRPr>
              </a:p>
            </p:txBody>
          </p:sp>
        </mc:Choice>
        <mc:Fallback xmlns="">
          <p:sp>
            <p:nvSpPr>
              <p:cNvPr id="22" name="TextBox 21">
                <a:extLst>
                  <a:ext uri="{FF2B5EF4-FFF2-40B4-BE49-F238E27FC236}">
                    <a16:creationId xmlns:a16="http://schemas.microsoft.com/office/drawing/2014/main" id="{04EA1836-0AB9-4C8E-AD0E-5002E627BDE2}"/>
                  </a:ext>
                </a:extLst>
              </p:cNvPr>
              <p:cNvSpPr txBox="1">
                <a:spLocks noRot="1" noChangeAspect="1" noMove="1" noResize="1" noEditPoints="1" noAdjustHandles="1" noChangeArrowheads="1" noChangeShapeType="1" noTextEdit="1"/>
              </p:cNvSpPr>
              <p:nvPr/>
            </p:nvSpPr>
            <p:spPr>
              <a:xfrm>
                <a:off x="5873929" y="3539710"/>
                <a:ext cx="1441271" cy="1297791"/>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B282E5A-AA00-498B-82D8-32823169501E}"/>
                  </a:ext>
                </a:extLst>
              </p:cNvPr>
              <p:cNvSpPr txBox="1"/>
              <p:nvPr/>
            </p:nvSpPr>
            <p:spPr>
              <a:xfrm>
                <a:off x="5378088" y="5471904"/>
                <a:ext cx="49584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oMath>
                  </m:oMathPara>
                </a14:m>
                <a:endParaRPr lang="en-GB" sz="2800" dirty="0">
                  <a:solidFill>
                    <a:srgbClr val="002060"/>
                  </a:solidFill>
                </a:endParaRPr>
              </a:p>
            </p:txBody>
          </p:sp>
        </mc:Choice>
        <mc:Fallback xmlns="">
          <p:sp>
            <p:nvSpPr>
              <p:cNvPr id="24" name="TextBox 23">
                <a:extLst>
                  <a:ext uri="{FF2B5EF4-FFF2-40B4-BE49-F238E27FC236}">
                    <a16:creationId xmlns:a16="http://schemas.microsoft.com/office/drawing/2014/main" id="{9B282E5A-AA00-498B-82D8-32823169501E}"/>
                  </a:ext>
                </a:extLst>
              </p:cNvPr>
              <p:cNvSpPr txBox="1">
                <a:spLocks noRot="1" noChangeAspect="1" noMove="1" noResize="1" noEditPoints="1" noAdjustHandles="1" noChangeArrowheads="1" noChangeShapeType="1" noTextEdit="1"/>
              </p:cNvSpPr>
              <p:nvPr/>
            </p:nvSpPr>
            <p:spPr>
              <a:xfrm>
                <a:off x="5378088" y="5471904"/>
                <a:ext cx="495841"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4B6A8F6B-F403-4994-9D82-BC43BDF47518}"/>
                  </a:ext>
                </a:extLst>
              </p:cNvPr>
              <p:cNvSpPr txBox="1"/>
              <p:nvPr/>
            </p:nvSpPr>
            <p:spPr>
              <a:xfrm>
                <a:off x="5873929" y="5283935"/>
                <a:ext cx="730071"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2</m:t>
                          </m:r>
                        </m:num>
                        <m:den>
                          <m:r>
                            <a:rPr lang="en-IN" sz="2800" b="0" i="1" smtClean="0">
                              <a:solidFill>
                                <a:srgbClr val="002060"/>
                              </a:solidFill>
                              <a:latin typeface="Cambria Math" panose="02040503050406030204" pitchFamily="18" charset="0"/>
                            </a:rPr>
                            <m:t> 14 </m:t>
                          </m:r>
                        </m:den>
                      </m:f>
                    </m:oMath>
                  </m:oMathPara>
                </a14:m>
                <a:endParaRPr lang="en-GB" sz="2800" dirty="0">
                  <a:solidFill>
                    <a:srgbClr val="002060"/>
                  </a:solidFill>
                </a:endParaRPr>
              </a:p>
            </p:txBody>
          </p:sp>
        </mc:Choice>
        <mc:Fallback xmlns="">
          <p:sp>
            <p:nvSpPr>
              <p:cNvPr id="25" name="TextBox 24">
                <a:extLst>
                  <a:ext uri="{FF2B5EF4-FFF2-40B4-BE49-F238E27FC236}">
                    <a16:creationId xmlns:a16="http://schemas.microsoft.com/office/drawing/2014/main" id="{4B6A8F6B-F403-4994-9D82-BC43BDF47518}"/>
                  </a:ext>
                </a:extLst>
              </p:cNvPr>
              <p:cNvSpPr txBox="1">
                <a:spLocks noRot="1" noChangeAspect="1" noMove="1" noResize="1" noEditPoints="1" noAdjustHandles="1" noChangeArrowheads="1" noChangeShapeType="1" noTextEdit="1"/>
              </p:cNvSpPr>
              <p:nvPr/>
            </p:nvSpPr>
            <p:spPr>
              <a:xfrm>
                <a:off x="5873929" y="5283935"/>
                <a:ext cx="730071" cy="899157"/>
              </a:xfrm>
              <a:prstGeom prst="rect">
                <a:avLst/>
              </a:prstGeom>
              <a:blipFill>
                <a:blip r:embed="rId1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731289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4" grpId="0"/>
      <p:bldP spid="25"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21731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0000"/>
              </a:lnSpc>
              <a:spcBef>
                <a:spcPts val="1200"/>
              </a:spcBef>
            </a:pPr>
            <a:r>
              <a:rPr lang="en-US" i="0" dirty="0">
                <a:latin typeface="+mj-lt"/>
              </a:rPr>
              <a:t>Verify that the following function is P.D.F or not?</a:t>
            </a:r>
            <a:endParaRPr lang="en-IN" dirty="0"/>
          </a:p>
        </p:txBody>
      </p:sp>
      <p:sp>
        <p:nvSpPr>
          <p:cNvPr id="2" name="Title 1"/>
          <p:cNvSpPr>
            <a:spLocks noGrp="1"/>
          </p:cNvSpPr>
          <p:nvPr>
            <p:ph type="title"/>
          </p:nvPr>
        </p:nvSpPr>
        <p:spPr/>
        <p:txBody>
          <a:bodyPr/>
          <a:lstStyle/>
          <a:p>
            <a:r>
              <a:rPr lang="en-GB" dirty="0"/>
              <a:t>Method 5 ⇝ Example 4</a:t>
            </a:r>
            <a:endParaRPr lang="en-US" dirty="0"/>
          </a:p>
        </p:txBody>
      </p:sp>
      <p:sp>
        <p:nvSpPr>
          <p:cNvPr id="4" name="Content Placeholder 2"/>
          <p:cNvSpPr txBox="1">
            <a:spLocks/>
          </p:cNvSpPr>
          <p:nvPr/>
        </p:nvSpPr>
        <p:spPr>
          <a:xfrm>
            <a:off x="131176" y="3192968"/>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FDCC6CF-51F9-42EA-9779-CC332507EBDF}"/>
                  </a:ext>
                </a:extLst>
              </p:cNvPr>
              <p:cNvSpPr txBox="1"/>
              <p:nvPr/>
            </p:nvSpPr>
            <p:spPr>
              <a:xfrm>
                <a:off x="1603640" y="3192968"/>
                <a:ext cx="5248024" cy="1123449"/>
              </a:xfrm>
              <a:prstGeom prst="rect">
                <a:avLst/>
              </a:prstGeom>
              <a:noFill/>
            </p:spPr>
            <p:txBody>
              <a:bodyPr wrap="square">
                <a:spAutoFit/>
              </a:bodyPr>
              <a:lstStyle/>
              <a:p>
                <a:pPr>
                  <a:lnSpc>
                    <a:spcPct val="125000"/>
                  </a:lnSpc>
                  <a:spcBef>
                    <a:spcPts val="1000"/>
                  </a:spcBef>
                </a:pPr>
                <a14:m>
                  <m:oMath xmlns:m="http://schemas.openxmlformats.org/officeDocument/2006/math">
                    <m:r>
                      <m:rPr>
                        <m:sty m:val="p"/>
                      </m:rPr>
                      <a:rPr lang="en-IN" sz="2800" b="0" i="0" dirty="0" smtClean="0">
                        <a:solidFill>
                          <a:srgbClr val="002060"/>
                        </a:solidFill>
                        <a:latin typeface="Cambria Math" panose="02040503050406030204" pitchFamily="18" charset="0"/>
                      </a:rPr>
                      <m:t>f</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e>
                    </m:d>
                  </m:oMath>
                </a14:m>
                <a:r>
                  <a:rPr lang="en-IN" sz="2800" dirty="0">
                    <a:solidFill>
                      <a:srgbClr val="002060"/>
                    </a:solidFill>
                  </a:rPr>
                  <a:t> is a probability density function if it satisfies following conditions:</a:t>
                </a:r>
              </a:p>
            </p:txBody>
          </p:sp>
        </mc:Choice>
        <mc:Fallback xmlns="">
          <p:sp>
            <p:nvSpPr>
              <p:cNvPr id="12" name="TextBox 11">
                <a:extLst>
                  <a:ext uri="{FF2B5EF4-FFF2-40B4-BE49-F238E27FC236}">
                    <a16:creationId xmlns:a16="http://schemas.microsoft.com/office/drawing/2014/main" id="{6FDCC6CF-51F9-42EA-9779-CC332507EBDF}"/>
                  </a:ext>
                </a:extLst>
              </p:cNvPr>
              <p:cNvSpPr txBox="1">
                <a:spLocks noRot="1" noChangeAspect="1" noMove="1" noResize="1" noEditPoints="1" noAdjustHandles="1" noChangeArrowheads="1" noChangeShapeType="1" noTextEdit="1"/>
              </p:cNvSpPr>
              <p:nvPr/>
            </p:nvSpPr>
            <p:spPr>
              <a:xfrm>
                <a:off x="1603640" y="3192968"/>
                <a:ext cx="5248024" cy="1123449"/>
              </a:xfrm>
              <a:prstGeom prst="rect">
                <a:avLst/>
              </a:prstGeom>
              <a:blipFill>
                <a:blip r:embed="rId2"/>
                <a:stretch>
                  <a:fillRect l="-2323" r="-2555" b="-14674"/>
                </a:stretch>
              </a:blipFill>
            </p:spPr>
            <p:txBody>
              <a:bodyPr/>
              <a:lstStyle/>
              <a:p>
                <a:r>
                  <a:rPr lang="en-IN">
                    <a:noFill/>
                  </a:rPr>
                  <a:t> </a:t>
                </a:r>
              </a:p>
            </p:txBody>
          </p:sp>
        </mc:Fallback>
      </mc:AlternateContent>
      <p:sp>
        <p:nvSpPr>
          <p:cNvPr id="18" name="TextBox 17">
            <a:extLst>
              <a:ext uri="{FF2B5EF4-FFF2-40B4-BE49-F238E27FC236}">
                <a16:creationId xmlns:a16="http://schemas.microsoft.com/office/drawing/2014/main" id="{A9C5BC32-E5F2-45F4-A57D-84F331F65F1F}"/>
              </a:ext>
            </a:extLst>
          </p:cNvPr>
          <p:cNvSpPr txBox="1"/>
          <p:nvPr/>
        </p:nvSpPr>
        <p:spPr>
          <a:xfrm>
            <a:off x="6984812" y="3408410"/>
            <a:ext cx="956347" cy="523220"/>
          </a:xfrm>
          <a:prstGeom prst="rect">
            <a:avLst/>
          </a:prstGeom>
          <a:noFill/>
        </p:spPr>
        <p:txBody>
          <a:bodyPr wrap="square">
            <a:spAutoFit/>
          </a:bodyPr>
          <a:lstStyle/>
          <a:p>
            <a:r>
              <a:rPr lang="en-GB" sz="2800" dirty="0">
                <a:solidFill>
                  <a:srgbClr val="002060"/>
                </a:solidFill>
              </a:rPr>
              <a:t>Here, </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EC728F5-B977-422A-A42D-A1BC5C834D47}"/>
                  </a:ext>
                </a:extLst>
              </p:cNvPr>
              <p:cNvSpPr txBox="1"/>
              <p:nvPr/>
            </p:nvSpPr>
            <p:spPr>
              <a:xfrm>
                <a:off x="7950583" y="3219128"/>
                <a:ext cx="3439714"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 2</m:t>
                          </m:r>
                          <m:r>
                            <m:rPr>
                              <m:sty m:val="p"/>
                            </m:rPr>
                            <a:rPr lang="en-IN" sz="2800" b="0" i="0" smtClean="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 </m:t>
                          </m:r>
                        </m:num>
                        <m:den>
                          <m:r>
                            <a:rPr lang="en-IN" sz="2800" b="0" i="0" smtClean="0">
                              <a:solidFill>
                                <a:srgbClr val="002060"/>
                              </a:solidFill>
                              <a:latin typeface="Cambria Math" panose="02040503050406030204" pitchFamily="18" charset="0"/>
                            </a:rPr>
                            <m:t>9</m:t>
                          </m:r>
                        </m:den>
                      </m:f>
                      <m:r>
                        <a:rPr lang="en-IN" sz="2800" b="0" i="0" smtClean="0">
                          <a:solidFill>
                            <a:srgbClr val="002060"/>
                          </a:solidFill>
                          <a:latin typeface="Cambria Math" panose="02040503050406030204" pitchFamily="18" charset="0"/>
                        </a:rPr>
                        <m:t>≥0</m:t>
                      </m:r>
                      <m:r>
                        <a:rPr lang="en-GB" sz="2800" i="0" dirty="0" smtClean="0">
                          <a:solidFill>
                            <a:srgbClr val="002060"/>
                          </a:solidFill>
                          <a:latin typeface="Cambria Math" panose="02040503050406030204" pitchFamily="18" charset="0"/>
                        </a:rPr>
                        <m:t> </m:t>
                      </m:r>
                      <m:r>
                        <m:rPr>
                          <m:nor/>
                        </m:rPr>
                        <a:rPr lang="en-GB" sz="2800" dirty="0" smtClean="0">
                          <a:solidFill>
                            <a:srgbClr val="002060"/>
                          </a:solidFill>
                          <a:latin typeface="+mj-lt"/>
                        </a:rPr>
                        <m:t>for</m:t>
                      </m:r>
                      <m:r>
                        <a:rPr lang="en-GB" sz="2800" i="0" dirty="0" smtClean="0">
                          <a:solidFill>
                            <a:srgbClr val="002060"/>
                          </a:solidFill>
                          <a:latin typeface="Cambria Math" panose="02040503050406030204" pitchFamily="18" charset="0"/>
                        </a:rPr>
                        <m:t> </m:t>
                      </m:r>
                      <m:r>
                        <a:rPr lang="en-IN" sz="2800" b="0" i="0" smtClean="0">
                          <a:solidFill>
                            <a:srgbClr val="002060"/>
                          </a:solidFill>
                          <a:latin typeface="Cambria Math" panose="02040503050406030204" pitchFamily="18" charset="0"/>
                        </a:rPr>
                        <m:t>0≤</m:t>
                      </m:r>
                      <m:r>
                        <m:rPr>
                          <m:sty m:val="p"/>
                        </m:rPr>
                        <a:rPr lang="en-IN" sz="2800" b="0" i="0" smtClean="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≤3</m:t>
                      </m:r>
                    </m:oMath>
                  </m:oMathPara>
                </a14:m>
                <a:endParaRPr lang="en-GB" sz="2800" dirty="0">
                  <a:solidFill>
                    <a:srgbClr val="002060"/>
                  </a:solidFill>
                  <a:latin typeface="+mj-lt"/>
                </a:endParaRPr>
              </a:p>
            </p:txBody>
          </p:sp>
        </mc:Choice>
        <mc:Fallback xmlns="">
          <p:sp>
            <p:nvSpPr>
              <p:cNvPr id="20" name="TextBox 19">
                <a:extLst>
                  <a:ext uri="{FF2B5EF4-FFF2-40B4-BE49-F238E27FC236}">
                    <a16:creationId xmlns:a16="http://schemas.microsoft.com/office/drawing/2014/main" id="{4EC728F5-B977-422A-A42D-A1BC5C834D47}"/>
                  </a:ext>
                </a:extLst>
              </p:cNvPr>
              <p:cNvSpPr txBox="1">
                <a:spLocks noRot="1" noChangeAspect="1" noMove="1" noResize="1" noEditPoints="1" noAdjustHandles="1" noChangeArrowheads="1" noChangeShapeType="1" noTextEdit="1"/>
              </p:cNvSpPr>
              <p:nvPr/>
            </p:nvSpPr>
            <p:spPr>
              <a:xfrm>
                <a:off x="7950583" y="3219128"/>
                <a:ext cx="3439714" cy="901785"/>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764171C-028E-4FE3-A489-33E113BE4325}"/>
                  </a:ext>
                </a:extLst>
              </p:cNvPr>
              <p:cNvSpPr txBox="1"/>
              <p:nvPr/>
            </p:nvSpPr>
            <p:spPr>
              <a:xfrm>
                <a:off x="7950583" y="4208701"/>
                <a:ext cx="178518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a:solidFill>
                            <a:srgbClr val="002060"/>
                          </a:solidFill>
                          <a:latin typeface="Cambria Math" panose="02040503050406030204" pitchFamily="18" charset="0"/>
                        </a:rPr>
                        <m:t>0≤</m:t>
                      </m:r>
                      <m:r>
                        <m:rPr>
                          <m:sty m:val="p"/>
                        </m:rPr>
                        <a:rPr lang="en-IN" sz="2800">
                          <a:solidFill>
                            <a:srgbClr val="002060"/>
                          </a:solidFill>
                          <a:latin typeface="Cambria Math" panose="02040503050406030204" pitchFamily="18" charset="0"/>
                        </a:rPr>
                        <m:t>x</m:t>
                      </m:r>
                      <m:r>
                        <a:rPr lang="en-IN" sz="2800">
                          <a:solidFill>
                            <a:srgbClr val="002060"/>
                          </a:solidFill>
                          <a:latin typeface="Cambria Math" panose="02040503050406030204" pitchFamily="18" charset="0"/>
                        </a:rPr>
                        <m:t>≤3</m:t>
                      </m:r>
                    </m:oMath>
                  </m:oMathPara>
                </a14:m>
                <a:endParaRPr lang="en-GB" sz="2800" dirty="0">
                  <a:solidFill>
                    <a:srgbClr val="002060"/>
                  </a:solidFill>
                </a:endParaRPr>
              </a:p>
            </p:txBody>
          </p:sp>
        </mc:Choice>
        <mc:Fallback xmlns="">
          <p:sp>
            <p:nvSpPr>
              <p:cNvPr id="21" name="TextBox 20">
                <a:extLst>
                  <a:ext uri="{FF2B5EF4-FFF2-40B4-BE49-F238E27FC236}">
                    <a16:creationId xmlns:a16="http://schemas.microsoft.com/office/drawing/2014/main" id="{4764171C-028E-4FE3-A489-33E113BE4325}"/>
                  </a:ext>
                </a:extLst>
              </p:cNvPr>
              <p:cNvSpPr txBox="1">
                <a:spLocks noRot="1" noChangeAspect="1" noMove="1" noResize="1" noEditPoints="1" noAdjustHandles="1" noChangeArrowheads="1" noChangeShapeType="1" noTextEdit="1"/>
              </p:cNvSpPr>
              <p:nvPr/>
            </p:nvSpPr>
            <p:spPr>
              <a:xfrm>
                <a:off x="7950583" y="4208701"/>
                <a:ext cx="1785189"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ECED017-564A-4C89-A1F5-6C0157619677}"/>
                  </a:ext>
                </a:extLst>
              </p:cNvPr>
              <p:cNvSpPr txBox="1"/>
              <p:nvPr/>
            </p:nvSpPr>
            <p:spPr>
              <a:xfrm>
                <a:off x="1590910" y="4485312"/>
                <a:ext cx="4171261" cy="523220"/>
              </a:xfrm>
              <a:prstGeom prst="rect">
                <a:avLst/>
              </a:prstGeom>
              <a:noFill/>
            </p:spPr>
            <p:txBody>
              <a:bodyPr wrap="square">
                <a:spAutoFit/>
              </a:bodyPr>
              <a:lstStyle/>
              <a:p>
                <a14:m>
                  <m:oMath xmlns:m="http://schemas.openxmlformats.org/officeDocument/2006/math">
                    <m:r>
                      <a:rPr lang="en-IN" sz="2800" b="1" i="0" dirty="0" smtClean="0">
                        <a:solidFill>
                          <a:srgbClr val="002060"/>
                        </a:solidFill>
                        <a:latin typeface="Cambria Math" panose="02040503050406030204" pitchFamily="18" charset="0"/>
                      </a:rPr>
                      <m:t>𝟏</m:t>
                    </m:r>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f</m:t>
                    </m:r>
                    <m:d>
                      <m:dPr>
                        <m:ctrlPr>
                          <a:rPr lang="en-IN" sz="2800" i="1" dirty="0" smtClean="0">
                            <a:solidFill>
                              <a:srgbClr val="002060"/>
                            </a:solidFill>
                            <a:latin typeface="Cambria Math" panose="02040503050406030204" pitchFamily="18" charset="0"/>
                          </a:rPr>
                        </m:ctrlPr>
                      </m:dPr>
                      <m:e>
                        <m:r>
                          <m:rPr>
                            <m:sty m:val="p"/>
                          </m:rPr>
                          <a:rPr lang="en-IN" sz="2800" i="0" dirty="0" smtClean="0">
                            <a:solidFill>
                              <a:srgbClr val="002060"/>
                            </a:solidFill>
                            <a:latin typeface="Cambria Math" panose="02040503050406030204" pitchFamily="18" charset="0"/>
                          </a:rPr>
                          <m:t>x</m:t>
                        </m:r>
                      </m:e>
                    </m:d>
                    <m:r>
                      <a:rPr lang="en-IN" sz="2800" i="0" dirty="0" smtClean="0">
                        <a:solidFill>
                          <a:srgbClr val="002060"/>
                        </a:solidFill>
                        <a:latin typeface="Cambria Math" panose="02040503050406030204" pitchFamily="18" charset="0"/>
                      </a:rPr>
                      <m:t>≥0</m:t>
                    </m:r>
                    <m:r>
                      <a:rPr lang="en-IN" sz="2800" b="0" i="0" dirty="0" smtClean="0">
                        <a:solidFill>
                          <a:srgbClr val="002060"/>
                        </a:solidFill>
                        <a:latin typeface="Cambria Math" panose="02040503050406030204" pitchFamily="18" charset="0"/>
                      </a:rPr>
                      <m:t>,</m:t>
                    </m:r>
                  </m:oMath>
                </a14:m>
                <a:r>
                  <a:rPr lang="en-IN" sz="2800" dirty="0">
                    <a:solidFill>
                      <a:srgbClr val="002060"/>
                    </a:solidFill>
                    <a:latin typeface="+mj-lt"/>
                  </a:rPr>
                  <a:t> for all </a:t>
                </a:r>
                <a14:m>
                  <m:oMath xmlns:m="http://schemas.openxmlformats.org/officeDocument/2006/math">
                    <m:r>
                      <m:rPr>
                        <m:sty m:val="p"/>
                      </m:rPr>
                      <a:rPr lang="en-IN" sz="2800" i="0" dirty="0" smtClean="0">
                        <a:solidFill>
                          <a:srgbClr val="002060"/>
                        </a:solidFill>
                        <a:latin typeface="Cambria Math" panose="02040503050406030204" pitchFamily="18" charset="0"/>
                      </a:rPr>
                      <m:t>x</m:t>
                    </m:r>
                  </m:oMath>
                </a14:m>
                <a:endParaRPr lang="en-IN" sz="2800" dirty="0">
                  <a:solidFill>
                    <a:srgbClr val="002060"/>
                  </a:solidFill>
                  <a:latin typeface="+mj-lt"/>
                </a:endParaRPr>
              </a:p>
            </p:txBody>
          </p:sp>
        </mc:Choice>
        <mc:Fallback xmlns="">
          <p:sp>
            <p:nvSpPr>
              <p:cNvPr id="14" name="TextBox 13">
                <a:extLst>
                  <a:ext uri="{FF2B5EF4-FFF2-40B4-BE49-F238E27FC236}">
                    <a16:creationId xmlns:a16="http://schemas.microsoft.com/office/drawing/2014/main" id="{CECED017-564A-4C89-A1F5-6C0157619677}"/>
                  </a:ext>
                </a:extLst>
              </p:cNvPr>
              <p:cNvSpPr txBox="1">
                <a:spLocks noRot="1" noChangeAspect="1" noMove="1" noResize="1" noEditPoints="1" noAdjustHandles="1" noChangeArrowheads="1" noChangeShapeType="1" noTextEdit="1"/>
              </p:cNvSpPr>
              <p:nvPr/>
            </p:nvSpPr>
            <p:spPr>
              <a:xfrm>
                <a:off x="1590910" y="4485312"/>
                <a:ext cx="4171261" cy="523220"/>
              </a:xfrm>
              <a:prstGeom prst="rect">
                <a:avLst/>
              </a:prstGeom>
              <a:blipFill>
                <a:blip r:embed="rId5"/>
                <a:stretch>
                  <a:fillRect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06AFBD4-358A-49D7-853B-D90AA92C2485}"/>
                  </a:ext>
                </a:extLst>
              </p:cNvPr>
              <p:cNvSpPr txBox="1"/>
              <p:nvPr/>
            </p:nvSpPr>
            <p:spPr>
              <a:xfrm>
                <a:off x="1590910" y="5201936"/>
                <a:ext cx="3372976" cy="135165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1" i="0" dirty="0" smtClean="0">
                          <a:solidFill>
                            <a:srgbClr val="002060"/>
                          </a:solidFill>
                          <a:latin typeface="Cambria Math" panose="02040503050406030204" pitchFamily="18" charset="0"/>
                        </a:rPr>
                        <m:t>𝟐</m:t>
                      </m:r>
                      <m:r>
                        <a:rPr lang="en-IN" sz="2800" i="0" dirty="0">
                          <a:solidFill>
                            <a:srgbClr val="002060"/>
                          </a:solidFill>
                          <a:latin typeface="Cambria Math" panose="02040503050406030204" pitchFamily="18" charset="0"/>
                        </a:rPr>
                        <m:t>. </m:t>
                      </m:r>
                      <m:nary>
                        <m:naryPr>
                          <m:limLoc m:val="undOvr"/>
                          <m:ctrlPr>
                            <a:rPr lang="en-IN" sz="2800" i="1" dirty="0" smtClean="0">
                              <a:solidFill>
                                <a:srgbClr val="002060"/>
                              </a:solidFill>
                              <a:latin typeface="Cambria Math" panose="02040503050406030204" pitchFamily="18" charset="0"/>
                            </a:rPr>
                          </m:ctrlPr>
                        </m:naryPr>
                        <m:sub>
                          <m:r>
                            <m:rPr>
                              <m:brk m:alnAt="24"/>
                            </m:rPr>
                            <a:rPr lang="en-IN" sz="2800" b="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m:t>
                          </m:r>
                        </m:sub>
                        <m:sup>
                          <m:r>
                            <a:rPr lang="en-IN" sz="2800" i="1" dirty="0">
                              <a:solidFill>
                                <a:srgbClr val="002060"/>
                              </a:solidFill>
                              <a:latin typeface="Cambria Math" panose="02040503050406030204" pitchFamily="18" charset="0"/>
                            </a:rPr>
                            <m:t>∞</m:t>
                          </m:r>
                        </m:sup>
                        <m:e>
                          <m:r>
                            <m:rPr>
                              <m:sty m:val="p"/>
                            </m:rPr>
                            <a:rPr lang="en-IN" sz="2800" b="0" i="0"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r>
                        <m:rPr>
                          <m:sty m:val="p"/>
                        </m:rPr>
                        <a:rPr lang="en-IN" sz="2800" b="0" i="0" dirty="0" smtClean="0">
                          <a:solidFill>
                            <a:srgbClr val="002060"/>
                          </a:solidFill>
                          <a:latin typeface="Cambria Math" panose="02040503050406030204" pitchFamily="18" charset="0"/>
                        </a:rPr>
                        <m:t>dx</m:t>
                      </m:r>
                      <m:r>
                        <a:rPr lang="en-IN" sz="2800" b="0" i="0" dirty="0" smtClean="0">
                          <a:solidFill>
                            <a:srgbClr val="002060"/>
                          </a:solidFill>
                          <a:latin typeface="Cambria Math" panose="02040503050406030204" pitchFamily="18" charset="0"/>
                        </a:rPr>
                        <m:t>=1</m:t>
                      </m:r>
                    </m:oMath>
                  </m:oMathPara>
                </a14:m>
                <a:endParaRPr lang="en-IN" sz="2800" dirty="0">
                  <a:solidFill>
                    <a:srgbClr val="002060"/>
                  </a:solidFill>
                  <a:latin typeface="+mj-lt"/>
                </a:endParaRPr>
              </a:p>
            </p:txBody>
          </p:sp>
        </mc:Choice>
        <mc:Fallback xmlns="">
          <p:sp>
            <p:nvSpPr>
              <p:cNvPr id="15" name="TextBox 14">
                <a:extLst>
                  <a:ext uri="{FF2B5EF4-FFF2-40B4-BE49-F238E27FC236}">
                    <a16:creationId xmlns:a16="http://schemas.microsoft.com/office/drawing/2014/main" id="{606AFBD4-358A-49D7-853B-D90AA92C2485}"/>
                  </a:ext>
                </a:extLst>
              </p:cNvPr>
              <p:cNvSpPr txBox="1">
                <a:spLocks noRot="1" noChangeAspect="1" noMove="1" noResize="1" noEditPoints="1" noAdjustHandles="1" noChangeArrowheads="1" noChangeShapeType="1" noTextEdit="1"/>
              </p:cNvSpPr>
              <p:nvPr/>
            </p:nvSpPr>
            <p:spPr>
              <a:xfrm>
                <a:off x="1590910" y="5201936"/>
                <a:ext cx="3372976" cy="1351652"/>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F89230A-5B17-4A2F-AEBB-A96980CB2DC8}"/>
                  </a:ext>
                </a:extLst>
              </p:cNvPr>
              <p:cNvSpPr txBox="1"/>
              <p:nvPr/>
            </p:nvSpPr>
            <p:spPr>
              <a:xfrm>
                <a:off x="131176" y="1311730"/>
                <a:ext cx="5317124" cy="1687834"/>
              </a:xfrm>
              <a:prstGeom prst="rect">
                <a:avLst/>
              </a:prstGeom>
              <a:noFill/>
            </p:spPr>
            <p:txBody>
              <a:bodyPr wrap="square">
                <a:spAutoFit/>
              </a:bodyPr>
              <a:lstStyle/>
              <a:p>
                <a:pPr>
                  <a:lnSpc>
                    <a:spcPct val="100000"/>
                  </a:lnSpc>
                </a:pPr>
                <a14:m>
                  <m:oMathPara xmlns:m="http://schemas.openxmlformats.org/officeDocument/2006/math">
                    <m:oMathParaPr>
                      <m:jc m:val="left"/>
                    </m:oMathParaPr>
                    <m:oMath xmlns:m="http://schemas.openxmlformats.org/officeDocument/2006/math">
                      <m:r>
                        <m:rPr>
                          <m:sty m:val="p"/>
                        </m:rPr>
                        <a:rPr lang="en-US" sz="2800" smtClean="0">
                          <a:solidFill>
                            <a:schemeClr val="bg1"/>
                          </a:solidFill>
                          <a:latin typeface="Cambria Math" panose="02040503050406030204" pitchFamily="18" charset="0"/>
                        </a:rPr>
                        <m:t>f</m:t>
                      </m:r>
                      <m:d>
                        <m:dPr>
                          <m:ctrlPr>
                            <a:rPr lang="en-IN" sz="2800" i="1">
                              <a:solidFill>
                                <a:schemeClr val="bg1"/>
                              </a:solidFill>
                              <a:latin typeface="Cambria Math" panose="02040503050406030204" pitchFamily="18" charset="0"/>
                            </a:rPr>
                          </m:ctrlPr>
                        </m:dPr>
                        <m:e>
                          <m:r>
                            <m:rPr>
                              <m:sty m:val="p"/>
                            </m:rPr>
                            <a:rPr lang="en-US" sz="2800">
                              <a:solidFill>
                                <a:schemeClr val="bg1"/>
                              </a:solidFill>
                              <a:latin typeface="Cambria Math" panose="02040503050406030204" pitchFamily="18" charset="0"/>
                            </a:rPr>
                            <m:t>x</m:t>
                          </m:r>
                        </m:e>
                      </m:d>
                      <m:r>
                        <a:rPr lang="en-US" sz="2800">
                          <a:solidFill>
                            <a:schemeClr val="bg1"/>
                          </a:solidFill>
                          <a:latin typeface="Cambria Math" panose="02040503050406030204" pitchFamily="18" charset="0"/>
                        </a:rPr>
                        <m:t>=</m:t>
                      </m:r>
                      <m:d>
                        <m:dPr>
                          <m:begChr m:val="{"/>
                          <m:endChr m:val=""/>
                          <m:ctrlPr>
                            <a:rPr lang="en-IN" sz="2800" i="1">
                              <a:solidFill>
                                <a:schemeClr val="bg1"/>
                              </a:solidFill>
                              <a:latin typeface="Cambria Math" panose="02040503050406030204" pitchFamily="18" charset="0"/>
                            </a:rPr>
                          </m:ctrlPr>
                        </m:dPr>
                        <m:e>
                          <m:r>
                            <a:rPr lang="en-US" sz="2800" i="1">
                              <a:solidFill>
                                <a:schemeClr val="bg1"/>
                              </a:solidFill>
                              <a:latin typeface="Cambria Math" panose="02040503050406030204" pitchFamily="18" charset="0"/>
                            </a:rPr>
                            <m:t>  </m:t>
                          </m:r>
                          <m:eqArr>
                            <m:eqArrPr>
                              <m:ctrlPr>
                                <a:rPr lang="en-IN" sz="2800" i="1">
                                  <a:solidFill>
                                    <a:schemeClr val="bg1"/>
                                  </a:solidFill>
                                  <a:latin typeface="Cambria Math" panose="02040503050406030204" pitchFamily="18" charset="0"/>
                                </a:rPr>
                              </m:ctrlPr>
                            </m:eqArrPr>
                            <m:e>
                              <m:f>
                                <m:fPr>
                                  <m:ctrlPr>
                                    <a:rPr lang="en-IN" sz="2800" i="1">
                                      <a:solidFill>
                                        <a:schemeClr val="bg1"/>
                                      </a:solidFill>
                                      <a:latin typeface="Cambria Math" panose="02040503050406030204" pitchFamily="18" charset="0"/>
                                    </a:rPr>
                                  </m:ctrlPr>
                                </m:fPr>
                                <m:num>
                                  <m:r>
                                    <a:rPr lang="en-US" sz="2800">
                                      <a:solidFill>
                                        <a:schemeClr val="bg1"/>
                                      </a:solidFill>
                                      <a:latin typeface="Cambria Math" panose="02040503050406030204" pitchFamily="18" charset="0"/>
                                    </a:rPr>
                                    <m:t>2</m:t>
                                  </m:r>
                                  <m:r>
                                    <m:rPr>
                                      <m:sty m:val="p"/>
                                    </m:rPr>
                                    <a:rPr lang="en-US" sz="2800">
                                      <a:solidFill>
                                        <a:schemeClr val="bg1"/>
                                      </a:solidFill>
                                      <a:latin typeface="Cambria Math" panose="02040503050406030204" pitchFamily="18" charset="0"/>
                                    </a:rPr>
                                    <m:t>x</m:t>
                                  </m:r>
                                </m:num>
                                <m:den>
                                  <m:r>
                                    <a:rPr lang="en-US" sz="2800">
                                      <a:solidFill>
                                        <a:schemeClr val="bg1"/>
                                      </a:solidFill>
                                      <a:latin typeface="Cambria Math" panose="02040503050406030204" pitchFamily="18" charset="0"/>
                                    </a:rPr>
                                    <m:t> 9 </m:t>
                                  </m:r>
                                </m:den>
                              </m:f>
                              <m:d>
                                <m:dPr>
                                  <m:ctrlPr>
                                    <a:rPr lang="en-IN" sz="2800" i="1">
                                      <a:solidFill>
                                        <a:schemeClr val="bg1"/>
                                      </a:solidFill>
                                      <a:latin typeface="Cambria Math" panose="02040503050406030204" pitchFamily="18" charset="0"/>
                                    </a:rPr>
                                  </m:ctrlPr>
                                </m:dPr>
                                <m:e>
                                  <m:r>
                                    <a:rPr lang="en-US" sz="2800" i="1">
                                      <a:solidFill>
                                        <a:schemeClr val="bg1"/>
                                      </a:solidFill>
                                      <a:latin typeface="Cambria Math" panose="02040503050406030204" pitchFamily="18" charset="0"/>
                                    </a:rPr>
                                    <m:t>2−</m:t>
                                  </m:r>
                                  <m:f>
                                    <m:fPr>
                                      <m:ctrlPr>
                                        <a:rPr lang="en-IN" sz="2800" i="1">
                                          <a:solidFill>
                                            <a:schemeClr val="bg1"/>
                                          </a:solidFill>
                                          <a:latin typeface="Cambria Math" panose="02040503050406030204" pitchFamily="18" charset="0"/>
                                        </a:rPr>
                                      </m:ctrlPr>
                                    </m:fPr>
                                    <m:num>
                                      <m:r>
                                        <m:rPr>
                                          <m:sty m:val="p"/>
                                        </m:rPr>
                                        <a:rPr lang="en-US" sz="2800">
                                          <a:solidFill>
                                            <a:schemeClr val="bg1"/>
                                          </a:solidFill>
                                          <a:latin typeface="Cambria Math" panose="02040503050406030204" pitchFamily="18" charset="0"/>
                                        </a:rPr>
                                        <m:t>x</m:t>
                                      </m:r>
                                    </m:num>
                                    <m:den>
                                      <m:r>
                                        <a:rPr lang="en-US" sz="2800">
                                          <a:solidFill>
                                            <a:schemeClr val="bg1"/>
                                          </a:solidFill>
                                          <a:latin typeface="Cambria Math" panose="02040503050406030204" pitchFamily="18" charset="0"/>
                                        </a:rPr>
                                        <m:t> 2 </m:t>
                                      </m:r>
                                    </m:den>
                                  </m:f>
                                </m:e>
                              </m:d>
                              <m:r>
                                <a:rPr lang="en-US" sz="2800">
                                  <a:solidFill>
                                    <a:schemeClr val="bg1"/>
                                  </a:solidFill>
                                  <a:latin typeface="Cambria Math" panose="02040503050406030204" pitchFamily="18" charset="0"/>
                                </a:rPr>
                                <m:t>  ; 0≤</m:t>
                              </m:r>
                              <m:r>
                                <m:rPr>
                                  <m:sty m:val="p"/>
                                </m:rPr>
                                <a:rPr lang="en-US" sz="2800">
                                  <a:solidFill>
                                    <a:schemeClr val="bg1"/>
                                  </a:solidFill>
                                  <a:latin typeface="Cambria Math" panose="02040503050406030204" pitchFamily="18" charset="0"/>
                                </a:rPr>
                                <m:t>x</m:t>
                              </m:r>
                              <m:r>
                                <a:rPr lang="en-US" sz="2800">
                                  <a:solidFill>
                                    <a:schemeClr val="bg1"/>
                                  </a:solidFill>
                                  <a:latin typeface="Cambria Math" panose="02040503050406030204" pitchFamily="18" charset="0"/>
                                </a:rPr>
                                <m:t>≤3</m:t>
                              </m:r>
                            </m:e>
                            <m:e>
                              <m:r>
                                <a:rPr lang="en-IN" sz="2800" b="0" i="1" smtClean="0">
                                  <a:solidFill>
                                    <a:schemeClr val="bg1"/>
                                  </a:solidFill>
                                  <a:latin typeface="Cambria Math" panose="02040503050406030204" pitchFamily="18" charset="0"/>
                                </a:rPr>
                                <m:t> </m:t>
                              </m:r>
                            </m:e>
                            <m:e>
                              <m:r>
                                <a:rPr lang="en-US" sz="2800">
                                  <a:solidFill>
                                    <a:schemeClr val="bg1"/>
                                  </a:solidFill>
                                  <a:latin typeface="Cambria Math" panose="02040503050406030204" pitchFamily="18" charset="0"/>
                                </a:rPr>
                                <m:t>        0              ;</m:t>
                              </m:r>
                              <m:r>
                                <m:rPr>
                                  <m:sty m:val="p"/>
                                </m:rPr>
                                <a:rPr lang="en-US" sz="2800">
                                  <a:solidFill>
                                    <a:schemeClr val="bg1"/>
                                  </a:solidFill>
                                  <a:latin typeface="Cambria Math" panose="02040503050406030204" pitchFamily="18" charset="0"/>
                                </a:rPr>
                                <m:t>elsewhere</m:t>
                              </m:r>
                            </m:e>
                          </m:eqArr>
                        </m:e>
                      </m:d>
                    </m:oMath>
                  </m:oMathPara>
                </a14:m>
                <a:endParaRPr lang="en-IN" sz="2800" dirty="0">
                  <a:solidFill>
                    <a:schemeClr val="bg1"/>
                  </a:solidFill>
                </a:endParaRPr>
              </a:p>
            </p:txBody>
          </p:sp>
        </mc:Choice>
        <mc:Fallback xmlns="">
          <p:sp>
            <p:nvSpPr>
              <p:cNvPr id="24" name="TextBox 23">
                <a:extLst>
                  <a:ext uri="{FF2B5EF4-FFF2-40B4-BE49-F238E27FC236}">
                    <a16:creationId xmlns:a16="http://schemas.microsoft.com/office/drawing/2014/main" id="{BF89230A-5B17-4A2F-AEBB-A96980CB2DC8}"/>
                  </a:ext>
                </a:extLst>
              </p:cNvPr>
              <p:cNvSpPr txBox="1">
                <a:spLocks noRot="1" noChangeAspect="1" noMove="1" noResize="1" noEditPoints="1" noAdjustHandles="1" noChangeArrowheads="1" noChangeShapeType="1" noTextEdit="1"/>
              </p:cNvSpPr>
              <p:nvPr/>
            </p:nvSpPr>
            <p:spPr>
              <a:xfrm>
                <a:off x="131176" y="1311730"/>
                <a:ext cx="5317124" cy="1687834"/>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0758B8D-508D-4B23-B67F-D928D93D6CD0}"/>
                  </a:ext>
                </a:extLst>
              </p:cNvPr>
              <p:cNvSpPr txBox="1"/>
              <p:nvPr/>
            </p:nvSpPr>
            <p:spPr>
              <a:xfrm>
                <a:off x="7950583" y="4829408"/>
                <a:ext cx="3026317" cy="82464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smtClean="0">
                          <a:solidFill>
                            <a:srgbClr val="002060"/>
                          </a:solidFill>
                          <a:latin typeface="Cambria Math" panose="02040503050406030204" pitchFamily="18" charset="0"/>
                        </a:rPr>
                        <m:t>0</m:t>
                      </m:r>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m:rPr>
                              <m:sty m:val="p"/>
                            </m:rPr>
                            <a:rPr lang="en-IN" sz="2800" smtClean="0">
                              <a:solidFill>
                                <a:srgbClr val="002060"/>
                              </a:solidFill>
                              <a:latin typeface="Cambria Math" panose="02040503050406030204" pitchFamily="18" charset="0"/>
                            </a:rPr>
                            <m:t>x</m:t>
                          </m:r>
                        </m:num>
                        <m:den>
                          <m:r>
                            <a:rPr lang="en-IN" sz="2800" b="0" i="0" smtClean="0">
                              <a:solidFill>
                                <a:srgbClr val="002060"/>
                              </a:solidFill>
                              <a:latin typeface="Cambria Math" panose="02040503050406030204" pitchFamily="18" charset="0"/>
                            </a:rPr>
                            <m:t> 2 </m:t>
                          </m:r>
                        </m:den>
                      </m:f>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1.5</m:t>
                      </m:r>
                    </m:oMath>
                  </m:oMathPara>
                </a14:m>
                <a:endParaRPr lang="en-GB" sz="2800" dirty="0">
                  <a:solidFill>
                    <a:srgbClr val="002060"/>
                  </a:solidFill>
                </a:endParaRPr>
              </a:p>
            </p:txBody>
          </p:sp>
        </mc:Choice>
        <mc:Fallback xmlns="">
          <p:sp>
            <p:nvSpPr>
              <p:cNvPr id="25" name="TextBox 24">
                <a:extLst>
                  <a:ext uri="{FF2B5EF4-FFF2-40B4-BE49-F238E27FC236}">
                    <a16:creationId xmlns:a16="http://schemas.microsoft.com/office/drawing/2014/main" id="{30758B8D-508D-4B23-B67F-D928D93D6CD0}"/>
                  </a:ext>
                </a:extLst>
              </p:cNvPr>
              <p:cNvSpPr txBox="1">
                <a:spLocks noRot="1" noChangeAspect="1" noMove="1" noResize="1" noEditPoints="1" noAdjustHandles="1" noChangeArrowheads="1" noChangeShapeType="1" noTextEdit="1"/>
              </p:cNvSpPr>
              <p:nvPr/>
            </p:nvSpPr>
            <p:spPr>
              <a:xfrm>
                <a:off x="7950583" y="4829408"/>
                <a:ext cx="3026317" cy="824649"/>
              </a:xfrm>
              <a:prstGeom prst="rect">
                <a:avLst/>
              </a:prstGeom>
              <a:blipFill>
                <a:blip r:embed="rId8"/>
                <a:stretch>
                  <a:fillRect/>
                </a:stretch>
              </a:blipFill>
            </p:spPr>
            <p:txBody>
              <a:bodyPr/>
              <a:lstStyle/>
              <a:p>
                <a:r>
                  <a:rPr lang="en-IN">
                    <a:noFill/>
                  </a:rPr>
                  <a:t> </a:t>
                </a:r>
              </a:p>
            </p:txBody>
          </p:sp>
        </mc:Fallback>
      </mc:AlternateContent>
      <p:sp>
        <p:nvSpPr>
          <p:cNvPr id="26" name="TextBox 25">
            <a:extLst>
              <a:ext uri="{FF2B5EF4-FFF2-40B4-BE49-F238E27FC236}">
                <a16:creationId xmlns:a16="http://schemas.microsoft.com/office/drawing/2014/main" id="{181D5F66-A934-475D-8E92-5391AEE92446}"/>
              </a:ext>
            </a:extLst>
          </p:cNvPr>
          <p:cNvSpPr txBox="1"/>
          <p:nvPr/>
        </p:nvSpPr>
        <p:spPr>
          <a:xfrm>
            <a:off x="6984812" y="4182536"/>
            <a:ext cx="956347" cy="523220"/>
          </a:xfrm>
          <a:prstGeom prst="rect">
            <a:avLst/>
          </a:prstGeom>
          <a:noFill/>
        </p:spPr>
        <p:txBody>
          <a:bodyPr wrap="square">
            <a:spAutoFit/>
          </a:bodyPr>
          <a:lstStyle/>
          <a:p>
            <a:r>
              <a:rPr lang="en-GB" sz="2800" dirty="0">
                <a:solidFill>
                  <a:srgbClr val="002060"/>
                </a:solidFill>
              </a:rPr>
              <a:t>Now, </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4DA2FEB-E98F-4288-B163-326C4A2DDE77}"/>
                  </a:ext>
                </a:extLst>
              </p:cNvPr>
              <p:cNvSpPr txBox="1"/>
              <p:nvPr/>
            </p:nvSpPr>
            <p:spPr>
              <a:xfrm>
                <a:off x="7950583" y="5738231"/>
                <a:ext cx="2785236" cy="82464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2≥2−</m:t>
                      </m:r>
                      <m:f>
                        <m:fPr>
                          <m:ctrlPr>
                            <a:rPr lang="en-IN" sz="2800" b="0" i="1" smtClean="0">
                              <a:solidFill>
                                <a:srgbClr val="002060"/>
                              </a:solidFill>
                              <a:latin typeface="Cambria Math" panose="02040503050406030204" pitchFamily="18" charset="0"/>
                            </a:rPr>
                          </m:ctrlPr>
                        </m:fPr>
                        <m:num>
                          <m:r>
                            <m:rPr>
                              <m:sty m:val="p"/>
                            </m:rPr>
                            <a:rPr lang="en-IN" sz="2800" smtClean="0">
                              <a:solidFill>
                                <a:srgbClr val="002060"/>
                              </a:solidFill>
                              <a:latin typeface="Cambria Math" panose="02040503050406030204" pitchFamily="18" charset="0"/>
                            </a:rPr>
                            <m:t>x</m:t>
                          </m:r>
                        </m:num>
                        <m:den>
                          <m:r>
                            <a:rPr lang="en-IN" sz="2800" b="0" i="0" smtClean="0">
                              <a:solidFill>
                                <a:srgbClr val="002060"/>
                              </a:solidFill>
                              <a:latin typeface="Cambria Math" panose="02040503050406030204" pitchFamily="18" charset="0"/>
                            </a:rPr>
                            <m:t> 2 </m:t>
                          </m:r>
                        </m:den>
                      </m:f>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0.5</m:t>
                      </m:r>
                    </m:oMath>
                  </m:oMathPara>
                </a14:m>
                <a:endParaRPr lang="en-GB" sz="2800" dirty="0">
                  <a:solidFill>
                    <a:srgbClr val="002060"/>
                  </a:solidFill>
                </a:endParaRPr>
              </a:p>
            </p:txBody>
          </p:sp>
        </mc:Choice>
        <mc:Fallback xmlns="">
          <p:sp>
            <p:nvSpPr>
              <p:cNvPr id="27" name="TextBox 26">
                <a:extLst>
                  <a:ext uri="{FF2B5EF4-FFF2-40B4-BE49-F238E27FC236}">
                    <a16:creationId xmlns:a16="http://schemas.microsoft.com/office/drawing/2014/main" id="{D4DA2FEB-E98F-4288-B163-326C4A2DDE77}"/>
                  </a:ext>
                </a:extLst>
              </p:cNvPr>
              <p:cNvSpPr txBox="1">
                <a:spLocks noRot="1" noChangeAspect="1" noMove="1" noResize="1" noEditPoints="1" noAdjustHandles="1" noChangeArrowheads="1" noChangeShapeType="1" noTextEdit="1"/>
              </p:cNvSpPr>
              <p:nvPr/>
            </p:nvSpPr>
            <p:spPr>
              <a:xfrm>
                <a:off x="7950583" y="5738231"/>
                <a:ext cx="2785236" cy="824649"/>
              </a:xfrm>
              <a:prstGeom prst="rect">
                <a:avLst/>
              </a:prstGeom>
              <a:blipFill>
                <a:blip r:embed="rId9"/>
                <a:stretch>
                  <a:fillRect/>
                </a:stretch>
              </a:blipFill>
            </p:spPr>
            <p:txBody>
              <a:bodyPr/>
              <a:lstStyle/>
              <a:p>
                <a:r>
                  <a:rPr lang="en-IN">
                    <a:noFill/>
                  </a:rPr>
                  <a:t> </a:t>
                </a:r>
              </a:p>
            </p:txBody>
          </p:sp>
        </mc:Fallback>
      </mc:AlternateContent>
      <p:cxnSp>
        <p:nvCxnSpPr>
          <p:cNvPr id="28" name="Straight Connector 27">
            <a:extLst>
              <a:ext uri="{FF2B5EF4-FFF2-40B4-BE49-F238E27FC236}">
                <a16:creationId xmlns:a16="http://schemas.microsoft.com/office/drawing/2014/main" id="{248F334E-98BF-4574-B387-BE084CFC6DE1}"/>
              </a:ext>
            </a:extLst>
          </p:cNvPr>
          <p:cNvCxnSpPr>
            <a:cxnSpLocks/>
          </p:cNvCxnSpPr>
          <p:nvPr/>
        </p:nvCxnSpPr>
        <p:spPr>
          <a:xfrm>
            <a:off x="6861088" y="3192968"/>
            <a:ext cx="0" cy="324985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4924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wipe(up)">
                                      <p:cBhvr>
                                        <p:cTn id="23" dur="500"/>
                                        <p:tgtEl>
                                          <p:spTgt spid="28"/>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5"/>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p:bldP spid="18" grpId="0"/>
      <p:bldP spid="20" grpId="0"/>
      <p:bldP spid="21" grpId="0"/>
      <p:bldP spid="14" grpId="0"/>
      <p:bldP spid="15" grpId="0"/>
      <p:bldP spid="25" grpId="0"/>
      <p:bldP spid="26" grpId="0"/>
      <p:bldP spid="27"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5 ⇝ Example 4 (</a:t>
            </a:r>
            <a:r>
              <a:rPr lang="en-IN" dirty="0"/>
              <a:t>Continue</a:t>
            </a:r>
            <a:r>
              <a:rPr lang="en-GB" dirty="0"/>
              <a:t>)</a:t>
            </a:r>
            <a:endParaRPr lang="en-US" dirty="0"/>
          </a:p>
        </p:txBody>
      </p:sp>
      <p:sp>
        <p:nvSpPr>
          <p:cNvPr id="18" name="TextBox 17">
            <a:extLst>
              <a:ext uri="{FF2B5EF4-FFF2-40B4-BE49-F238E27FC236}">
                <a16:creationId xmlns:a16="http://schemas.microsoft.com/office/drawing/2014/main" id="{A9C5BC32-E5F2-45F4-A57D-84F331F65F1F}"/>
              </a:ext>
            </a:extLst>
          </p:cNvPr>
          <p:cNvSpPr txBox="1"/>
          <p:nvPr/>
        </p:nvSpPr>
        <p:spPr>
          <a:xfrm>
            <a:off x="1547031" y="979852"/>
            <a:ext cx="956347" cy="523220"/>
          </a:xfrm>
          <a:prstGeom prst="rect">
            <a:avLst/>
          </a:prstGeom>
          <a:noFill/>
        </p:spPr>
        <p:txBody>
          <a:bodyPr wrap="square">
            <a:spAutoFit/>
          </a:bodyPr>
          <a:lstStyle/>
          <a:p>
            <a:r>
              <a:rPr lang="en-GB" sz="2800" dirty="0">
                <a:solidFill>
                  <a:srgbClr val="002060"/>
                </a:solidFill>
              </a:rPr>
              <a:t>Here, </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EC728F5-B977-422A-A42D-A1BC5C834D47}"/>
                  </a:ext>
                </a:extLst>
              </p:cNvPr>
              <p:cNvSpPr txBox="1"/>
              <p:nvPr/>
            </p:nvSpPr>
            <p:spPr>
              <a:xfrm>
                <a:off x="2349517" y="790570"/>
                <a:ext cx="3439714"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 2</m:t>
                          </m:r>
                          <m:r>
                            <m:rPr>
                              <m:sty m:val="p"/>
                            </m:rPr>
                            <a:rPr lang="en-IN" sz="2800" b="0" i="0" smtClean="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 </m:t>
                          </m:r>
                        </m:num>
                        <m:den>
                          <m:r>
                            <a:rPr lang="en-IN" sz="2800" b="0" i="0" smtClean="0">
                              <a:solidFill>
                                <a:srgbClr val="002060"/>
                              </a:solidFill>
                              <a:latin typeface="Cambria Math" panose="02040503050406030204" pitchFamily="18" charset="0"/>
                            </a:rPr>
                            <m:t>9</m:t>
                          </m:r>
                        </m:den>
                      </m:f>
                      <m:r>
                        <a:rPr lang="en-IN" sz="2800" b="0" i="0" smtClean="0">
                          <a:solidFill>
                            <a:srgbClr val="002060"/>
                          </a:solidFill>
                          <a:latin typeface="Cambria Math" panose="02040503050406030204" pitchFamily="18" charset="0"/>
                        </a:rPr>
                        <m:t>≥0</m:t>
                      </m:r>
                      <m:r>
                        <a:rPr lang="en-GB" sz="2800" i="0" dirty="0" smtClean="0">
                          <a:solidFill>
                            <a:srgbClr val="002060"/>
                          </a:solidFill>
                          <a:latin typeface="Cambria Math" panose="02040503050406030204" pitchFamily="18" charset="0"/>
                        </a:rPr>
                        <m:t> </m:t>
                      </m:r>
                      <m:r>
                        <m:rPr>
                          <m:nor/>
                        </m:rPr>
                        <a:rPr lang="en-GB" sz="2800" dirty="0" smtClean="0">
                          <a:solidFill>
                            <a:srgbClr val="002060"/>
                          </a:solidFill>
                          <a:latin typeface="+mj-lt"/>
                        </a:rPr>
                        <m:t>for</m:t>
                      </m:r>
                      <m:r>
                        <a:rPr lang="en-GB" sz="2800" i="0" dirty="0" smtClean="0">
                          <a:solidFill>
                            <a:srgbClr val="002060"/>
                          </a:solidFill>
                          <a:latin typeface="Cambria Math" panose="02040503050406030204" pitchFamily="18" charset="0"/>
                        </a:rPr>
                        <m:t> </m:t>
                      </m:r>
                      <m:r>
                        <a:rPr lang="en-IN" sz="2800" b="0" i="0" smtClean="0">
                          <a:solidFill>
                            <a:srgbClr val="002060"/>
                          </a:solidFill>
                          <a:latin typeface="Cambria Math" panose="02040503050406030204" pitchFamily="18" charset="0"/>
                        </a:rPr>
                        <m:t>0≤</m:t>
                      </m:r>
                      <m:r>
                        <m:rPr>
                          <m:sty m:val="p"/>
                        </m:rPr>
                        <a:rPr lang="en-IN" sz="2800" b="0" i="0" smtClean="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≤3</m:t>
                      </m:r>
                    </m:oMath>
                  </m:oMathPara>
                </a14:m>
                <a:endParaRPr lang="en-GB" sz="2800" dirty="0">
                  <a:solidFill>
                    <a:srgbClr val="002060"/>
                  </a:solidFill>
                  <a:latin typeface="+mj-lt"/>
                </a:endParaRPr>
              </a:p>
            </p:txBody>
          </p:sp>
        </mc:Choice>
        <mc:Fallback xmlns="">
          <p:sp>
            <p:nvSpPr>
              <p:cNvPr id="20" name="TextBox 19">
                <a:extLst>
                  <a:ext uri="{FF2B5EF4-FFF2-40B4-BE49-F238E27FC236}">
                    <a16:creationId xmlns:a16="http://schemas.microsoft.com/office/drawing/2014/main" id="{4EC728F5-B977-422A-A42D-A1BC5C834D47}"/>
                  </a:ext>
                </a:extLst>
              </p:cNvPr>
              <p:cNvSpPr txBox="1">
                <a:spLocks noRot="1" noChangeAspect="1" noMove="1" noResize="1" noEditPoints="1" noAdjustHandles="1" noChangeArrowheads="1" noChangeShapeType="1" noTextEdit="1"/>
              </p:cNvSpPr>
              <p:nvPr/>
            </p:nvSpPr>
            <p:spPr>
              <a:xfrm>
                <a:off x="2349517" y="790570"/>
                <a:ext cx="3439714" cy="901785"/>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764171C-028E-4FE3-A489-33E113BE4325}"/>
                  </a:ext>
                </a:extLst>
              </p:cNvPr>
              <p:cNvSpPr txBox="1"/>
              <p:nvPr/>
            </p:nvSpPr>
            <p:spPr>
              <a:xfrm>
                <a:off x="2349517" y="1939361"/>
                <a:ext cx="178518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a:solidFill>
                            <a:srgbClr val="002060"/>
                          </a:solidFill>
                          <a:latin typeface="Cambria Math" panose="02040503050406030204" pitchFamily="18" charset="0"/>
                        </a:rPr>
                        <m:t>0≤</m:t>
                      </m:r>
                      <m:r>
                        <m:rPr>
                          <m:sty m:val="p"/>
                        </m:rPr>
                        <a:rPr lang="en-IN" sz="2800">
                          <a:solidFill>
                            <a:srgbClr val="002060"/>
                          </a:solidFill>
                          <a:latin typeface="Cambria Math" panose="02040503050406030204" pitchFamily="18" charset="0"/>
                        </a:rPr>
                        <m:t>x</m:t>
                      </m:r>
                      <m:r>
                        <a:rPr lang="en-IN" sz="2800">
                          <a:solidFill>
                            <a:srgbClr val="002060"/>
                          </a:solidFill>
                          <a:latin typeface="Cambria Math" panose="02040503050406030204" pitchFamily="18" charset="0"/>
                        </a:rPr>
                        <m:t>≤3</m:t>
                      </m:r>
                    </m:oMath>
                  </m:oMathPara>
                </a14:m>
                <a:endParaRPr lang="en-GB" sz="2800" dirty="0">
                  <a:solidFill>
                    <a:srgbClr val="002060"/>
                  </a:solidFill>
                </a:endParaRPr>
              </a:p>
            </p:txBody>
          </p:sp>
        </mc:Choice>
        <mc:Fallback xmlns="">
          <p:sp>
            <p:nvSpPr>
              <p:cNvPr id="21" name="TextBox 20">
                <a:extLst>
                  <a:ext uri="{FF2B5EF4-FFF2-40B4-BE49-F238E27FC236}">
                    <a16:creationId xmlns:a16="http://schemas.microsoft.com/office/drawing/2014/main" id="{4764171C-028E-4FE3-A489-33E113BE4325}"/>
                  </a:ext>
                </a:extLst>
              </p:cNvPr>
              <p:cNvSpPr txBox="1">
                <a:spLocks noRot="1" noChangeAspect="1" noMove="1" noResize="1" noEditPoints="1" noAdjustHandles="1" noChangeArrowheads="1" noChangeShapeType="1" noTextEdit="1"/>
              </p:cNvSpPr>
              <p:nvPr/>
            </p:nvSpPr>
            <p:spPr>
              <a:xfrm>
                <a:off x="2349517" y="1939361"/>
                <a:ext cx="1785189"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F89230A-5B17-4A2F-AEBB-A96980CB2DC8}"/>
                  </a:ext>
                </a:extLst>
              </p:cNvPr>
              <p:cNvSpPr txBox="1"/>
              <p:nvPr/>
            </p:nvSpPr>
            <p:spPr>
              <a:xfrm>
                <a:off x="7479032" y="790570"/>
                <a:ext cx="4663981" cy="1459887"/>
              </a:xfrm>
              <a:prstGeom prst="rect">
                <a:avLst/>
              </a:prstGeom>
              <a:noFill/>
            </p:spPr>
            <p:txBody>
              <a:bodyPr wrap="square">
                <a:spAutoFit/>
              </a:bodyPr>
              <a:lstStyle/>
              <a:p>
                <a:pPr>
                  <a:lnSpc>
                    <a:spcPct val="100000"/>
                  </a:lnSpc>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f</m:t>
                      </m:r>
                      <m:d>
                        <m:dPr>
                          <m:ctrlPr>
                            <a:rPr lang="en-IN"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x</m:t>
                          </m:r>
                        </m:e>
                      </m:d>
                      <m:r>
                        <a:rPr lang="en-US" sz="2400">
                          <a:solidFill>
                            <a:srgbClr val="002060"/>
                          </a:solidFill>
                          <a:latin typeface="Cambria Math" panose="02040503050406030204" pitchFamily="18" charset="0"/>
                        </a:rPr>
                        <m:t>=</m:t>
                      </m:r>
                      <m:d>
                        <m:dPr>
                          <m:begChr m:val="{"/>
                          <m:endChr m:val=""/>
                          <m:ctrlPr>
                            <a:rPr lang="en-IN" sz="2400" i="1">
                              <a:solidFill>
                                <a:srgbClr val="002060"/>
                              </a:solidFill>
                              <a:latin typeface="Cambria Math" panose="02040503050406030204" pitchFamily="18" charset="0"/>
                            </a:rPr>
                          </m:ctrlPr>
                        </m:dPr>
                        <m:e>
                          <m:r>
                            <a:rPr lang="en-US" sz="2400" i="1">
                              <a:solidFill>
                                <a:srgbClr val="002060"/>
                              </a:solidFill>
                              <a:latin typeface="Cambria Math" panose="02040503050406030204" pitchFamily="18" charset="0"/>
                            </a:rPr>
                            <m:t>  </m:t>
                          </m:r>
                          <m:eqArr>
                            <m:eqArrPr>
                              <m:ctrlPr>
                                <a:rPr lang="en-IN" sz="2400" i="1">
                                  <a:solidFill>
                                    <a:srgbClr val="002060"/>
                                  </a:solidFill>
                                  <a:latin typeface="Cambria Math" panose="02040503050406030204" pitchFamily="18" charset="0"/>
                                </a:rPr>
                              </m:ctrlPr>
                            </m:eqArrPr>
                            <m:e>
                              <m:f>
                                <m:fPr>
                                  <m:ctrlPr>
                                    <a:rPr lang="en-IN" sz="2400" i="1">
                                      <a:solidFill>
                                        <a:srgbClr val="002060"/>
                                      </a:solidFill>
                                      <a:latin typeface="Cambria Math" panose="02040503050406030204" pitchFamily="18" charset="0"/>
                                    </a:rPr>
                                  </m:ctrlPr>
                                </m:fPr>
                                <m:num>
                                  <m:r>
                                    <a:rPr lang="en-US" sz="2400">
                                      <a:solidFill>
                                        <a:srgbClr val="002060"/>
                                      </a:solidFill>
                                      <a:latin typeface="Cambria Math" panose="02040503050406030204" pitchFamily="18" charset="0"/>
                                    </a:rPr>
                                    <m:t>2</m:t>
                                  </m:r>
                                  <m:r>
                                    <m:rPr>
                                      <m:sty m:val="p"/>
                                    </m:rPr>
                                    <a:rPr lang="en-US" sz="2400">
                                      <a:solidFill>
                                        <a:srgbClr val="002060"/>
                                      </a:solidFill>
                                      <a:latin typeface="Cambria Math" panose="02040503050406030204" pitchFamily="18" charset="0"/>
                                    </a:rPr>
                                    <m:t>x</m:t>
                                  </m:r>
                                </m:num>
                                <m:den>
                                  <m:r>
                                    <a:rPr lang="en-US" sz="2400">
                                      <a:solidFill>
                                        <a:srgbClr val="002060"/>
                                      </a:solidFill>
                                      <a:latin typeface="Cambria Math" panose="02040503050406030204" pitchFamily="18" charset="0"/>
                                    </a:rPr>
                                    <m:t> 9 </m:t>
                                  </m:r>
                                </m:den>
                              </m:f>
                              <m:d>
                                <m:dPr>
                                  <m:ctrlPr>
                                    <a:rPr lang="en-IN" sz="2400" i="1">
                                      <a:solidFill>
                                        <a:srgbClr val="002060"/>
                                      </a:solidFill>
                                      <a:latin typeface="Cambria Math" panose="02040503050406030204" pitchFamily="18" charset="0"/>
                                    </a:rPr>
                                  </m:ctrlPr>
                                </m:dPr>
                                <m:e>
                                  <m:r>
                                    <a:rPr lang="en-US" sz="2400" i="1">
                                      <a:solidFill>
                                        <a:srgbClr val="002060"/>
                                      </a:solidFill>
                                      <a:latin typeface="Cambria Math" panose="02040503050406030204" pitchFamily="18" charset="0"/>
                                    </a:rPr>
                                    <m:t>2−</m:t>
                                  </m:r>
                                  <m:f>
                                    <m:fPr>
                                      <m:ctrlPr>
                                        <a:rPr lang="en-IN" sz="2400" i="1">
                                          <a:solidFill>
                                            <a:srgbClr val="002060"/>
                                          </a:solidFill>
                                          <a:latin typeface="Cambria Math" panose="02040503050406030204" pitchFamily="18" charset="0"/>
                                        </a:rPr>
                                      </m:ctrlPr>
                                    </m:fPr>
                                    <m:num>
                                      <m:r>
                                        <m:rPr>
                                          <m:sty m:val="p"/>
                                        </m:rPr>
                                        <a:rPr lang="en-US" sz="2400">
                                          <a:solidFill>
                                            <a:srgbClr val="002060"/>
                                          </a:solidFill>
                                          <a:latin typeface="Cambria Math" panose="02040503050406030204" pitchFamily="18" charset="0"/>
                                        </a:rPr>
                                        <m:t>x</m:t>
                                      </m:r>
                                    </m:num>
                                    <m:den>
                                      <m:r>
                                        <a:rPr lang="en-US" sz="2400">
                                          <a:solidFill>
                                            <a:srgbClr val="002060"/>
                                          </a:solidFill>
                                          <a:latin typeface="Cambria Math" panose="02040503050406030204" pitchFamily="18" charset="0"/>
                                        </a:rPr>
                                        <m:t> 2 </m:t>
                                      </m:r>
                                    </m:den>
                                  </m:f>
                                </m:e>
                              </m:d>
                              <m:r>
                                <a:rPr lang="en-US" sz="2400">
                                  <a:solidFill>
                                    <a:srgbClr val="002060"/>
                                  </a:solidFill>
                                  <a:latin typeface="Cambria Math" panose="02040503050406030204" pitchFamily="18" charset="0"/>
                                </a:rPr>
                                <m:t>  ; 0≤</m:t>
                              </m:r>
                              <m:r>
                                <m:rPr>
                                  <m:sty m:val="p"/>
                                </m:rPr>
                                <a:rPr lang="en-US" sz="2400">
                                  <a:solidFill>
                                    <a:srgbClr val="002060"/>
                                  </a:solidFill>
                                  <a:latin typeface="Cambria Math" panose="02040503050406030204" pitchFamily="18" charset="0"/>
                                </a:rPr>
                                <m:t>x</m:t>
                              </m:r>
                              <m:r>
                                <a:rPr lang="en-US" sz="2400">
                                  <a:solidFill>
                                    <a:srgbClr val="002060"/>
                                  </a:solidFill>
                                  <a:latin typeface="Cambria Math" panose="02040503050406030204" pitchFamily="18" charset="0"/>
                                </a:rPr>
                                <m:t>≤3</m:t>
                              </m:r>
                            </m:e>
                            <m:e>
                              <m:r>
                                <a:rPr lang="en-IN" sz="2400" b="0" i="1" smtClean="0">
                                  <a:solidFill>
                                    <a:srgbClr val="002060"/>
                                  </a:solidFill>
                                  <a:latin typeface="Cambria Math" panose="02040503050406030204" pitchFamily="18" charset="0"/>
                                </a:rPr>
                                <m:t> </m:t>
                              </m:r>
                            </m:e>
                            <m:e>
                              <m:r>
                                <a:rPr lang="en-US" sz="2400">
                                  <a:solidFill>
                                    <a:srgbClr val="002060"/>
                                  </a:solidFill>
                                  <a:latin typeface="Cambria Math" panose="02040503050406030204" pitchFamily="18" charset="0"/>
                                </a:rPr>
                                <m:t>        0              ;</m:t>
                              </m:r>
                              <m:r>
                                <m:rPr>
                                  <m:sty m:val="p"/>
                                </m:rPr>
                                <a:rPr lang="en-US" sz="2400">
                                  <a:solidFill>
                                    <a:srgbClr val="002060"/>
                                  </a:solidFill>
                                  <a:latin typeface="Cambria Math" panose="02040503050406030204" pitchFamily="18" charset="0"/>
                                </a:rPr>
                                <m:t>elsewhere</m:t>
                              </m:r>
                            </m:e>
                          </m:eqArr>
                        </m:e>
                      </m:d>
                    </m:oMath>
                  </m:oMathPara>
                </a14:m>
                <a:endParaRPr lang="en-IN" sz="2400" dirty="0">
                  <a:solidFill>
                    <a:srgbClr val="002060"/>
                  </a:solidFill>
                </a:endParaRPr>
              </a:p>
            </p:txBody>
          </p:sp>
        </mc:Choice>
        <mc:Fallback xmlns="">
          <p:sp>
            <p:nvSpPr>
              <p:cNvPr id="24" name="TextBox 23">
                <a:extLst>
                  <a:ext uri="{FF2B5EF4-FFF2-40B4-BE49-F238E27FC236}">
                    <a16:creationId xmlns:a16="http://schemas.microsoft.com/office/drawing/2014/main" id="{BF89230A-5B17-4A2F-AEBB-A96980CB2DC8}"/>
                  </a:ext>
                </a:extLst>
              </p:cNvPr>
              <p:cNvSpPr txBox="1">
                <a:spLocks noRot="1" noChangeAspect="1" noMove="1" noResize="1" noEditPoints="1" noAdjustHandles="1" noChangeArrowheads="1" noChangeShapeType="1" noTextEdit="1"/>
              </p:cNvSpPr>
              <p:nvPr/>
            </p:nvSpPr>
            <p:spPr>
              <a:xfrm>
                <a:off x="7479032" y="790570"/>
                <a:ext cx="4663981" cy="1459887"/>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0758B8D-508D-4B23-B67F-D928D93D6CD0}"/>
                  </a:ext>
                </a:extLst>
              </p:cNvPr>
              <p:cNvSpPr txBox="1"/>
              <p:nvPr/>
            </p:nvSpPr>
            <p:spPr>
              <a:xfrm>
                <a:off x="2349518" y="2600735"/>
                <a:ext cx="2581712" cy="82464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smtClean="0">
                          <a:solidFill>
                            <a:srgbClr val="002060"/>
                          </a:solidFill>
                          <a:latin typeface="Cambria Math" panose="02040503050406030204" pitchFamily="18" charset="0"/>
                        </a:rPr>
                        <m:t>0</m:t>
                      </m:r>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m:rPr>
                              <m:sty m:val="p"/>
                            </m:rPr>
                            <a:rPr lang="en-IN" sz="2800" smtClean="0">
                              <a:solidFill>
                                <a:srgbClr val="002060"/>
                              </a:solidFill>
                              <a:latin typeface="Cambria Math" panose="02040503050406030204" pitchFamily="18" charset="0"/>
                            </a:rPr>
                            <m:t>x</m:t>
                          </m:r>
                        </m:num>
                        <m:den>
                          <m:r>
                            <a:rPr lang="en-IN" sz="2800" b="0" i="0" smtClean="0">
                              <a:solidFill>
                                <a:srgbClr val="002060"/>
                              </a:solidFill>
                              <a:latin typeface="Cambria Math" panose="02040503050406030204" pitchFamily="18" charset="0"/>
                            </a:rPr>
                            <m:t> 2 </m:t>
                          </m:r>
                        </m:den>
                      </m:f>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1.5</m:t>
                      </m:r>
                    </m:oMath>
                  </m:oMathPara>
                </a14:m>
                <a:endParaRPr lang="en-GB" sz="2800" dirty="0">
                  <a:solidFill>
                    <a:srgbClr val="002060"/>
                  </a:solidFill>
                </a:endParaRPr>
              </a:p>
            </p:txBody>
          </p:sp>
        </mc:Choice>
        <mc:Fallback xmlns="">
          <p:sp>
            <p:nvSpPr>
              <p:cNvPr id="25" name="TextBox 24">
                <a:extLst>
                  <a:ext uri="{FF2B5EF4-FFF2-40B4-BE49-F238E27FC236}">
                    <a16:creationId xmlns:a16="http://schemas.microsoft.com/office/drawing/2014/main" id="{30758B8D-508D-4B23-B67F-D928D93D6CD0}"/>
                  </a:ext>
                </a:extLst>
              </p:cNvPr>
              <p:cNvSpPr txBox="1">
                <a:spLocks noRot="1" noChangeAspect="1" noMove="1" noResize="1" noEditPoints="1" noAdjustHandles="1" noChangeArrowheads="1" noChangeShapeType="1" noTextEdit="1"/>
              </p:cNvSpPr>
              <p:nvPr/>
            </p:nvSpPr>
            <p:spPr>
              <a:xfrm>
                <a:off x="2349518" y="2600735"/>
                <a:ext cx="2581712" cy="824649"/>
              </a:xfrm>
              <a:prstGeom prst="rect">
                <a:avLst/>
              </a:prstGeom>
              <a:blipFill>
                <a:blip r:embed="rId5"/>
                <a:stretch>
                  <a:fillRect/>
                </a:stretch>
              </a:blipFill>
            </p:spPr>
            <p:txBody>
              <a:bodyPr/>
              <a:lstStyle/>
              <a:p>
                <a:r>
                  <a:rPr lang="en-IN">
                    <a:noFill/>
                  </a:rPr>
                  <a:t> </a:t>
                </a:r>
              </a:p>
            </p:txBody>
          </p:sp>
        </mc:Fallback>
      </mc:AlternateContent>
      <p:sp>
        <p:nvSpPr>
          <p:cNvPr id="26" name="TextBox 25">
            <a:extLst>
              <a:ext uri="{FF2B5EF4-FFF2-40B4-BE49-F238E27FC236}">
                <a16:creationId xmlns:a16="http://schemas.microsoft.com/office/drawing/2014/main" id="{181D5F66-A934-475D-8E92-5391AEE92446}"/>
              </a:ext>
            </a:extLst>
          </p:cNvPr>
          <p:cNvSpPr txBox="1"/>
          <p:nvPr/>
        </p:nvSpPr>
        <p:spPr>
          <a:xfrm>
            <a:off x="1547031" y="1913196"/>
            <a:ext cx="956347" cy="523220"/>
          </a:xfrm>
          <a:prstGeom prst="rect">
            <a:avLst/>
          </a:prstGeom>
          <a:noFill/>
        </p:spPr>
        <p:txBody>
          <a:bodyPr wrap="square">
            <a:spAutoFit/>
          </a:bodyPr>
          <a:lstStyle/>
          <a:p>
            <a:r>
              <a:rPr lang="en-GB" sz="2800" dirty="0">
                <a:solidFill>
                  <a:srgbClr val="002060"/>
                </a:solidFill>
              </a:rPr>
              <a:t>Now, </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4DA2FEB-E98F-4288-B163-326C4A2DDE77}"/>
                  </a:ext>
                </a:extLst>
              </p:cNvPr>
              <p:cNvSpPr txBox="1"/>
              <p:nvPr/>
            </p:nvSpPr>
            <p:spPr>
              <a:xfrm>
                <a:off x="2349517" y="3563538"/>
                <a:ext cx="2785236" cy="82464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2≥2−</m:t>
                      </m:r>
                      <m:f>
                        <m:fPr>
                          <m:ctrlPr>
                            <a:rPr lang="en-IN" sz="2800" b="0" i="1" smtClean="0">
                              <a:solidFill>
                                <a:srgbClr val="002060"/>
                              </a:solidFill>
                              <a:latin typeface="Cambria Math" panose="02040503050406030204" pitchFamily="18" charset="0"/>
                            </a:rPr>
                          </m:ctrlPr>
                        </m:fPr>
                        <m:num>
                          <m:r>
                            <m:rPr>
                              <m:sty m:val="p"/>
                            </m:rPr>
                            <a:rPr lang="en-IN" sz="2800" smtClean="0">
                              <a:solidFill>
                                <a:srgbClr val="002060"/>
                              </a:solidFill>
                              <a:latin typeface="Cambria Math" panose="02040503050406030204" pitchFamily="18" charset="0"/>
                            </a:rPr>
                            <m:t>x</m:t>
                          </m:r>
                        </m:num>
                        <m:den>
                          <m:r>
                            <a:rPr lang="en-IN" sz="2800" b="0" i="0" smtClean="0">
                              <a:solidFill>
                                <a:srgbClr val="002060"/>
                              </a:solidFill>
                              <a:latin typeface="Cambria Math" panose="02040503050406030204" pitchFamily="18" charset="0"/>
                            </a:rPr>
                            <m:t> 2 </m:t>
                          </m:r>
                        </m:den>
                      </m:f>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0.5</m:t>
                      </m:r>
                    </m:oMath>
                  </m:oMathPara>
                </a14:m>
                <a:endParaRPr lang="en-GB" sz="2800" dirty="0">
                  <a:solidFill>
                    <a:srgbClr val="002060"/>
                  </a:solidFill>
                </a:endParaRPr>
              </a:p>
            </p:txBody>
          </p:sp>
        </mc:Choice>
        <mc:Fallback xmlns="">
          <p:sp>
            <p:nvSpPr>
              <p:cNvPr id="27" name="TextBox 26">
                <a:extLst>
                  <a:ext uri="{FF2B5EF4-FFF2-40B4-BE49-F238E27FC236}">
                    <a16:creationId xmlns:a16="http://schemas.microsoft.com/office/drawing/2014/main" id="{D4DA2FEB-E98F-4288-B163-326C4A2DDE77}"/>
                  </a:ext>
                </a:extLst>
              </p:cNvPr>
              <p:cNvSpPr txBox="1">
                <a:spLocks noRot="1" noChangeAspect="1" noMove="1" noResize="1" noEditPoints="1" noAdjustHandles="1" noChangeArrowheads="1" noChangeShapeType="1" noTextEdit="1"/>
              </p:cNvSpPr>
              <p:nvPr/>
            </p:nvSpPr>
            <p:spPr>
              <a:xfrm>
                <a:off x="2349517" y="3563538"/>
                <a:ext cx="2785236" cy="824649"/>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E634F49-6FD4-4C17-93A4-F959783F949F}"/>
                  </a:ext>
                </a:extLst>
              </p:cNvPr>
              <p:cNvSpPr txBox="1"/>
              <p:nvPr/>
            </p:nvSpPr>
            <p:spPr>
              <a:xfrm>
                <a:off x="2349516" y="4657934"/>
                <a:ext cx="4802397" cy="82766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2−</m:t>
                      </m:r>
                      <m:f>
                        <m:fPr>
                          <m:ctrlPr>
                            <a:rPr lang="en-IN" sz="2800" b="0" i="1" dirty="0" smtClean="0">
                              <a:solidFill>
                                <a:srgbClr val="002060"/>
                              </a:solidFill>
                              <a:latin typeface="Cambria Math" panose="02040503050406030204" pitchFamily="18" charset="0"/>
                            </a:rPr>
                          </m:ctrlPr>
                        </m:fPr>
                        <m:num>
                          <m:r>
                            <m:rPr>
                              <m:sty m:val="p"/>
                            </m:rPr>
                            <a:rPr lang="en-IN" sz="2800" i="0" dirty="0" smtClean="0">
                              <a:solidFill>
                                <a:srgbClr val="002060"/>
                              </a:solidFill>
                              <a:latin typeface="Cambria Math" panose="02040503050406030204" pitchFamily="18" charset="0"/>
                            </a:rPr>
                            <m:t>x</m:t>
                          </m:r>
                        </m:num>
                        <m:den>
                          <m:r>
                            <a:rPr lang="en-IN" sz="2800" b="0" i="0" dirty="0" smtClean="0">
                              <a:solidFill>
                                <a:srgbClr val="002060"/>
                              </a:solidFill>
                              <a:latin typeface="Cambria Math" panose="02040503050406030204" pitchFamily="18" charset="0"/>
                            </a:rPr>
                            <m:t> 2 </m:t>
                          </m:r>
                        </m:den>
                      </m:f>
                      <m:r>
                        <a:rPr lang="en-IN" sz="2800" b="0" i="0" dirty="0" smtClean="0">
                          <a:solidFill>
                            <a:srgbClr val="002060"/>
                          </a:solidFill>
                          <a:latin typeface="Cambria Math" panose="02040503050406030204" pitchFamily="18" charset="0"/>
                        </a:rPr>
                        <m:t>≥0</m:t>
                      </m:r>
                      <m:r>
                        <a:rPr lang="en-GB" sz="2800" i="0" dirty="0" smtClean="0">
                          <a:solidFill>
                            <a:srgbClr val="002060"/>
                          </a:solidFill>
                          <a:latin typeface="Cambria Math" panose="02040503050406030204" pitchFamily="18" charset="0"/>
                        </a:rPr>
                        <m:t> </m:t>
                      </m:r>
                      <m:r>
                        <m:rPr>
                          <m:nor/>
                        </m:rPr>
                        <a:rPr lang="en-GB" sz="2800" dirty="0" smtClean="0">
                          <a:solidFill>
                            <a:srgbClr val="002060"/>
                          </a:solidFill>
                          <a:latin typeface="+mj-lt"/>
                        </a:rPr>
                        <m:t>for</m:t>
                      </m:r>
                    </m:oMath>
                  </m:oMathPara>
                </a14:m>
                <a:endParaRPr lang="en-GB" sz="2800" dirty="0">
                  <a:solidFill>
                    <a:srgbClr val="002060"/>
                  </a:solidFill>
                  <a:latin typeface="+mj-lt"/>
                </a:endParaRPr>
              </a:p>
            </p:txBody>
          </p:sp>
        </mc:Choice>
        <mc:Fallback xmlns="">
          <p:sp>
            <p:nvSpPr>
              <p:cNvPr id="16" name="TextBox 15">
                <a:extLst>
                  <a:ext uri="{FF2B5EF4-FFF2-40B4-BE49-F238E27FC236}">
                    <a16:creationId xmlns:a16="http://schemas.microsoft.com/office/drawing/2014/main" id="{8E634F49-6FD4-4C17-93A4-F959783F949F}"/>
                  </a:ext>
                </a:extLst>
              </p:cNvPr>
              <p:cNvSpPr txBox="1">
                <a:spLocks noRot="1" noChangeAspect="1" noMove="1" noResize="1" noEditPoints="1" noAdjustHandles="1" noChangeArrowheads="1" noChangeShapeType="1" noTextEdit="1"/>
              </p:cNvSpPr>
              <p:nvPr/>
            </p:nvSpPr>
            <p:spPr>
              <a:xfrm>
                <a:off x="2349516" y="4657934"/>
                <a:ext cx="4802397" cy="827662"/>
              </a:xfrm>
              <a:prstGeom prst="rect">
                <a:avLst/>
              </a:prstGeom>
              <a:blipFill>
                <a:blip r:embed="rId7"/>
                <a:stretch>
                  <a:fillRect/>
                </a:stretch>
              </a:blipFill>
            </p:spPr>
            <p:txBody>
              <a:bodyPr/>
              <a:lstStyle/>
              <a:p>
                <a:r>
                  <a:rPr lang="en-IN">
                    <a:noFill/>
                  </a:rPr>
                  <a:t> </a:t>
                </a:r>
              </a:p>
            </p:txBody>
          </p:sp>
        </mc:Fallback>
      </mc:AlternateContent>
      <p:sp>
        <p:nvSpPr>
          <p:cNvPr id="17" name="TextBox 16">
            <a:extLst>
              <a:ext uri="{FF2B5EF4-FFF2-40B4-BE49-F238E27FC236}">
                <a16:creationId xmlns:a16="http://schemas.microsoft.com/office/drawing/2014/main" id="{213ED446-B0F4-4451-A6CF-5D95ACD16F9E}"/>
              </a:ext>
            </a:extLst>
          </p:cNvPr>
          <p:cNvSpPr txBox="1"/>
          <p:nvPr/>
        </p:nvSpPr>
        <p:spPr>
          <a:xfrm>
            <a:off x="7151913" y="2775428"/>
            <a:ext cx="956347" cy="523220"/>
          </a:xfrm>
          <a:prstGeom prst="rect">
            <a:avLst/>
          </a:prstGeom>
          <a:noFill/>
        </p:spPr>
        <p:txBody>
          <a:bodyPr wrap="square">
            <a:spAutoFit/>
          </a:bodyPr>
          <a:lstStyle/>
          <a:p>
            <a:r>
              <a:rPr lang="en-GB" sz="2800" dirty="0">
                <a:solidFill>
                  <a:srgbClr val="002060"/>
                </a:solidFill>
              </a:rPr>
              <a:t>Also,</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AC6E609-4DC1-40D0-BBA0-514B6F9DB03F}"/>
                  </a:ext>
                </a:extLst>
              </p:cNvPr>
              <p:cNvSpPr txBox="1"/>
              <p:nvPr/>
            </p:nvSpPr>
            <p:spPr>
              <a:xfrm>
                <a:off x="7954398" y="2775428"/>
                <a:ext cx="3423893" cy="523220"/>
              </a:xfrm>
              <a:prstGeom prst="rect">
                <a:avLst/>
              </a:prstGeom>
              <a:noFill/>
            </p:spPr>
            <p:txBody>
              <a:bodyPr wrap="square">
                <a:spAutoFit/>
              </a:bodyPr>
              <a:lstStyle/>
              <a:p>
                <a14:m>
                  <m:oMath xmlns:m="http://schemas.openxmlformats.org/officeDocument/2006/math">
                    <m:r>
                      <m:rPr>
                        <m:sty m:val="p"/>
                      </m:rPr>
                      <a:rPr lang="en-IN" sz="2800" b="0" i="1"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1" dirty="0" smtClean="0">
                            <a:solidFill>
                              <a:srgbClr val="002060"/>
                            </a:solidFill>
                            <a:latin typeface="Cambria Math" panose="02040503050406030204" pitchFamily="18" charset="0"/>
                          </a:rPr>
                          <m:t>x</m:t>
                        </m:r>
                      </m:e>
                    </m:d>
                    <m:r>
                      <a:rPr lang="en-IN" sz="2800" b="0" dirty="0" smtClean="0">
                        <a:solidFill>
                          <a:srgbClr val="002060"/>
                        </a:solidFill>
                        <a:latin typeface="Cambria Math" panose="02040503050406030204" pitchFamily="18" charset="0"/>
                      </a:rPr>
                      <m:t>=0</m:t>
                    </m:r>
                  </m:oMath>
                </a14:m>
                <a:r>
                  <a:rPr lang="en-GB" sz="2800" dirty="0">
                    <a:solidFill>
                      <a:srgbClr val="002060"/>
                    </a:solidFill>
                  </a:rPr>
                  <a:t>, </a:t>
                </a:r>
                <a:r>
                  <a:rPr lang="en-IN" sz="2800" dirty="0">
                    <a:solidFill>
                      <a:srgbClr val="002060"/>
                    </a:solidFill>
                  </a:rPr>
                  <a:t>elsewhere </a:t>
                </a:r>
                <a:endParaRPr lang="en-GB" sz="2800" dirty="0">
                  <a:solidFill>
                    <a:srgbClr val="002060"/>
                  </a:solidFill>
                </a:endParaRPr>
              </a:p>
            </p:txBody>
          </p:sp>
        </mc:Choice>
        <mc:Fallback xmlns="">
          <p:sp>
            <p:nvSpPr>
              <p:cNvPr id="22" name="TextBox 21">
                <a:extLst>
                  <a:ext uri="{FF2B5EF4-FFF2-40B4-BE49-F238E27FC236}">
                    <a16:creationId xmlns:a16="http://schemas.microsoft.com/office/drawing/2014/main" id="{BAC6E609-4DC1-40D0-BBA0-514B6F9DB03F}"/>
                  </a:ext>
                </a:extLst>
              </p:cNvPr>
              <p:cNvSpPr txBox="1">
                <a:spLocks noRot="1" noChangeAspect="1" noMove="1" noResize="1" noEditPoints="1" noAdjustHandles="1" noChangeArrowheads="1" noChangeShapeType="1" noTextEdit="1"/>
              </p:cNvSpPr>
              <p:nvPr/>
            </p:nvSpPr>
            <p:spPr>
              <a:xfrm>
                <a:off x="7954398" y="2775428"/>
                <a:ext cx="3423893" cy="523220"/>
              </a:xfrm>
              <a:prstGeom prst="rect">
                <a:avLst/>
              </a:prstGeom>
              <a:blipFill>
                <a:blip r:embed="rId8"/>
                <a:stretch>
                  <a:fillRect t="-10465" b="-32558"/>
                </a:stretch>
              </a:blipFill>
            </p:spPr>
            <p:txBody>
              <a:bodyPr/>
              <a:lstStyle/>
              <a:p>
                <a:r>
                  <a:rPr lang="en-IN">
                    <a:noFill/>
                  </a:rPr>
                  <a:t> </a:t>
                </a:r>
              </a:p>
            </p:txBody>
          </p:sp>
        </mc:Fallback>
      </mc:AlternateContent>
      <p:sp>
        <p:nvSpPr>
          <p:cNvPr id="3" name="Rectangle: Rounded Corners 2">
            <a:extLst>
              <a:ext uri="{FF2B5EF4-FFF2-40B4-BE49-F238E27FC236}">
                <a16:creationId xmlns:a16="http://schemas.microsoft.com/office/drawing/2014/main" id="{5B3E5D2E-9E92-49C6-910A-DDAF5B461BB7}"/>
              </a:ext>
            </a:extLst>
          </p:cNvPr>
          <p:cNvSpPr/>
          <p:nvPr/>
        </p:nvSpPr>
        <p:spPr>
          <a:xfrm>
            <a:off x="7479032" y="711202"/>
            <a:ext cx="4663981" cy="1539256"/>
          </a:xfrm>
          <a:prstGeom prst="roundRect">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23" name="TextBox 22">
            <a:extLst>
              <a:ext uri="{FF2B5EF4-FFF2-40B4-BE49-F238E27FC236}">
                <a16:creationId xmlns:a16="http://schemas.microsoft.com/office/drawing/2014/main" id="{6B9A430B-579B-442F-A087-63FA85477CF3}"/>
              </a:ext>
            </a:extLst>
          </p:cNvPr>
          <p:cNvSpPr txBox="1"/>
          <p:nvPr/>
        </p:nvSpPr>
        <p:spPr>
          <a:xfrm>
            <a:off x="1547031" y="4810155"/>
            <a:ext cx="956347" cy="523220"/>
          </a:xfrm>
          <a:prstGeom prst="rect">
            <a:avLst/>
          </a:prstGeom>
          <a:noFill/>
        </p:spPr>
        <p:txBody>
          <a:bodyPr wrap="square">
            <a:spAutoFit/>
          </a:bodyPr>
          <a:lstStyle/>
          <a:p>
            <a:r>
              <a:rPr lang="en-GB" sz="2800" dirty="0">
                <a:solidFill>
                  <a:srgbClr val="002060"/>
                </a:solidFill>
              </a:rPr>
              <a:t>So,</a:t>
            </a: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64F614B-7878-4506-94F0-E642C4C58345}"/>
                  </a:ext>
                </a:extLst>
              </p:cNvPr>
              <p:cNvSpPr txBox="1"/>
              <p:nvPr/>
            </p:nvSpPr>
            <p:spPr>
              <a:xfrm>
                <a:off x="1547031" y="5779182"/>
                <a:ext cx="49075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GB" sz="2800" dirty="0">
                  <a:solidFill>
                    <a:srgbClr val="002060"/>
                  </a:solidFill>
                </a:endParaRPr>
              </a:p>
            </p:txBody>
          </p:sp>
        </mc:Choice>
        <mc:Fallback xmlns="">
          <p:sp>
            <p:nvSpPr>
              <p:cNvPr id="29" name="TextBox 28">
                <a:extLst>
                  <a:ext uri="{FF2B5EF4-FFF2-40B4-BE49-F238E27FC236}">
                    <a16:creationId xmlns:a16="http://schemas.microsoft.com/office/drawing/2014/main" id="{264F614B-7878-4506-94F0-E642C4C58345}"/>
                  </a:ext>
                </a:extLst>
              </p:cNvPr>
              <p:cNvSpPr txBox="1">
                <a:spLocks noRot="1" noChangeAspect="1" noMove="1" noResize="1" noEditPoints="1" noAdjustHandles="1" noChangeArrowheads="1" noChangeShapeType="1" noTextEdit="1"/>
              </p:cNvSpPr>
              <p:nvPr/>
            </p:nvSpPr>
            <p:spPr>
              <a:xfrm>
                <a:off x="1547031" y="5779182"/>
                <a:ext cx="490756"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71BB952-E367-4FB9-A0CF-3158AC4B0897}"/>
                  </a:ext>
                </a:extLst>
              </p:cNvPr>
              <p:cNvSpPr txBox="1"/>
              <p:nvPr/>
            </p:nvSpPr>
            <p:spPr>
              <a:xfrm>
                <a:off x="2146316" y="5589899"/>
                <a:ext cx="4802397"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IN" sz="2800" i="1" smtClean="0">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2</m:t>
                          </m:r>
                          <m:r>
                            <m:rPr>
                              <m:sty m:val="p"/>
                            </m:rPr>
                            <a:rPr lang="en-US" sz="2800">
                              <a:solidFill>
                                <a:srgbClr val="002060"/>
                              </a:solidFill>
                              <a:latin typeface="Cambria Math" panose="02040503050406030204" pitchFamily="18" charset="0"/>
                            </a:rPr>
                            <m:t>x</m:t>
                          </m:r>
                        </m:num>
                        <m:den>
                          <m:r>
                            <a:rPr lang="en-US" sz="2800">
                              <a:solidFill>
                                <a:srgbClr val="002060"/>
                              </a:solidFill>
                              <a:latin typeface="Cambria Math" panose="02040503050406030204" pitchFamily="18" charset="0"/>
                            </a:rPr>
                            <m:t> 9 </m:t>
                          </m:r>
                        </m:den>
                      </m:f>
                      <m:d>
                        <m:dPr>
                          <m:ctrlPr>
                            <a:rPr lang="en-IN" sz="2800" i="1">
                              <a:solidFill>
                                <a:srgbClr val="002060"/>
                              </a:solidFill>
                              <a:latin typeface="Cambria Math" panose="02040503050406030204" pitchFamily="18" charset="0"/>
                            </a:rPr>
                          </m:ctrlPr>
                        </m:dPr>
                        <m:e>
                          <m:r>
                            <a:rPr lang="en-US" sz="2800" i="1">
                              <a:solidFill>
                                <a:srgbClr val="002060"/>
                              </a:solidFill>
                              <a:latin typeface="Cambria Math" panose="02040503050406030204" pitchFamily="18" charset="0"/>
                            </a:rPr>
                            <m:t>2−</m:t>
                          </m:r>
                          <m:f>
                            <m:fPr>
                              <m:ctrlPr>
                                <a:rPr lang="en-IN" sz="2800" i="1">
                                  <a:solidFill>
                                    <a:srgbClr val="002060"/>
                                  </a:solidFill>
                                  <a:latin typeface="Cambria Math" panose="02040503050406030204" pitchFamily="18" charset="0"/>
                                </a:rPr>
                              </m:ctrlPr>
                            </m:fPr>
                            <m:num>
                              <m:r>
                                <m:rPr>
                                  <m:sty m:val="p"/>
                                </m:rPr>
                                <a:rPr lang="en-US" sz="2800">
                                  <a:solidFill>
                                    <a:srgbClr val="002060"/>
                                  </a:solidFill>
                                  <a:latin typeface="Cambria Math" panose="02040503050406030204" pitchFamily="18" charset="0"/>
                                </a:rPr>
                                <m:t>x</m:t>
                              </m:r>
                            </m:num>
                            <m:den>
                              <m:r>
                                <a:rPr lang="en-US" sz="2800">
                                  <a:solidFill>
                                    <a:srgbClr val="002060"/>
                                  </a:solidFill>
                                  <a:latin typeface="Cambria Math" panose="02040503050406030204" pitchFamily="18" charset="0"/>
                                </a:rPr>
                                <m:t> 2 </m:t>
                              </m:r>
                            </m:den>
                          </m:f>
                        </m:e>
                      </m:d>
                      <m:r>
                        <a:rPr lang="en-IN" sz="2800" b="0" i="0" smtClean="0">
                          <a:solidFill>
                            <a:srgbClr val="002060"/>
                          </a:solidFill>
                          <a:latin typeface="Cambria Math" panose="02040503050406030204" pitchFamily="18" charset="0"/>
                        </a:rPr>
                        <m:t>≥0 </m:t>
                      </m:r>
                      <m:r>
                        <m:rPr>
                          <m:nor/>
                        </m:rPr>
                        <a:rPr lang="en-IN" sz="2800" b="0" i="0" smtClean="0">
                          <a:solidFill>
                            <a:srgbClr val="002060"/>
                          </a:solidFill>
                          <a:latin typeface="+mj-lt"/>
                        </a:rPr>
                        <m:t>for</m:t>
                      </m:r>
                      <m:r>
                        <a:rPr lang="en-IN" sz="2800" b="0" i="0" smtClean="0">
                          <a:solidFill>
                            <a:srgbClr val="002060"/>
                          </a:solidFill>
                          <a:latin typeface="Cambria Math" panose="02040503050406030204" pitchFamily="18" charset="0"/>
                        </a:rPr>
                        <m:t> </m:t>
                      </m:r>
                      <m:r>
                        <a:rPr lang="en-IN" sz="2800">
                          <a:solidFill>
                            <a:srgbClr val="002060"/>
                          </a:solidFill>
                          <a:latin typeface="Cambria Math" panose="02040503050406030204" pitchFamily="18" charset="0"/>
                        </a:rPr>
                        <m:t>0≤</m:t>
                      </m:r>
                      <m:r>
                        <m:rPr>
                          <m:sty m:val="p"/>
                        </m:rPr>
                        <a:rPr lang="en-IN" sz="2800">
                          <a:solidFill>
                            <a:srgbClr val="002060"/>
                          </a:solidFill>
                          <a:latin typeface="Cambria Math" panose="02040503050406030204" pitchFamily="18" charset="0"/>
                        </a:rPr>
                        <m:t>x</m:t>
                      </m:r>
                      <m:r>
                        <a:rPr lang="en-IN" sz="2800">
                          <a:solidFill>
                            <a:srgbClr val="002060"/>
                          </a:solidFill>
                          <a:latin typeface="Cambria Math" panose="02040503050406030204" pitchFamily="18" charset="0"/>
                        </a:rPr>
                        <m:t>≤3</m:t>
                      </m:r>
                    </m:oMath>
                  </m:oMathPara>
                </a14:m>
                <a:endParaRPr lang="en-GB" sz="2800" dirty="0">
                  <a:solidFill>
                    <a:srgbClr val="002060"/>
                  </a:solidFill>
                  <a:latin typeface="+mj-lt"/>
                </a:endParaRPr>
              </a:p>
            </p:txBody>
          </p:sp>
        </mc:Choice>
        <mc:Fallback xmlns="">
          <p:sp>
            <p:nvSpPr>
              <p:cNvPr id="30" name="TextBox 29">
                <a:extLst>
                  <a:ext uri="{FF2B5EF4-FFF2-40B4-BE49-F238E27FC236}">
                    <a16:creationId xmlns:a16="http://schemas.microsoft.com/office/drawing/2014/main" id="{F71BB952-E367-4FB9-A0CF-3158AC4B0897}"/>
                  </a:ext>
                </a:extLst>
              </p:cNvPr>
              <p:cNvSpPr txBox="1">
                <a:spLocks noRot="1" noChangeAspect="1" noMove="1" noResize="1" noEditPoints="1" noAdjustHandles="1" noChangeArrowheads="1" noChangeShapeType="1" noTextEdit="1"/>
              </p:cNvSpPr>
              <p:nvPr/>
            </p:nvSpPr>
            <p:spPr>
              <a:xfrm>
                <a:off x="2146316" y="5589899"/>
                <a:ext cx="4802397" cy="901785"/>
              </a:xfrm>
              <a:prstGeom prst="rect">
                <a:avLst/>
              </a:prstGeom>
              <a:blipFill>
                <a:blip r:embed="rId10"/>
                <a:stretch>
                  <a:fillRect/>
                </a:stretch>
              </a:blipFill>
            </p:spPr>
            <p:txBody>
              <a:bodyPr/>
              <a:lstStyle/>
              <a:p>
                <a:r>
                  <a:rPr lang="en-IN">
                    <a:noFill/>
                  </a:rPr>
                  <a:t> </a:t>
                </a:r>
              </a:p>
            </p:txBody>
          </p:sp>
        </mc:Fallback>
      </mc:AlternateContent>
      <p:cxnSp>
        <p:nvCxnSpPr>
          <p:cNvPr id="31" name="Straight Connector 30">
            <a:extLst>
              <a:ext uri="{FF2B5EF4-FFF2-40B4-BE49-F238E27FC236}">
                <a16:creationId xmlns:a16="http://schemas.microsoft.com/office/drawing/2014/main" id="{7129BBEF-D0DF-4D1E-95A0-ECB8F49DA021}"/>
              </a:ext>
            </a:extLst>
          </p:cNvPr>
          <p:cNvCxnSpPr>
            <a:cxnSpLocks/>
          </p:cNvCxnSpPr>
          <p:nvPr/>
        </p:nvCxnSpPr>
        <p:spPr>
          <a:xfrm>
            <a:off x="6948713" y="2775428"/>
            <a:ext cx="0" cy="365965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848E85A3-5C6E-48EF-AEE2-A512745F5532}"/>
              </a:ext>
            </a:extLst>
          </p:cNvPr>
          <p:cNvSpPr txBox="1"/>
          <p:nvPr/>
        </p:nvSpPr>
        <p:spPr>
          <a:xfrm>
            <a:off x="7151913" y="3887488"/>
            <a:ext cx="1325335" cy="523220"/>
          </a:xfrm>
          <a:prstGeom prst="rect">
            <a:avLst/>
          </a:prstGeom>
          <a:noFill/>
        </p:spPr>
        <p:txBody>
          <a:bodyPr wrap="square">
            <a:spAutoFit/>
          </a:bodyPr>
          <a:lstStyle/>
          <a:p>
            <a:r>
              <a:rPr lang="en-IN" sz="2800" dirty="0">
                <a:solidFill>
                  <a:srgbClr val="002060"/>
                </a:solidFill>
              </a:rPr>
              <a:t>Hence, </a:t>
            </a:r>
            <a:endParaRPr lang="en-GB" sz="2800" dirty="0">
              <a:solidFill>
                <a:srgbClr val="002060"/>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04937CFC-2F82-4BF0-BECE-08F2237B2BB0}"/>
                  </a:ext>
                </a:extLst>
              </p:cNvPr>
              <p:cNvSpPr txBox="1"/>
              <p:nvPr/>
            </p:nvSpPr>
            <p:spPr>
              <a:xfrm>
                <a:off x="7954398" y="4548545"/>
                <a:ext cx="3423893" cy="523220"/>
              </a:xfrm>
              <a:prstGeom prst="rect">
                <a:avLst/>
              </a:prstGeom>
              <a:noFill/>
            </p:spPr>
            <p:txBody>
              <a:bodyPr wrap="square">
                <a:spAutoFit/>
              </a:bodyPr>
              <a:lstStyle/>
              <a:p>
                <a14:m>
                  <m:oMath xmlns:m="http://schemas.openxmlformats.org/officeDocument/2006/math">
                    <m:r>
                      <m:rPr>
                        <m:sty m:val="p"/>
                      </m:rPr>
                      <a:rPr lang="en-IN" sz="2800" b="0" i="1"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1" dirty="0" smtClean="0">
                            <a:solidFill>
                              <a:srgbClr val="002060"/>
                            </a:solidFill>
                            <a:latin typeface="Cambria Math" panose="02040503050406030204" pitchFamily="18" charset="0"/>
                          </a:rPr>
                          <m:t>x</m:t>
                        </m:r>
                      </m:e>
                    </m:d>
                    <m:r>
                      <a:rPr lang="en-IN" sz="2800" b="0" i="0" dirty="0" smtClean="0">
                        <a:solidFill>
                          <a:srgbClr val="002060"/>
                        </a:solidFill>
                        <a:latin typeface="Cambria Math" panose="02040503050406030204" pitchFamily="18" charset="0"/>
                      </a:rPr>
                      <m:t>≥</m:t>
                    </m:r>
                    <m:r>
                      <a:rPr lang="en-IN" sz="2800" b="0" dirty="0" smtClean="0">
                        <a:solidFill>
                          <a:srgbClr val="002060"/>
                        </a:solidFill>
                        <a:latin typeface="Cambria Math" panose="02040503050406030204" pitchFamily="18" charset="0"/>
                      </a:rPr>
                      <m:t>0</m:t>
                    </m:r>
                  </m:oMath>
                </a14:m>
                <a:r>
                  <a:rPr lang="en-GB" sz="2800" dirty="0">
                    <a:solidFill>
                      <a:srgbClr val="002060"/>
                    </a:solidFill>
                  </a:rPr>
                  <a:t>, </a:t>
                </a:r>
                <a:r>
                  <a:rPr lang="en-IN" sz="2800" dirty="0">
                    <a:solidFill>
                      <a:srgbClr val="002060"/>
                    </a:solidFill>
                  </a:rPr>
                  <a:t>for all </a:t>
                </a:r>
                <a14:m>
                  <m:oMath xmlns:m="http://schemas.openxmlformats.org/officeDocument/2006/math">
                    <m:r>
                      <m:rPr>
                        <m:sty m:val="p"/>
                      </m:rPr>
                      <a:rPr lang="en-IN" sz="2800" i="0" dirty="0" smtClean="0">
                        <a:solidFill>
                          <a:srgbClr val="002060"/>
                        </a:solidFill>
                        <a:latin typeface="Cambria Math" panose="02040503050406030204" pitchFamily="18" charset="0"/>
                      </a:rPr>
                      <m:t>x</m:t>
                    </m:r>
                  </m:oMath>
                </a14:m>
                <a:r>
                  <a:rPr lang="en-GB" sz="2800" dirty="0">
                    <a:solidFill>
                      <a:srgbClr val="002060"/>
                    </a:solidFill>
                  </a:rPr>
                  <a:t>.</a:t>
                </a:r>
              </a:p>
            </p:txBody>
          </p:sp>
        </mc:Choice>
        <mc:Fallback xmlns="">
          <p:sp>
            <p:nvSpPr>
              <p:cNvPr id="33" name="TextBox 32">
                <a:extLst>
                  <a:ext uri="{FF2B5EF4-FFF2-40B4-BE49-F238E27FC236}">
                    <a16:creationId xmlns:a16="http://schemas.microsoft.com/office/drawing/2014/main" id="{04937CFC-2F82-4BF0-BECE-08F2237B2BB0}"/>
                  </a:ext>
                </a:extLst>
              </p:cNvPr>
              <p:cNvSpPr txBox="1">
                <a:spLocks noRot="1" noChangeAspect="1" noMove="1" noResize="1" noEditPoints="1" noAdjustHandles="1" noChangeArrowheads="1" noChangeShapeType="1" noTextEdit="1"/>
              </p:cNvSpPr>
              <p:nvPr/>
            </p:nvSpPr>
            <p:spPr>
              <a:xfrm>
                <a:off x="7954398" y="4548545"/>
                <a:ext cx="3423893" cy="523220"/>
              </a:xfrm>
              <a:prstGeom prst="rect">
                <a:avLst/>
              </a:prstGeom>
              <a:blipFill>
                <a:blip r:embed="rId11"/>
                <a:stretch>
                  <a:fillRect t="-10465" b="-32558"/>
                </a:stretch>
              </a:blipFill>
            </p:spPr>
            <p:txBody>
              <a:bodyPr/>
              <a:lstStyle/>
              <a:p>
                <a:r>
                  <a:rPr lang="en-IN">
                    <a:noFill/>
                  </a:rPr>
                  <a:t> </a:t>
                </a:r>
              </a:p>
            </p:txBody>
          </p:sp>
        </mc:Fallback>
      </mc:AlternateContent>
    </p:spTree>
    <p:extLst>
      <p:ext uri="{BB962C8B-B14F-4D97-AF65-F5344CB8AC3E}">
        <p14:creationId xmlns:p14="http://schemas.microsoft.com/office/powerpoint/2010/main" val="37138060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wipe(up)">
                                      <p:cBhvr>
                                        <p:cTn id="51" dur="500"/>
                                        <p:tgtEl>
                                          <p:spTgt spid="31"/>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7"/>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2"/>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32"/>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1" grpId="0"/>
      <p:bldP spid="25" grpId="0"/>
      <p:bldP spid="26" grpId="0"/>
      <p:bldP spid="27" grpId="0"/>
      <p:bldP spid="16" grpId="0"/>
      <p:bldP spid="17" grpId="0"/>
      <p:bldP spid="22" grpId="0"/>
      <p:bldP spid="3" grpId="0" animBg="1"/>
      <p:bldP spid="23" grpId="0"/>
      <p:bldP spid="29" grpId="0"/>
      <p:bldP spid="30" grpId="0"/>
      <p:bldP spid="32" grpId="0"/>
      <p:bldP spid="33" grpId="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5 ⇝ Example 4 (Continue)</a:t>
            </a:r>
            <a:endParaRPr lang="en-US" dirty="0"/>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D74BBE4-30E4-4B5B-A3A4-55710A2DD300}"/>
                  </a:ext>
                </a:extLst>
              </p:cNvPr>
              <p:cNvSpPr txBox="1"/>
              <p:nvPr/>
            </p:nvSpPr>
            <p:spPr>
              <a:xfrm>
                <a:off x="7479032" y="790570"/>
                <a:ext cx="4663981" cy="1459887"/>
              </a:xfrm>
              <a:prstGeom prst="rect">
                <a:avLst/>
              </a:prstGeom>
              <a:noFill/>
            </p:spPr>
            <p:txBody>
              <a:bodyPr wrap="square">
                <a:spAutoFit/>
              </a:bodyPr>
              <a:lstStyle/>
              <a:p>
                <a:pPr>
                  <a:lnSpc>
                    <a:spcPct val="100000"/>
                  </a:lnSpc>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f</m:t>
                      </m:r>
                      <m:d>
                        <m:dPr>
                          <m:ctrlPr>
                            <a:rPr lang="en-IN"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x</m:t>
                          </m:r>
                        </m:e>
                      </m:d>
                      <m:r>
                        <a:rPr lang="en-US" sz="2400">
                          <a:solidFill>
                            <a:srgbClr val="002060"/>
                          </a:solidFill>
                          <a:latin typeface="Cambria Math" panose="02040503050406030204" pitchFamily="18" charset="0"/>
                        </a:rPr>
                        <m:t>=</m:t>
                      </m:r>
                      <m:d>
                        <m:dPr>
                          <m:begChr m:val="{"/>
                          <m:endChr m:val=""/>
                          <m:ctrlPr>
                            <a:rPr lang="en-IN" sz="2400" i="1">
                              <a:solidFill>
                                <a:srgbClr val="002060"/>
                              </a:solidFill>
                              <a:latin typeface="Cambria Math" panose="02040503050406030204" pitchFamily="18" charset="0"/>
                            </a:rPr>
                          </m:ctrlPr>
                        </m:dPr>
                        <m:e>
                          <m:r>
                            <a:rPr lang="en-US" sz="2400" i="1">
                              <a:solidFill>
                                <a:srgbClr val="002060"/>
                              </a:solidFill>
                              <a:latin typeface="Cambria Math" panose="02040503050406030204" pitchFamily="18" charset="0"/>
                            </a:rPr>
                            <m:t>  </m:t>
                          </m:r>
                          <m:eqArr>
                            <m:eqArrPr>
                              <m:ctrlPr>
                                <a:rPr lang="en-IN" sz="2400" i="1">
                                  <a:solidFill>
                                    <a:srgbClr val="002060"/>
                                  </a:solidFill>
                                  <a:latin typeface="Cambria Math" panose="02040503050406030204" pitchFamily="18" charset="0"/>
                                </a:rPr>
                              </m:ctrlPr>
                            </m:eqArrPr>
                            <m:e>
                              <m:f>
                                <m:fPr>
                                  <m:ctrlPr>
                                    <a:rPr lang="en-IN" sz="2400" i="1">
                                      <a:solidFill>
                                        <a:srgbClr val="002060"/>
                                      </a:solidFill>
                                      <a:latin typeface="Cambria Math" panose="02040503050406030204" pitchFamily="18" charset="0"/>
                                    </a:rPr>
                                  </m:ctrlPr>
                                </m:fPr>
                                <m:num>
                                  <m:r>
                                    <a:rPr lang="en-US" sz="2400">
                                      <a:solidFill>
                                        <a:srgbClr val="002060"/>
                                      </a:solidFill>
                                      <a:latin typeface="Cambria Math" panose="02040503050406030204" pitchFamily="18" charset="0"/>
                                    </a:rPr>
                                    <m:t>2</m:t>
                                  </m:r>
                                  <m:r>
                                    <m:rPr>
                                      <m:sty m:val="p"/>
                                    </m:rPr>
                                    <a:rPr lang="en-US" sz="2400">
                                      <a:solidFill>
                                        <a:srgbClr val="002060"/>
                                      </a:solidFill>
                                      <a:latin typeface="Cambria Math" panose="02040503050406030204" pitchFamily="18" charset="0"/>
                                    </a:rPr>
                                    <m:t>x</m:t>
                                  </m:r>
                                </m:num>
                                <m:den>
                                  <m:r>
                                    <a:rPr lang="en-US" sz="2400">
                                      <a:solidFill>
                                        <a:srgbClr val="002060"/>
                                      </a:solidFill>
                                      <a:latin typeface="Cambria Math" panose="02040503050406030204" pitchFamily="18" charset="0"/>
                                    </a:rPr>
                                    <m:t> 9 </m:t>
                                  </m:r>
                                </m:den>
                              </m:f>
                              <m:d>
                                <m:dPr>
                                  <m:ctrlPr>
                                    <a:rPr lang="en-IN" sz="2400" i="1">
                                      <a:solidFill>
                                        <a:srgbClr val="002060"/>
                                      </a:solidFill>
                                      <a:latin typeface="Cambria Math" panose="02040503050406030204" pitchFamily="18" charset="0"/>
                                    </a:rPr>
                                  </m:ctrlPr>
                                </m:dPr>
                                <m:e>
                                  <m:r>
                                    <a:rPr lang="en-US" sz="2400" i="1">
                                      <a:solidFill>
                                        <a:srgbClr val="002060"/>
                                      </a:solidFill>
                                      <a:latin typeface="Cambria Math" panose="02040503050406030204" pitchFamily="18" charset="0"/>
                                    </a:rPr>
                                    <m:t>2−</m:t>
                                  </m:r>
                                  <m:f>
                                    <m:fPr>
                                      <m:ctrlPr>
                                        <a:rPr lang="en-IN" sz="2400" i="1">
                                          <a:solidFill>
                                            <a:srgbClr val="002060"/>
                                          </a:solidFill>
                                          <a:latin typeface="Cambria Math" panose="02040503050406030204" pitchFamily="18" charset="0"/>
                                        </a:rPr>
                                      </m:ctrlPr>
                                    </m:fPr>
                                    <m:num>
                                      <m:r>
                                        <m:rPr>
                                          <m:sty m:val="p"/>
                                        </m:rPr>
                                        <a:rPr lang="en-US" sz="2400">
                                          <a:solidFill>
                                            <a:srgbClr val="002060"/>
                                          </a:solidFill>
                                          <a:latin typeface="Cambria Math" panose="02040503050406030204" pitchFamily="18" charset="0"/>
                                        </a:rPr>
                                        <m:t>x</m:t>
                                      </m:r>
                                    </m:num>
                                    <m:den>
                                      <m:r>
                                        <a:rPr lang="en-US" sz="2400">
                                          <a:solidFill>
                                            <a:srgbClr val="002060"/>
                                          </a:solidFill>
                                          <a:latin typeface="Cambria Math" panose="02040503050406030204" pitchFamily="18" charset="0"/>
                                        </a:rPr>
                                        <m:t> 2 </m:t>
                                      </m:r>
                                    </m:den>
                                  </m:f>
                                </m:e>
                              </m:d>
                              <m:r>
                                <a:rPr lang="en-US" sz="2400">
                                  <a:solidFill>
                                    <a:srgbClr val="002060"/>
                                  </a:solidFill>
                                  <a:latin typeface="Cambria Math" panose="02040503050406030204" pitchFamily="18" charset="0"/>
                                </a:rPr>
                                <m:t>  ; 0≤</m:t>
                              </m:r>
                              <m:r>
                                <m:rPr>
                                  <m:sty m:val="p"/>
                                </m:rPr>
                                <a:rPr lang="en-US" sz="2400">
                                  <a:solidFill>
                                    <a:srgbClr val="002060"/>
                                  </a:solidFill>
                                  <a:latin typeface="Cambria Math" panose="02040503050406030204" pitchFamily="18" charset="0"/>
                                </a:rPr>
                                <m:t>x</m:t>
                              </m:r>
                              <m:r>
                                <a:rPr lang="en-US" sz="2400">
                                  <a:solidFill>
                                    <a:srgbClr val="002060"/>
                                  </a:solidFill>
                                  <a:latin typeface="Cambria Math" panose="02040503050406030204" pitchFamily="18" charset="0"/>
                                </a:rPr>
                                <m:t>≤3</m:t>
                              </m:r>
                            </m:e>
                            <m:e>
                              <m:r>
                                <a:rPr lang="en-IN" sz="2400" b="0" i="1" smtClean="0">
                                  <a:solidFill>
                                    <a:srgbClr val="002060"/>
                                  </a:solidFill>
                                  <a:latin typeface="Cambria Math" panose="02040503050406030204" pitchFamily="18" charset="0"/>
                                </a:rPr>
                                <m:t> </m:t>
                              </m:r>
                            </m:e>
                            <m:e>
                              <m:r>
                                <a:rPr lang="en-US" sz="2400">
                                  <a:solidFill>
                                    <a:srgbClr val="002060"/>
                                  </a:solidFill>
                                  <a:latin typeface="Cambria Math" panose="02040503050406030204" pitchFamily="18" charset="0"/>
                                </a:rPr>
                                <m:t>        0              ;</m:t>
                              </m:r>
                              <m:r>
                                <m:rPr>
                                  <m:sty m:val="p"/>
                                </m:rPr>
                                <a:rPr lang="en-US" sz="2400">
                                  <a:solidFill>
                                    <a:srgbClr val="002060"/>
                                  </a:solidFill>
                                  <a:latin typeface="Cambria Math" panose="02040503050406030204" pitchFamily="18" charset="0"/>
                                </a:rPr>
                                <m:t>elsewhere</m:t>
                              </m:r>
                            </m:e>
                          </m:eqArr>
                        </m:e>
                      </m:d>
                    </m:oMath>
                  </m:oMathPara>
                </a14:m>
                <a:endParaRPr lang="en-IN" sz="2400" dirty="0">
                  <a:solidFill>
                    <a:srgbClr val="002060"/>
                  </a:solidFill>
                </a:endParaRPr>
              </a:p>
            </p:txBody>
          </p:sp>
        </mc:Choice>
        <mc:Fallback xmlns="">
          <p:sp>
            <p:nvSpPr>
              <p:cNvPr id="16" name="TextBox 15">
                <a:extLst>
                  <a:ext uri="{FF2B5EF4-FFF2-40B4-BE49-F238E27FC236}">
                    <a16:creationId xmlns:a16="http://schemas.microsoft.com/office/drawing/2014/main" id="{2D74BBE4-30E4-4B5B-A3A4-55710A2DD300}"/>
                  </a:ext>
                </a:extLst>
              </p:cNvPr>
              <p:cNvSpPr txBox="1">
                <a:spLocks noRot="1" noChangeAspect="1" noMove="1" noResize="1" noEditPoints="1" noAdjustHandles="1" noChangeArrowheads="1" noChangeShapeType="1" noTextEdit="1"/>
              </p:cNvSpPr>
              <p:nvPr/>
            </p:nvSpPr>
            <p:spPr>
              <a:xfrm>
                <a:off x="7479032" y="790570"/>
                <a:ext cx="4663981" cy="1459887"/>
              </a:xfrm>
              <a:prstGeom prst="rect">
                <a:avLst/>
              </a:prstGeom>
              <a:blipFill>
                <a:blip r:embed="rId2"/>
                <a:stretch>
                  <a:fillRect/>
                </a:stretch>
              </a:blipFill>
            </p:spPr>
            <p:txBody>
              <a:bodyPr/>
              <a:lstStyle/>
              <a:p>
                <a:r>
                  <a:rPr lang="en-IN">
                    <a:noFill/>
                  </a:rPr>
                  <a:t> </a:t>
                </a:r>
              </a:p>
            </p:txBody>
          </p:sp>
        </mc:Fallback>
      </mc:AlternateContent>
      <p:sp>
        <p:nvSpPr>
          <p:cNvPr id="18" name="Rectangle: Rounded Corners 17">
            <a:extLst>
              <a:ext uri="{FF2B5EF4-FFF2-40B4-BE49-F238E27FC236}">
                <a16:creationId xmlns:a16="http://schemas.microsoft.com/office/drawing/2014/main" id="{D41F1136-D9F1-4A01-B213-AEF519EA2710}"/>
              </a:ext>
            </a:extLst>
          </p:cNvPr>
          <p:cNvSpPr/>
          <p:nvPr/>
        </p:nvSpPr>
        <p:spPr>
          <a:xfrm>
            <a:off x="7479032" y="711202"/>
            <a:ext cx="4663981" cy="1539256"/>
          </a:xfrm>
          <a:prstGeom prst="roundRect">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66DD12-A300-464C-941D-1B2F68648C9C}"/>
                  </a:ext>
                </a:extLst>
              </p:cNvPr>
              <p:cNvSpPr txBox="1"/>
              <p:nvPr/>
            </p:nvSpPr>
            <p:spPr>
              <a:xfrm>
                <a:off x="-27213" y="796818"/>
                <a:ext cx="1905000" cy="135165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nary>
                        <m:naryPr>
                          <m:limLoc m:val="undOvr"/>
                          <m:ctrlPr>
                            <a:rPr lang="en-IN" sz="2800" i="1" dirty="0" smtClean="0">
                              <a:solidFill>
                                <a:srgbClr val="002060"/>
                              </a:solidFill>
                              <a:latin typeface="Cambria Math" panose="02040503050406030204" pitchFamily="18" charset="0"/>
                            </a:rPr>
                          </m:ctrlPr>
                        </m:naryPr>
                        <m:sub>
                          <m:r>
                            <m:rPr>
                              <m:brk m:alnAt="24"/>
                            </m:rPr>
                            <a:rPr lang="en-IN" sz="2800" b="0" i="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m:t>
                          </m:r>
                        </m:sub>
                        <m:sup>
                          <m:r>
                            <a:rPr lang="en-IN" sz="2800" i="0" dirty="0">
                              <a:solidFill>
                                <a:srgbClr val="002060"/>
                              </a:solidFill>
                              <a:latin typeface="Cambria Math" panose="02040503050406030204" pitchFamily="18" charset="0"/>
                            </a:rPr>
                            <m:t>∞</m:t>
                          </m:r>
                        </m:sup>
                        <m:e>
                          <m:r>
                            <m:rPr>
                              <m:sty m:val="p"/>
                            </m:rPr>
                            <a:rPr lang="en-IN" sz="2800" b="0" i="0"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r>
                        <m:rPr>
                          <m:sty m:val="p"/>
                        </m:rPr>
                        <a:rPr lang="en-IN" sz="2800" b="0" i="0" dirty="0" smtClean="0">
                          <a:solidFill>
                            <a:srgbClr val="002060"/>
                          </a:solidFill>
                          <a:latin typeface="Cambria Math" panose="02040503050406030204" pitchFamily="18" charset="0"/>
                        </a:rPr>
                        <m:t>dx</m:t>
                      </m:r>
                    </m:oMath>
                  </m:oMathPara>
                </a14:m>
                <a:endParaRPr lang="en-IN" sz="2800" dirty="0"/>
              </a:p>
            </p:txBody>
          </p:sp>
        </mc:Choice>
        <mc:Fallback xmlns="">
          <p:sp>
            <p:nvSpPr>
              <p:cNvPr id="29" name="TextBox 28">
                <a:extLst>
                  <a:ext uri="{FF2B5EF4-FFF2-40B4-BE49-F238E27FC236}">
                    <a16:creationId xmlns:a16="http://schemas.microsoft.com/office/drawing/2014/main" id="{1F66DD12-A300-464C-941D-1B2F68648C9C}"/>
                  </a:ext>
                </a:extLst>
              </p:cNvPr>
              <p:cNvSpPr txBox="1">
                <a:spLocks noRot="1" noChangeAspect="1" noMove="1" noResize="1" noEditPoints="1" noAdjustHandles="1" noChangeArrowheads="1" noChangeShapeType="1" noTextEdit="1"/>
              </p:cNvSpPr>
              <p:nvPr/>
            </p:nvSpPr>
            <p:spPr>
              <a:xfrm>
                <a:off x="-27213" y="796818"/>
                <a:ext cx="1905000" cy="135165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5C82C31F-700F-449C-9609-27D5211E3243}"/>
                  </a:ext>
                </a:extLst>
              </p:cNvPr>
              <p:cNvSpPr txBox="1"/>
              <p:nvPr/>
            </p:nvSpPr>
            <p:spPr>
              <a:xfrm>
                <a:off x="1631772" y="796818"/>
                <a:ext cx="2216150" cy="138813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smtClean="0">
                              <a:solidFill>
                                <a:srgbClr val="002060"/>
                              </a:solidFill>
                              <a:latin typeface="Cambria Math" panose="02040503050406030204" pitchFamily="18" charset="0"/>
                            </a:rPr>
                          </m:ctrlPr>
                        </m:naryPr>
                        <m:sub>
                          <m:r>
                            <m:rPr>
                              <m:brk m:alnAt="24"/>
                            </m:rPr>
                            <a:rPr lang="en-IN" sz="2800" b="0" i="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m:t>
                          </m:r>
                        </m:sub>
                        <m:sup>
                          <m:r>
                            <a:rPr lang="en-IN" sz="2800" b="0" i="0" dirty="0" smtClean="0">
                              <a:solidFill>
                                <a:srgbClr val="002060"/>
                              </a:solidFill>
                              <a:latin typeface="Cambria Math" panose="02040503050406030204" pitchFamily="18" charset="0"/>
                            </a:rPr>
                            <m:t>0</m:t>
                          </m:r>
                        </m:sup>
                        <m:e>
                          <m:r>
                            <m:rPr>
                              <m:sty m:val="p"/>
                            </m:rPr>
                            <a:rPr lang="en-IN" sz="2800" b="0" i="0"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r>
                        <a:rPr lang="en-IN" sz="2800" b="0" i="0" dirty="0" smtClean="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dx</m:t>
                      </m:r>
                    </m:oMath>
                  </m:oMathPara>
                </a14:m>
                <a:endParaRPr lang="en-IN" sz="2800" dirty="0"/>
              </a:p>
            </p:txBody>
          </p:sp>
        </mc:Choice>
        <mc:Fallback xmlns="">
          <p:sp>
            <p:nvSpPr>
              <p:cNvPr id="31" name="TextBox 30">
                <a:extLst>
                  <a:ext uri="{FF2B5EF4-FFF2-40B4-BE49-F238E27FC236}">
                    <a16:creationId xmlns:a16="http://schemas.microsoft.com/office/drawing/2014/main" id="{5C82C31F-700F-449C-9609-27D5211E3243}"/>
                  </a:ext>
                </a:extLst>
              </p:cNvPr>
              <p:cNvSpPr txBox="1">
                <a:spLocks noRot="1" noChangeAspect="1" noMove="1" noResize="1" noEditPoints="1" noAdjustHandles="1" noChangeArrowheads="1" noChangeShapeType="1" noTextEdit="1"/>
              </p:cNvSpPr>
              <p:nvPr/>
            </p:nvSpPr>
            <p:spPr>
              <a:xfrm>
                <a:off x="1631772" y="796818"/>
                <a:ext cx="2216150" cy="1388137"/>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2171C46-6B5E-4C57-A8AD-F879B1DAA8B5}"/>
                  </a:ext>
                </a:extLst>
              </p:cNvPr>
              <p:cNvSpPr txBox="1"/>
              <p:nvPr/>
            </p:nvSpPr>
            <p:spPr>
              <a:xfrm>
                <a:off x="3667041" y="796818"/>
                <a:ext cx="1905000" cy="138813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smtClean="0">
                              <a:solidFill>
                                <a:srgbClr val="002060"/>
                              </a:solidFill>
                              <a:latin typeface="Cambria Math" panose="02040503050406030204" pitchFamily="18" charset="0"/>
                            </a:rPr>
                          </m:ctrlPr>
                        </m:naryPr>
                        <m:sub>
                          <m:r>
                            <a:rPr lang="en-IN" sz="2800" b="0" i="0" dirty="0" smtClean="0">
                              <a:solidFill>
                                <a:srgbClr val="002060"/>
                              </a:solidFill>
                              <a:latin typeface="Cambria Math" panose="02040503050406030204" pitchFamily="18" charset="0"/>
                            </a:rPr>
                            <m:t>0</m:t>
                          </m:r>
                        </m:sub>
                        <m:sup>
                          <m:r>
                            <a:rPr lang="en-IN" sz="2800" b="0" i="0" dirty="0" smtClean="0">
                              <a:solidFill>
                                <a:srgbClr val="002060"/>
                              </a:solidFill>
                              <a:latin typeface="Cambria Math" panose="02040503050406030204" pitchFamily="18" charset="0"/>
                            </a:rPr>
                            <m:t>3</m:t>
                          </m:r>
                        </m:sup>
                        <m:e>
                          <m:r>
                            <m:rPr>
                              <m:sty m:val="p"/>
                            </m:rPr>
                            <a:rPr lang="en-IN" sz="2800" b="0" i="0"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r>
                        <a:rPr lang="en-IN" sz="2800" b="0" i="0" dirty="0" smtClean="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dx</m:t>
                      </m:r>
                    </m:oMath>
                  </m:oMathPara>
                </a14:m>
                <a:endParaRPr lang="en-IN" sz="2800" dirty="0"/>
              </a:p>
            </p:txBody>
          </p:sp>
        </mc:Choice>
        <mc:Fallback xmlns="">
          <p:sp>
            <p:nvSpPr>
              <p:cNvPr id="32" name="TextBox 31">
                <a:extLst>
                  <a:ext uri="{FF2B5EF4-FFF2-40B4-BE49-F238E27FC236}">
                    <a16:creationId xmlns:a16="http://schemas.microsoft.com/office/drawing/2014/main" id="{22171C46-6B5E-4C57-A8AD-F879B1DAA8B5}"/>
                  </a:ext>
                </a:extLst>
              </p:cNvPr>
              <p:cNvSpPr txBox="1">
                <a:spLocks noRot="1" noChangeAspect="1" noMove="1" noResize="1" noEditPoints="1" noAdjustHandles="1" noChangeArrowheads="1" noChangeShapeType="1" noTextEdit="1"/>
              </p:cNvSpPr>
              <p:nvPr/>
            </p:nvSpPr>
            <p:spPr>
              <a:xfrm>
                <a:off x="3667041" y="796818"/>
                <a:ext cx="1905000" cy="1388137"/>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3165DBA-148A-4B78-9080-040ED260F52C}"/>
                  </a:ext>
                </a:extLst>
              </p:cNvPr>
              <p:cNvSpPr txBox="1"/>
              <p:nvPr/>
            </p:nvSpPr>
            <p:spPr>
              <a:xfrm>
                <a:off x="5515061" y="834918"/>
                <a:ext cx="1905000" cy="138813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smtClean="0">
                              <a:solidFill>
                                <a:srgbClr val="002060"/>
                              </a:solidFill>
                              <a:latin typeface="Cambria Math" panose="02040503050406030204" pitchFamily="18" charset="0"/>
                            </a:rPr>
                          </m:ctrlPr>
                        </m:naryPr>
                        <m:sub>
                          <m:r>
                            <a:rPr lang="en-IN" sz="2800" b="0" i="0" dirty="0" smtClean="0">
                              <a:solidFill>
                                <a:srgbClr val="002060"/>
                              </a:solidFill>
                              <a:latin typeface="Cambria Math" panose="02040503050406030204" pitchFamily="18" charset="0"/>
                            </a:rPr>
                            <m:t>3</m:t>
                          </m:r>
                        </m:sub>
                        <m:sup>
                          <m:r>
                            <a:rPr lang="en-IN" sz="2800" i="0" dirty="0">
                              <a:solidFill>
                                <a:srgbClr val="002060"/>
                              </a:solidFill>
                              <a:latin typeface="Cambria Math" panose="02040503050406030204" pitchFamily="18" charset="0"/>
                            </a:rPr>
                            <m:t>∞</m:t>
                          </m:r>
                        </m:sup>
                        <m:e>
                          <m:r>
                            <m:rPr>
                              <m:sty m:val="p"/>
                            </m:rPr>
                            <a:rPr lang="en-IN" sz="2800" b="0" i="0"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r>
                        <m:rPr>
                          <m:sty m:val="p"/>
                        </m:rPr>
                        <a:rPr lang="en-IN" sz="2800" b="0" i="0" dirty="0" smtClean="0">
                          <a:solidFill>
                            <a:srgbClr val="002060"/>
                          </a:solidFill>
                          <a:latin typeface="Cambria Math" panose="02040503050406030204" pitchFamily="18" charset="0"/>
                        </a:rPr>
                        <m:t>dx</m:t>
                      </m:r>
                    </m:oMath>
                  </m:oMathPara>
                </a14:m>
                <a:endParaRPr lang="en-IN" sz="2800" dirty="0"/>
              </a:p>
            </p:txBody>
          </p:sp>
        </mc:Choice>
        <mc:Fallback xmlns="">
          <p:sp>
            <p:nvSpPr>
              <p:cNvPr id="33" name="TextBox 32">
                <a:extLst>
                  <a:ext uri="{FF2B5EF4-FFF2-40B4-BE49-F238E27FC236}">
                    <a16:creationId xmlns:a16="http://schemas.microsoft.com/office/drawing/2014/main" id="{F3165DBA-148A-4B78-9080-040ED260F52C}"/>
                  </a:ext>
                </a:extLst>
              </p:cNvPr>
              <p:cNvSpPr txBox="1">
                <a:spLocks noRot="1" noChangeAspect="1" noMove="1" noResize="1" noEditPoints="1" noAdjustHandles="1" noChangeArrowheads="1" noChangeShapeType="1" noTextEdit="1"/>
              </p:cNvSpPr>
              <p:nvPr/>
            </p:nvSpPr>
            <p:spPr>
              <a:xfrm>
                <a:off x="5515061" y="834918"/>
                <a:ext cx="1905000" cy="1388137"/>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C0C869F-E8B6-4B35-BD1C-1F3CCBDA5EB8}"/>
                  </a:ext>
                </a:extLst>
              </p:cNvPr>
              <p:cNvSpPr txBox="1"/>
              <p:nvPr/>
            </p:nvSpPr>
            <p:spPr>
              <a:xfrm>
                <a:off x="1631772" y="2864305"/>
                <a:ext cx="80645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r>
                        <a:rPr lang="en-IN" sz="2800" i="1" dirty="0" smtClean="0">
                          <a:solidFill>
                            <a:srgbClr val="002060"/>
                          </a:solidFill>
                          <a:latin typeface="Cambria Math" panose="02040503050406030204" pitchFamily="18" charset="0"/>
                        </a:rPr>
                        <m:t>0</m:t>
                      </m:r>
                    </m:oMath>
                  </m:oMathPara>
                </a14:m>
                <a:endParaRPr lang="en-IN" sz="2800" dirty="0"/>
              </a:p>
            </p:txBody>
          </p:sp>
        </mc:Choice>
        <mc:Fallback xmlns="">
          <p:sp>
            <p:nvSpPr>
              <p:cNvPr id="34" name="TextBox 33">
                <a:extLst>
                  <a:ext uri="{FF2B5EF4-FFF2-40B4-BE49-F238E27FC236}">
                    <a16:creationId xmlns:a16="http://schemas.microsoft.com/office/drawing/2014/main" id="{EC0C869F-E8B6-4B35-BD1C-1F3CCBDA5EB8}"/>
                  </a:ext>
                </a:extLst>
              </p:cNvPr>
              <p:cNvSpPr txBox="1">
                <a:spLocks noRot="1" noChangeAspect="1" noMove="1" noResize="1" noEditPoints="1" noAdjustHandles="1" noChangeArrowheads="1" noChangeShapeType="1" noTextEdit="1"/>
              </p:cNvSpPr>
              <p:nvPr/>
            </p:nvSpPr>
            <p:spPr>
              <a:xfrm>
                <a:off x="1631772" y="2864305"/>
                <a:ext cx="806450"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C148AE8-2150-4601-806F-4A09E52AFD9C}"/>
                  </a:ext>
                </a:extLst>
              </p:cNvPr>
              <p:cNvSpPr txBox="1"/>
              <p:nvPr/>
            </p:nvSpPr>
            <p:spPr>
              <a:xfrm>
                <a:off x="2329644" y="2405100"/>
                <a:ext cx="3550455" cy="139083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smtClean="0">
                              <a:solidFill>
                                <a:srgbClr val="002060"/>
                              </a:solidFill>
                              <a:latin typeface="Cambria Math" panose="02040503050406030204" pitchFamily="18" charset="0"/>
                            </a:rPr>
                          </m:ctrlPr>
                        </m:naryPr>
                        <m:sub>
                          <m:r>
                            <a:rPr lang="en-IN" sz="2800" b="0" i="0" dirty="0" smtClean="0">
                              <a:solidFill>
                                <a:srgbClr val="002060"/>
                              </a:solidFill>
                              <a:latin typeface="Cambria Math" panose="02040503050406030204" pitchFamily="18" charset="0"/>
                            </a:rPr>
                            <m:t>0</m:t>
                          </m:r>
                        </m:sub>
                        <m:sup>
                          <m:r>
                            <a:rPr lang="en-IN" sz="2800" b="0" i="0" dirty="0" smtClean="0">
                              <a:solidFill>
                                <a:srgbClr val="002060"/>
                              </a:solidFill>
                              <a:latin typeface="Cambria Math" panose="02040503050406030204" pitchFamily="18" charset="0"/>
                            </a:rPr>
                            <m:t>3</m:t>
                          </m:r>
                        </m:sup>
                        <m:e>
                          <m:d>
                            <m:dPr>
                              <m:ctrlPr>
                                <a:rPr lang="en-IN" sz="2800" b="0" i="1" dirty="0" smtClean="0">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 4</m:t>
                                  </m:r>
                                  <m:r>
                                    <m:rPr>
                                      <m:sty m:val="p"/>
                                    </m:rPr>
                                    <a:rPr lang="en-US" sz="2800" i="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 </m:t>
                                  </m:r>
                                </m:num>
                                <m:den>
                                  <m:r>
                                    <a:rPr lang="en-US" sz="2800" i="0">
                                      <a:solidFill>
                                        <a:srgbClr val="002060"/>
                                      </a:solidFill>
                                      <a:latin typeface="Cambria Math" panose="02040503050406030204" pitchFamily="18" charset="0"/>
                                    </a:rPr>
                                    <m:t> 9 </m:t>
                                  </m:r>
                                </m:den>
                              </m:f>
                              <m:r>
                                <a:rPr lang="en-US" sz="280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 </m:t>
                                  </m:r>
                                  <m:sSup>
                                    <m:sSupPr>
                                      <m:ctrlPr>
                                        <a:rPr lang="en-IN" sz="2800" b="0" i="1" smtClean="0">
                                          <a:solidFill>
                                            <a:srgbClr val="002060"/>
                                          </a:solidFill>
                                          <a:latin typeface="Cambria Math" panose="02040503050406030204" pitchFamily="18" charset="0"/>
                                        </a:rPr>
                                      </m:ctrlPr>
                                    </m:sSupPr>
                                    <m:e>
                                      <m:r>
                                        <m:rPr>
                                          <m:sty m:val="p"/>
                                        </m:rPr>
                                        <a:rPr lang="en-US" sz="2800" i="0">
                                          <a:solidFill>
                                            <a:srgbClr val="002060"/>
                                          </a:solidFill>
                                          <a:latin typeface="Cambria Math" panose="02040503050406030204" pitchFamily="18" charset="0"/>
                                        </a:rPr>
                                        <m:t>x</m:t>
                                      </m:r>
                                    </m:e>
                                    <m:sup>
                                      <m:r>
                                        <a:rPr lang="en-IN" sz="2800" b="0" i="0" smtClean="0">
                                          <a:solidFill>
                                            <a:srgbClr val="002060"/>
                                          </a:solidFill>
                                          <a:latin typeface="Cambria Math" panose="02040503050406030204" pitchFamily="18" charset="0"/>
                                        </a:rPr>
                                        <m:t>2</m:t>
                                      </m:r>
                                    </m:sup>
                                  </m:sSup>
                                  <m:r>
                                    <a:rPr lang="en-IN" sz="2800" b="0" i="0" smtClean="0">
                                      <a:solidFill>
                                        <a:srgbClr val="002060"/>
                                      </a:solidFill>
                                      <a:latin typeface="Cambria Math" panose="02040503050406030204" pitchFamily="18" charset="0"/>
                                    </a:rPr>
                                    <m:t> </m:t>
                                  </m:r>
                                </m:num>
                                <m:den>
                                  <m:r>
                                    <a:rPr lang="en-US" sz="2800" i="0">
                                      <a:solidFill>
                                        <a:srgbClr val="002060"/>
                                      </a:solidFill>
                                      <a:latin typeface="Cambria Math" panose="02040503050406030204" pitchFamily="18" charset="0"/>
                                    </a:rPr>
                                    <m:t> </m:t>
                                  </m:r>
                                  <m:r>
                                    <a:rPr lang="en-IN" sz="2800" b="0" i="0" smtClean="0">
                                      <a:solidFill>
                                        <a:srgbClr val="002060"/>
                                      </a:solidFill>
                                      <a:latin typeface="Cambria Math" panose="02040503050406030204" pitchFamily="18" charset="0"/>
                                    </a:rPr>
                                    <m:t>9</m:t>
                                  </m:r>
                                  <m:r>
                                    <a:rPr lang="en-US" sz="2800" i="0">
                                      <a:solidFill>
                                        <a:srgbClr val="002060"/>
                                      </a:solidFill>
                                      <a:latin typeface="Cambria Math" panose="02040503050406030204" pitchFamily="18" charset="0"/>
                                    </a:rPr>
                                    <m:t> </m:t>
                                  </m:r>
                                </m:den>
                              </m:f>
                            </m:e>
                          </m:d>
                        </m:e>
                      </m:nary>
                      <m:r>
                        <a:rPr lang="en-IN" sz="2800" b="0" i="0" dirty="0" smtClean="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dx</m:t>
                      </m:r>
                    </m:oMath>
                  </m:oMathPara>
                </a14:m>
                <a:endParaRPr lang="en-IN" sz="2800" dirty="0"/>
              </a:p>
            </p:txBody>
          </p:sp>
        </mc:Choice>
        <mc:Fallback xmlns="">
          <p:sp>
            <p:nvSpPr>
              <p:cNvPr id="35" name="TextBox 34">
                <a:extLst>
                  <a:ext uri="{FF2B5EF4-FFF2-40B4-BE49-F238E27FC236}">
                    <a16:creationId xmlns:a16="http://schemas.microsoft.com/office/drawing/2014/main" id="{4C148AE8-2150-4601-806F-4A09E52AFD9C}"/>
                  </a:ext>
                </a:extLst>
              </p:cNvPr>
              <p:cNvSpPr txBox="1">
                <a:spLocks noRot="1" noChangeAspect="1" noMove="1" noResize="1" noEditPoints="1" noAdjustHandles="1" noChangeArrowheads="1" noChangeShapeType="1" noTextEdit="1"/>
              </p:cNvSpPr>
              <p:nvPr/>
            </p:nvSpPr>
            <p:spPr>
              <a:xfrm>
                <a:off x="2329644" y="2405100"/>
                <a:ext cx="3550455" cy="139083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21EFA83D-B2BC-4D2A-A898-C77B1BADDE20}"/>
                  </a:ext>
                </a:extLst>
              </p:cNvPr>
              <p:cNvSpPr txBox="1"/>
              <p:nvPr/>
            </p:nvSpPr>
            <p:spPr>
              <a:xfrm>
                <a:off x="5572041" y="2864305"/>
                <a:ext cx="80645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 </m:t>
                      </m:r>
                      <m:r>
                        <a:rPr lang="en-IN" sz="2800" i="1" dirty="0" smtClean="0">
                          <a:solidFill>
                            <a:srgbClr val="002060"/>
                          </a:solidFill>
                          <a:latin typeface="Cambria Math" panose="02040503050406030204" pitchFamily="18" charset="0"/>
                        </a:rPr>
                        <m:t>0</m:t>
                      </m:r>
                    </m:oMath>
                  </m:oMathPara>
                </a14:m>
                <a:endParaRPr lang="en-IN" sz="2800" dirty="0"/>
              </a:p>
            </p:txBody>
          </p:sp>
        </mc:Choice>
        <mc:Fallback xmlns="">
          <p:sp>
            <p:nvSpPr>
              <p:cNvPr id="36" name="TextBox 35">
                <a:extLst>
                  <a:ext uri="{FF2B5EF4-FFF2-40B4-BE49-F238E27FC236}">
                    <a16:creationId xmlns:a16="http://schemas.microsoft.com/office/drawing/2014/main" id="{21EFA83D-B2BC-4D2A-A898-C77B1BADDE20}"/>
                  </a:ext>
                </a:extLst>
              </p:cNvPr>
              <p:cNvSpPr txBox="1">
                <a:spLocks noRot="1" noChangeAspect="1" noMove="1" noResize="1" noEditPoints="1" noAdjustHandles="1" noChangeArrowheads="1" noChangeShapeType="1" noTextEdit="1"/>
              </p:cNvSpPr>
              <p:nvPr/>
            </p:nvSpPr>
            <p:spPr>
              <a:xfrm>
                <a:off x="5572041" y="2864305"/>
                <a:ext cx="806450"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30836675-80DD-49AE-A28B-623A6CE07DD3}"/>
                  </a:ext>
                </a:extLst>
              </p:cNvPr>
              <p:cNvSpPr txBox="1"/>
              <p:nvPr/>
            </p:nvSpPr>
            <p:spPr>
              <a:xfrm>
                <a:off x="1628514" y="3807260"/>
                <a:ext cx="3393430" cy="120834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sSubSup>
                        <m:sSubSupPr>
                          <m:ctrlPr>
                            <a:rPr lang="en-IN" sz="2800" b="0" i="1" dirty="0" smtClean="0">
                              <a:solidFill>
                                <a:srgbClr val="002060"/>
                              </a:solidFill>
                              <a:latin typeface="Cambria Math" panose="02040503050406030204" pitchFamily="18" charset="0"/>
                            </a:rPr>
                          </m:ctrlPr>
                        </m:sSubSupPr>
                        <m:e>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0" dirty="0" smtClean="0">
                                  <a:solidFill>
                                    <a:srgbClr val="002060"/>
                                  </a:solidFill>
                                  <a:latin typeface="Cambria Math" panose="02040503050406030204" pitchFamily="18" charset="0"/>
                                </a:rPr>
                                <m:t> 9</m:t>
                              </m:r>
                              <m:r>
                                <a:rPr lang="en-IN" sz="2800" b="0" i="1" dirty="0" smtClean="0">
                                  <a:solidFill>
                                    <a:srgbClr val="002060"/>
                                  </a:solidFill>
                                  <a:latin typeface="Cambria Math" panose="02040503050406030204" pitchFamily="18" charset="0"/>
                                </a:rPr>
                                <m:t> </m:t>
                              </m:r>
                            </m:den>
                          </m:f>
                          <m:d>
                            <m:dPr>
                              <m:begChr m:val="["/>
                              <m:endChr m:val="]"/>
                              <m:ctrlPr>
                                <a:rPr lang="en-IN" sz="2800" b="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 </m:t>
                              </m:r>
                              <m:f>
                                <m:fPr>
                                  <m:ctrlPr>
                                    <a:rPr lang="en-IN" sz="2800" i="1" smtClean="0">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smtClean="0">
                                      <a:solidFill>
                                        <a:srgbClr val="002060"/>
                                      </a:solidFill>
                                      <a:latin typeface="Cambria Math" panose="02040503050406030204" pitchFamily="18" charset="0"/>
                                    </a:rPr>
                                    <m:t>4</m:t>
                                  </m:r>
                                  <m:sSup>
                                    <m:sSupPr>
                                      <m:ctrlPr>
                                        <a:rPr lang="en-IN" sz="2800" b="0" i="1" smtClean="0">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IN" sz="2800" b="0" i="0" smtClean="0">
                                          <a:solidFill>
                                            <a:srgbClr val="002060"/>
                                          </a:solidFill>
                                          <a:latin typeface="Cambria Math" panose="02040503050406030204" pitchFamily="18" charset="0"/>
                                        </a:rPr>
                                        <m:t>2</m:t>
                                      </m:r>
                                    </m:sup>
                                  </m:sSup>
                                  <m:r>
                                    <a:rPr lang="en-IN" sz="2800">
                                      <a:solidFill>
                                        <a:srgbClr val="002060"/>
                                      </a:solidFill>
                                      <a:latin typeface="Cambria Math" panose="02040503050406030204" pitchFamily="18" charset="0"/>
                                    </a:rPr>
                                    <m:t> </m:t>
                                  </m:r>
                                </m:num>
                                <m:den>
                                  <m:r>
                                    <a:rPr lang="en-US" sz="280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2</m:t>
                                  </m:r>
                                  <m:r>
                                    <a:rPr lang="en-US" sz="2800">
                                      <a:solidFill>
                                        <a:srgbClr val="002060"/>
                                      </a:solidFill>
                                      <a:latin typeface="Cambria Math" panose="02040503050406030204" pitchFamily="18" charset="0"/>
                                    </a:rPr>
                                    <m:t> </m:t>
                                  </m:r>
                                </m:den>
                              </m:f>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Sup>
                                    <m:sSupPr>
                                      <m:ctrlPr>
                                        <a:rPr lang="en-IN"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IN" sz="2800" b="0" i="0" smtClean="0">
                                          <a:solidFill>
                                            <a:srgbClr val="002060"/>
                                          </a:solidFill>
                                          <a:latin typeface="Cambria Math" panose="02040503050406030204" pitchFamily="18" charset="0"/>
                                        </a:rPr>
                                        <m:t>3</m:t>
                                      </m:r>
                                    </m:sup>
                                  </m:sSup>
                                  <m:r>
                                    <a:rPr lang="en-IN" sz="2800">
                                      <a:solidFill>
                                        <a:srgbClr val="002060"/>
                                      </a:solidFill>
                                      <a:latin typeface="Cambria Math" panose="02040503050406030204" pitchFamily="18" charset="0"/>
                                    </a:rPr>
                                    <m:t> </m:t>
                                  </m:r>
                                </m:num>
                                <m:den>
                                  <m:r>
                                    <a:rPr lang="en-US" sz="280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3</m:t>
                                  </m:r>
                                  <m:r>
                                    <a:rPr lang="en-US" sz="2800">
                                      <a:solidFill>
                                        <a:srgbClr val="002060"/>
                                      </a:solidFill>
                                      <a:latin typeface="Cambria Math" panose="02040503050406030204" pitchFamily="18" charset="0"/>
                                    </a:rPr>
                                    <m:t> </m:t>
                                  </m:r>
                                </m:den>
                              </m:f>
                              <m:r>
                                <a:rPr lang="en-IN" sz="2800" b="0" i="1" smtClean="0">
                                  <a:solidFill>
                                    <a:srgbClr val="002060"/>
                                  </a:solidFill>
                                  <a:latin typeface="Cambria Math" panose="02040503050406030204" pitchFamily="18" charset="0"/>
                                </a:rPr>
                                <m:t> </m:t>
                              </m:r>
                            </m:e>
                          </m:d>
                        </m:e>
                        <m:sub>
                          <m:r>
                            <a:rPr lang="en-IN" sz="2800" b="0" i="1" smtClean="0">
                              <a:solidFill>
                                <a:srgbClr val="002060"/>
                              </a:solidFill>
                              <a:latin typeface="Cambria Math" panose="02040503050406030204" pitchFamily="18" charset="0"/>
                            </a:rPr>
                            <m:t>0</m:t>
                          </m:r>
                        </m:sub>
                        <m:sup>
                          <m:r>
                            <a:rPr lang="en-IN" sz="2800" b="0" i="1" smtClean="0">
                              <a:solidFill>
                                <a:srgbClr val="002060"/>
                              </a:solidFill>
                              <a:latin typeface="Cambria Math" panose="02040503050406030204" pitchFamily="18" charset="0"/>
                            </a:rPr>
                            <m:t>3</m:t>
                          </m:r>
                        </m:sup>
                      </m:sSubSup>
                    </m:oMath>
                  </m:oMathPara>
                </a14:m>
                <a:endParaRPr lang="en-IN" sz="2800" dirty="0"/>
              </a:p>
            </p:txBody>
          </p:sp>
        </mc:Choice>
        <mc:Fallback xmlns="">
          <p:sp>
            <p:nvSpPr>
              <p:cNvPr id="37" name="TextBox 36">
                <a:extLst>
                  <a:ext uri="{FF2B5EF4-FFF2-40B4-BE49-F238E27FC236}">
                    <a16:creationId xmlns:a16="http://schemas.microsoft.com/office/drawing/2014/main" id="{30836675-80DD-49AE-A28B-623A6CE07DD3}"/>
                  </a:ext>
                </a:extLst>
              </p:cNvPr>
              <p:cNvSpPr txBox="1">
                <a:spLocks noRot="1" noChangeAspect="1" noMove="1" noResize="1" noEditPoints="1" noAdjustHandles="1" noChangeArrowheads="1" noChangeShapeType="1" noTextEdit="1"/>
              </p:cNvSpPr>
              <p:nvPr/>
            </p:nvSpPr>
            <p:spPr>
              <a:xfrm>
                <a:off x="1628514" y="3807260"/>
                <a:ext cx="3393430" cy="1208344"/>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308B8B73-E759-4C15-AA1D-E7C60D0BEC13}"/>
                  </a:ext>
                </a:extLst>
              </p:cNvPr>
              <p:cNvSpPr txBox="1"/>
              <p:nvPr/>
            </p:nvSpPr>
            <p:spPr>
              <a:xfrm>
                <a:off x="1628513" y="5229660"/>
                <a:ext cx="3705487" cy="120834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sSubSup>
                        <m:sSubSupPr>
                          <m:ctrlPr>
                            <a:rPr lang="en-IN" sz="2800" b="0" i="1" dirty="0" smtClean="0">
                              <a:solidFill>
                                <a:srgbClr val="002060"/>
                              </a:solidFill>
                              <a:latin typeface="Cambria Math" panose="02040503050406030204" pitchFamily="18" charset="0"/>
                            </a:rPr>
                          </m:ctrlPr>
                        </m:sSubSup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dirty="0">
                                  <a:solidFill>
                                    <a:srgbClr val="002060"/>
                                  </a:solidFill>
                                  <a:latin typeface="Cambria Math" panose="02040503050406030204" pitchFamily="18" charset="0"/>
                                </a:rPr>
                                <m:t> 9</m:t>
                              </m:r>
                              <m:r>
                                <a:rPr lang="en-IN" sz="2800" i="1" dirty="0">
                                  <a:solidFill>
                                    <a:srgbClr val="002060"/>
                                  </a:solidFill>
                                  <a:latin typeface="Cambria Math" panose="02040503050406030204" pitchFamily="18" charset="0"/>
                                </a:rPr>
                                <m:t> </m:t>
                              </m:r>
                            </m:den>
                          </m:f>
                          <m:d>
                            <m:dPr>
                              <m:begChr m:val="["/>
                              <m:endChr m:val="]"/>
                              <m:ctrlPr>
                                <a:rPr lang="en-IN" sz="2800" b="0" i="1" dirty="0" smtClean="0">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2</m:t>
                              </m:r>
                              <m:sSup>
                                <m:sSupPr>
                                  <m:ctrlPr>
                                    <a:rPr lang="en-IN"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IN"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Sup>
                                    <m:sSupPr>
                                      <m:ctrlPr>
                                        <a:rPr lang="en-IN"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IN" sz="2800" b="0" i="0" smtClean="0">
                                          <a:solidFill>
                                            <a:srgbClr val="002060"/>
                                          </a:solidFill>
                                          <a:latin typeface="Cambria Math" panose="02040503050406030204" pitchFamily="18" charset="0"/>
                                        </a:rPr>
                                        <m:t>3</m:t>
                                      </m:r>
                                    </m:sup>
                                  </m:sSup>
                                  <m:r>
                                    <a:rPr lang="en-IN" sz="2800">
                                      <a:solidFill>
                                        <a:srgbClr val="002060"/>
                                      </a:solidFill>
                                      <a:latin typeface="Cambria Math" panose="02040503050406030204" pitchFamily="18" charset="0"/>
                                    </a:rPr>
                                    <m:t> </m:t>
                                  </m:r>
                                </m:num>
                                <m:den>
                                  <m:r>
                                    <a:rPr lang="en-US" sz="280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3</m:t>
                                  </m:r>
                                </m:den>
                              </m:f>
                              <m:r>
                                <a:rPr lang="en-IN" sz="2800" b="0" i="1" smtClean="0">
                                  <a:solidFill>
                                    <a:srgbClr val="002060"/>
                                  </a:solidFill>
                                  <a:latin typeface="Cambria Math" panose="02040503050406030204" pitchFamily="18" charset="0"/>
                                </a:rPr>
                                <m:t> </m:t>
                              </m:r>
                            </m:e>
                          </m:d>
                        </m:e>
                        <m:sub>
                          <m:r>
                            <a:rPr lang="en-IN" sz="2800" b="0" i="1" smtClean="0">
                              <a:solidFill>
                                <a:srgbClr val="002060"/>
                              </a:solidFill>
                              <a:latin typeface="Cambria Math" panose="02040503050406030204" pitchFamily="18" charset="0"/>
                            </a:rPr>
                            <m:t>0</m:t>
                          </m:r>
                        </m:sub>
                        <m:sup>
                          <m:r>
                            <a:rPr lang="en-IN" sz="2800" b="0" i="1" smtClean="0">
                              <a:solidFill>
                                <a:srgbClr val="002060"/>
                              </a:solidFill>
                              <a:latin typeface="Cambria Math" panose="02040503050406030204" pitchFamily="18" charset="0"/>
                            </a:rPr>
                            <m:t>3</m:t>
                          </m:r>
                        </m:sup>
                      </m:sSubSup>
                    </m:oMath>
                  </m:oMathPara>
                </a14:m>
                <a:endParaRPr lang="en-IN" sz="2800" dirty="0"/>
              </a:p>
            </p:txBody>
          </p:sp>
        </mc:Choice>
        <mc:Fallback xmlns="">
          <p:sp>
            <p:nvSpPr>
              <p:cNvPr id="39" name="TextBox 38">
                <a:extLst>
                  <a:ext uri="{FF2B5EF4-FFF2-40B4-BE49-F238E27FC236}">
                    <a16:creationId xmlns:a16="http://schemas.microsoft.com/office/drawing/2014/main" id="{308B8B73-E759-4C15-AA1D-E7C60D0BEC13}"/>
                  </a:ext>
                </a:extLst>
              </p:cNvPr>
              <p:cNvSpPr txBox="1">
                <a:spLocks noRot="1" noChangeAspect="1" noMove="1" noResize="1" noEditPoints="1" noAdjustHandles="1" noChangeArrowheads="1" noChangeShapeType="1" noTextEdit="1"/>
              </p:cNvSpPr>
              <p:nvPr/>
            </p:nvSpPr>
            <p:spPr>
              <a:xfrm>
                <a:off x="1628513" y="5229660"/>
                <a:ext cx="3705487" cy="1208344"/>
              </a:xfrm>
              <a:prstGeom prst="rect">
                <a:avLst/>
              </a:prstGeom>
              <a:blipFill>
                <a:blip r:embed="rId11"/>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622690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hidden"/>
                                      </p:to>
                                    </p:set>
                                  </p:childTnLst>
                                </p:cTn>
                              </p:par>
                              <p:par>
                                <p:cTn id="35" presetID="1" presetClass="exit"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animBg="1"/>
      <p:bldP spid="29" grpId="0"/>
      <p:bldP spid="31" grpId="0"/>
      <p:bldP spid="32" grpId="0"/>
      <p:bldP spid="33" grpId="0"/>
      <p:bldP spid="34" grpId="0"/>
      <p:bldP spid="35" grpId="0"/>
      <p:bldP spid="36" grpId="0"/>
      <p:bldP spid="37" grpId="0"/>
      <p:bldP spid="39" grpId="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5 ⇝ Example 4 (Continue)</a:t>
            </a:r>
            <a:endParaRPr lang="en-US" dirty="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66DD12-A300-464C-941D-1B2F68648C9C}"/>
                  </a:ext>
                </a:extLst>
              </p:cNvPr>
              <p:cNvSpPr txBox="1"/>
              <p:nvPr/>
            </p:nvSpPr>
            <p:spPr>
              <a:xfrm>
                <a:off x="-27213" y="796818"/>
                <a:ext cx="1905000" cy="135165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nary>
                        <m:naryPr>
                          <m:limLoc m:val="undOvr"/>
                          <m:ctrlPr>
                            <a:rPr lang="en-IN" sz="2800" i="1" dirty="0" smtClean="0">
                              <a:solidFill>
                                <a:srgbClr val="002060"/>
                              </a:solidFill>
                              <a:latin typeface="Cambria Math" panose="02040503050406030204" pitchFamily="18" charset="0"/>
                            </a:rPr>
                          </m:ctrlPr>
                        </m:naryPr>
                        <m:sub>
                          <m:r>
                            <m:rPr>
                              <m:brk m:alnAt="24"/>
                            </m:rPr>
                            <a:rPr lang="en-IN" sz="2800" b="0" i="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m:t>
                          </m:r>
                        </m:sub>
                        <m:sup>
                          <m:r>
                            <a:rPr lang="en-IN" sz="2800" i="0" dirty="0">
                              <a:solidFill>
                                <a:srgbClr val="002060"/>
                              </a:solidFill>
                              <a:latin typeface="Cambria Math" panose="02040503050406030204" pitchFamily="18" charset="0"/>
                            </a:rPr>
                            <m:t>∞</m:t>
                          </m:r>
                        </m:sup>
                        <m:e>
                          <m:r>
                            <m:rPr>
                              <m:sty m:val="p"/>
                            </m:rPr>
                            <a:rPr lang="en-IN" sz="2800" b="0" i="0"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r>
                        <m:rPr>
                          <m:sty m:val="p"/>
                        </m:rPr>
                        <a:rPr lang="en-IN" sz="2800" b="0" i="0" dirty="0" smtClean="0">
                          <a:solidFill>
                            <a:srgbClr val="002060"/>
                          </a:solidFill>
                          <a:latin typeface="Cambria Math" panose="02040503050406030204" pitchFamily="18" charset="0"/>
                        </a:rPr>
                        <m:t>dx</m:t>
                      </m:r>
                    </m:oMath>
                  </m:oMathPara>
                </a14:m>
                <a:endParaRPr lang="en-IN" sz="2800" dirty="0"/>
              </a:p>
            </p:txBody>
          </p:sp>
        </mc:Choice>
        <mc:Fallback xmlns="">
          <p:sp>
            <p:nvSpPr>
              <p:cNvPr id="29" name="TextBox 28">
                <a:extLst>
                  <a:ext uri="{FF2B5EF4-FFF2-40B4-BE49-F238E27FC236}">
                    <a16:creationId xmlns:a16="http://schemas.microsoft.com/office/drawing/2014/main" id="{1F66DD12-A300-464C-941D-1B2F68648C9C}"/>
                  </a:ext>
                </a:extLst>
              </p:cNvPr>
              <p:cNvSpPr txBox="1">
                <a:spLocks noRot="1" noChangeAspect="1" noMove="1" noResize="1" noEditPoints="1" noAdjustHandles="1" noChangeArrowheads="1" noChangeShapeType="1" noTextEdit="1"/>
              </p:cNvSpPr>
              <p:nvPr/>
            </p:nvSpPr>
            <p:spPr>
              <a:xfrm>
                <a:off x="-27213" y="796818"/>
                <a:ext cx="1905000" cy="1351652"/>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308B8B73-E759-4C15-AA1D-E7C60D0BEC13}"/>
                  </a:ext>
                </a:extLst>
              </p:cNvPr>
              <p:cNvSpPr txBox="1"/>
              <p:nvPr/>
            </p:nvSpPr>
            <p:spPr>
              <a:xfrm>
                <a:off x="1628514" y="2165367"/>
                <a:ext cx="3191136" cy="120834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sSubSup>
                        <m:sSubSupPr>
                          <m:ctrlPr>
                            <a:rPr lang="en-IN" sz="2800" b="0" i="1" dirty="0" smtClean="0">
                              <a:solidFill>
                                <a:srgbClr val="002060"/>
                              </a:solidFill>
                              <a:latin typeface="Cambria Math" panose="02040503050406030204" pitchFamily="18" charset="0"/>
                            </a:rPr>
                          </m:ctrlPr>
                        </m:sSubSup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dirty="0">
                                  <a:solidFill>
                                    <a:srgbClr val="002060"/>
                                  </a:solidFill>
                                  <a:latin typeface="Cambria Math" panose="02040503050406030204" pitchFamily="18" charset="0"/>
                                </a:rPr>
                                <m:t> 9</m:t>
                              </m:r>
                              <m:r>
                                <a:rPr lang="en-IN" sz="2800" i="1" dirty="0">
                                  <a:solidFill>
                                    <a:srgbClr val="002060"/>
                                  </a:solidFill>
                                  <a:latin typeface="Cambria Math" panose="02040503050406030204" pitchFamily="18" charset="0"/>
                                </a:rPr>
                                <m:t> </m:t>
                              </m:r>
                            </m:den>
                          </m:f>
                          <m:d>
                            <m:dPr>
                              <m:begChr m:val="["/>
                              <m:endChr m:val="]"/>
                              <m:ctrlPr>
                                <a:rPr lang="en-IN" sz="2800" b="0" i="1" dirty="0" smtClean="0">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2</m:t>
                              </m:r>
                              <m:sSup>
                                <m:sSupPr>
                                  <m:ctrlPr>
                                    <a:rPr lang="en-IN"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IN"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Sup>
                                    <m:sSupPr>
                                      <m:ctrlPr>
                                        <a:rPr lang="en-IN"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IN" sz="2800" b="0" i="0" smtClean="0">
                                          <a:solidFill>
                                            <a:srgbClr val="002060"/>
                                          </a:solidFill>
                                          <a:latin typeface="Cambria Math" panose="02040503050406030204" pitchFamily="18" charset="0"/>
                                        </a:rPr>
                                        <m:t>3</m:t>
                                      </m:r>
                                    </m:sup>
                                  </m:sSup>
                                  <m:r>
                                    <a:rPr lang="en-IN" sz="2800">
                                      <a:solidFill>
                                        <a:srgbClr val="002060"/>
                                      </a:solidFill>
                                      <a:latin typeface="Cambria Math" panose="02040503050406030204" pitchFamily="18" charset="0"/>
                                    </a:rPr>
                                    <m:t> </m:t>
                                  </m:r>
                                </m:num>
                                <m:den>
                                  <m:r>
                                    <a:rPr lang="en-US" sz="280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3</m:t>
                                  </m:r>
                                </m:den>
                              </m:f>
                              <m:r>
                                <a:rPr lang="en-IN" sz="2800" b="0" i="1" smtClean="0">
                                  <a:solidFill>
                                    <a:srgbClr val="002060"/>
                                  </a:solidFill>
                                  <a:latin typeface="Cambria Math" panose="02040503050406030204" pitchFamily="18" charset="0"/>
                                </a:rPr>
                                <m:t> </m:t>
                              </m:r>
                            </m:e>
                          </m:d>
                        </m:e>
                        <m:sub>
                          <m:r>
                            <a:rPr lang="en-IN" sz="2800" b="0" i="1" smtClean="0">
                              <a:solidFill>
                                <a:srgbClr val="002060"/>
                              </a:solidFill>
                              <a:latin typeface="Cambria Math" panose="02040503050406030204" pitchFamily="18" charset="0"/>
                            </a:rPr>
                            <m:t>0</m:t>
                          </m:r>
                        </m:sub>
                        <m:sup>
                          <m:r>
                            <a:rPr lang="en-IN" sz="2800" b="0" i="1" smtClean="0">
                              <a:solidFill>
                                <a:srgbClr val="002060"/>
                              </a:solidFill>
                              <a:latin typeface="Cambria Math" panose="02040503050406030204" pitchFamily="18" charset="0"/>
                            </a:rPr>
                            <m:t>3</m:t>
                          </m:r>
                        </m:sup>
                      </m:sSubSup>
                    </m:oMath>
                  </m:oMathPara>
                </a14:m>
                <a:endParaRPr lang="en-IN" sz="2800" dirty="0"/>
              </a:p>
            </p:txBody>
          </p:sp>
        </mc:Choice>
        <mc:Fallback xmlns="">
          <p:sp>
            <p:nvSpPr>
              <p:cNvPr id="39" name="TextBox 38">
                <a:extLst>
                  <a:ext uri="{FF2B5EF4-FFF2-40B4-BE49-F238E27FC236}">
                    <a16:creationId xmlns:a16="http://schemas.microsoft.com/office/drawing/2014/main" id="{308B8B73-E759-4C15-AA1D-E7C60D0BEC13}"/>
                  </a:ext>
                </a:extLst>
              </p:cNvPr>
              <p:cNvSpPr txBox="1">
                <a:spLocks noRot="1" noChangeAspect="1" noMove="1" noResize="1" noEditPoints="1" noAdjustHandles="1" noChangeArrowheads="1" noChangeShapeType="1" noTextEdit="1"/>
              </p:cNvSpPr>
              <p:nvPr/>
            </p:nvSpPr>
            <p:spPr>
              <a:xfrm>
                <a:off x="1628514" y="2165367"/>
                <a:ext cx="3191136" cy="1208344"/>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6EC1BE7-12CC-4D6B-844F-19E800FB8B06}"/>
                  </a:ext>
                </a:extLst>
              </p:cNvPr>
              <p:cNvSpPr txBox="1"/>
              <p:nvPr/>
            </p:nvSpPr>
            <p:spPr>
              <a:xfrm>
                <a:off x="1628514" y="868472"/>
                <a:ext cx="3191136" cy="120834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sSubSup>
                        <m:sSubSupPr>
                          <m:ctrlPr>
                            <a:rPr lang="en-IN" sz="2800" b="0" i="1" dirty="0" smtClean="0">
                              <a:solidFill>
                                <a:srgbClr val="002060"/>
                              </a:solidFill>
                              <a:latin typeface="Cambria Math" panose="02040503050406030204" pitchFamily="18" charset="0"/>
                            </a:rPr>
                          </m:ctrlPr>
                        </m:sSubSup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dirty="0">
                                  <a:solidFill>
                                    <a:srgbClr val="002060"/>
                                  </a:solidFill>
                                  <a:latin typeface="Cambria Math" panose="02040503050406030204" pitchFamily="18" charset="0"/>
                                </a:rPr>
                                <m:t> 9</m:t>
                              </m:r>
                              <m:r>
                                <a:rPr lang="en-IN" sz="2800" i="1" dirty="0">
                                  <a:solidFill>
                                    <a:srgbClr val="002060"/>
                                  </a:solidFill>
                                  <a:latin typeface="Cambria Math" panose="02040503050406030204" pitchFamily="18" charset="0"/>
                                </a:rPr>
                                <m:t> </m:t>
                              </m:r>
                            </m:den>
                          </m:f>
                          <m:d>
                            <m:dPr>
                              <m:begChr m:val="["/>
                              <m:endChr m:val="]"/>
                              <m:ctrlPr>
                                <a:rPr lang="en-IN" sz="2800" b="0" i="1" dirty="0" smtClean="0">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2</m:t>
                              </m:r>
                              <m:sSup>
                                <m:sSupPr>
                                  <m:ctrlPr>
                                    <a:rPr lang="en-IN"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IN"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Sup>
                                    <m:sSupPr>
                                      <m:ctrlPr>
                                        <a:rPr lang="en-IN"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IN" sz="2800" b="0" i="0" smtClean="0">
                                          <a:solidFill>
                                            <a:srgbClr val="002060"/>
                                          </a:solidFill>
                                          <a:latin typeface="Cambria Math" panose="02040503050406030204" pitchFamily="18" charset="0"/>
                                        </a:rPr>
                                        <m:t>3</m:t>
                                      </m:r>
                                    </m:sup>
                                  </m:sSup>
                                  <m:r>
                                    <a:rPr lang="en-IN" sz="2800">
                                      <a:solidFill>
                                        <a:srgbClr val="002060"/>
                                      </a:solidFill>
                                      <a:latin typeface="Cambria Math" panose="02040503050406030204" pitchFamily="18" charset="0"/>
                                    </a:rPr>
                                    <m:t> </m:t>
                                  </m:r>
                                </m:num>
                                <m:den>
                                  <m:r>
                                    <a:rPr lang="en-US" sz="280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3</m:t>
                                  </m:r>
                                </m:den>
                              </m:f>
                              <m:r>
                                <a:rPr lang="en-IN" sz="2800" b="0" i="1" smtClean="0">
                                  <a:solidFill>
                                    <a:srgbClr val="002060"/>
                                  </a:solidFill>
                                  <a:latin typeface="Cambria Math" panose="02040503050406030204" pitchFamily="18" charset="0"/>
                                </a:rPr>
                                <m:t> </m:t>
                              </m:r>
                            </m:e>
                          </m:d>
                        </m:e>
                        <m:sub>
                          <m:r>
                            <a:rPr lang="en-IN" sz="2800" b="0" i="1" smtClean="0">
                              <a:solidFill>
                                <a:srgbClr val="002060"/>
                              </a:solidFill>
                              <a:latin typeface="Cambria Math" panose="02040503050406030204" pitchFamily="18" charset="0"/>
                            </a:rPr>
                            <m:t>0</m:t>
                          </m:r>
                        </m:sub>
                        <m:sup>
                          <m:r>
                            <a:rPr lang="en-IN" sz="2800" b="0" i="1" smtClean="0">
                              <a:solidFill>
                                <a:srgbClr val="002060"/>
                              </a:solidFill>
                              <a:latin typeface="Cambria Math" panose="02040503050406030204" pitchFamily="18" charset="0"/>
                            </a:rPr>
                            <m:t>3</m:t>
                          </m:r>
                        </m:sup>
                      </m:sSubSup>
                    </m:oMath>
                  </m:oMathPara>
                </a14:m>
                <a:endParaRPr lang="en-IN" sz="2800" dirty="0"/>
              </a:p>
            </p:txBody>
          </p:sp>
        </mc:Choice>
        <mc:Fallback xmlns="">
          <p:sp>
            <p:nvSpPr>
              <p:cNvPr id="14" name="TextBox 13">
                <a:extLst>
                  <a:ext uri="{FF2B5EF4-FFF2-40B4-BE49-F238E27FC236}">
                    <a16:creationId xmlns:a16="http://schemas.microsoft.com/office/drawing/2014/main" id="{66EC1BE7-12CC-4D6B-844F-19E800FB8B06}"/>
                  </a:ext>
                </a:extLst>
              </p:cNvPr>
              <p:cNvSpPr txBox="1">
                <a:spLocks noRot="1" noChangeAspect="1" noMove="1" noResize="1" noEditPoints="1" noAdjustHandles="1" noChangeArrowheads="1" noChangeShapeType="1" noTextEdit="1"/>
              </p:cNvSpPr>
              <p:nvPr/>
            </p:nvSpPr>
            <p:spPr>
              <a:xfrm>
                <a:off x="1628514" y="868472"/>
                <a:ext cx="3191136" cy="1208344"/>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AD907CA-A0FA-46BA-BF14-C1E5335ED2B9}"/>
                  </a:ext>
                </a:extLst>
              </p:cNvPr>
              <p:cNvSpPr txBox="1"/>
              <p:nvPr/>
            </p:nvSpPr>
            <p:spPr>
              <a:xfrm>
                <a:off x="1628513" y="3462262"/>
                <a:ext cx="5204087" cy="106913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dirty="0">
                              <a:solidFill>
                                <a:srgbClr val="002060"/>
                              </a:solidFill>
                              <a:latin typeface="Cambria Math" panose="02040503050406030204" pitchFamily="18" charset="0"/>
                            </a:rPr>
                            <m:t> 9</m:t>
                          </m:r>
                          <m:r>
                            <a:rPr lang="en-IN" sz="2800" i="1" dirty="0">
                              <a:solidFill>
                                <a:srgbClr val="002060"/>
                              </a:solidFill>
                              <a:latin typeface="Cambria Math" panose="02040503050406030204" pitchFamily="18" charset="0"/>
                            </a:rPr>
                            <m:t> </m:t>
                          </m:r>
                        </m:den>
                      </m:f>
                      <m:d>
                        <m:dPr>
                          <m:begChr m:val="["/>
                          <m:endChr m:val="]"/>
                          <m:ctrlPr>
                            <a:rPr lang="en-IN" sz="2800" b="0" i="1" dirty="0" smtClean="0">
                              <a:solidFill>
                                <a:srgbClr val="002060"/>
                              </a:solidFill>
                              <a:latin typeface="Cambria Math" panose="02040503050406030204" pitchFamily="18" charset="0"/>
                            </a:rPr>
                          </m:ctrlPr>
                        </m:dPr>
                        <m:e>
                          <m:d>
                            <m:dPr>
                              <m:ctrlPr>
                                <a:rPr lang="en-IN" sz="2800" b="0" i="1" dirty="0" smtClean="0">
                                  <a:solidFill>
                                    <a:schemeClr val="bg1"/>
                                  </a:solidFill>
                                  <a:latin typeface="Cambria Math" panose="02040503050406030204" pitchFamily="18" charset="0"/>
                                </a:rPr>
                              </m:ctrlPr>
                            </m:dPr>
                            <m:e>
                              <m:r>
                                <a:rPr lang="en-IN" sz="2800">
                                  <a:solidFill>
                                    <a:schemeClr val="bg1"/>
                                  </a:solidFill>
                                  <a:latin typeface="Cambria Math" panose="02040503050406030204" pitchFamily="18" charset="0"/>
                                </a:rPr>
                                <m:t>2</m:t>
                              </m:r>
                              <m:sSup>
                                <m:sSupPr>
                                  <m:ctrlPr>
                                    <a:rPr lang="en-IN" sz="2800" i="1">
                                      <a:solidFill>
                                        <a:schemeClr val="bg1"/>
                                      </a:solidFill>
                                      <a:latin typeface="Cambria Math" panose="02040503050406030204" pitchFamily="18" charset="0"/>
                                    </a:rPr>
                                  </m:ctrlPr>
                                </m:sSupPr>
                                <m:e>
                                  <m:d>
                                    <m:dPr>
                                      <m:ctrlPr>
                                        <a:rPr lang="en-IN" sz="2800" b="0" i="1" smtClean="0">
                                          <a:solidFill>
                                            <a:schemeClr val="bg1"/>
                                          </a:solidFill>
                                          <a:latin typeface="Cambria Math" panose="02040503050406030204" pitchFamily="18" charset="0"/>
                                        </a:rPr>
                                      </m:ctrlPr>
                                    </m:dPr>
                                    <m:e>
                                      <m:r>
                                        <a:rPr lang="en-IN" sz="2800" b="0" i="1" smtClean="0">
                                          <a:solidFill>
                                            <a:schemeClr val="bg1"/>
                                          </a:solidFill>
                                          <a:latin typeface="Cambria Math" panose="02040503050406030204" pitchFamily="18" charset="0"/>
                                        </a:rPr>
                                        <m:t>3</m:t>
                                      </m:r>
                                    </m:e>
                                  </m:d>
                                </m:e>
                                <m:sup>
                                  <m:r>
                                    <a:rPr lang="en-IN" sz="2800">
                                      <a:solidFill>
                                        <a:schemeClr val="bg1"/>
                                      </a:solidFill>
                                      <a:latin typeface="Cambria Math" panose="02040503050406030204" pitchFamily="18" charset="0"/>
                                    </a:rPr>
                                    <m:t>2</m:t>
                                  </m:r>
                                </m:sup>
                              </m:sSup>
                              <m:r>
                                <a:rPr lang="en-US" sz="2800">
                                  <a:solidFill>
                                    <a:schemeClr val="bg1"/>
                                  </a:solidFill>
                                  <a:latin typeface="Cambria Math" panose="02040503050406030204" pitchFamily="18" charset="0"/>
                                </a:rPr>
                                <m:t>−</m:t>
                              </m:r>
                              <m:f>
                                <m:fPr>
                                  <m:ctrlPr>
                                    <a:rPr lang="en-IN" sz="2800" i="1">
                                      <a:solidFill>
                                        <a:schemeClr val="bg1"/>
                                      </a:solidFill>
                                      <a:latin typeface="Cambria Math" panose="02040503050406030204" pitchFamily="18" charset="0"/>
                                    </a:rPr>
                                  </m:ctrlPr>
                                </m:fPr>
                                <m:num>
                                  <m:r>
                                    <a:rPr lang="en-IN" sz="2800">
                                      <a:solidFill>
                                        <a:schemeClr val="bg1"/>
                                      </a:solidFill>
                                      <a:latin typeface="Cambria Math" panose="02040503050406030204" pitchFamily="18" charset="0"/>
                                    </a:rPr>
                                    <m:t> </m:t>
                                  </m:r>
                                  <m:sSup>
                                    <m:sSupPr>
                                      <m:ctrlPr>
                                        <a:rPr lang="en-IN" sz="2800" i="1">
                                          <a:solidFill>
                                            <a:schemeClr val="bg1"/>
                                          </a:solidFill>
                                          <a:latin typeface="Cambria Math" panose="02040503050406030204" pitchFamily="18" charset="0"/>
                                        </a:rPr>
                                      </m:ctrlPr>
                                    </m:sSupPr>
                                    <m:e>
                                      <m:d>
                                        <m:dPr>
                                          <m:ctrlPr>
                                            <a:rPr lang="en-IN" sz="2800" b="0" i="1" smtClean="0">
                                              <a:solidFill>
                                                <a:schemeClr val="bg1"/>
                                              </a:solidFill>
                                              <a:latin typeface="Cambria Math" panose="02040503050406030204" pitchFamily="18" charset="0"/>
                                            </a:rPr>
                                          </m:ctrlPr>
                                        </m:dPr>
                                        <m:e>
                                          <m:r>
                                            <a:rPr lang="en-IN" sz="2800" b="0" i="0" smtClean="0">
                                              <a:solidFill>
                                                <a:schemeClr val="bg1"/>
                                              </a:solidFill>
                                              <a:latin typeface="Cambria Math" panose="02040503050406030204" pitchFamily="18" charset="0"/>
                                            </a:rPr>
                                            <m:t>3</m:t>
                                          </m:r>
                                        </m:e>
                                      </m:d>
                                    </m:e>
                                    <m:sup>
                                      <m:r>
                                        <a:rPr lang="en-IN" sz="2800" b="0" i="0" smtClean="0">
                                          <a:solidFill>
                                            <a:schemeClr val="bg1"/>
                                          </a:solidFill>
                                          <a:latin typeface="Cambria Math" panose="02040503050406030204" pitchFamily="18" charset="0"/>
                                        </a:rPr>
                                        <m:t>3</m:t>
                                      </m:r>
                                    </m:sup>
                                  </m:sSup>
                                  <m:r>
                                    <a:rPr lang="en-IN" sz="2800">
                                      <a:solidFill>
                                        <a:schemeClr val="bg1"/>
                                      </a:solidFill>
                                      <a:latin typeface="Cambria Math" panose="02040503050406030204" pitchFamily="18" charset="0"/>
                                    </a:rPr>
                                    <m:t> </m:t>
                                  </m:r>
                                </m:num>
                                <m:den>
                                  <m:r>
                                    <a:rPr lang="en-US" sz="2800">
                                      <a:solidFill>
                                        <a:schemeClr val="bg1"/>
                                      </a:solidFill>
                                      <a:latin typeface="Cambria Math" panose="02040503050406030204" pitchFamily="18" charset="0"/>
                                    </a:rPr>
                                    <m:t> </m:t>
                                  </m:r>
                                  <m:r>
                                    <a:rPr lang="en-IN" sz="2800" b="0" i="1" smtClean="0">
                                      <a:solidFill>
                                        <a:schemeClr val="bg1"/>
                                      </a:solidFill>
                                      <a:latin typeface="Cambria Math" panose="02040503050406030204" pitchFamily="18" charset="0"/>
                                    </a:rPr>
                                    <m:t>3</m:t>
                                  </m:r>
                                </m:den>
                              </m:f>
                            </m:e>
                          </m:d>
                          <m:r>
                            <a:rPr lang="en-IN" sz="2800" b="0" i="1" smtClean="0">
                              <a:solidFill>
                                <a:schemeClr val="bg1"/>
                              </a:solidFill>
                              <a:latin typeface="Cambria Math" panose="02040503050406030204" pitchFamily="18" charset="0"/>
                            </a:rPr>
                            <m:t>               </m:t>
                          </m:r>
                        </m:e>
                      </m:d>
                    </m:oMath>
                  </m:oMathPara>
                </a14:m>
                <a:endParaRPr lang="en-IN" sz="2800" dirty="0"/>
              </a:p>
            </p:txBody>
          </p:sp>
        </mc:Choice>
        <mc:Fallback xmlns="">
          <p:sp>
            <p:nvSpPr>
              <p:cNvPr id="15" name="TextBox 14">
                <a:extLst>
                  <a:ext uri="{FF2B5EF4-FFF2-40B4-BE49-F238E27FC236}">
                    <a16:creationId xmlns:a16="http://schemas.microsoft.com/office/drawing/2014/main" id="{FAD907CA-A0FA-46BA-BF14-C1E5335ED2B9}"/>
                  </a:ext>
                </a:extLst>
              </p:cNvPr>
              <p:cNvSpPr txBox="1">
                <a:spLocks noRot="1" noChangeAspect="1" noMove="1" noResize="1" noEditPoints="1" noAdjustHandles="1" noChangeArrowheads="1" noChangeShapeType="1" noTextEdit="1"/>
              </p:cNvSpPr>
              <p:nvPr/>
            </p:nvSpPr>
            <p:spPr>
              <a:xfrm>
                <a:off x="1628513" y="3462262"/>
                <a:ext cx="5204087" cy="1069139"/>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E2A464F-AD02-45D8-ACE3-C82825749D70}"/>
                  </a:ext>
                </a:extLst>
              </p:cNvPr>
              <p:cNvSpPr txBox="1"/>
              <p:nvPr/>
            </p:nvSpPr>
            <p:spPr>
              <a:xfrm>
                <a:off x="2603499" y="3462261"/>
                <a:ext cx="2755900" cy="106913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ctrlPr>
                            <a:rPr lang="en-IN" sz="2800" i="1" dirty="0">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2</m:t>
                          </m:r>
                          <m:sSup>
                            <m:sSupPr>
                              <m:ctrlPr>
                                <a:rPr lang="en-IN" sz="2800" i="1">
                                  <a:solidFill>
                                    <a:srgbClr val="002060"/>
                                  </a:solidFill>
                                  <a:latin typeface="Cambria Math" panose="02040503050406030204" pitchFamily="18" charset="0"/>
                                </a:rPr>
                              </m:ctrlPr>
                            </m:sSupPr>
                            <m:e>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3</m:t>
                                  </m:r>
                                </m:e>
                              </m:d>
                            </m:e>
                            <m:sup>
                              <m:r>
                                <a:rPr lang="en-IN"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Sup>
                                <m:sSupPr>
                                  <m:ctrlPr>
                                    <a:rPr lang="en-IN" sz="2800" i="1">
                                      <a:solidFill>
                                        <a:srgbClr val="002060"/>
                                      </a:solidFill>
                                      <a:latin typeface="Cambria Math" panose="02040503050406030204" pitchFamily="18" charset="0"/>
                                    </a:rPr>
                                  </m:ctrlPr>
                                </m:sSupPr>
                                <m:e>
                                  <m:d>
                                    <m:dPr>
                                      <m:ctrlPr>
                                        <a:rPr lang="en-IN" sz="2800" i="1">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3</m:t>
                                      </m:r>
                                    </m:e>
                                  </m:d>
                                </m:e>
                                <m:sup>
                                  <m:r>
                                    <a:rPr lang="en-IN" sz="2800">
                                      <a:solidFill>
                                        <a:srgbClr val="002060"/>
                                      </a:solidFill>
                                      <a:latin typeface="Cambria Math" panose="02040503050406030204" pitchFamily="18" charset="0"/>
                                    </a:rPr>
                                    <m:t>3</m:t>
                                  </m:r>
                                </m:sup>
                              </m:sSup>
                              <m:r>
                                <a:rPr lang="en-IN" sz="2800">
                                  <a:solidFill>
                                    <a:srgbClr val="002060"/>
                                  </a:solidFill>
                                  <a:latin typeface="Cambria Math" panose="02040503050406030204" pitchFamily="18" charset="0"/>
                                </a:rPr>
                                <m:t> </m:t>
                              </m:r>
                            </m:num>
                            <m:den>
                              <m:r>
                                <a:rPr lang="en-US" sz="2800">
                                  <a:solidFill>
                                    <a:srgbClr val="002060"/>
                                  </a:solidFill>
                                  <a:latin typeface="Cambria Math" panose="02040503050406030204" pitchFamily="18" charset="0"/>
                                </a:rPr>
                                <m:t> </m:t>
                              </m:r>
                              <m:r>
                                <a:rPr lang="en-IN" sz="2800" i="1">
                                  <a:solidFill>
                                    <a:srgbClr val="002060"/>
                                  </a:solidFill>
                                  <a:latin typeface="Cambria Math" panose="02040503050406030204" pitchFamily="18" charset="0"/>
                                </a:rPr>
                                <m:t>3</m:t>
                              </m:r>
                            </m:den>
                          </m:f>
                        </m:e>
                      </m:d>
                    </m:oMath>
                  </m:oMathPara>
                </a14:m>
                <a:endParaRPr lang="en-IN" sz="2800" dirty="0"/>
              </a:p>
            </p:txBody>
          </p:sp>
        </mc:Choice>
        <mc:Fallback xmlns="">
          <p:sp>
            <p:nvSpPr>
              <p:cNvPr id="17" name="TextBox 16">
                <a:extLst>
                  <a:ext uri="{FF2B5EF4-FFF2-40B4-BE49-F238E27FC236}">
                    <a16:creationId xmlns:a16="http://schemas.microsoft.com/office/drawing/2014/main" id="{EE2A464F-AD02-45D8-ACE3-C82825749D70}"/>
                  </a:ext>
                </a:extLst>
              </p:cNvPr>
              <p:cNvSpPr txBox="1">
                <a:spLocks noRot="1" noChangeAspect="1" noMove="1" noResize="1" noEditPoints="1" noAdjustHandles="1" noChangeArrowheads="1" noChangeShapeType="1" noTextEdit="1"/>
              </p:cNvSpPr>
              <p:nvPr/>
            </p:nvSpPr>
            <p:spPr>
              <a:xfrm>
                <a:off x="2603499" y="3462261"/>
                <a:ext cx="2755900" cy="1069139"/>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58F0EEC-F16D-437A-A09E-03AEB5A59629}"/>
                  </a:ext>
                </a:extLst>
              </p:cNvPr>
              <p:cNvSpPr txBox="1"/>
              <p:nvPr/>
            </p:nvSpPr>
            <p:spPr>
              <a:xfrm>
                <a:off x="5283432" y="3746571"/>
                <a:ext cx="47981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1" dirty="0" smtClean="0">
                          <a:solidFill>
                            <a:srgbClr val="002060"/>
                          </a:solidFill>
                          <a:latin typeface="Cambria Math" panose="02040503050406030204" pitchFamily="18" charset="0"/>
                        </a:rPr>
                        <m:t>−</m:t>
                      </m:r>
                    </m:oMath>
                  </m:oMathPara>
                </a14:m>
                <a:endParaRPr lang="en-IN" sz="2800" dirty="0"/>
              </a:p>
            </p:txBody>
          </p:sp>
        </mc:Choice>
        <mc:Fallback xmlns="">
          <p:sp>
            <p:nvSpPr>
              <p:cNvPr id="19" name="TextBox 18">
                <a:extLst>
                  <a:ext uri="{FF2B5EF4-FFF2-40B4-BE49-F238E27FC236}">
                    <a16:creationId xmlns:a16="http://schemas.microsoft.com/office/drawing/2014/main" id="{558F0EEC-F16D-437A-A09E-03AEB5A59629}"/>
                  </a:ext>
                </a:extLst>
              </p:cNvPr>
              <p:cNvSpPr txBox="1">
                <a:spLocks noRot="1" noChangeAspect="1" noMove="1" noResize="1" noEditPoints="1" noAdjustHandles="1" noChangeArrowheads="1" noChangeShapeType="1" noTextEdit="1"/>
              </p:cNvSpPr>
              <p:nvPr/>
            </p:nvSpPr>
            <p:spPr>
              <a:xfrm>
                <a:off x="5283432" y="3746571"/>
                <a:ext cx="479819"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E764BCF-3DF9-41D5-B855-521A9CF9B76C}"/>
                  </a:ext>
                </a:extLst>
              </p:cNvPr>
              <p:cNvSpPr txBox="1"/>
              <p:nvPr/>
            </p:nvSpPr>
            <p:spPr>
              <a:xfrm>
                <a:off x="5687283" y="3746571"/>
                <a:ext cx="75128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ctrlPr>
                            <a:rPr lang="en-IN" sz="2800" i="1" dirty="0" smtClean="0">
                              <a:solidFill>
                                <a:srgbClr val="002060"/>
                              </a:solidFill>
                              <a:latin typeface="Cambria Math" panose="02040503050406030204" pitchFamily="18" charset="0"/>
                            </a:rPr>
                          </m:ctrlPr>
                        </m:dPr>
                        <m:e>
                          <m:r>
                            <a:rPr lang="en-IN" sz="2800" b="0" i="1" smtClean="0">
                              <a:solidFill>
                                <a:srgbClr val="002060"/>
                              </a:solidFill>
                              <a:latin typeface="Cambria Math" panose="02040503050406030204" pitchFamily="18" charset="0"/>
                            </a:rPr>
                            <m:t>0</m:t>
                          </m:r>
                        </m:e>
                      </m:d>
                    </m:oMath>
                  </m:oMathPara>
                </a14:m>
                <a:endParaRPr lang="en-IN" sz="2800" dirty="0"/>
              </a:p>
            </p:txBody>
          </p:sp>
        </mc:Choice>
        <mc:Fallback xmlns="">
          <p:sp>
            <p:nvSpPr>
              <p:cNvPr id="20" name="TextBox 19">
                <a:extLst>
                  <a:ext uri="{FF2B5EF4-FFF2-40B4-BE49-F238E27FC236}">
                    <a16:creationId xmlns:a16="http://schemas.microsoft.com/office/drawing/2014/main" id="{2E764BCF-3DF9-41D5-B855-521A9CF9B76C}"/>
                  </a:ext>
                </a:extLst>
              </p:cNvPr>
              <p:cNvSpPr txBox="1">
                <a:spLocks noRot="1" noChangeAspect="1" noMove="1" noResize="1" noEditPoints="1" noAdjustHandles="1" noChangeArrowheads="1" noChangeShapeType="1" noTextEdit="1"/>
              </p:cNvSpPr>
              <p:nvPr/>
            </p:nvSpPr>
            <p:spPr>
              <a:xfrm>
                <a:off x="5687283" y="3746571"/>
                <a:ext cx="751281"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E3D9A84-4A16-472C-A60B-D06DD007A538}"/>
                  </a:ext>
                </a:extLst>
              </p:cNvPr>
              <p:cNvSpPr txBox="1"/>
              <p:nvPr/>
            </p:nvSpPr>
            <p:spPr>
              <a:xfrm>
                <a:off x="1628514" y="4619952"/>
                <a:ext cx="2290344"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dirty="0">
                              <a:solidFill>
                                <a:srgbClr val="002060"/>
                              </a:solidFill>
                              <a:latin typeface="Cambria Math" panose="02040503050406030204" pitchFamily="18" charset="0"/>
                            </a:rPr>
                            <m:t> 9</m:t>
                          </m:r>
                          <m:r>
                            <a:rPr lang="en-IN" sz="2800" i="1" dirty="0">
                              <a:solidFill>
                                <a:srgbClr val="002060"/>
                              </a:solidFill>
                              <a:latin typeface="Cambria Math" panose="02040503050406030204" pitchFamily="18" charset="0"/>
                            </a:rPr>
                            <m:t> </m:t>
                          </m:r>
                        </m:den>
                      </m:f>
                      <m:d>
                        <m:dPr>
                          <m:begChr m:val="["/>
                          <m:endChr m:val="]"/>
                          <m:ctrlPr>
                            <a:rPr lang="en-IN" sz="2800" b="0" i="1" dirty="0" smtClean="0">
                              <a:solidFill>
                                <a:srgbClr val="002060"/>
                              </a:solidFill>
                              <a:latin typeface="Cambria Math" panose="02040503050406030204" pitchFamily="18" charset="0"/>
                            </a:rPr>
                          </m:ctrlPr>
                        </m:dPr>
                        <m:e>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8</m:t>
                          </m:r>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9</m:t>
                          </m:r>
                        </m:e>
                      </m:d>
                    </m:oMath>
                  </m:oMathPara>
                </a14:m>
                <a:endParaRPr lang="en-IN" sz="2800" dirty="0"/>
              </a:p>
            </p:txBody>
          </p:sp>
        </mc:Choice>
        <mc:Fallback xmlns="">
          <p:sp>
            <p:nvSpPr>
              <p:cNvPr id="21" name="TextBox 20">
                <a:extLst>
                  <a:ext uri="{FF2B5EF4-FFF2-40B4-BE49-F238E27FC236}">
                    <a16:creationId xmlns:a16="http://schemas.microsoft.com/office/drawing/2014/main" id="{3E3D9A84-4A16-472C-A60B-D06DD007A538}"/>
                  </a:ext>
                </a:extLst>
              </p:cNvPr>
              <p:cNvSpPr txBox="1">
                <a:spLocks noRot="1" noChangeAspect="1" noMove="1" noResize="1" noEditPoints="1" noAdjustHandles="1" noChangeArrowheads="1" noChangeShapeType="1" noTextEdit="1"/>
              </p:cNvSpPr>
              <p:nvPr/>
            </p:nvSpPr>
            <p:spPr>
              <a:xfrm>
                <a:off x="1628514" y="4619952"/>
                <a:ext cx="2290344" cy="901785"/>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F8BBA5B6-6367-4419-8BC5-E138FD577EB6}"/>
                  </a:ext>
                </a:extLst>
              </p:cNvPr>
              <p:cNvSpPr txBox="1"/>
              <p:nvPr/>
            </p:nvSpPr>
            <p:spPr>
              <a:xfrm>
                <a:off x="1628514" y="5610289"/>
                <a:ext cx="1415142"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dirty="0">
                              <a:solidFill>
                                <a:srgbClr val="002060"/>
                              </a:solidFill>
                              <a:latin typeface="Cambria Math" panose="02040503050406030204" pitchFamily="18" charset="0"/>
                            </a:rPr>
                            <m:t> 9</m:t>
                          </m:r>
                          <m:r>
                            <a:rPr lang="en-IN" sz="2800" i="1" dirty="0">
                              <a:solidFill>
                                <a:srgbClr val="002060"/>
                              </a:solidFill>
                              <a:latin typeface="Cambria Math" panose="02040503050406030204" pitchFamily="18" charset="0"/>
                            </a:rPr>
                            <m:t> </m:t>
                          </m:r>
                        </m:den>
                      </m:f>
                      <m:d>
                        <m:dPr>
                          <m:begChr m:val="["/>
                          <m:endChr m:val="]"/>
                          <m:ctrlPr>
                            <a:rPr lang="en-IN" sz="2800" b="0" i="1" dirty="0" smtClean="0">
                              <a:solidFill>
                                <a:srgbClr val="002060"/>
                              </a:solidFill>
                              <a:latin typeface="Cambria Math" panose="02040503050406030204" pitchFamily="18" charset="0"/>
                            </a:rPr>
                          </m:ctrlPr>
                        </m:dPr>
                        <m:e>
                          <m:r>
                            <a:rPr lang="en-IN" sz="2800" i="1" smtClean="0">
                              <a:solidFill>
                                <a:srgbClr val="002060"/>
                              </a:solidFill>
                              <a:latin typeface="Cambria Math" panose="02040503050406030204" pitchFamily="18" charset="0"/>
                            </a:rPr>
                            <m:t>9</m:t>
                          </m:r>
                        </m:e>
                      </m:d>
                    </m:oMath>
                  </m:oMathPara>
                </a14:m>
                <a:endParaRPr lang="en-IN" sz="2800" dirty="0"/>
              </a:p>
            </p:txBody>
          </p:sp>
        </mc:Choice>
        <mc:Fallback xmlns="">
          <p:sp>
            <p:nvSpPr>
              <p:cNvPr id="22" name="TextBox 21">
                <a:extLst>
                  <a:ext uri="{FF2B5EF4-FFF2-40B4-BE49-F238E27FC236}">
                    <a16:creationId xmlns:a16="http://schemas.microsoft.com/office/drawing/2014/main" id="{F8BBA5B6-6367-4419-8BC5-E138FD577EB6}"/>
                  </a:ext>
                </a:extLst>
              </p:cNvPr>
              <p:cNvSpPr txBox="1">
                <a:spLocks noRot="1" noChangeAspect="1" noMove="1" noResize="1" noEditPoints="1" noAdjustHandles="1" noChangeArrowheads="1" noChangeShapeType="1" noTextEdit="1"/>
              </p:cNvSpPr>
              <p:nvPr/>
            </p:nvSpPr>
            <p:spPr>
              <a:xfrm>
                <a:off x="1628514" y="5610289"/>
                <a:ext cx="1415142" cy="901785"/>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3633FAB-EC57-476B-8299-A6684EA8F0E7}"/>
                  </a:ext>
                </a:extLst>
              </p:cNvPr>
              <p:cNvSpPr txBox="1"/>
              <p:nvPr/>
            </p:nvSpPr>
            <p:spPr>
              <a:xfrm>
                <a:off x="3043656" y="5799571"/>
                <a:ext cx="76090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i="1" dirty="0" smtClean="0">
                          <a:solidFill>
                            <a:srgbClr val="002060"/>
                          </a:solidFill>
                          <a:latin typeface="Cambria Math" panose="02040503050406030204" pitchFamily="18" charset="0"/>
                        </a:rPr>
                        <m:t>1</m:t>
                      </m:r>
                    </m:oMath>
                  </m:oMathPara>
                </a14:m>
                <a:endParaRPr lang="en-IN" sz="2800" dirty="0"/>
              </a:p>
            </p:txBody>
          </p:sp>
        </mc:Choice>
        <mc:Fallback xmlns="">
          <p:sp>
            <p:nvSpPr>
              <p:cNvPr id="23" name="TextBox 22">
                <a:extLst>
                  <a:ext uri="{FF2B5EF4-FFF2-40B4-BE49-F238E27FC236}">
                    <a16:creationId xmlns:a16="http://schemas.microsoft.com/office/drawing/2014/main" id="{53633FAB-EC57-476B-8299-A6684EA8F0E7}"/>
                  </a:ext>
                </a:extLst>
              </p:cNvPr>
              <p:cNvSpPr txBox="1">
                <a:spLocks noRot="1" noChangeAspect="1" noMove="1" noResize="1" noEditPoints="1" noAdjustHandles="1" noChangeArrowheads="1" noChangeShapeType="1" noTextEdit="1"/>
              </p:cNvSpPr>
              <p:nvPr/>
            </p:nvSpPr>
            <p:spPr>
              <a:xfrm>
                <a:off x="3043656" y="5799571"/>
                <a:ext cx="760901"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E603A32-E0F0-4A41-9BF0-2A87C52C5706}"/>
                  </a:ext>
                </a:extLst>
              </p:cNvPr>
              <p:cNvSpPr txBox="1"/>
              <p:nvPr/>
            </p:nvSpPr>
            <p:spPr>
              <a:xfrm>
                <a:off x="6843488" y="1356927"/>
                <a:ext cx="5348512" cy="1687834"/>
              </a:xfrm>
              <a:prstGeom prst="rect">
                <a:avLst/>
              </a:prstGeom>
              <a:noFill/>
            </p:spPr>
            <p:txBody>
              <a:bodyPr wrap="square">
                <a:spAutoFit/>
              </a:bodyPr>
              <a:lstStyle/>
              <a:p>
                <a:pPr>
                  <a:lnSpc>
                    <a:spcPct val="100000"/>
                  </a:lnSpc>
                </a:pPr>
                <a14:m>
                  <m:oMathPara xmlns:m="http://schemas.openxmlformats.org/officeDocument/2006/math">
                    <m:oMathParaPr>
                      <m:jc m:val="left"/>
                    </m:oMathParaPr>
                    <m:oMath xmlns:m="http://schemas.openxmlformats.org/officeDocument/2006/math">
                      <m:r>
                        <m:rPr>
                          <m:sty m:val="p"/>
                        </m:rPr>
                        <a:rPr lang="en-US" sz="2800">
                          <a:solidFill>
                            <a:srgbClr val="002060"/>
                          </a:solidFill>
                          <a:latin typeface="Cambria Math" panose="02040503050406030204" pitchFamily="18" charset="0"/>
                        </a:rPr>
                        <m:t>f</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e>
                      </m:d>
                      <m:r>
                        <a:rPr lang="en-US" sz="2800">
                          <a:solidFill>
                            <a:srgbClr val="002060"/>
                          </a:solidFill>
                          <a:latin typeface="Cambria Math" panose="02040503050406030204" pitchFamily="18" charset="0"/>
                        </a:rPr>
                        <m:t>=</m:t>
                      </m:r>
                      <m:d>
                        <m:dPr>
                          <m:begChr m:val="{"/>
                          <m:endChr m:val=""/>
                          <m:ctrlPr>
                            <a:rPr lang="en-IN" sz="2800" i="1">
                              <a:solidFill>
                                <a:srgbClr val="002060"/>
                              </a:solidFill>
                              <a:latin typeface="Cambria Math" panose="02040503050406030204" pitchFamily="18" charset="0"/>
                            </a:rPr>
                          </m:ctrlPr>
                        </m:dPr>
                        <m:e>
                          <m:r>
                            <a:rPr lang="en-US" sz="2800" i="1">
                              <a:solidFill>
                                <a:srgbClr val="002060"/>
                              </a:solidFill>
                              <a:latin typeface="Cambria Math" panose="02040503050406030204" pitchFamily="18" charset="0"/>
                            </a:rPr>
                            <m:t>  </m:t>
                          </m:r>
                          <m:eqArr>
                            <m:eqArrPr>
                              <m:ctrlPr>
                                <a:rPr lang="en-IN" sz="2800" i="1">
                                  <a:solidFill>
                                    <a:srgbClr val="002060"/>
                                  </a:solidFill>
                                  <a:latin typeface="Cambria Math" panose="02040503050406030204" pitchFamily="18" charset="0"/>
                                </a:rPr>
                              </m:ctrlPr>
                            </m:eqArrPr>
                            <m:e>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2</m:t>
                                  </m:r>
                                  <m:r>
                                    <m:rPr>
                                      <m:sty m:val="p"/>
                                    </m:rPr>
                                    <a:rPr lang="en-US" sz="2800">
                                      <a:solidFill>
                                        <a:srgbClr val="002060"/>
                                      </a:solidFill>
                                      <a:latin typeface="Cambria Math" panose="02040503050406030204" pitchFamily="18" charset="0"/>
                                    </a:rPr>
                                    <m:t>x</m:t>
                                  </m:r>
                                </m:num>
                                <m:den>
                                  <m:r>
                                    <a:rPr lang="en-US" sz="2800">
                                      <a:solidFill>
                                        <a:srgbClr val="002060"/>
                                      </a:solidFill>
                                      <a:latin typeface="Cambria Math" panose="02040503050406030204" pitchFamily="18" charset="0"/>
                                    </a:rPr>
                                    <m:t> 9 </m:t>
                                  </m:r>
                                </m:den>
                              </m:f>
                              <m:d>
                                <m:dPr>
                                  <m:ctrlPr>
                                    <a:rPr lang="en-IN" sz="2800" i="1">
                                      <a:solidFill>
                                        <a:srgbClr val="002060"/>
                                      </a:solidFill>
                                      <a:latin typeface="Cambria Math" panose="02040503050406030204" pitchFamily="18" charset="0"/>
                                    </a:rPr>
                                  </m:ctrlPr>
                                </m:dPr>
                                <m:e>
                                  <m:r>
                                    <a:rPr lang="en-US" sz="2800" i="1">
                                      <a:solidFill>
                                        <a:srgbClr val="002060"/>
                                      </a:solidFill>
                                      <a:latin typeface="Cambria Math" panose="02040503050406030204" pitchFamily="18" charset="0"/>
                                    </a:rPr>
                                    <m:t>2−</m:t>
                                  </m:r>
                                  <m:f>
                                    <m:fPr>
                                      <m:ctrlPr>
                                        <a:rPr lang="en-IN" sz="2800" i="1">
                                          <a:solidFill>
                                            <a:srgbClr val="002060"/>
                                          </a:solidFill>
                                          <a:latin typeface="Cambria Math" panose="02040503050406030204" pitchFamily="18" charset="0"/>
                                        </a:rPr>
                                      </m:ctrlPr>
                                    </m:fPr>
                                    <m:num>
                                      <m:r>
                                        <m:rPr>
                                          <m:sty m:val="p"/>
                                        </m:rPr>
                                        <a:rPr lang="en-US" sz="2800">
                                          <a:solidFill>
                                            <a:srgbClr val="002060"/>
                                          </a:solidFill>
                                          <a:latin typeface="Cambria Math" panose="02040503050406030204" pitchFamily="18" charset="0"/>
                                        </a:rPr>
                                        <m:t>x</m:t>
                                      </m:r>
                                    </m:num>
                                    <m:den>
                                      <m:r>
                                        <a:rPr lang="en-US" sz="2800">
                                          <a:solidFill>
                                            <a:srgbClr val="002060"/>
                                          </a:solidFill>
                                          <a:latin typeface="Cambria Math" panose="02040503050406030204" pitchFamily="18" charset="0"/>
                                        </a:rPr>
                                        <m:t> 2 </m:t>
                                      </m:r>
                                    </m:den>
                                  </m:f>
                                </m:e>
                              </m:d>
                              <m:r>
                                <a:rPr lang="en-US" sz="2800">
                                  <a:solidFill>
                                    <a:srgbClr val="002060"/>
                                  </a:solidFill>
                                  <a:latin typeface="Cambria Math" panose="02040503050406030204" pitchFamily="18" charset="0"/>
                                </a:rPr>
                                <m:t>  ; 0≤</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≤3</m:t>
                              </m:r>
                            </m:e>
                            <m:e>
                              <m:r>
                                <a:rPr lang="en-IN" sz="2800" i="1">
                                  <a:solidFill>
                                    <a:srgbClr val="002060"/>
                                  </a:solidFill>
                                  <a:latin typeface="Cambria Math" panose="02040503050406030204" pitchFamily="18" charset="0"/>
                                </a:rPr>
                                <m:t> </m:t>
                              </m:r>
                            </m:e>
                            <m:e>
                              <m:r>
                                <a:rPr lang="en-US" sz="2800">
                                  <a:solidFill>
                                    <a:srgbClr val="002060"/>
                                  </a:solidFill>
                                  <a:latin typeface="Cambria Math" panose="02040503050406030204" pitchFamily="18" charset="0"/>
                                </a:rPr>
                                <m:t>        0              ;</m:t>
                              </m:r>
                              <m:r>
                                <m:rPr>
                                  <m:sty m:val="p"/>
                                </m:rPr>
                                <a:rPr lang="en-US" sz="2800">
                                  <a:solidFill>
                                    <a:srgbClr val="002060"/>
                                  </a:solidFill>
                                  <a:latin typeface="Cambria Math" panose="02040503050406030204" pitchFamily="18" charset="0"/>
                                </a:rPr>
                                <m:t>elsewhere</m:t>
                              </m:r>
                            </m:e>
                          </m:eqArr>
                        </m:e>
                      </m:d>
                    </m:oMath>
                  </m:oMathPara>
                </a14:m>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AE603A32-E0F0-4A41-9BF0-2A87C52C5706}"/>
                  </a:ext>
                </a:extLst>
              </p:cNvPr>
              <p:cNvSpPr txBox="1">
                <a:spLocks noRot="1" noChangeAspect="1" noMove="1" noResize="1" noEditPoints="1" noAdjustHandles="1" noChangeArrowheads="1" noChangeShapeType="1" noTextEdit="1"/>
              </p:cNvSpPr>
              <p:nvPr/>
            </p:nvSpPr>
            <p:spPr>
              <a:xfrm>
                <a:off x="6843488" y="1356927"/>
                <a:ext cx="5348512" cy="1687834"/>
              </a:xfrm>
              <a:prstGeom prst="rect">
                <a:avLst/>
              </a:prstGeom>
              <a:blipFill>
                <a:blip r:embed="rId12"/>
                <a:stretch>
                  <a:fillRect/>
                </a:stretch>
              </a:blipFill>
            </p:spPr>
            <p:txBody>
              <a:bodyPr/>
              <a:lstStyle/>
              <a:p>
                <a:r>
                  <a:rPr lang="en-IN">
                    <a:noFill/>
                  </a:rPr>
                  <a:t> </a:t>
                </a:r>
              </a:p>
            </p:txBody>
          </p:sp>
        </mc:Fallback>
      </mc:AlternateContent>
      <p:sp>
        <p:nvSpPr>
          <p:cNvPr id="25" name="TextBox 24">
            <a:extLst>
              <a:ext uri="{FF2B5EF4-FFF2-40B4-BE49-F238E27FC236}">
                <a16:creationId xmlns:a16="http://schemas.microsoft.com/office/drawing/2014/main" id="{2379322D-1B49-496C-85C4-966FDCBC3250}"/>
              </a:ext>
            </a:extLst>
          </p:cNvPr>
          <p:cNvSpPr txBox="1"/>
          <p:nvPr/>
        </p:nvSpPr>
        <p:spPr>
          <a:xfrm>
            <a:off x="6832600" y="868175"/>
            <a:ext cx="1037771" cy="523220"/>
          </a:xfrm>
          <a:prstGeom prst="rect">
            <a:avLst/>
          </a:prstGeom>
          <a:noFill/>
        </p:spPr>
        <p:txBody>
          <a:bodyPr wrap="square">
            <a:spAutoFit/>
          </a:bodyPr>
          <a:lstStyle/>
          <a:p>
            <a:pPr>
              <a:lnSpc>
                <a:spcPct val="100000"/>
              </a:lnSpc>
            </a:pPr>
            <a:r>
              <a:rPr lang="en-IN" sz="2800" dirty="0">
                <a:solidFill>
                  <a:srgbClr val="002060"/>
                </a:solidFill>
              </a:rPr>
              <a:t>Thus,</a:t>
            </a:r>
          </a:p>
        </p:txBody>
      </p:sp>
      <p:sp>
        <p:nvSpPr>
          <p:cNvPr id="26" name="TextBox 25">
            <a:extLst>
              <a:ext uri="{FF2B5EF4-FFF2-40B4-BE49-F238E27FC236}">
                <a16:creationId xmlns:a16="http://schemas.microsoft.com/office/drawing/2014/main" id="{E0F642A9-ADA5-4173-A8A6-1E0A0E445785}"/>
              </a:ext>
            </a:extLst>
          </p:cNvPr>
          <p:cNvSpPr txBox="1"/>
          <p:nvPr/>
        </p:nvSpPr>
        <p:spPr>
          <a:xfrm>
            <a:off x="7223648" y="3139616"/>
            <a:ext cx="1506696" cy="523220"/>
          </a:xfrm>
          <a:prstGeom prst="rect">
            <a:avLst/>
          </a:prstGeom>
          <a:noFill/>
        </p:spPr>
        <p:txBody>
          <a:bodyPr wrap="square">
            <a:spAutoFit/>
          </a:bodyPr>
          <a:lstStyle/>
          <a:p>
            <a:pPr>
              <a:lnSpc>
                <a:spcPct val="100000"/>
              </a:lnSpc>
            </a:pPr>
            <a:r>
              <a:rPr lang="en-IN" sz="2800" dirty="0">
                <a:solidFill>
                  <a:srgbClr val="002060"/>
                </a:solidFill>
              </a:rPr>
              <a:t>is P.D.F.</a:t>
            </a:r>
          </a:p>
        </p:txBody>
      </p:sp>
      <p:cxnSp>
        <p:nvCxnSpPr>
          <p:cNvPr id="27" name="Straight Connector 26">
            <a:extLst>
              <a:ext uri="{FF2B5EF4-FFF2-40B4-BE49-F238E27FC236}">
                <a16:creationId xmlns:a16="http://schemas.microsoft.com/office/drawing/2014/main" id="{5834B90D-2D3D-45F6-B247-071A0DD1FFB9}"/>
              </a:ext>
            </a:extLst>
          </p:cNvPr>
          <p:cNvCxnSpPr>
            <a:cxnSpLocks/>
          </p:cNvCxnSpPr>
          <p:nvPr/>
        </p:nvCxnSpPr>
        <p:spPr>
          <a:xfrm>
            <a:off x="6643913" y="868175"/>
            <a:ext cx="0" cy="556690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60332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wipe(up)">
                                      <p:cBhvr>
                                        <p:cTn id="39" dur="500"/>
                                        <p:tgtEl>
                                          <p:spTgt spid="27"/>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4"/>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15" grpId="0"/>
      <p:bldP spid="17" grpId="0"/>
      <p:bldP spid="19" grpId="0"/>
      <p:bldP spid="20" grpId="0"/>
      <p:bldP spid="21" grpId="0"/>
      <p:bldP spid="22" grpId="0"/>
      <p:bldP spid="23" grpId="0"/>
      <p:bldP spid="24" grpId="0"/>
      <p:bldP spid="25" grpId="0"/>
      <p:bldP spid="26" grpId="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8"/>
                <a:ext cx="11929645" cy="2347167"/>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algn="just">
                  <a:lnSpc>
                    <a:spcPct val="100000"/>
                  </a:lnSpc>
                  <a:spcBef>
                    <a:spcPts val="0"/>
                  </a:spcBef>
                  <a:spcAft>
                    <a:spcPts val="0"/>
                  </a:spcAft>
                  <a:tabLst>
                    <a:tab pos="0" algn="l"/>
                    <a:tab pos="447675" algn="l"/>
                  </a:tabLst>
                </a:pPr>
                <a:r>
                  <a:rPr lang="en-US" dirty="0">
                    <a:solidFill>
                      <a:schemeClr val="bg1"/>
                    </a:solidFill>
                    <a:effectLst/>
                    <a:latin typeface="+mj-lt"/>
                    <a:ea typeface="Calibri" panose="020F0502020204030204" pitchFamily="34" charset="0"/>
                    <a:cs typeface="Shruti" panose="020B0502040204020203" pitchFamily="34" charset="0"/>
                  </a:rPr>
                  <a:t>Is the function </a:t>
                </a:r>
                <a14:m>
                  <m:oMath xmlns:m="http://schemas.openxmlformats.org/officeDocument/2006/math">
                    <m:r>
                      <m:rPr>
                        <m:sty m:val="p"/>
                      </m:rPr>
                      <a:rPr lang="en-US">
                        <a:solidFill>
                          <a:schemeClr val="bg1"/>
                        </a:solidFill>
                        <a:effectLst/>
                        <a:latin typeface="Cambria Math" panose="02040503050406030204" pitchFamily="18" charset="0"/>
                        <a:ea typeface="Calibri" panose="020F0502020204030204" pitchFamily="34" charset="0"/>
                        <a:cs typeface="Shruti" panose="020B0502040204020203" pitchFamily="34" charset="0"/>
                      </a:rPr>
                      <m:t>f</m:t>
                    </m:r>
                    <m:r>
                      <a:rPr lang="en-US">
                        <a:solidFill>
                          <a:schemeClr val="bg1"/>
                        </a:solidFill>
                        <a:effectLst/>
                        <a:latin typeface="Cambria Math" panose="02040503050406030204" pitchFamily="18" charset="0"/>
                        <a:ea typeface="Calibri" panose="020F0502020204030204" pitchFamily="34" charset="0"/>
                        <a:cs typeface="Shruti" panose="020B0502040204020203" pitchFamily="34" charset="0"/>
                      </a:rPr>
                      <m:t>(</m:t>
                    </m:r>
                    <m:r>
                      <m:rPr>
                        <m:sty m:val="p"/>
                      </m:rPr>
                      <a:rPr lang="en-US">
                        <a:solidFill>
                          <a:schemeClr val="bg1"/>
                        </a:solidFill>
                        <a:effectLst/>
                        <a:latin typeface="Cambria Math" panose="02040503050406030204" pitchFamily="18" charset="0"/>
                        <a:ea typeface="Calibri" panose="020F0502020204030204" pitchFamily="34" charset="0"/>
                        <a:cs typeface="Shruti" panose="020B0502040204020203" pitchFamily="34" charset="0"/>
                      </a:rPr>
                      <m:t>x</m:t>
                    </m:r>
                    <m:r>
                      <a:rPr lang="en-US">
                        <a:solidFill>
                          <a:schemeClr val="bg1"/>
                        </a:solidFill>
                        <a:effectLst/>
                        <a:latin typeface="Cambria Math" panose="02040503050406030204" pitchFamily="18" charset="0"/>
                        <a:ea typeface="Calibri" panose="020F0502020204030204" pitchFamily="34" charset="0"/>
                        <a:cs typeface="Shruti" panose="020B0502040204020203" pitchFamily="34" charset="0"/>
                      </a:rPr>
                      <m:t>)</m:t>
                    </m:r>
                  </m:oMath>
                </a14:m>
                <a:r>
                  <a:rPr lang="en-US" dirty="0">
                    <a:solidFill>
                      <a:schemeClr val="bg1"/>
                    </a:solidFill>
                    <a:effectLst/>
                    <a:latin typeface="+mj-lt"/>
                    <a:ea typeface="Calibri" panose="020F0502020204030204" pitchFamily="34" charset="0"/>
                    <a:cs typeface="Shruti" panose="020B0502040204020203" pitchFamily="34" charset="0"/>
                  </a:rPr>
                  <a:t> defined as below is a probability function? If so, find the probability that the variate having this density falls in the interval </a:t>
                </a:r>
                <a14:m>
                  <m:oMath xmlns:m="http://schemas.openxmlformats.org/officeDocument/2006/math">
                    <m:r>
                      <a:rPr lang="en-US">
                        <a:solidFill>
                          <a:schemeClr val="bg1"/>
                        </a:solidFill>
                        <a:effectLst/>
                        <a:latin typeface="Cambria Math" panose="02040503050406030204" pitchFamily="18" charset="0"/>
                        <a:ea typeface="Calibri" panose="020F0502020204030204" pitchFamily="34" charset="0"/>
                        <a:cs typeface="Shruti" panose="020B0502040204020203" pitchFamily="34" charset="0"/>
                      </a:rPr>
                      <m:t>(1, 2)</m:t>
                    </m:r>
                  </m:oMath>
                </a14:m>
                <a:r>
                  <a:rPr lang="en-US" dirty="0">
                    <a:solidFill>
                      <a:schemeClr val="bg1"/>
                    </a:solidFill>
                    <a:effectLst/>
                    <a:latin typeface="+mj-lt"/>
                    <a:ea typeface="Calibri" panose="020F0502020204030204" pitchFamily="34" charset="0"/>
                    <a:cs typeface="Shruti" panose="020B0502040204020203" pitchFamily="34" charset="0"/>
                  </a:rPr>
                  <a:t>.</a:t>
                </a:r>
                <a:endParaRPr lang="en-IN" dirty="0">
                  <a:solidFill>
                    <a:schemeClr val="bg1"/>
                  </a:solidFill>
                  <a:effectLst/>
                  <a:latin typeface="+mj-lt"/>
                  <a:ea typeface="Calibri" panose="020F0502020204030204" pitchFamily="34" charset="0"/>
                  <a:cs typeface="Shruti" panose="020B0502040204020203" pitchFamily="34" charset="0"/>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8"/>
                <a:ext cx="11929645" cy="2347167"/>
              </a:xfrm>
              <a:prstGeom prst="rect">
                <a:avLst/>
              </a:prstGeom>
              <a:blipFill>
                <a:blip r:embed="rId2"/>
                <a:stretch>
                  <a:fillRect l="-1074" t="-2338" r="-1074"/>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5 ⇝ Example 5</a:t>
            </a:r>
            <a:endParaRPr lang="en-US" dirty="0"/>
          </a:p>
        </p:txBody>
      </p:sp>
      <p:sp>
        <p:nvSpPr>
          <p:cNvPr id="4" name="Content Placeholder 2"/>
          <p:cNvSpPr txBox="1">
            <a:spLocks/>
          </p:cNvSpPr>
          <p:nvPr/>
        </p:nvSpPr>
        <p:spPr>
          <a:xfrm>
            <a:off x="114082" y="3408410"/>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FDCC6CF-51F9-42EA-9779-CC332507EBDF}"/>
                  </a:ext>
                </a:extLst>
              </p:cNvPr>
              <p:cNvSpPr txBox="1"/>
              <p:nvPr/>
            </p:nvSpPr>
            <p:spPr>
              <a:xfrm>
                <a:off x="1589852" y="3408410"/>
                <a:ext cx="5248024" cy="1085746"/>
              </a:xfrm>
              <a:prstGeom prst="rect">
                <a:avLst/>
              </a:prstGeom>
              <a:noFill/>
            </p:spPr>
            <p:txBody>
              <a:bodyPr wrap="square">
                <a:spAutoFit/>
              </a:bodyPr>
              <a:lstStyle/>
              <a:p>
                <a:pPr>
                  <a:lnSpc>
                    <a:spcPct val="120000"/>
                  </a:lnSpc>
                </a:pPr>
                <a14:m>
                  <m:oMath xmlns:m="http://schemas.openxmlformats.org/officeDocument/2006/math">
                    <m:r>
                      <m:rPr>
                        <m:sty m:val="p"/>
                      </m:rPr>
                      <a:rPr lang="en-IN" sz="2800" b="0" i="0" dirty="0" smtClean="0">
                        <a:solidFill>
                          <a:srgbClr val="002060"/>
                        </a:solidFill>
                        <a:latin typeface="Cambria Math" panose="02040503050406030204" pitchFamily="18" charset="0"/>
                      </a:rPr>
                      <m:t>f</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e>
                    </m:d>
                  </m:oMath>
                </a14:m>
                <a:r>
                  <a:rPr lang="en-IN" sz="2800" dirty="0">
                    <a:solidFill>
                      <a:srgbClr val="002060"/>
                    </a:solidFill>
                  </a:rPr>
                  <a:t> is a probability density function if it satisfies following conditions:</a:t>
                </a:r>
              </a:p>
            </p:txBody>
          </p:sp>
        </mc:Choice>
        <mc:Fallback xmlns="">
          <p:sp>
            <p:nvSpPr>
              <p:cNvPr id="12" name="TextBox 11">
                <a:extLst>
                  <a:ext uri="{FF2B5EF4-FFF2-40B4-BE49-F238E27FC236}">
                    <a16:creationId xmlns:a16="http://schemas.microsoft.com/office/drawing/2014/main" id="{6FDCC6CF-51F9-42EA-9779-CC332507EBDF}"/>
                  </a:ext>
                </a:extLst>
              </p:cNvPr>
              <p:cNvSpPr txBox="1">
                <a:spLocks noRot="1" noChangeAspect="1" noMove="1" noResize="1" noEditPoints="1" noAdjustHandles="1" noChangeArrowheads="1" noChangeShapeType="1" noTextEdit="1"/>
              </p:cNvSpPr>
              <p:nvPr/>
            </p:nvSpPr>
            <p:spPr>
              <a:xfrm>
                <a:off x="1589852" y="3408410"/>
                <a:ext cx="5248024" cy="1085746"/>
              </a:xfrm>
              <a:prstGeom prst="rect">
                <a:avLst/>
              </a:prstGeom>
              <a:blipFill>
                <a:blip r:embed="rId3"/>
                <a:stretch>
                  <a:fillRect l="-2439" t="-1124" r="-2439" b="-1516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9C5BC32-E5F2-45F4-A57D-84F331F65F1F}"/>
                  </a:ext>
                </a:extLst>
              </p:cNvPr>
              <p:cNvSpPr txBox="1"/>
              <p:nvPr/>
            </p:nvSpPr>
            <p:spPr>
              <a:xfrm>
                <a:off x="6984812" y="3408410"/>
                <a:ext cx="1785187" cy="523220"/>
              </a:xfrm>
              <a:prstGeom prst="rect">
                <a:avLst/>
              </a:prstGeom>
              <a:noFill/>
            </p:spPr>
            <p:txBody>
              <a:bodyPr wrap="square">
                <a:spAutoFit/>
              </a:bodyPr>
              <a:lstStyle/>
              <a:p>
                <a:r>
                  <a:rPr lang="en-GB" sz="2800" dirty="0">
                    <a:solidFill>
                      <a:srgbClr val="002060"/>
                    </a:solidFill>
                  </a:rPr>
                  <a:t>For </a:t>
                </a:r>
                <a14:m>
                  <m:oMath xmlns:m="http://schemas.openxmlformats.org/officeDocument/2006/math">
                    <m:r>
                      <m:rPr>
                        <m:sty m:val="p"/>
                      </m:rPr>
                      <a:rPr lang="en-GB" sz="2800" i="0" dirty="0" smtClean="0">
                        <a:solidFill>
                          <a:srgbClr val="002060"/>
                        </a:solidFill>
                        <a:latin typeface="Cambria Math" panose="02040503050406030204" pitchFamily="18" charset="0"/>
                      </a:rPr>
                      <m:t>x</m:t>
                    </m:r>
                    <m:r>
                      <a:rPr lang="en-GB" sz="2800" i="1" dirty="0" smtClean="0">
                        <a:solidFill>
                          <a:srgbClr val="002060"/>
                        </a:solidFill>
                        <a:latin typeface="Cambria Math" panose="02040503050406030204" pitchFamily="18" charset="0"/>
                      </a:rPr>
                      <m:t>≥</m:t>
                    </m:r>
                    <m:r>
                      <a:rPr lang="en-GB" sz="2800" i="0" dirty="0" smtClean="0">
                        <a:solidFill>
                          <a:srgbClr val="002060"/>
                        </a:solidFill>
                        <a:latin typeface="Cambria Math" panose="02040503050406030204" pitchFamily="18" charset="0"/>
                      </a:rPr>
                      <m:t>0</m:t>
                    </m:r>
                    <m:r>
                      <a:rPr lang="en-IN" sz="2800" b="0" i="0" dirty="0" smtClean="0">
                        <a:solidFill>
                          <a:srgbClr val="002060"/>
                        </a:solidFill>
                        <a:latin typeface="Cambria Math" panose="02040503050406030204" pitchFamily="18" charset="0"/>
                      </a:rPr>
                      <m:t>,</m:t>
                    </m:r>
                  </m:oMath>
                </a14:m>
                <a:endParaRPr lang="en-GB" sz="2800" dirty="0">
                  <a:solidFill>
                    <a:srgbClr val="002060"/>
                  </a:solidFill>
                </a:endParaRPr>
              </a:p>
            </p:txBody>
          </p:sp>
        </mc:Choice>
        <mc:Fallback xmlns="">
          <p:sp>
            <p:nvSpPr>
              <p:cNvPr id="18" name="TextBox 17">
                <a:extLst>
                  <a:ext uri="{FF2B5EF4-FFF2-40B4-BE49-F238E27FC236}">
                    <a16:creationId xmlns:a16="http://schemas.microsoft.com/office/drawing/2014/main" id="{A9C5BC32-E5F2-45F4-A57D-84F331F65F1F}"/>
                  </a:ext>
                </a:extLst>
              </p:cNvPr>
              <p:cNvSpPr txBox="1">
                <a:spLocks noRot="1" noChangeAspect="1" noMove="1" noResize="1" noEditPoints="1" noAdjustHandles="1" noChangeArrowheads="1" noChangeShapeType="1" noTextEdit="1"/>
              </p:cNvSpPr>
              <p:nvPr/>
            </p:nvSpPr>
            <p:spPr>
              <a:xfrm>
                <a:off x="6984812" y="3408410"/>
                <a:ext cx="1785187" cy="523220"/>
              </a:xfrm>
              <a:prstGeom prst="rect">
                <a:avLst/>
              </a:prstGeom>
              <a:blipFill>
                <a:blip r:embed="rId4"/>
                <a:stretch>
                  <a:fillRect l="-7167"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EC728F5-B977-422A-A42D-A1BC5C834D47}"/>
                  </a:ext>
                </a:extLst>
              </p:cNvPr>
              <p:cNvSpPr txBox="1"/>
              <p:nvPr/>
            </p:nvSpPr>
            <p:spPr>
              <a:xfrm>
                <a:off x="8621107" y="3402284"/>
                <a:ext cx="343971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e>
                      </m:d>
                      <m:r>
                        <a:rPr lang="en-IN" sz="2800" b="0" i="0" smtClean="0">
                          <a:solidFill>
                            <a:srgbClr val="002060"/>
                          </a:solidFill>
                          <a:latin typeface="Cambria Math" panose="02040503050406030204" pitchFamily="18" charset="0"/>
                        </a:rPr>
                        <m:t>=</m:t>
                      </m:r>
                      <m:sSup>
                        <m:sSupPr>
                          <m:ctrlPr>
                            <a:rPr lang="en-IN" sz="2800" b="0" i="1" smtClean="0">
                              <a:solidFill>
                                <a:srgbClr val="002060"/>
                              </a:solidFill>
                              <a:latin typeface="Cambria Math" panose="02040503050406030204" pitchFamily="18" charset="0"/>
                            </a:rPr>
                          </m:ctrlPr>
                        </m:sSupPr>
                        <m:e>
                          <m:r>
                            <m:rPr>
                              <m:sty m:val="p"/>
                            </m:rPr>
                            <a:rPr lang="en-IN" sz="2800" b="0" i="0" smtClean="0">
                              <a:solidFill>
                                <a:srgbClr val="002060"/>
                              </a:solidFill>
                              <a:latin typeface="Cambria Math" panose="02040503050406030204" pitchFamily="18" charset="0"/>
                            </a:rPr>
                            <m:t>e</m:t>
                          </m:r>
                        </m:e>
                        <m:sup>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x</m:t>
                          </m:r>
                        </m:sup>
                      </m:sSup>
                      <m:r>
                        <a:rPr lang="en-IN" sz="2800" b="0" i="0" smtClean="0">
                          <a:solidFill>
                            <a:srgbClr val="002060"/>
                          </a:solidFill>
                          <a:latin typeface="Cambria Math" panose="02040503050406030204" pitchFamily="18" charset="0"/>
                        </a:rPr>
                        <m:t>≥0</m:t>
                      </m:r>
                    </m:oMath>
                  </m:oMathPara>
                </a14:m>
                <a:endParaRPr lang="en-GB" sz="2800" dirty="0">
                  <a:solidFill>
                    <a:srgbClr val="002060"/>
                  </a:solidFill>
                  <a:latin typeface="+mj-lt"/>
                </a:endParaRPr>
              </a:p>
            </p:txBody>
          </p:sp>
        </mc:Choice>
        <mc:Fallback xmlns="">
          <p:sp>
            <p:nvSpPr>
              <p:cNvPr id="20" name="TextBox 19">
                <a:extLst>
                  <a:ext uri="{FF2B5EF4-FFF2-40B4-BE49-F238E27FC236}">
                    <a16:creationId xmlns:a16="http://schemas.microsoft.com/office/drawing/2014/main" id="{4EC728F5-B977-422A-A42D-A1BC5C834D47}"/>
                  </a:ext>
                </a:extLst>
              </p:cNvPr>
              <p:cNvSpPr txBox="1">
                <a:spLocks noRot="1" noChangeAspect="1" noMove="1" noResize="1" noEditPoints="1" noAdjustHandles="1" noChangeArrowheads="1" noChangeShapeType="1" noTextEdit="1"/>
              </p:cNvSpPr>
              <p:nvPr/>
            </p:nvSpPr>
            <p:spPr>
              <a:xfrm>
                <a:off x="8621107" y="3402284"/>
                <a:ext cx="3439714"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ECED017-564A-4C89-A1F5-6C0157619677}"/>
                  </a:ext>
                </a:extLst>
              </p:cNvPr>
              <p:cNvSpPr txBox="1"/>
              <p:nvPr/>
            </p:nvSpPr>
            <p:spPr>
              <a:xfrm>
                <a:off x="1577122" y="4617547"/>
                <a:ext cx="4171261" cy="523220"/>
              </a:xfrm>
              <a:prstGeom prst="rect">
                <a:avLst/>
              </a:prstGeom>
              <a:noFill/>
            </p:spPr>
            <p:txBody>
              <a:bodyPr wrap="square">
                <a:spAutoFit/>
              </a:bodyPr>
              <a:lstStyle/>
              <a:p>
                <a14:m>
                  <m:oMath xmlns:m="http://schemas.openxmlformats.org/officeDocument/2006/math">
                    <m:r>
                      <a:rPr lang="en-IN" sz="2800" b="1" i="0" dirty="0" smtClean="0">
                        <a:solidFill>
                          <a:srgbClr val="002060"/>
                        </a:solidFill>
                        <a:latin typeface="Cambria Math" panose="02040503050406030204" pitchFamily="18" charset="0"/>
                      </a:rPr>
                      <m:t>𝟏</m:t>
                    </m:r>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f</m:t>
                    </m:r>
                    <m:d>
                      <m:dPr>
                        <m:ctrlPr>
                          <a:rPr lang="en-IN" sz="2800" i="1" dirty="0" smtClean="0">
                            <a:solidFill>
                              <a:srgbClr val="002060"/>
                            </a:solidFill>
                            <a:latin typeface="Cambria Math" panose="02040503050406030204" pitchFamily="18" charset="0"/>
                          </a:rPr>
                        </m:ctrlPr>
                      </m:dPr>
                      <m:e>
                        <m:r>
                          <m:rPr>
                            <m:sty m:val="p"/>
                          </m:rPr>
                          <a:rPr lang="en-IN" sz="2800" i="0" dirty="0" smtClean="0">
                            <a:solidFill>
                              <a:srgbClr val="002060"/>
                            </a:solidFill>
                            <a:latin typeface="Cambria Math" panose="02040503050406030204" pitchFamily="18" charset="0"/>
                          </a:rPr>
                          <m:t>x</m:t>
                        </m:r>
                      </m:e>
                    </m:d>
                    <m:r>
                      <a:rPr lang="en-IN" sz="2800" i="0" dirty="0" smtClean="0">
                        <a:solidFill>
                          <a:srgbClr val="002060"/>
                        </a:solidFill>
                        <a:latin typeface="Cambria Math" panose="02040503050406030204" pitchFamily="18" charset="0"/>
                      </a:rPr>
                      <m:t>≥0</m:t>
                    </m:r>
                    <m:r>
                      <a:rPr lang="en-IN" sz="2800" b="0" i="0" dirty="0" smtClean="0">
                        <a:solidFill>
                          <a:srgbClr val="002060"/>
                        </a:solidFill>
                        <a:latin typeface="Cambria Math" panose="02040503050406030204" pitchFamily="18" charset="0"/>
                      </a:rPr>
                      <m:t>,</m:t>
                    </m:r>
                  </m:oMath>
                </a14:m>
                <a:r>
                  <a:rPr lang="en-IN" sz="2800" dirty="0">
                    <a:solidFill>
                      <a:srgbClr val="002060"/>
                    </a:solidFill>
                    <a:latin typeface="+mj-lt"/>
                  </a:rPr>
                  <a:t> for all </a:t>
                </a:r>
                <a14:m>
                  <m:oMath xmlns:m="http://schemas.openxmlformats.org/officeDocument/2006/math">
                    <m:r>
                      <m:rPr>
                        <m:sty m:val="p"/>
                      </m:rPr>
                      <a:rPr lang="en-IN" sz="2800" i="0" dirty="0" smtClean="0">
                        <a:solidFill>
                          <a:srgbClr val="002060"/>
                        </a:solidFill>
                        <a:latin typeface="Cambria Math" panose="02040503050406030204" pitchFamily="18" charset="0"/>
                      </a:rPr>
                      <m:t>x</m:t>
                    </m:r>
                  </m:oMath>
                </a14:m>
                <a:endParaRPr lang="en-IN" sz="2800" dirty="0">
                  <a:solidFill>
                    <a:srgbClr val="002060"/>
                  </a:solidFill>
                  <a:latin typeface="+mj-lt"/>
                </a:endParaRPr>
              </a:p>
            </p:txBody>
          </p:sp>
        </mc:Choice>
        <mc:Fallback xmlns="">
          <p:sp>
            <p:nvSpPr>
              <p:cNvPr id="14" name="TextBox 13">
                <a:extLst>
                  <a:ext uri="{FF2B5EF4-FFF2-40B4-BE49-F238E27FC236}">
                    <a16:creationId xmlns:a16="http://schemas.microsoft.com/office/drawing/2014/main" id="{CECED017-564A-4C89-A1F5-6C0157619677}"/>
                  </a:ext>
                </a:extLst>
              </p:cNvPr>
              <p:cNvSpPr txBox="1">
                <a:spLocks noRot="1" noChangeAspect="1" noMove="1" noResize="1" noEditPoints="1" noAdjustHandles="1" noChangeArrowheads="1" noChangeShapeType="1" noTextEdit="1"/>
              </p:cNvSpPr>
              <p:nvPr/>
            </p:nvSpPr>
            <p:spPr>
              <a:xfrm>
                <a:off x="1577122" y="4617547"/>
                <a:ext cx="4171261" cy="523220"/>
              </a:xfrm>
              <a:prstGeom prst="rect">
                <a:avLst/>
              </a:prstGeom>
              <a:blipFill>
                <a:blip r:embed="rId6"/>
                <a:stretch>
                  <a:fillRect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06AFBD4-358A-49D7-853B-D90AA92C2485}"/>
                  </a:ext>
                </a:extLst>
              </p:cNvPr>
              <p:cNvSpPr txBox="1"/>
              <p:nvPr/>
            </p:nvSpPr>
            <p:spPr>
              <a:xfrm>
                <a:off x="1577122" y="5248561"/>
                <a:ext cx="3372976" cy="135165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1" i="0" dirty="0" smtClean="0">
                          <a:solidFill>
                            <a:srgbClr val="002060"/>
                          </a:solidFill>
                          <a:latin typeface="Cambria Math" panose="02040503050406030204" pitchFamily="18" charset="0"/>
                        </a:rPr>
                        <m:t>𝟐</m:t>
                      </m:r>
                      <m:r>
                        <a:rPr lang="en-IN" sz="2800" i="0" dirty="0">
                          <a:solidFill>
                            <a:srgbClr val="002060"/>
                          </a:solidFill>
                          <a:latin typeface="Cambria Math" panose="02040503050406030204" pitchFamily="18" charset="0"/>
                        </a:rPr>
                        <m:t>. </m:t>
                      </m:r>
                      <m:nary>
                        <m:naryPr>
                          <m:limLoc m:val="undOvr"/>
                          <m:ctrlPr>
                            <a:rPr lang="en-IN" sz="2800" i="1" dirty="0" smtClean="0">
                              <a:solidFill>
                                <a:srgbClr val="002060"/>
                              </a:solidFill>
                              <a:latin typeface="Cambria Math" panose="02040503050406030204" pitchFamily="18" charset="0"/>
                            </a:rPr>
                          </m:ctrlPr>
                        </m:naryPr>
                        <m:sub>
                          <m:r>
                            <m:rPr>
                              <m:brk m:alnAt="24"/>
                            </m:rPr>
                            <a:rPr lang="en-IN" sz="2800" b="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m:t>
                          </m:r>
                        </m:sub>
                        <m:sup>
                          <m:r>
                            <a:rPr lang="en-IN" sz="2800" i="1" dirty="0">
                              <a:solidFill>
                                <a:srgbClr val="002060"/>
                              </a:solidFill>
                              <a:latin typeface="Cambria Math" panose="02040503050406030204" pitchFamily="18" charset="0"/>
                            </a:rPr>
                            <m:t>∞</m:t>
                          </m:r>
                        </m:sup>
                        <m:e>
                          <m:r>
                            <m:rPr>
                              <m:sty m:val="p"/>
                            </m:rPr>
                            <a:rPr lang="en-IN" sz="2800" b="0" i="0"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r>
                        <m:rPr>
                          <m:sty m:val="p"/>
                        </m:rPr>
                        <a:rPr lang="en-IN" sz="2800" b="0" i="0" dirty="0" smtClean="0">
                          <a:solidFill>
                            <a:srgbClr val="002060"/>
                          </a:solidFill>
                          <a:latin typeface="Cambria Math" panose="02040503050406030204" pitchFamily="18" charset="0"/>
                        </a:rPr>
                        <m:t>dx</m:t>
                      </m:r>
                      <m:r>
                        <a:rPr lang="en-IN" sz="2800" b="0" i="0" dirty="0" smtClean="0">
                          <a:solidFill>
                            <a:srgbClr val="002060"/>
                          </a:solidFill>
                          <a:latin typeface="Cambria Math" panose="02040503050406030204" pitchFamily="18" charset="0"/>
                        </a:rPr>
                        <m:t>=1</m:t>
                      </m:r>
                    </m:oMath>
                  </m:oMathPara>
                </a14:m>
                <a:endParaRPr lang="en-IN" sz="2800" dirty="0">
                  <a:solidFill>
                    <a:srgbClr val="002060"/>
                  </a:solidFill>
                  <a:latin typeface="+mj-lt"/>
                </a:endParaRPr>
              </a:p>
            </p:txBody>
          </p:sp>
        </mc:Choice>
        <mc:Fallback xmlns="">
          <p:sp>
            <p:nvSpPr>
              <p:cNvPr id="15" name="TextBox 14">
                <a:extLst>
                  <a:ext uri="{FF2B5EF4-FFF2-40B4-BE49-F238E27FC236}">
                    <a16:creationId xmlns:a16="http://schemas.microsoft.com/office/drawing/2014/main" id="{606AFBD4-358A-49D7-853B-D90AA92C2485}"/>
                  </a:ext>
                </a:extLst>
              </p:cNvPr>
              <p:cNvSpPr txBox="1">
                <a:spLocks noRot="1" noChangeAspect="1" noMove="1" noResize="1" noEditPoints="1" noAdjustHandles="1" noChangeArrowheads="1" noChangeShapeType="1" noTextEdit="1"/>
              </p:cNvSpPr>
              <p:nvPr/>
            </p:nvSpPr>
            <p:spPr>
              <a:xfrm>
                <a:off x="1577122" y="5248561"/>
                <a:ext cx="3372976" cy="1351652"/>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F89230A-5B17-4A2F-AEBB-A96980CB2DC8}"/>
                  </a:ext>
                </a:extLst>
              </p:cNvPr>
              <p:cNvSpPr txBox="1"/>
              <p:nvPr/>
            </p:nvSpPr>
            <p:spPr>
              <a:xfrm>
                <a:off x="131176" y="1749466"/>
                <a:ext cx="3410310" cy="1467966"/>
              </a:xfrm>
              <a:prstGeom prst="rect">
                <a:avLst/>
              </a:prstGeom>
              <a:noFill/>
            </p:spPr>
            <p:txBody>
              <a:bodyPr wrap="square">
                <a:spAutoFit/>
              </a:bodyPr>
              <a:lstStyle/>
              <a:p>
                <a:pPr>
                  <a:lnSpc>
                    <a:spcPct val="100000"/>
                  </a:lnSpc>
                </a:pPr>
                <a14:m>
                  <m:oMathPara xmlns:m="http://schemas.openxmlformats.org/officeDocument/2006/math">
                    <m:oMathParaPr>
                      <m:jc m:val="left"/>
                    </m:oMathParaPr>
                    <m:oMath xmlns:m="http://schemas.openxmlformats.org/officeDocument/2006/math">
                      <m:r>
                        <m:rPr>
                          <m:sty m:val="p"/>
                        </m:rPr>
                        <a:rPr lang="en-US" sz="2800" i="1" smtClean="0">
                          <a:solidFill>
                            <a:schemeClr val="bg1"/>
                          </a:solidFill>
                          <a:latin typeface="Cambria Math" panose="02040503050406030204" pitchFamily="18" charset="0"/>
                        </a:rPr>
                        <m:t>f</m:t>
                      </m:r>
                      <m:r>
                        <a:rPr lang="en-US" sz="2800" i="1" smtClean="0">
                          <a:solidFill>
                            <a:schemeClr val="bg1"/>
                          </a:solidFill>
                          <a:latin typeface="Cambria Math" panose="02040503050406030204" pitchFamily="18" charset="0"/>
                        </a:rPr>
                        <m:t>(</m:t>
                      </m:r>
                      <m:r>
                        <m:rPr>
                          <m:sty m:val="p"/>
                        </m:rPr>
                        <a:rPr lang="en-US" sz="2800" i="1" smtClean="0">
                          <a:solidFill>
                            <a:schemeClr val="bg1"/>
                          </a:solidFill>
                          <a:latin typeface="Cambria Math" panose="02040503050406030204" pitchFamily="18" charset="0"/>
                        </a:rPr>
                        <m:t>x</m:t>
                      </m:r>
                      <m:r>
                        <a:rPr lang="en-US" sz="2800" i="1" smtClean="0">
                          <a:solidFill>
                            <a:schemeClr val="bg1"/>
                          </a:solidFill>
                          <a:latin typeface="Cambria Math" panose="02040503050406030204" pitchFamily="18" charset="0"/>
                        </a:rPr>
                        <m:t>)=</m:t>
                      </m:r>
                      <m:d>
                        <m:dPr>
                          <m:begChr m:val="{"/>
                          <m:endChr m:val=""/>
                          <m:ctrlPr>
                            <a:rPr lang="en-US" sz="2800" i="1">
                              <a:solidFill>
                                <a:schemeClr val="bg1"/>
                              </a:solidFill>
                              <a:latin typeface="Cambria Math" panose="02040503050406030204" pitchFamily="18" charset="0"/>
                            </a:rPr>
                          </m:ctrlPr>
                        </m:dPr>
                        <m:e>
                          <m:r>
                            <a:rPr lang="en-US" sz="2800" i="1">
                              <a:solidFill>
                                <a:schemeClr val="bg1"/>
                              </a:solidFill>
                              <a:latin typeface="Cambria Math" panose="02040503050406030204" pitchFamily="18" charset="0"/>
                            </a:rPr>
                            <m:t> </m:t>
                          </m:r>
                          <m:eqArr>
                            <m:eqArrPr>
                              <m:ctrlPr>
                                <a:rPr lang="en-US" sz="2800" i="1">
                                  <a:solidFill>
                                    <a:schemeClr val="bg1"/>
                                  </a:solidFill>
                                  <a:latin typeface="Cambria Math" panose="02040503050406030204" pitchFamily="18" charset="0"/>
                                </a:rPr>
                              </m:ctrlPr>
                            </m:eqArrPr>
                            <m:e>
                              <m:sSup>
                                <m:sSupPr>
                                  <m:ctrlPr>
                                    <a:rPr lang="en-US" sz="2800" i="1">
                                      <a:solidFill>
                                        <a:schemeClr val="bg1"/>
                                      </a:solidFill>
                                      <a:latin typeface="Cambria Math" panose="02040503050406030204" pitchFamily="18" charset="0"/>
                                    </a:rPr>
                                  </m:ctrlPr>
                                </m:sSupPr>
                                <m:e>
                                  <m:r>
                                    <m:rPr>
                                      <m:sty m:val="p"/>
                                    </m:rPr>
                                    <a:rPr lang="en-US" sz="2800" i="1">
                                      <a:solidFill>
                                        <a:schemeClr val="bg1"/>
                                      </a:solidFill>
                                      <a:latin typeface="Cambria Math" panose="02040503050406030204" pitchFamily="18" charset="0"/>
                                    </a:rPr>
                                    <m:t>e</m:t>
                                  </m:r>
                                </m:e>
                                <m:sup>
                                  <m:r>
                                    <a:rPr lang="en-IN" sz="2800" b="0" i="1" smtClean="0">
                                      <a:solidFill>
                                        <a:schemeClr val="bg1"/>
                                      </a:solidFill>
                                      <a:latin typeface="Cambria Math" panose="02040503050406030204" pitchFamily="18" charset="0"/>
                                    </a:rPr>
                                    <m:t>−</m:t>
                                  </m:r>
                                  <m:r>
                                    <m:rPr>
                                      <m:sty m:val="p"/>
                                    </m:rPr>
                                    <a:rPr lang="en-US" sz="2800" i="1">
                                      <a:solidFill>
                                        <a:schemeClr val="bg1"/>
                                      </a:solidFill>
                                      <a:latin typeface="Cambria Math" panose="02040503050406030204" pitchFamily="18" charset="0"/>
                                    </a:rPr>
                                    <m:t>x</m:t>
                                  </m:r>
                                </m:sup>
                              </m:sSup>
                              <m:r>
                                <a:rPr lang="en-US" sz="2800" i="1">
                                  <a:solidFill>
                                    <a:schemeClr val="bg1"/>
                                  </a:solidFill>
                                  <a:latin typeface="Cambria Math" panose="02040503050406030204" pitchFamily="18" charset="0"/>
                                </a:rPr>
                                <m:t>  ; </m:t>
                              </m:r>
                              <m:r>
                                <m:rPr>
                                  <m:sty m:val="p"/>
                                </m:rPr>
                                <a:rPr lang="en-US" sz="2800" i="1">
                                  <a:solidFill>
                                    <a:schemeClr val="bg1"/>
                                  </a:solidFill>
                                  <a:latin typeface="Cambria Math" panose="02040503050406030204" pitchFamily="18" charset="0"/>
                                </a:rPr>
                                <m:t>x</m:t>
                              </m:r>
                              <m:r>
                                <a:rPr lang="en-US" sz="2800" i="1">
                                  <a:solidFill>
                                    <a:schemeClr val="bg1"/>
                                  </a:solidFill>
                                  <a:latin typeface="Cambria Math" panose="02040503050406030204" pitchFamily="18" charset="0"/>
                                </a:rPr>
                                <m:t>≥0</m:t>
                              </m:r>
                            </m:e>
                            <m:e>
                              <m:r>
                                <a:rPr lang="en-IN" sz="2800" b="0" i="1" smtClean="0">
                                  <a:solidFill>
                                    <a:schemeClr val="bg1"/>
                                  </a:solidFill>
                                  <a:latin typeface="Cambria Math" panose="02040503050406030204" pitchFamily="18" charset="0"/>
                                </a:rPr>
                                <m:t> </m:t>
                              </m:r>
                            </m:e>
                            <m:e>
                              <m:r>
                                <a:rPr lang="en-US" sz="2800" i="1">
                                  <a:solidFill>
                                    <a:schemeClr val="bg1"/>
                                  </a:solidFill>
                                  <a:latin typeface="Cambria Math" panose="02040503050406030204" pitchFamily="18" charset="0"/>
                                </a:rPr>
                                <m:t>0      ;</m:t>
                              </m:r>
                              <m:r>
                                <m:rPr>
                                  <m:sty m:val="p"/>
                                </m:rPr>
                                <a:rPr lang="en-US" sz="2800" i="1">
                                  <a:solidFill>
                                    <a:schemeClr val="bg1"/>
                                  </a:solidFill>
                                  <a:latin typeface="Cambria Math" panose="02040503050406030204" pitchFamily="18" charset="0"/>
                                </a:rPr>
                                <m:t>x</m:t>
                              </m:r>
                              <m:r>
                                <a:rPr lang="en-US" sz="2800" i="1">
                                  <a:solidFill>
                                    <a:schemeClr val="bg1"/>
                                  </a:solidFill>
                                  <a:latin typeface="Cambria Math" panose="02040503050406030204" pitchFamily="18" charset="0"/>
                                </a:rPr>
                                <m:t>&lt;0</m:t>
                              </m:r>
                            </m:e>
                          </m:eqArr>
                        </m:e>
                      </m:d>
                    </m:oMath>
                  </m:oMathPara>
                </a14:m>
                <a:endParaRPr lang="en-IN" sz="2800" dirty="0">
                  <a:solidFill>
                    <a:schemeClr val="bg1"/>
                  </a:solidFill>
                </a:endParaRPr>
              </a:p>
            </p:txBody>
          </p:sp>
        </mc:Choice>
        <mc:Fallback xmlns="">
          <p:sp>
            <p:nvSpPr>
              <p:cNvPr id="24" name="TextBox 23">
                <a:extLst>
                  <a:ext uri="{FF2B5EF4-FFF2-40B4-BE49-F238E27FC236}">
                    <a16:creationId xmlns:a16="http://schemas.microsoft.com/office/drawing/2014/main" id="{BF89230A-5B17-4A2F-AEBB-A96980CB2DC8}"/>
                  </a:ext>
                </a:extLst>
              </p:cNvPr>
              <p:cNvSpPr txBox="1">
                <a:spLocks noRot="1" noChangeAspect="1" noMove="1" noResize="1" noEditPoints="1" noAdjustHandles="1" noChangeArrowheads="1" noChangeShapeType="1" noTextEdit="1"/>
              </p:cNvSpPr>
              <p:nvPr/>
            </p:nvSpPr>
            <p:spPr>
              <a:xfrm>
                <a:off x="131176" y="1749466"/>
                <a:ext cx="3410310" cy="1467966"/>
              </a:xfrm>
              <a:prstGeom prst="rect">
                <a:avLst/>
              </a:prstGeom>
              <a:blipFill>
                <a:blip r:embed="rId8"/>
                <a:stretch>
                  <a:fillRect/>
                </a:stretch>
              </a:blipFill>
            </p:spPr>
            <p:txBody>
              <a:bodyPr/>
              <a:lstStyle/>
              <a:p>
                <a:r>
                  <a:rPr lang="en-IN">
                    <a:noFill/>
                  </a:rPr>
                  <a:t> </a:t>
                </a:r>
              </a:p>
            </p:txBody>
          </p:sp>
        </mc:Fallback>
      </mc:AlternateContent>
      <p:cxnSp>
        <p:nvCxnSpPr>
          <p:cNvPr id="28" name="Straight Connector 27">
            <a:extLst>
              <a:ext uri="{FF2B5EF4-FFF2-40B4-BE49-F238E27FC236}">
                <a16:creationId xmlns:a16="http://schemas.microsoft.com/office/drawing/2014/main" id="{248F334E-98BF-4574-B387-BE084CFC6DE1}"/>
              </a:ext>
            </a:extLst>
          </p:cNvPr>
          <p:cNvCxnSpPr>
            <a:cxnSpLocks/>
          </p:cNvCxnSpPr>
          <p:nvPr/>
        </p:nvCxnSpPr>
        <p:spPr>
          <a:xfrm>
            <a:off x="6847300" y="3408410"/>
            <a:ext cx="0" cy="324985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2519278-4105-4AB0-932A-F929D445B829}"/>
                  </a:ext>
                </a:extLst>
              </p:cNvPr>
              <p:cNvSpPr txBox="1"/>
              <p:nvPr/>
            </p:nvSpPr>
            <p:spPr>
              <a:xfrm>
                <a:off x="6984812" y="3953217"/>
                <a:ext cx="1785187" cy="523220"/>
              </a:xfrm>
              <a:prstGeom prst="rect">
                <a:avLst/>
              </a:prstGeom>
              <a:noFill/>
            </p:spPr>
            <p:txBody>
              <a:bodyPr wrap="square">
                <a:spAutoFit/>
              </a:bodyPr>
              <a:lstStyle/>
              <a:p>
                <a:r>
                  <a:rPr lang="en-GB" sz="2800" dirty="0">
                    <a:solidFill>
                      <a:srgbClr val="002060"/>
                    </a:solidFill>
                  </a:rPr>
                  <a:t>For </a:t>
                </a:r>
                <a14:m>
                  <m:oMath xmlns:m="http://schemas.openxmlformats.org/officeDocument/2006/math">
                    <m:r>
                      <m:rPr>
                        <m:sty m:val="p"/>
                      </m:rPr>
                      <a:rPr lang="en-GB" sz="2800" i="0" dirty="0" smtClean="0">
                        <a:solidFill>
                          <a:srgbClr val="002060"/>
                        </a:solidFill>
                        <a:latin typeface="Cambria Math" panose="02040503050406030204" pitchFamily="18" charset="0"/>
                      </a:rPr>
                      <m:t>x</m:t>
                    </m:r>
                    <m:r>
                      <a:rPr lang="en-IN" sz="2800" b="0" i="1" dirty="0" smtClean="0">
                        <a:solidFill>
                          <a:srgbClr val="002060"/>
                        </a:solidFill>
                        <a:latin typeface="Cambria Math" panose="02040503050406030204" pitchFamily="18" charset="0"/>
                      </a:rPr>
                      <m:t>&lt;</m:t>
                    </m:r>
                    <m:r>
                      <a:rPr lang="en-GB" sz="2800" i="0" dirty="0" smtClean="0">
                        <a:solidFill>
                          <a:srgbClr val="002060"/>
                        </a:solidFill>
                        <a:latin typeface="Cambria Math" panose="02040503050406030204" pitchFamily="18" charset="0"/>
                      </a:rPr>
                      <m:t>0</m:t>
                    </m:r>
                    <m:r>
                      <a:rPr lang="en-IN" sz="2800" b="0" i="0" dirty="0" smtClean="0">
                        <a:solidFill>
                          <a:srgbClr val="002060"/>
                        </a:solidFill>
                        <a:latin typeface="Cambria Math" panose="02040503050406030204" pitchFamily="18" charset="0"/>
                      </a:rPr>
                      <m:t>,</m:t>
                    </m:r>
                  </m:oMath>
                </a14:m>
                <a:endParaRPr lang="en-GB" sz="2800" dirty="0">
                  <a:solidFill>
                    <a:srgbClr val="002060"/>
                  </a:solidFill>
                </a:endParaRPr>
              </a:p>
            </p:txBody>
          </p:sp>
        </mc:Choice>
        <mc:Fallback xmlns="">
          <p:sp>
            <p:nvSpPr>
              <p:cNvPr id="16" name="TextBox 15">
                <a:extLst>
                  <a:ext uri="{FF2B5EF4-FFF2-40B4-BE49-F238E27FC236}">
                    <a16:creationId xmlns:a16="http://schemas.microsoft.com/office/drawing/2014/main" id="{F2519278-4105-4AB0-932A-F929D445B829}"/>
                  </a:ext>
                </a:extLst>
              </p:cNvPr>
              <p:cNvSpPr txBox="1">
                <a:spLocks noRot="1" noChangeAspect="1" noMove="1" noResize="1" noEditPoints="1" noAdjustHandles="1" noChangeArrowheads="1" noChangeShapeType="1" noTextEdit="1"/>
              </p:cNvSpPr>
              <p:nvPr/>
            </p:nvSpPr>
            <p:spPr>
              <a:xfrm>
                <a:off x="6984812" y="3953217"/>
                <a:ext cx="1785187" cy="523220"/>
              </a:xfrm>
              <a:prstGeom prst="rect">
                <a:avLst/>
              </a:prstGeom>
              <a:blipFill>
                <a:blip r:embed="rId9"/>
                <a:stretch>
                  <a:fillRect l="-7167"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FCADD88-1563-4ED2-8CC8-3D5E2D0F4D27}"/>
                  </a:ext>
                </a:extLst>
              </p:cNvPr>
              <p:cNvSpPr txBox="1"/>
              <p:nvPr/>
            </p:nvSpPr>
            <p:spPr>
              <a:xfrm>
                <a:off x="8621107" y="3947091"/>
                <a:ext cx="343971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e>
                      </m:d>
                      <m:r>
                        <a:rPr lang="en-IN" sz="2800" b="0" i="0" smtClean="0">
                          <a:solidFill>
                            <a:srgbClr val="002060"/>
                          </a:solidFill>
                          <a:latin typeface="Cambria Math" panose="02040503050406030204" pitchFamily="18" charset="0"/>
                        </a:rPr>
                        <m:t>=0</m:t>
                      </m:r>
                    </m:oMath>
                  </m:oMathPara>
                </a14:m>
                <a:endParaRPr lang="en-GB" sz="2800" dirty="0">
                  <a:solidFill>
                    <a:srgbClr val="002060"/>
                  </a:solidFill>
                  <a:latin typeface="+mj-lt"/>
                </a:endParaRPr>
              </a:p>
            </p:txBody>
          </p:sp>
        </mc:Choice>
        <mc:Fallback xmlns="">
          <p:sp>
            <p:nvSpPr>
              <p:cNvPr id="17" name="TextBox 16">
                <a:extLst>
                  <a:ext uri="{FF2B5EF4-FFF2-40B4-BE49-F238E27FC236}">
                    <a16:creationId xmlns:a16="http://schemas.microsoft.com/office/drawing/2014/main" id="{3FCADD88-1563-4ED2-8CC8-3D5E2D0F4D27}"/>
                  </a:ext>
                </a:extLst>
              </p:cNvPr>
              <p:cNvSpPr txBox="1">
                <a:spLocks noRot="1" noChangeAspect="1" noMove="1" noResize="1" noEditPoints="1" noAdjustHandles="1" noChangeArrowheads="1" noChangeShapeType="1" noTextEdit="1"/>
              </p:cNvSpPr>
              <p:nvPr/>
            </p:nvSpPr>
            <p:spPr>
              <a:xfrm>
                <a:off x="8621107" y="3947091"/>
                <a:ext cx="3439714" cy="523220"/>
              </a:xfrm>
              <a:prstGeom prst="rect">
                <a:avLst/>
              </a:prstGeom>
              <a:blipFill>
                <a:blip r:embed="rId10"/>
                <a:stretch>
                  <a:fillRect/>
                </a:stretch>
              </a:blipFill>
            </p:spPr>
            <p:txBody>
              <a:bodyPr/>
              <a:lstStyle/>
              <a:p>
                <a:r>
                  <a:rPr lang="en-IN">
                    <a:noFill/>
                  </a:rPr>
                  <a:t> </a:t>
                </a:r>
              </a:p>
            </p:txBody>
          </p:sp>
        </mc:Fallback>
      </mc:AlternateContent>
      <p:sp>
        <p:nvSpPr>
          <p:cNvPr id="22" name="TextBox 21">
            <a:extLst>
              <a:ext uri="{FF2B5EF4-FFF2-40B4-BE49-F238E27FC236}">
                <a16:creationId xmlns:a16="http://schemas.microsoft.com/office/drawing/2014/main" id="{7A89A0ED-0DED-4F87-9AD1-7434F2E485B6}"/>
              </a:ext>
            </a:extLst>
          </p:cNvPr>
          <p:cNvSpPr txBox="1"/>
          <p:nvPr/>
        </p:nvSpPr>
        <p:spPr>
          <a:xfrm>
            <a:off x="6984812" y="4484194"/>
            <a:ext cx="1325335" cy="523220"/>
          </a:xfrm>
          <a:prstGeom prst="rect">
            <a:avLst/>
          </a:prstGeom>
          <a:noFill/>
        </p:spPr>
        <p:txBody>
          <a:bodyPr wrap="square">
            <a:spAutoFit/>
          </a:bodyPr>
          <a:lstStyle/>
          <a:p>
            <a:r>
              <a:rPr lang="en-IN" sz="2800" dirty="0">
                <a:solidFill>
                  <a:srgbClr val="002060"/>
                </a:solidFill>
              </a:rPr>
              <a:t>Hence, </a:t>
            </a:r>
            <a:endParaRPr lang="en-GB" sz="2800" dirty="0">
              <a:solidFill>
                <a:srgbClr val="002060"/>
              </a:solidFill>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A8F3772-8739-4453-ABF3-644765340128}"/>
                  </a:ext>
                </a:extLst>
              </p:cNvPr>
              <p:cNvSpPr txBox="1"/>
              <p:nvPr/>
            </p:nvSpPr>
            <p:spPr>
              <a:xfrm>
                <a:off x="7787297" y="5015171"/>
                <a:ext cx="3423893" cy="523220"/>
              </a:xfrm>
              <a:prstGeom prst="rect">
                <a:avLst/>
              </a:prstGeom>
              <a:noFill/>
            </p:spPr>
            <p:txBody>
              <a:bodyPr wrap="square">
                <a:spAutoFit/>
              </a:bodyPr>
              <a:lstStyle/>
              <a:p>
                <a14:m>
                  <m:oMath xmlns:m="http://schemas.openxmlformats.org/officeDocument/2006/math">
                    <m:r>
                      <m:rPr>
                        <m:sty m:val="p"/>
                      </m:rPr>
                      <a:rPr lang="en-IN" sz="2800" b="0" i="1"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1" dirty="0" smtClean="0">
                            <a:solidFill>
                              <a:srgbClr val="002060"/>
                            </a:solidFill>
                            <a:latin typeface="Cambria Math" panose="02040503050406030204" pitchFamily="18" charset="0"/>
                          </a:rPr>
                          <m:t>x</m:t>
                        </m:r>
                      </m:e>
                    </m:d>
                    <m:r>
                      <a:rPr lang="en-IN" sz="2800" b="0" i="0" dirty="0" smtClean="0">
                        <a:solidFill>
                          <a:srgbClr val="002060"/>
                        </a:solidFill>
                        <a:latin typeface="Cambria Math" panose="02040503050406030204" pitchFamily="18" charset="0"/>
                      </a:rPr>
                      <m:t>≥</m:t>
                    </m:r>
                    <m:r>
                      <a:rPr lang="en-IN" sz="2800" b="0" dirty="0" smtClean="0">
                        <a:solidFill>
                          <a:srgbClr val="002060"/>
                        </a:solidFill>
                        <a:latin typeface="Cambria Math" panose="02040503050406030204" pitchFamily="18" charset="0"/>
                      </a:rPr>
                      <m:t>0</m:t>
                    </m:r>
                  </m:oMath>
                </a14:m>
                <a:r>
                  <a:rPr lang="en-GB" sz="2800" dirty="0">
                    <a:solidFill>
                      <a:srgbClr val="002060"/>
                    </a:solidFill>
                  </a:rPr>
                  <a:t>, </a:t>
                </a:r>
                <a:r>
                  <a:rPr lang="en-IN" sz="2800" dirty="0">
                    <a:solidFill>
                      <a:srgbClr val="002060"/>
                    </a:solidFill>
                  </a:rPr>
                  <a:t>for all </a:t>
                </a:r>
                <a14:m>
                  <m:oMath xmlns:m="http://schemas.openxmlformats.org/officeDocument/2006/math">
                    <m:r>
                      <m:rPr>
                        <m:sty m:val="p"/>
                      </m:rPr>
                      <a:rPr lang="en-IN" sz="2800" i="0" dirty="0" smtClean="0">
                        <a:solidFill>
                          <a:srgbClr val="002060"/>
                        </a:solidFill>
                        <a:latin typeface="Cambria Math" panose="02040503050406030204" pitchFamily="18" charset="0"/>
                      </a:rPr>
                      <m:t>x</m:t>
                    </m:r>
                  </m:oMath>
                </a14:m>
                <a:r>
                  <a:rPr lang="en-IN" sz="2800" dirty="0">
                    <a:solidFill>
                      <a:srgbClr val="002060"/>
                    </a:solidFill>
                  </a:rPr>
                  <a:t>. </a:t>
                </a:r>
                <a:endParaRPr lang="en-GB" sz="2800" dirty="0">
                  <a:solidFill>
                    <a:srgbClr val="002060"/>
                  </a:solidFill>
                </a:endParaRPr>
              </a:p>
            </p:txBody>
          </p:sp>
        </mc:Choice>
        <mc:Fallback xmlns="">
          <p:sp>
            <p:nvSpPr>
              <p:cNvPr id="23" name="TextBox 22">
                <a:extLst>
                  <a:ext uri="{FF2B5EF4-FFF2-40B4-BE49-F238E27FC236}">
                    <a16:creationId xmlns:a16="http://schemas.microsoft.com/office/drawing/2014/main" id="{AA8F3772-8739-4453-ABF3-644765340128}"/>
                  </a:ext>
                </a:extLst>
              </p:cNvPr>
              <p:cNvSpPr txBox="1">
                <a:spLocks noRot="1" noChangeAspect="1" noMove="1" noResize="1" noEditPoints="1" noAdjustHandles="1" noChangeArrowheads="1" noChangeShapeType="1" noTextEdit="1"/>
              </p:cNvSpPr>
              <p:nvPr/>
            </p:nvSpPr>
            <p:spPr>
              <a:xfrm>
                <a:off x="7787297" y="5015171"/>
                <a:ext cx="3423893" cy="523220"/>
              </a:xfrm>
              <a:prstGeom prst="rect">
                <a:avLst/>
              </a:prstGeom>
              <a:blipFill>
                <a:blip r:embed="rId11"/>
                <a:stretch>
                  <a:fillRect t="-11628" b="-32558"/>
                </a:stretch>
              </a:blipFill>
            </p:spPr>
            <p:txBody>
              <a:bodyPr/>
              <a:lstStyle/>
              <a:p>
                <a:r>
                  <a:rPr lang="en-IN">
                    <a:noFill/>
                  </a:rPr>
                  <a:t> </a:t>
                </a:r>
              </a:p>
            </p:txBody>
          </p:sp>
        </mc:Fallback>
      </mc:AlternateContent>
    </p:spTree>
    <p:extLst>
      <p:ext uri="{BB962C8B-B14F-4D97-AF65-F5344CB8AC3E}">
        <p14:creationId xmlns:p14="http://schemas.microsoft.com/office/powerpoint/2010/main" val="3440962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wipe(up)">
                                      <p:cBhvr>
                                        <p:cTn id="23" dur="500"/>
                                        <p:tgtEl>
                                          <p:spTgt spid="28"/>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p:bldP spid="18" grpId="0"/>
      <p:bldP spid="20" grpId="0"/>
      <p:bldP spid="14" grpId="0"/>
      <p:bldP spid="15" grpId="0"/>
      <p:bldP spid="16" grpId="0"/>
      <p:bldP spid="17" grpId="0"/>
      <p:bldP spid="22" grpId="0"/>
      <p:bldP spid="23"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5 ⇝ Example 5 (Continue)</a:t>
            </a:r>
            <a:endParaRPr lang="en-US" dirty="0"/>
          </a:p>
        </p:txBody>
      </p:sp>
      <p:sp>
        <p:nvSpPr>
          <p:cNvPr id="18" name="Rectangle: Rounded Corners 17">
            <a:extLst>
              <a:ext uri="{FF2B5EF4-FFF2-40B4-BE49-F238E27FC236}">
                <a16:creationId xmlns:a16="http://schemas.microsoft.com/office/drawing/2014/main" id="{D41F1136-D9F1-4A01-B213-AEF519EA2710}"/>
              </a:ext>
            </a:extLst>
          </p:cNvPr>
          <p:cNvSpPr/>
          <p:nvPr/>
        </p:nvSpPr>
        <p:spPr>
          <a:xfrm>
            <a:off x="9246686" y="790397"/>
            <a:ext cx="2921000" cy="1351652"/>
          </a:xfrm>
          <a:prstGeom prst="roundRect">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66DD12-A300-464C-941D-1B2F68648C9C}"/>
                  </a:ext>
                </a:extLst>
              </p:cNvPr>
              <p:cNvSpPr txBox="1"/>
              <p:nvPr/>
            </p:nvSpPr>
            <p:spPr>
              <a:xfrm>
                <a:off x="-27213" y="796818"/>
                <a:ext cx="1905000" cy="135165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nary>
                        <m:naryPr>
                          <m:limLoc m:val="undOvr"/>
                          <m:ctrlPr>
                            <a:rPr lang="en-IN" sz="2800" i="1" dirty="0" smtClean="0">
                              <a:solidFill>
                                <a:srgbClr val="002060"/>
                              </a:solidFill>
                              <a:latin typeface="Cambria Math" panose="02040503050406030204" pitchFamily="18" charset="0"/>
                            </a:rPr>
                          </m:ctrlPr>
                        </m:naryPr>
                        <m:sub>
                          <m:r>
                            <m:rPr>
                              <m:brk m:alnAt="24"/>
                            </m:rPr>
                            <a:rPr lang="en-IN" sz="2800" b="0" i="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m:t>
                          </m:r>
                        </m:sub>
                        <m:sup>
                          <m:r>
                            <a:rPr lang="en-IN" sz="2800" i="0" dirty="0">
                              <a:solidFill>
                                <a:srgbClr val="002060"/>
                              </a:solidFill>
                              <a:latin typeface="Cambria Math" panose="02040503050406030204" pitchFamily="18" charset="0"/>
                            </a:rPr>
                            <m:t>∞</m:t>
                          </m:r>
                        </m:sup>
                        <m:e>
                          <m:r>
                            <m:rPr>
                              <m:sty m:val="p"/>
                            </m:rPr>
                            <a:rPr lang="en-IN" sz="2800" b="0" i="0"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r>
                        <m:rPr>
                          <m:sty m:val="p"/>
                        </m:rPr>
                        <a:rPr lang="en-IN" sz="2800" b="0" i="0" dirty="0" smtClean="0">
                          <a:solidFill>
                            <a:srgbClr val="002060"/>
                          </a:solidFill>
                          <a:latin typeface="Cambria Math" panose="02040503050406030204" pitchFamily="18" charset="0"/>
                        </a:rPr>
                        <m:t>dx</m:t>
                      </m:r>
                    </m:oMath>
                  </m:oMathPara>
                </a14:m>
                <a:endParaRPr lang="en-IN" sz="2800" dirty="0"/>
              </a:p>
            </p:txBody>
          </p:sp>
        </mc:Choice>
        <mc:Fallback xmlns="">
          <p:sp>
            <p:nvSpPr>
              <p:cNvPr id="29" name="TextBox 28">
                <a:extLst>
                  <a:ext uri="{FF2B5EF4-FFF2-40B4-BE49-F238E27FC236}">
                    <a16:creationId xmlns:a16="http://schemas.microsoft.com/office/drawing/2014/main" id="{1F66DD12-A300-464C-941D-1B2F68648C9C}"/>
                  </a:ext>
                </a:extLst>
              </p:cNvPr>
              <p:cNvSpPr txBox="1">
                <a:spLocks noRot="1" noChangeAspect="1" noMove="1" noResize="1" noEditPoints="1" noAdjustHandles="1" noChangeArrowheads="1" noChangeShapeType="1" noTextEdit="1"/>
              </p:cNvSpPr>
              <p:nvPr/>
            </p:nvSpPr>
            <p:spPr>
              <a:xfrm>
                <a:off x="-27213" y="796818"/>
                <a:ext cx="1905000" cy="1351652"/>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5C82C31F-700F-449C-9609-27D5211E3243}"/>
                  </a:ext>
                </a:extLst>
              </p:cNvPr>
              <p:cNvSpPr txBox="1"/>
              <p:nvPr/>
            </p:nvSpPr>
            <p:spPr>
              <a:xfrm>
                <a:off x="1631772" y="796818"/>
                <a:ext cx="2216150" cy="138813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smtClean="0">
                              <a:solidFill>
                                <a:srgbClr val="002060"/>
                              </a:solidFill>
                              <a:latin typeface="Cambria Math" panose="02040503050406030204" pitchFamily="18" charset="0"/>
                            </a:rPr>
                          </m:ctrlPr>
                        </m:naryPr>
                        <m:sub>
                          <m:r>
                            <m:rPr>
                              <m:brk m:alnAt="24"/>
                            </m:rPr>
                            <a:rPr lang="en-IN" sz="2800" b="0" i="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m:t>
                          </m:r>
                        </m:sub>
                        <m:sup>
                          <m:r>
                            <a:rPr lang="en-IN" sz="2800" b="0" i="0" dirty="0" smtClean="0">
                              <a:solidFill>
                                <a:srgbClr val="002060"/>
                              </a:solidFill>
                              <a:latin typeface="Cambria Math" panose="02040503050406030204" pitchFamily="18" charset="0"/>
                            </a:rPr>
                            <m:t>0</m:t>
                          </m:r>
                        </m:sup>
                        <m:e>
                          <m:r>
                            <m:rPr>
                              <m:sty m:val="p"/>
                            </m:rPr>
                            <a:rPr lang="en-IN" sz="2800" b="0" i="0"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r>
                        <a:rPr lang="en-IN" sz="2800" b="0" i="0" dirty="0" smtClean="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dx</m:t>
                      </m:r>
                    </m:oMath>
                  </m:oMathPara>
                </a14:m>
                <a:endParaRPr lang="en-IN" sz="2800" dirty="0"/>
              </a:p>
            </p:txBody>
          </p:sp>
        </mc:Choice>
        <mc:Fallback xmlns="">
          <p:sp>
            <p:nvSpPr>
              <p:cNvPr id="31" name="TextBox 30">
                <a:extLst>
                  <a:ext uri="{FF2B5EF4-FFF2-40B4-BE49-F238E27FC236}">
                    <a16:creationId xmlns:a16="http://schemas.microsoft.com/office/drawing/2014/main" id="{5C82C31F-700F-449C-9609-27D5211E3243}"/>
                  </a:ext>
                </a:extLst>
              </p:cNvPr>
              <p:cNvSpPr txBox="1">
                <a:spLocks noRot="1" noChangeAspect="1" noMove="1" noResize="1" noEditPoints="1" noAdjustHandles="1" noChangeArrowheads="1" noChangeShapeType="1" noTextEdit="1"/>
              </p:cNvSpPr>
              <p:nvPr/>
            </p:nvSpPr>
            <p:spPr>
              <a:xfrm>
                <a:off x="1631772" y="796818"/>
                <a:ext cx="2216150" cy="1388137"/>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3165DBA-148A-4B78-9080-040ED260F52C}"/>
                  </a:ext>
                </a:extLst>
              </p:cNvPr>
              <p:cNvSpPr txBox="1"/>
              <p:nvPr/>
            </p:nvSpPr>
            <p:spPr>
              <a:xfrm>
                <a:off x="3847922" y="834918"/>
                <a:ext cx="1905000" cy="138813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smtClean="0">
                              <a:solidFill>
                                <a:srgbClr val="002060"/>
                              </a:solidFill>
                              <a:latin typeface="Cambria Math" panose="02040503050406030204" pitchFamily="18" charset="0"/>
                            </a:rPr>
                          </m:ctrlPr>
                        </m:naryPr>
                        <m:sub>
                          <m:r>
                            <a:rPr lang="en-IN" sz="2800" b="0" i="0" dirty="0" smtClean="0">
                              <a:solidFill>
                                <a:srgbClr val="002060"/>
                              </a:solidFill>
                              <a:latin typeface="Cambria Math" panose="02040503050406030204" pitchFamily="18" charset="0"/>
                            </a:rPr>
                            <m:t>0</m:t>
                          </m:r>
                        </m:sub>
                        <m:sup>
                          <m:r>
                            <a:rPr lang="en-IN" sz="2800" i="0" dirty="0">
                              <a:solidFill>
                                <a:srgbClr val="002060"/>
                              </a:solidFill>
                              <a:latin typeface="Cambria Math" panose="02040503050406030204" pitchFamily="18" charset="0"/>
                            </a:rPr>
                            <m:t>∞</m:t>
                          </m:r>
                        </m:sup>
                        <m:e>
                          <m:r>
                            <m:rPr>
                              <m:sty m:val="p"/>
                            </m:rPr>
                            <a:rPr lang="en-IN" sz="2800" b="0" i="0"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r>
                        <m:rPr>
                          <m:sty m:val="p"/>
                        </m:rPr>
                        <a:rPr lang="en-IN" sz="2800" b="0" i="0" dirty="0" smtClean="0">
                          <a:solidFill>
                            <a:srgbClr val="002060"/>
                          </a:solidFill>
                          <a:latin typeface="Cambria Math" panose="02040503050406030204" pitchFamily="18" charset="0"/>
                        </a:rPr>
                        <m:t>dx</m:t>
                      </m:r>
                    </m:oMath>
                  </m:oMathPara>
                </a14:m>
                <a:endParaRPr lang="en-IN" sz="2800" dirty="0"/>
              </a:p>
            </p:txBody>
          </p:sp>
        </mc:Choice>
        <mc:Fallback xmlns="">
          <p:sp>
            <p:nvSpPr>
              <p:cNvPr id="33" name="TextBox 32">
                <a:extLst>
                  <a:ext uri="{FF2B5EF4-FFF2-40B4-BE49-F238E27FC236}">
                    <a16:creationId xmlns:a16="http://schemas.microsoft.com/office/drawing/2014/main" id="{F3165DBA-148A-4B78-9080-040ED260F52C}"/>
                  </a:ext>
                </a:extLst>
              </p:cNvPr>
              <p:cNvSpPr txBox="1">
                <a:spLocks noRot="1" noChangeAspect="1" noMove="1" noResize="1" noEditPoints="1" noAdjustHandles="1" noChangeArrowheads="1" noChangeShapeType="1" noTextEdit="1"/>
              </p:cNvSpPr>
              <p:nvPr/>
            </p:nvSpPr>
            <p:spPr>
              <a:xfrm>
                <a:off x="3847922" y="834918"/>
                <a:ext cx="1905000" cy="1388137"/>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C0C869F-E8B6-4B35-BD1C-1F3CCBDA5EB8}"/>
                  </a:ext>
                </a:extLst>
              </p:cNvPr>
              <p:cNvSpPr txBox="1"/>
              <p:nvPr/>
            </p:nvSpPr>
            <p:spPr>
              <a:xfrm>
                <a:off x="1631772" y="2864305"/>
                <a:ext cx="80645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r>
                        <a:rPr lang="en-IN" sz="2800" i="1" dirty="0" smtClean="0">
                          <a:solidFill>
                            <a:srgbClr val="002060"/>
                          </a:solidFill>
                          <a:latin typeface="Cambria Math" panose="02040503050406030204" pitchFamily="18" charset="0"/>
                        </a:rPr>
                        <m:t>0</m:t>
                      </m:r>
                    </m:oMath>
                  </m:oMathPara>
                </a14:m>
                <a:endParaRPr lang="en-IN" sz="2800" dirty="0"/>
              </a:p>
            </p:txBody>
          </p:sp>
        </mc:Choice>
        <mc:Fallback xmlns="">
          <p:sp>
            <p:nvSpPr>
              <p:cNvPr id="34" name="TextBox 33">
                <a:extLst>
                  <a:ext uri="{FF2B5EF4-FFF2-40B4-BE49-F238E27FC236}">
                    <a16:creationId xmlns:a16="http://schemas.microsoft.com/office/drawing/2014/main" id="{EC0C869F-E8B6-4B35-BD1C-1F3CCBDA5EB8}"/>
                  </a:ext>
                </a:extLst>
              </p:cNvPr>
              <p:cNvSpPr txBox="1">
                <a:spLocks noRot="1" noChangeAspect="1" noMove="1" noResize="1" noEditPoints="1" noAdjustHandles="1" noChangeArrowheads="1" noChangeShapeType="1" noTextEdit="1"/>
              </p:cNvSpPr>
              <p:nvPr/>
            </p:nvSpPr>
            <p:spPr>
              <a:xfrm>
                <a:off x="1631772" y="2864305"/>
                <a:ext cx="806450"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C148AE8-2150-4601-806F-4A09E52AFD9C}"/>
                  </a:ext>
                </a:extLst>
              </p:cNvPr>
              <p:cNvSpPr txBox="1"/>
              <p:nvPr/>
            </p:nvSpPr>
            <p:spPr>
              <a:xfrm>
                <a:off x="2329644" y="2405100"/>
                <a:ext cx="2030085" cy="139083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smtClean="0">
                              <a:solidFill>
                                <a:srgbClr val="002060"/>
                              </a:solidFill>
                              <a:latin typeface="Cambria Math" panose="02040503050406030204" pitchFamily="18" charset="0"/>
                            </a:rPr>
                          </m:ctrlPr>
                        </m:naryPr>
                        <m:sub>
                          <m:r>
                            <a:rPr lang="en-IN" sz="2800" b="0" i="0" dirty="0" smtClean="0">
                              <a:solidFill>
                                <a:srgbClr val="002060"/>
                              </a:solidFill>
                              <a:latin typeface="Cambria Math" panose="02040503050406030204" pitchFamily="18" charset="0"/>
                            </a:rPr>
                            <m:t>0</m:t>
                          </m:r>
                        </m:sub>
                        <m:sup>
                          <m:r>
                            <a:rPr lang="en-IN" sz="2800" i="0" dirty="0">
                              <a:solidFill>
                                <a:srgbClr val="002060"/>
                              </a:solidFill>
                              <a:latin typeface="Cambria Math" panose="02040503050406030204" pitchFamily="18" charset="0"/>
                            </a:rPr>
                            <m:t>∞</m:t>
                          </m:r>
                        </m:sup>
                        <m:e>
                          <m:sSup>
                            <m:sSupPr>
                              <m:ctrlPr>
                                <a:rPr lang="en-IN" sz="2800" b="0" i="1" dirty="0" smtClean="0">
                                  <a:solidFill>
                                    <a:srgbClr val="002060"/>
                                  </a:solidFill>
                                  <a:latin typeface="Cambria Math" panose="02040503050406030204" pitchFamily="18" charset="0"/>
                                </a:rPr>
                              </m:ctrlPr>
                            </m:sSupPr>
                            <m:e>
                              <m:r>
                                <m:rPr>
                                  <m:sty m:val="p"/>
                                </m:rPr>
                                <a:rPr lang="en-IN" sz="2800" b="0" i="0" dirty="0" smtClean="0">
                                  <a:solidFill>
                                    <a:srgbClr val="002060"/>
                                  </a:solidFill>
                                  <a:latin typeface="Cambria Math" panose="02040503050406030204" pitchFamily="18" charset="0"/>
                                </a:rPr>
                                <m:t>e</m:t>
                              </m:r>
                            </m:e>
                            <m:sup>
                              <m:r>
                                <a:rPr lang="en-IN" sz="2800" b="0" i="0"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x</m:t>
                              </m:r>
                            </m:sup>
                          </m:sSup>
                        </m:e>
                      </m:nary>
                      <m:r>
                        <a:rPr lang="en-IN" sz="2800" b="0" i="0" dirty="0" smtClean="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dx</m:t>
                      </m:r>
                    </m:oMath>
                  </m:oMathPara>
                </a14:m>
                <a:endParaRPr lang="en-IN" sz="2800" dirty="0"/>
              </a:p>
            </p:txBody>
          </p:sp>
        </mc:Choice>
        <mc:Fallback xmlns="">
          <p:sp>
            <p:nvSpPr>
              <p:cNvPr id="35" name="TextBox 34">
                <a:extLst>
                  <a:ext uri="{FF2B5EF4-FFF2-40B4-BE49-F238E27FC236}">
                    <a16:creationId xmlns:a16="http://schemas.microsoft.com/office/drawing/2014/main" id="{4C148AE8-2150-4601-806F-4A09E52AFD9C}"/>
                  </a:ext>
                </a:extLst>
              </p:cNvPr>
              <p:cNvSpPr txBox="1">
                <a:spLocks noRot="1" noChangeAspect="1" noMove="1" noResize="1" noEditPoints="1" noAdjustHandles="1" noChangeArrowheads="1" noChangeShapeType="1" noTextEdit="1"/>
              </p:cNvSpPr>
              <p:nvPr/>
            </p:nvSpPr>
            <p:spPr>
              <a:xfrm>
                <a:off x="2329644" y="2405100"/>
                <a:ext cx="2030085" cy="139083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30836675-80DD-49AE-A28B-623A6CE07DD3}"/>
                  </a:ext>
                </a:extLst>
              </p:cNvPr>
              <p:cNvSpPr txBox="1"/>
              <p:nvPr/>
            </p:nvSpPr>
            <p:spPr>
              <a:xfrm>
                <a:off x="1628514" y="3846730"/>
                <a:ext cx="2030085" cy="5338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sSubSup>
                        <m:sSubSupPr>
                          <m:ctrlPr>
                            <a:rPr lang="en-IN" sz="2800" b="0" i="1" dirty="0" smtClean="0">
                              <a:solidFill>
                                <a:srgbClr val="002060"/>
                              </a:solidFill>
                              <a:latin typeface="Cambria Math" panose="02040503050406030204" pitchFamily="18" charset="0"/>
                            </a:rPr>
                          </m:ctrlPr>
                        </m:sSubSupPr>
                        <m:e>
                          <m:r>
                            <a:rPr lang="en-IN" sz="2800" b="0" i="0" dirty="0" smtClean="0">
                              <a:solidFill>
                                <a:srgbClr val="002060"/>
                              </a:solidFill>
                              <a:latin typeface="Cambria Math" panose="02040503050406030204" pitchFamily="18" charset="0"/>
                            </a:rPr>
                            <m:t>−</m:t>
                          </m:r>
                          <m:d>
                            <m:dPr>
                              <m:begChr m:val="["/>
                              <m:endChr m:val="]"/>
                              <m:ctrlPr>
                                <a:rPr lang="en-IN" sz="2800" b="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 </m:t>
                              </m:r>
                              <m:sSup>
                                <m:sSupPr>
                                  <m:ctrlPr>
                                    <a:rPr lang="en-IN" sz="2800" b="0" i="1" smtClean="0">
                                      <a:solidFill>
                                        <a:srgbClr val="002060"/>
                                      </a:solidFill>
                                      <a:latin typeface="Cambria Math" panose="02040503050406030204" pitchFamily="18" charset="0"/>
                                    </a:rPr>
                                  </m:ctrlPr>
                                </m:sSupPr>
                                <m:e>
                                  <m:r>
                                    <m:rPr>
                                      <m:sty m:val="p"/>
                                    </m:rPr>
                                    <a:rPr lang="en-IN" sz="2800" i="0" smtClean="0">
                                      <a:solidFill>
                                        <a:srgbClr val="002060"/>
                                      </a:solidFill>
                                      <a:latin typeface="Cambria Math" panose="02040503050406030204" pitchFamily="18" charset="0"/>
                                    </a:rPr>
                                    <m:t>e</m:t>
                                  </m:r>
                                </m:e>
                                <m:sup>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x</m:t>
                                  </m:r>
                                </m:sup>
                              </m:sSup>
                              <m:r>
                                <a:rPr lang="en-IN" sz="2800" b="0" i="0" smtClean="0">
                                  <a:solidFill>
                                    <a:srgbClr val="002060"/>
                                  </a:solidFill>
                                  <a:latin typeface="Cambria Math" panose="02040503050406030204" pitchFamily="18" charset="0"/>
                                </a:rPr>
                                <m:t> </m:t>
                              </m:r>
                            </m:e>
                          </m:d>
                        </m:e>
                        <m:sub>
                          <m:r>
                            <a:rPr lang="en-IN" sz="2800" b="0" i="0" smtClean="0">
                              <a:solidFill>
                                <a:srgbClr val="002060"/>
                              </a:solidFill>
                              <a:latin typeface="Cambria Math" panose="02040503050406030204" pitchFamily="18" charset="0"/>
                            </a:rPr>
                            <m:t>0</m:t>
                          </m:r>
                        </m:sub>
                        <m:sup>
                          <m:r>
                            <a:rPr lang="en-IN" sz="2800" dirty="0">
                              <a:solidFill>
                                <a:srgbClr val="002060"/>
                              </a:solidFill>
                              <a:latin typeface="Cambria Math" panose="02040503050406030204" pitchFamily="18" charset="0"/>
                            </a:rPr>
                            <m:t>∞</m:t>
                          </m:r>
                        </m:sup>
                      </m:sSubSup>
                    </m:oMath>
                  </m:oMathPara>
                </a14:m>
                <a:endParaRPr lang="en-IN" sz="2800" dirty="0"/>
              </a:p>
            </p:txBody>
          </p:sp>
        </mc:Choice>
        <mc:Fallback xmlns="">
          <p:sp>
            <p:nvSpPr>
              <p:cNvPr id="37" name="TextBox 36">
                <a:extLst>
                  <a:ext uri="{FF2B5EF4-FFF2-40B4-BE49-F238E27FC236}">
                    <a16:creationId xmlns:a16="http://schemas.microsoft.com/office/drawing/2014/main" id="{30836675-80DD-49AE-A28B-623A6CE07DD3}"/>
                  </a:ext>
                </a:extLst>
              </p:cNvPr>
              <p:cNvSpPr txBox="1">
                <a:spLocks noRot="1" noChangeAspect="1" noMove="1" noResize="1" noEditPoints="1" noAdjustHandles="1" noChangeArrowheads="1" noChangeShapeType="1" noTextEdit="1"/>
              </p:cNvSpPr>
              <p:nvPr/>
            </p:nvSpPr>
            <p:spPr>
              <a:xfrm>
                <a:off x="1628514" y="3846730"/>
                <a:ext cx="2030085" cy="533864"/>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F900810-FE7C-4A5B-89DD-F9197507F244}"/>
                  </a:ext>
                </a:extLst>
              </p:cNvPr>
              <p:cNvSpPr txBox="1"/>
              <p:nvPr/>
            </p:nvSpPr>
            <p:spPr>
              <a:xfrm>
                <a:off x="9246687" y="828842"/>
                <a:ext cx="2921000" cy="1271438"/>
              </a:xfrm>
              <a:prstGeom prst="rect">
                <a:avLst/>
              </a:prstGeom>
              <a:noFill/>
            </p:spPr>
            <p:txBody>
              <a:bodyPr wrap="square">
                <a:spAutoFit/>
              </a:bodyPr>
              <a:lstStyle/>
              <a:p>
                <a:pPr>
                  <a:lnSpc>
                    <a:spcPct val="100000"/>
                  </a:lnSpc>
                </a:pPr>
                <a14:m>
                  <m:oMathPara xmlns:m="http://schemas.openxmlformats.org/officeDocument/2006/math">
                    <m:oMathParaPr>
                      <m:jc m:val="left"/>
                    </m:oMathParaPr>
                    <m:oMath xmlns:m="http://schemas.openxmlformats.org/officeDocument/2006/math">
                      <m:r>
                        <m:rPr>
                          <m:sty m:val="p"/>
                        </m:rPr>
                        <a:rPr lang="en-US" sz="2400" i="1" smtClean="0">
                          <a:solidFill>
                            <a:srgbClr val="002060"/>
                          </a:solidFill>
                          <a:latin typeface="Cambria Math" panose="02040503050406030204" pitchFamily="18" charset="0"/>
                        </a:rPr>
                        <m:t>f</m:t>
                      </m:r>
                      <m:r>
                        <a:rPr lang="en-US" sz="2400" i="1" smtClean="0">
                          <a:solidFill>
                            <a:srgbClr val="002060"/>
                          </a:solidFill>
                          <a:latin typeface="Cambria Math" panose="02040503050406030204" pitchFamily="18" charset="0"/>
                        </a:rPr>
                        <m:t>(</m:t>
                      </m:r>
                      <m:r>
                        <m:rPr>
                          <m:sty m:val="p"/>
                        </m:rPr>
                        <a:rPr lang="en-US" sz="2400" i="1" smtClean="0">
                          <a:solidFill>
                            <a:srgbClr val="002060"/>
                          </a:solidFill>
                          <a:latin typeface="Cambria Math" panose="02040503050406030204" pitchFamily="18" charset="0"/>
                        </a:rPr>
                        <m:t>x</m:t>
                      </m:r>
                      <m:r>
                        <a:rPr lang="en-US" sz="2400" i="1" smtClean="0">
                          <a:solidFill>
                            <a:srgbClr val="002060"/>
                          </a:solidFill>
                          <a:latin typeface="Cambria Math" panose="02040503050406030204" pitchFamily="18" charset="0"/>
                        </a:rPr>
                        <m:t>)=</m:t>
                      </m:r>
                      <m:d>
                        <m:dPr>
                          <m:begChr m:val="{"/>
                          <m:endChr m:val=""/>
                          <m:ctrlPr>
                            <a:rPr lang="en-US" sz="2400" i="1">
                              <a:solidFill>
                                <a:srgbClr val="002060"/>
                              </a:solidFill>
                              <a:latin typeface="Cambria Math" panose="02040503050406030204" pitchFamily="18" charset="0"/>
                            </a:rPr>
                          </m:ctrlPr>
                        </m:dPr>
                        <m:e>
                          <m:r>
                            <a:rPr lang="en-US" sz="2400" i="1">
                              <a:solidFill>
                                <a:srgbClr val="002060"/>
                              </a:solidFill>
                              <a:latin typeface="Cambria Math" panose="02040503050406030204" pitchFamily="18" charset="0"/>
                            </a:rPr>
                            <m:t> </m:t>
                          </m:r>
                          <m:eqArr>
                            <m:eqArrPr>
                              <m:ctrlPr>
                                <a:rPr lang="en-US" sz="2400" i="1">
                                  <a:solidFill>
                                    <a:srgbClr val="002060"/>
                                  </a:solidFill>
                                  <a:latin typeface="Cambria Math" panose="02040503050406030204" pitchFamily="18" charset="0"/>
                                </a:rPr>
                              </m:ctrlPr>
                            </m:eqArrPr>
                            <m:e>
                              <m:sSup>
                                <m:sSupPr>
                                  <m:ctrlPr>
                                    <a:rPr lang="en-US" sz="2400" i="1">
                                      <a:solidFill>
                                        <a:srgbClr val="002060"/>
                                      </a:solidFill>
                                      <a:latin typeface="Cambria Math" panose="02040503050406030204" pitchFamily="18" charset="0"/>
                                    </a:rPr>
                                  </m:ctrlPr>
                                </m:sSupPr>
                                <m:e>
                                  <m:r>
                                    <m:rPr>
                                      <m:sty m:val="p"/>
                                    </m:rPr>
                                    <a:rPr lang="en-US" sz="2400" i="1">
                                      <a:solidFill>
                                        <a:srgbClr val="002060"/>
                                      </a:solidFill>
                                      <a:latin typeface="Cambria Math" panose="02040503050406030204" pitchFamily="18" charset="0"/>
                                    </a:rPr>
                                    <m:t>e</m:t>
                                  </m:r>
                                </m:e>
                                <m:sup>
                                  <m:r>
                                    <a:rPr lang="en-IN" sz="2400" b="0" i="1" smtClean="0">
                                      <a:solidFill>
                                        <a:srgbClr val="002060"/>
                                      </a:solidFill>
                                      <a:latin typeface="Cambria Math" panose="02040503050406030204" pitchFamily="18" charset="0"/>
                                    </a:rPr>
                                    <m:t>−</m:t>
                                  </m:r>
                                  <m:r>
                                    <m:rPr>
                                      <m:sty m:val="p"/>
                                    </m:rPr>
                                    <a:rPr lang="en-US" sz="2400" i="1">
                                      <a:solidFill>
                                        <a:srgbClr val="002060"/>
                                      </a:solidFill>
                                      <a:latin typeface="Cambria Math" panose="02040503050406030204" pitchFamily="18" charset="0"/>
                                    </a:rPr>
                                    <m:t>x</m:t>
                                  </m:r>
                                </m:sup>
                              </m:sSup>
                              <m:r>
                                <a:rPr lang="en-US" sz="2400" i="1">
                                  <a:solidFill>
                                    <a:srgbClr val="002060"/>
                                  </a:solidFill>
                                  <a:latin typeface="Cambria Math" panose="02040503050406030204" pitchFamily="18" charset="0"/>
                                </a:rPr>
                                <m:t>  ; </m:t>
                              </m:r>
                              <m:r>
                                <m:rPr>
                                  <m:sty m:val="p"/>
                                </m:rPr>
                                <a:rPr lang="en-US" sz="2400" i="1">
                                  <a:solidFill>
                                    <a:srgbClr val="002060"/>
                                  </a:solidFill>
                                  <a:latin typeface="Cambria Math" panose="02040503050406030204" pitchFamily="18" charset="0"/>
                                </a:rPr>
                                <m:t>x</m:t>
                              </m:r>
                              <m:r>
                                <a:rPr lang="en-US" sz="2400" i="1">
                                  <a:solidFill>
                                    <a:srgbClr val="002060"/>
                                  </a:solidFill>
                                  <a:latin typeface="Cambria Math" panose="02040503050406030204" pitchFamily="18" charset="0"/>
                                </a:rPr>
                                <m:t>≥0</m:t>
                              </m:r>
                            </m:e>
                            <m:e>
                              <m:r>
                                <a:rPr lang="en-IN" sz="2400" b="0" i="1" smtClean="0">
                                  <a:solidFill>
                                    <a:srgbClr val="002060"/>
                                  </a:solidFill>
                                  <a:latin typeface="Cambria Math" panose="02040503050406030204" pitchFamily="18" charset="0"/>
                                </a:rPr>
                                <m:t> </m:t>
                              </m:r>
                            </m:e>
                            <m:e>
                              <m:r>
                                <a:rPr lang="en-US" sz="2400" i="1">
                                  <a:solidFill>
                                    <a:srgbClr val="002060"/>
                                  </a:solidFill>
                                  <a:latin typeface="Cambria Math" panose="02040503050406030204" pitchFamily="18" charset="0"/>
                                </a:rPr>
                                <m:t>0      ;</m:t>
                              </m:r>
                              <m:r>
                                <m:rPr>
                                  <m:sty m:val="p"/>
                                </m:rPr>
                                <a:rPr lang="en-US" sz="2400" i="1">
                                  <a:solidFill>
                                    <a:srgbClr val="002060"/>
                                  </a:solidFill>
                                  <a:latin typeface="Cambria Math" panose="02040503050406030204" pitchFamily="18" charset="0"/>
                                </a:rPr>
                                <m:t>x</m:t>
                              </m:r>
                              <m:r>
                                <a:rPr lang="en-US" sz="2400" i="1">
                                  <a:solidFill>
                                    <a:srgbClr val="002060"/>
                                  </a:solidFill>
                                  <a:latin typeface="Cambria Math" panose="02040503050406030204" pitchFamily="18" charset="0"/>
                                </a:rPr>
                                <m:t>&lt;0</m:t>
                              </m:r>
                            </m:e>
                          </m:eqArr>
                        </m:e>
                      </m:d>
                    </m:oMath>
                  </m:oMathPara>
                </a14:m>
                <a:endParaRPr lang="en-IN" sz="2400" dirty="0">
                  <a:solidFill>
                    <a:srgbClr val="002060"/>
                  </a:solidFill>
                </a:endParaRPr>
              </a:p>
            </p:txBody>
          </p:sp>
        </mc:Choice>
        <mc:Fallback xmlns="">
          <p:sp>
            <p:nvSpPr>
              <p:cNvPr id="14" name="TextBox 13">
                <a:extLst>
                  <a:ext uri="{FF2B5EF4-FFF2-40B4-BE49-F238E27FC236}">
                    <a16:creationId xmlns:a16="http://schemas.microsoft.com/office/drawing/2014/main" id="{7F900810-FE7C-4A5B-89DD-F9197507F244}"/>
                  </a:ext>
                </a:extLst>
              </p:cNvPr>
              <p:cNvSpPr txBox="1">
                <a:spLocks noRot="1" noChangeAspect="1" noMove="1" noResize="1" noEditPoints="1" noAdjustHandles="1" noChangeArrowheads="1" noChangeShapeType="1" noTextEdit="1"/>
              </p:cNvSpPr>
              <p:nvPr/>
            </p:nvSpPr>
            <p:spPr>
              <a:xfrm>
                <a:off x="9246687" y="828842"/>
                <a:ext cx="2921000" cy="1271438"/>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B32EE7C-2C4F-4233-A157-F6F13D957F42}"/>
                  </a:ext>
                </a:extLst>
              </p:cNvPr>
              <p:cNvSpPr txBox="1"/>
              <p:nvPr/>
            </p:nvSpPr>
            <p:spPr>
              <a:xfrm>
                <a:off x="1628514" y="4553817"/>
                <a:ext cx="2219408"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m:t>
                      </m:r>
                      <m:d>
                        <m:dPr>
                          <m:begChr m:val="["/>
                          <m:endChr m:val="]"/>
                          <m:ctrlPr>
                            <a:rPr lang="en-IN" sz="2800" b="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0−1</m:t>
                          </m:r>
                          <m:r>
                            <a:rPr lang="en-IN" sz="2800" b="0" i="0" smtClean="0">
                              <a:solidFill>
                                <a:srgbClr val="002060"/>
                              </a:solidFill>
                              <a:latin typeface="Cambria Math" panose="02040503050406030204" pitchFamily="18" charset="0"/>
                            </a:rPr>
                            <m:t> </m:t>
                          </m:r>
                        </m:e>
                      </m:d>
                    </m:oMath>
                  </m:oMathPara>
                </a14:m>
                <a:endParaRPr lang="en-IN" sz="2800" dirty="0"/>
              </a:p>
            </p:txBody>
          </p:sp>
        </mc:Choice>
        <mc:Fallback xmlns="">
          <p:sp>
            <p:nvSpPr>
              <p:cNvPr id="15" name="TextBox 14">
                <a:extLst>
                  <a:ext uri="{FF2B5EF4-FFF2-40B4-BE49-F238E27FC236}">
                    <a16:creationId xmlns:a16="http://schemas.microsoft.com/office/drawing/2014/main" id="{1B32EE7C-2C4F-4233-A157-F6F13D957F42}"/>
                  </a:ext>
                </a:extLst>
              </p:cNvPr>
              <p:cNvSpPr txBox="1">
                <a:spLocks noRot="1" noChangeAspect="1" noMove="1" noResize="1" noEditPoints="1" noAdjustHandles="1" noChangeArrowheads="1" noChangeShapeType="1" noTextEdit="1"/>
              </p:cNvSpPr>
              <p:nvPr/>
            </p:nvSpPr>
            <p:spPr>
              <a:xfrm>
                <a:off x="1628514" y="4553817"/>
                <a:ext cx="2219408"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730264A-AE17-4438-9023-851254ECC825}"/>
                  </a:ext>
                </a:extLst>
              </p:cNvPr>
              <p:cNvSpPr txBox="1"/>
              <p:nvPr/>
            </p:nvSpPr>
            <p:spPr>
              <a:xfrm>
                <a:off x="1628514" y="5250260"/>
                <a:ext cx="89878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1</m:t>
                      </m:r>
                    </m:oMath>
                  </m:oMathPara>
                </a14:m>
                <a:endParaRPr lang="en-IN" sz="2800" dirty="0"/>
              </a:p>
            </p:txBody>
          </p:sp>
        </mc:Choice>
        <mc:Fallback xmlns="">
          <p:sp>
            <p:nvSpPr>
              <p:cNvPr id="17" name="TextBox 16">
                <a:extLst>
                  <a:ext uri="{FF2B5EF4-FFF2-40B4-BE49-F238E27FC236}">
                    <a16:creationId xmlns:a16="http://schemas.microsoft.com/office/drawing/2014/main" id="{2730264A-AE17-4438-9023-851254ECC825}"/>
                  </a:ext>
                </a:extLst>
              </p:cNvPr>
              <p:cNvSpPr txBox="1">
                <a:spLocks noRot="1" noChangeAspect="1" noMove="1" noResize="1" noEditPoints="1" noAdjustHandles="1" noChangeArrowheads="1" noChangeShapeType="1" noTextEdit="1"/>
              </p:cNvSpPr>
              <p:nvPr/>
            </p:nvSpPr>
            <p:spPr>
              <a:xfrm>
                <a:off x="1628514" y="5250260"/>
                <a:ext cx="898786"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0FDE405-3404-4899-9DC3-805502EC7C8A}"/>
                  </a:ext>
                </a:extLst>
              </p:cNvPr>
              <p:cNvSpPr txBox="1"/>
              <p:nvPr/>
            </p:nvSpPr>
            <p:spPr>
              <a:xfrm>
                <a:off x="1628514" y="5946703"/>
                <a:ext cx="3878943" cy="523220"/>
              </a:xfrm>
              <a:prstGeom prst="rect">
                <a:avLst/>
              </a:prstGeom>
              <a:noFill/>
            </p:spPr>
            <p:txBody>
              <a:bodyPr wrap="square">
                <a:spAutoFit/>
              </a:bodyPr>
              <a:lstStyle/>
              <a:p>
                <a:r>
                  <a:rPr lang="en-IN" sz="2800" dirty="0">
                    <a:solidFill>
                      <a:srgbClr val="002060"/>
                    </a:solidFill>
                  </a:rPr>
                  <a:t>Thus, </a:t>
                </a:r>
                <a14:m>
                  <m:oMath xmlns:m="http://schemas.openxmlformats.org/officeDocument/2006/math">
                    <m:r>
                      <m:rPr>
                        <m:sty m:val="p"/>
                      </m:rPr>
                      <a:rPr lang="en-US" sz="2800">
                        <a:solidFill>
                          <a:srgbClr val="002060"/>
                        </a:solidFill>
                        <a:latin typeface="Cambria Math" panose="02040503050406030204" pitchFamily="18" charset="0"/>
                      </a:rPr>
                      <m:t>f</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e>
                    </m:d>
                  </m:oMath>
                </a14:m>
                <a:r>
                  <a:rPr lang="en-IN" sz="2800" dirty="0">
                    <a:solidFill>
                      <a:srgbClr val="002060"/>
                    </a:solidFill>
                  </a:rPr>
                  <a:t> is P.D.F.</a:t>
                </a:r>
              </a:p>
            </p:txBody>
          </p:sp>
        </mc:Choice>
        <mc:Fallback xmlns="">
          <p:sp>
            <p:nvSpPr>
              <p:cNvPr id="20" name="TextBox 19">
                <a:extLst>
                  <a:ext uri="{FF2B5EF4-FFF2-40B4-BE49-F238E27FC236}">
                    <a16:creationId xmlns:a16="http://schemas.microsoft.com/office/drawing/2014/main" id="{30FDE405-3404-4899-9DC3-805502EC7C8A}"/>
                  </a:ext>
                </a:extLst>
              </p:cNvPr>
              <p:cNvSpPr txBox="1">
                <a:spLocks noRot="1" noChangeAspect="1" noMove="1" noResize="1" noEditPoints="1" noAdjustHandles="1" noChangeArrowheads="1" noChangeShapeType="1" noTextEdit="1"/>
              </p:cNvSpPr>
              <p:nvPr/>
            </p:nvSpPr>
            <p:spPr>
              <a:xfrm>
                <a:off x="1628514" y="5946703"/>
                <a:ext cx="3878943" cy="523220"/>
              </a:xfrm>
              <a:prstGeom prst="rect">
                <a:avLst/>
              </a:prstGeom>
              <a:blipFill>
                <a:blip r:embed="rId11"/>
                <a:stretch>
                  <a:fillRect l="-3145" t="-11765" b="-34118"/>
                </a:stretch>
              </a:blipFill>
            </p:spPr>
            <p:txBody>
              <a:bodyPr/>
              <a:lstStyle/>
              <a:p>
                <a:r>
                  <a:rPr lang="en-IN">
                    <a:noFill/>
                  </a:rPr>
                  <a:t> </a:t>
                </a:r>
              </a:p>
            </p:txBody>
          </p:sp>
        </mc:Fallback>
      </mc:AlternateContent>
      <p:cxnSp>
        <p:nvCxnSpPr>
          <p:cNvPr id="22" name="Straight Connector 21">
            <a:extLst>
              <a:ext uri="{FF2B5EF4-FFF2-40B4-BE49-F238E27FC236}">
                <a16:creationId xmlns:a16="http://schemas.microsoft.com/office/drawing/2014/main" id="{E623F012-9FCB-43D0-A638-0F4859FCB041}"/>
              </a:ext>
            </a:extLst>
          </p:cNvPr>
          <p:cNvCxnSpPr>
            <a:cxnSpLocks/>
          </p:cNvCxnSpPr>
          <p:nvPr/>
        </p:nvCxnSpPr>
        <p:spPr>
          <a:xfrm>
            <a:off x="5765621" y="868175"/>
            <a:ext cx="0" cy="556690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02EA758-E899-4F3E-AB16-D510C6AC42E0}"/>
                  </a:ext>
                </a:extLst>
              </p:cNvPr>
              <p:cNvSpPr txBox="1"/>
              <p:nvPr/>
            </p:nvSpPr>
            <p:spPr>
              <a:xfrm>
                <a:off x="5938108" y="1187907"/>
                <a:ext cx="253555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1" dirty="0" smtClean="0">
                          <a:solidFill>
                            <a:srgbClr val="002060"/>
                          </a:solidFill>
                          <a:latin typeface="Cambria Math" panose="02040503050406030204" pitchFamily="18" charset="0"/>
                        </a:rPr>
                        <m:t>P</m:t>
                      </m:r>
                      <m:r>
                        <a:rPr lang="en-IN" sz="2800" i="1" dirty="0" smtClean="0">
                          <a:solidFill>
                            <a:srgbClr val="002060"/>
                          </a:solidFill>
                          <a:latin typeface="Cambria Math" panose="02040503050406030204" pitchFamily="18" charset="0"/>
                        </a:rPr>
                        <m:t>(1&lt;</m:t>
                      </m:r>
                      <m:r>
                        <m:rPr>
                          <m:sty m:val="p"/>
                        </m:rPr>
                        <a:rPr lang="en-IN" sz="2800" i="1" dirty="0" smtClean="0">
                          <a:solidFill>
                            <a:srgbClr val="002060"/>
                          </a:solidFill>
                          <a:latin typeface="Cambria Math" panose="02040503050406030204" pitchFamily="18" charset="0"/>
                        </a:rPr>
                        <m:t>X</m:t>
                      </m:r>
                      <m:r>
                        <a:rPr lang="en-IN" sz="2800" i="1" dirty="0" smtClean="0">
                          <a:solidFill>
                            <a:srgbClr val="002060"/>
                          </a:solidFill>
                          <a:latin typeface="Cambria Math" panose="02040503050406030204" pitchFamily="18" charset="0"/>
                        </a:rPr>
                        <m:t>&lt;2)</m:t>
                      </m:r>
                    </m:oMath>
                  </m:oMathPara>
                </a14:m>
                <a:endParaRPr lang="en-IN" sz="2800" dirty="0">
                  <a:solidFill>
                    <a:srgbClr val="002060"/>
                  </a:solidFill>
                </a:endParaRPr>
              </a:p>
            </p:txBody>
          </p:sp>
        </mc:Choice>
        <mc:Fallback xmlns="">
          <p:sp>
            <p:nvSpPr>
              <p:cNvPr id="23" name="TextBox 22">
                <a:extLst>
                  <a:ext uri="{FF2B5EF4-FFF2-40B4-BE49-F238E27FC236}">
                    <a16:creationId xmlns:a16="http://schemas.microsoft.com/office/drawing/2014/main" id="{202EA758-E899-4F3E-AB16-D510C6AC42E0}"/>
                  </a:ext>
                </a:extLst>
              </p:cNvPr>
              <p:cNvSpPr txBox="1">
                <a:spLocks noRot="1" noChangeAspect="1" noMove="1" noResize="1" noEditPoints="1" noAdjustHandles="1" noChangeArrowheads="1" noChangeShapeType="1" noTextEdit="1"/>
              </p:cNvSpPr>
              <p:nvPr/>
            </p:nvSpPr>
            <p:spPr>
              <a:xfrm>
                <a:off x="5938108" y="1187907"/>
                <a:ext cx="2535555"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8155C05C-140D-491A-A86C-360607AF4686}"/>
                  </a:ext>
                </a:extLst>
              </p:cNvPr>
              <p:cNvSpPr txBox="1"/>
              <p:nvPr/>
            </p:nvSpPr>
            <p:spPr>
              <a:xfrm>
                <a:off x="6053764" y="1707936"/>
                <a:ext cx="1905000" cy="138813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smtClean="0">
                              <a:solidFill>
                                <a:srgbClr val="002060"/>
                              </a:solidFill>
                              <a:latin typeface="Cambria Math" panose="02040503050406030204" pitchFamily="18" charset="0"/>
                            </a:rPr>
                          </m:ctrlPr>
                        </m:naryPr>
                        <m:sub>
                          <m:r>
                            <a:rPr lang="en-IN" sz="2800" b="0" i="0" dirty="0" smtClean="0">
                              <a:solidFill>
                                <a:srgbClr val="002060"/>
                              </a:solidFill>
                              <a:latin typeface="Cambria Math" panose="02040503050406030204" pitchFamily="18" charset="0"/>
                            </a:rPr>
                            <m:t>1</m:t>
                          </m:r>
                        </m:sub>
                        <m:sup>
                          <m:r>
                            <a:rPr lang="en-IN" sz="2800" b="0" i="0" dirty="0" smtClean="0">
                              <a:solidFill>
                                <a:srgbClr val="002060"/>
                              </a:solidFill>
                              <a:latin typeface="Cambria Math" panose="02040503050406030204" pitchFamily="18" charset="0"/>
                            </a:rPr>
                            <m:t>2</m:t>
                          </m:r>
                        </m:sup>
                        <m:e>
                          <m:r>
                            <m:rPr>
                              <m:sty m:val="p"/>
                            </m:rPr>
                            <a:rPr lang="en-IN" sz="2800" b="0" i="0"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r>
                        <m:rPr>
                          <m:sty m:val="p"/>
                        </m:rPr>
                        <a:rPr lang="en-IN" sz="2800" b="0" i="0" dirty="0" smtClean="0">
                          <a:solidFill>
                            <a:srgbClr val="002060"/>
                          </a:solidFill>
                          <a:latin typeface="Cambria Math" panose="02040503050406030204" pitchFamily="18" charset="0"/>
                        </a:rPr>
                        <m:t>dx</m:t>
                      </m:r>
                    </m:oMath>
                  </m:oMathPara>
                </a14:m>
                <a:endParaRPr lang="en-IN" sz="2800" dirty="0"/>
              </a:p>
            </p:txBody>
          </p:sp>
        </mc:Choice>
        <mc:Fallback xmlns="">
          <p:sp>
            <p:nvSpPr>
              <p:cNvPr id="24" name="TextBox 23">
                <a:extLst>
                  <a:ext uri="{FF2B5EF4-FFF2-40B4-BE49-F238E27FC236}">
                    <a16:creationId xmlns:a16="http://schemas.microsoft.com/office/drawing/2014/main" id="{8155C05C-140D-491A-A86C-360607AF4686}"/>
                  </a:ext>
                </a:extLst>
              </p:cNvPr>
              <p:cNvSpPr txBox="1">
                <a:spLocks noRot="1" noChangeAspect="1" noMove="1" noResize="1" noEditPoints="1" noAdjustHandles="1" noChangeArrowheads="1" noChangeShapeType="1" noTextEdit="1"/>
              </p:cNvSpPr>
              <p:nvPr/>
            </p:nvSpPr>
            <p:spPr>
              <a:xfrm>
                <a:off x="6053764" y="1707936"/>
                <a:ext cx="1905000" cy="1388137"/>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4AA97B97-40D0-4EB6-99E5-57DF4D94307C}"/>
                  </a:ext>
                </a:extLst>
              </p:cNvPr>
              <p:cNvSpPr txBox="1"/>
              <p:nvPr/>
            </p:nvSpPr>
            <p:spPr>
              <a:xfrm>
                <a:off x="6053764" y="3238607"/>
                <a:ext cx="1905000" cy="138813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smtClean="0">
                              <a:solidFill>
                                <a:srgbClr val="002060"/>
                              </a:solidFill>
                              <a:latin typeface="Cambria Math" panose="02040503050406030204" pitchFamily="18" charset="0"/>
                            </a:rPr>
                          </m:ctrlPr>
                        </m:naryPr>
                        <m:sub>
                          <m:r>
                            <a:rPr lang="en-IN" sz="2800" b="0" i="0" dirty="0" smtClean="0">
                              <a:solidFill>
                                <a:srgbClr val="002060"/>
                              </a:solidFill>
                              <a:latin typeface="Cambria Math" panose="02040503050406030204" pitchFamily="18" charset="0"/>
                            </a:rPr>
                            <m:t>1</m:t>
                          </m:r>
                        </m:sub>
                        <m:sup>
                          <m:r>
                            <a:rPr lang="en-IN" sz="2800" b="0" i="0" dirty="0" smtClean="0">
                              <a:solidFill>
                                <a:srgbClr val="002060"/>
                              </a:solidFill>
                              <a:latin typeface="Cambria Math" panose="02040503050406030204" pitchFamily="18" charset="0"/>
                            </a:rPr>
                            <m:t>2</m:t>
                          </m:r>
                        </m:sup>
                        <m:e>
                          <m:sSup>
                            <m:sSupPr>
                              <m:ctrlPr>
                                <a:rPr lang="en-IN" sz="2800" b="0" i="1" dirty="0" smtClean="0">
                                  <a:solidFill>
                                    <a:srgbClr val="002060"/>
                                  </a:solidFill>
                                  <a:latin typeface="Cambria Math" panose="02040503050406030204" pitchFamily="18" charset="0"/>
                                </a:rPr>
                              </m:ctrlPr>
                            </m:sSupPr>
                            <m:e>
                              <m:r>
                                <m:rPr>
                                  <m:sty m:val="p"/>
                                </m:rPr>
                                <a:rPr lang="en-IN" sz="2800" b="0" i="0" dirty="0" smtClean="0">
                                  <a:solidFill>
                                    <a:srgbClr val="002060"/>
                                  </a:solidFill>
                                  <a:latin typeface="Cambria Math" panose="02040503050406030204" pitchFamily="18" charset="0"/>
                                </a:rPr>
                                <m:t>e</m:t>
                              </m:r>
                            </m:e>
                            <m:sup>
                              <m:r>
                                <a:rPr lang="en-IN" sz="2800" b="0" i="0"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x</m:t>
                              </m:r>
                            </m:sup>
                          </m:sSup>
                        </m:e>
                      </m:nary>
                      <m:r>
                        <m:rPr>
                          <m:sty m:val="p"/>
                        </m:rPr>
                        <a:rPr lang="en-IN" sz="2800" b="0" i="0" dirty="0" smtClean="0">
                          <a:solidFill>
                            <a:srgbClr val="002060"/>
                          </a:solidFill>
                          <a:latin typeface="Cambria Math" panose="02040503050406030204" pitchFamily="18" charset="0"/>
                        </a:rPr>
                        <m:t>dx</m:t>
                      </m:r>
                    </m:oMath>
                  </m:oMathPara>
                </a14:m>
                <a:endParaRPr lang="en-IN" sz="2800" dirty="0"/>
              </a:p>
            </p:txBody>
          </p:sp>
        </mc:Choice>
        <mc:Fallback xmlns="">
          <p:sp>
            <p:nvSpPr>
              <p:cNvPr id="25" name="TextBox 24">
                <a:extLst>
                  <a:ext uri="{FF2B5EF4-FFF2-40B4-BE49-F238E27FC236}">
                    <a16:creationId xmlns:a16="http://schemas.microsoft.com/office/drawing/2014/main" id="{4AA97B97-40D0-4EB6-99E5-57DF4D94307C}"/>
                  </a:ext>
                </a:extLst>
              </p:cNvPr>
              <p:cNvSpPr txBox="1">
                <a:spLocks noRot="1" noChangeAspect="1" noMove="1" noResize="1" noEditPoints="1" noAdjustHandles="1" noChangeArrowheads="1" noChangeShapeType="1" noTextEdit="1"/>
              </p:cNvSpPr>
              <p:nvPr/>
            </p:nvSpPr>
            <p:spPr>
              <a:xfrm>
                <a:off x="6053764" y="3238607"/>
                <a:ext cx="1905000" cy="1388137"/>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C8E0B2B6-8599-4030-98FA-DFB2B67FB57A}"/>
                  </a:ext>
                </a:extLst>
              </p:cNvPr>
              <p:cNvSpPr txBox="1"/>
              <p:nvPr/>
            </p:nvSpPr>
            <p:spPr>
              <a:xfrm>
                <a:off x="6096001" y="4626744"/>
                <a:ext cx="190500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sSubSup>
                        <m:sSubSupPr>
                          <m:ctrlPr>
                            <a:rPr lang="en-IN" sz="2800" i="1" dirty="0">
                              <a:solidFill>
                                <a:srgbClr val="002060"/>
                              </a:solidFill>
                              <a:latin typeface="Cambria Math" panose="02040503050406030204" pitchFamily="18" charset="0"/>
                            </a:rPr>
                          </m:ctrlPr>
                        </m:sSubSupPr>
                        <m:e>
                          <m:r>
                            <a:rPr lang="en-IN" sz="2800" dirty="0">
                              <a:solidFill>
                                <a:srgbClr val="002060"/>
                              </a:solidFill>
                              <a:latin typeface="Cambria Math" panose="02040503050406030204" pitchFamily="18" charset="0"/>
                            </a:rPr>
                            <m:t>−</m:t>
                          </m:r>
                          <m:d>
                            <m:dPr>
                              <m:begChr m:val="["/>
                              <m:endChr m:val="]"/>
                              <m:ctrlPr>
                                <a:rPr lang="en-IN" sz="2800" i="1" dirty="0">
                                  <a:solidFill>
                                    <a:srgbClr val="002060"/>
                                  </a:solidFill>
                                  <a:latin typeface="Cambria Math" panose="02040503050406030204" pitchFamily="18" charset="0"/>
                                </a:rPr>
                              </m:ctrlPr>
                            </m:dPr>
                            <m:e>
                              <m:r>
                                <a:rPr lang="en-IN" sz="2800" dirty="0">
                                  <a:solidFill>
                                    <a:srgbClr val="002060"/>
                                  </a:solidFill>
                                  <a:latin typeface="Cambria Math" panose="02040503050406030204" pitchFamily="18" charset="0"/>
                                </a:rPr>
                                <m:t> </m:t>
                              </m:r>
                              <m:sSup>
                                <m:sSupPr>
                                  <m:ctrlPr>
                                    <a:rPr lang="en-IN" sz="2800" i="1">
                                      <a:solidFill>
                                        <a:srgbClr val="002060"/>
                                      </a:solidFill>
                                      <a:latin typeface="Cambria Math" panose="02040503050406030204" pitchFamily="18" charset="0"/>
                                    </a:rPr>
                                  </m:ctrlPr>
                                </m:sSupPr>
                                <m:e>
                                  <m:r>
                                    <m:rPr>
                                      <m:sty m:val="p"/>
                                    </m:rPr>
                                    <a:rPr lang="en-IN" sz="2800">
                                      <a:solidFill>
                                        <a:srgbClr val="002060"/>
                                      </a:solidFill>
                                      <a:latin typeface="Cambria Math" panose="02040503050406030204" pitchFamily="18" charset="0"/>
                                    </a:rPr>
                                    <m:t>e</m:t>
                                  </m:r>
                                </m:e>
                                <m:sup>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x</m:t>
                                  </m:r>
                                </m:sup>
                              </m:sSup>
                              <m:r>
                                <a:rPr lang="en-IN" sz="2800">
                                  <a:solidFill>
                                    <a:srgbClr val="002060"/>
                                  </a:solidFill>
                                  <a:latin typeface="Cambria Math" panose="02040503050406030204" pitchFamily="18" charset="0"/>
                                </a:rPr>
                                <m:t> </m:t>
                              </m:r>
                            </m:e>
                          </m:d>
                        </m:e>
                        <m:sub>
                          <m:r>
                            <a:rPr lang="en-IN" sz="2800" b="0" i="0" smtClean="0">
                              <a:solidFill>
                                <a:srgbClr val="002060"/>
                              </a:solidFill>
                              <a:latin typeface="Cambria Math" panose="02040503050406030204" pitchFamily="18" charset="0"/>
                            </a:rPr>
                            <m:t>1</m:t>
                          </m:r>
                        </m:sub>
                        <m:sup>
                          <m:r>
                            <a:rPr lang="en-IN" sz="2800" b="0" i="0" dirty="0" smtClean="0">
                              <a:solidFill>
                                <a:srgbClr val="002060"/>
                              </a:solidFill>
                              <a:latin typeface="Cambria Math" panose="02040503050406030204" pitchFamily="18" charset="0"/>
                            </a:rPr>
                            <m:t>2</m:t>
                          </m:r>
                        </m:sup>
                      </m:sSubSup>
                    </m:oMath>
                  </m:oMathPara>
                </a14:m>
                <a:endParaRPr lang="en-IN" sz="2800" dirty="0"/>
              </a:p>
            </p:txBody>
          </p:sp>
        </mc:Choice>
        <mc:Fallback xmlns="">
          <p:sp>
            <p:nvSpPr>
              <p:cNvPr id="26" name="TextBox 25">
                <a:extLst>
                  <a:ext uri="{FF2B5EF4-FFF2-40B4-BE49-F238E27FC236}">
                    <a16:creationId xmlns:a16="http://schemas.microsoft.com/office/drawing/2014/main" id="{C8E0B2B6-8599-4030-98FA-DFB2B67FB57A}"/>
                  </a:ext>
                </a:extLst>
              </p:cNvPr>
              <p:cNvSpPr txBox="1">
                <a:spLocks noRot="1" noChangeAspect="1" noMove="1" noResize="1" noEditPoints="1" noAdjustHandles="1" noChangeArrowheads="1" noChangeShapeType="1" noTextEdit="1"/>
              </p:cNvSpPr>
              <p:nvPr/>
            </p:nvSpPr>
            <p:spPr>
              <a:xfrm>
                <a:off x="6096001" y="4626744"/>
                <a:ext cx="1905000"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1C99247-2A5C-4B67-A58F-F34701CBE92E}"/>
                  </a:ext>
                </a:extLst>
              </p:cNvPr>
              <p:cNvSpPr txBox="1"/>
              <p:nvPr/>
            </p:nvSpPr>
            <p:spPr>
              <a:xfrm>
                <a:off x="6096000" y="5290725"/>
                <a:ext cx="2996381" cy="52822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0" dirty="0">
                          <a:solidFill>
                            <a:srgbClr val="002060"/>
                          </a:solidFill>
                          <a:latin typeface="Cambria Math" panose="02040503050406030204" pitchFamily="18" charset="0"/>
                        </a:rPr>
                        <m:t>−</m:t>
                      </m:r>
                      <m:d>
                        <m:dPr>
                          <m:begChr m:val="["/>
                          <m:endChr m:val="]"/>
                          <m:ctrlPr>
                            <a:rPr lang="en-IN" sz="2800" i="1" dirty="0">
                              <a:solidFill>
                                <a:srgbClr val="002060"/>
                              </a:solidFill>
                              <a:latin typeface="Cambria Math" panose="02040503050406030204" pitchFamily="18" charset="0"/>
                            </a:rPr>
                          </m:ctrlPr>
                        </m:dPr>
                        <m:e>
                          <m:r>
                            <a:rPr lang="en-IN" sz="2800" i="0" dirty="0">
                              <a:solidFill>
                                <a:srgbClr val="002060"/>
                              </a:solidFill>
                              <a:latin typeface="Cambria Math" panose="02040503050406030204" pitchFamily="18" charset="0"/>
                            </a:rPr>
                            <m:t> </m:t>
                          </m:r>
                          <m:sSup>
                            <m:sSupPr>
                              <m:ctrlPr>
                                <a:rPr lang="en-IN" sz="2800" i="1">
                                  <a:solidFill>
                                    <a:srgbClr val="002060"/>
                                  </a:solidFill>
                                  <a:latin typeface="Cambria Math" panose="02040503050406030204" pitchFamily="18" charset="0"/>
                                </a:rPr>
                              </m:ctrlPr>
                            </m:sSupPr>
                            <m:e>
                              <m:r>
                                <m:rPr>
                                  <m:sty m:val="p"/>
                                </m:rPr>
                                <a:rPr lang="en-IN" sz="2800" i="0">
                                  <a:solidFill>
                                    <a:srgbClr val="002060"/>
                                  </a:solidFill>
                                  <a:latin typeface="Cambria Math" panose="02040503050406030204" pitchFamily="18" charset="0"/>
                                </a:rPr>
                                <m:t>e</m:t>
                              </m:r>
                            </m:e>
                            <m:sup>
                              <m:r>
                                <a:rPr lang="en-IN" sz="2800" i="0">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2</m:t>
                              </m:r>
                            </m:sup>
                          </m:sSup>
                          <m:r>
                            <a:rPr lang="en-IN" sz="2800" b="0" i="0" smtClean="0">
                              <a:solidFill>
                                <a:srgbClr val="002060"/>
                              </a:solidFill>
                              <a:latin typeface="Cambria Math" panose="02040503050406030204" pitchFamily="18" charset="0"/>
                            </a:rPr>
                            <m:t>−</m:t>
                          </m:r>
                          <m:sSup>
                            <m:sSupPr>
                              <m:ctrlPr>
                                <a:rPr lang="en-IN" sz="2800" b="0" i="1" smtClean="0">
                                  <a:solidFill>
                                    <a:srgbClr val="002060"/>
                                  </a:solidFill>
                                  <a:latin typeface="Cambria Math" panose="02040503050406030204" pitchFamily="18" charset="0"/>
                                </a:rPr>
                              </m:ctrlPr>
                            </m:sSupPr>
                            <m:e>
                              <m:r>
                                <m:rPr>
                                  <m:sty m:val="p"/>
                                </m:rPr>
                                <a:rPr lang="en-IN" sz="2800" b="0" i="0" smtClean="0">
                                  <a:solidFill>
                                    <a:srgbClr val="002060"/>
                                  </a:solidFill>
                                  <a:latin typeface="Cambria Math" panose="02040503050406030204" pitchFamily="18" charset="0"/>
                                </a:rPr>
                                <m:t>e</m:t>
                              </m:r>
                            </m:e>
                            <m:sup>
                              <m:r>
                                <a:rPr lang="en-IN" sz="2800" b="0" i="0" smtClean="0">
                                  <a:solidFill>
                                    <a:srgbClr val="002060"/>
                                  </a:solidFill>
                                  <a:latin typeface="Cambria Math" panose="02040503050406030204" pitchFamily="18" charset="0"/>
                                </a:rPr>
                                <m:t>−1</m:t>
                              </m:r>
                            </m:sup>
                          </m:sSup>
                          <m:r>
                            <a:rPr lang="en-IN" sz="2800" i="0">
                              <a:solidFill>
                                <a:srgbClr val="002060"/>
                              </a:solidFill>
                              <a:latin typeface="Cambria Math" panose="02040503050406030204" pitchFamily="18" charset="0"/>
                            </a:rPr>
                            <m:t> </m:t>
                          </m:r>
                        </m:e>
                      </m:d>
                    </m:oMath>
                  </m:oMathPara>
                </a14:m>
                <a:endParaRPr lang="en-IN" sz="2800" dirty="0"/>
              </a:p>
            </p:txBody>
          </p:sp>
        </mc:Choice>
        <mc:Fallback xmlns="">
          <p:sp>
            <p:nvSpPr>
              <p:cNvPr id="27" name="TextBox 26">
                <a:extLst>
                  <a:ext uri="{FF2B5EF4-FFF2-40B4-BE49-F238E27FC236}">
                    <a16:creationId xmlns:a16="http://schemas.microsoft.com/office/drawing/2014/main" id="{41C99247-2A5C-4B67-A58F-F34701CBE92E}"/>
                  </a:ext>
                </a:extLst>
              </p:cNvPr>
              <p:cNvSpPr txBox="1">
                <a:spLocks noRot="1" noChangeAspect="1" noMove="1" noResize="1" noEditPoints="1" noAdjustHandles="1" noChangeArrowheads="1" noChangeShapeType="1" noTextEdit="1"/>
              </p:cNvSpPr>
              <p:nvPr/>
            </p:nvSpPr>
            <p:spPr>
              <a:xfrm>
                <a:off x="6096000" y="5290725"/>
                <a:ext cx="2996381" cy="528222"/>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9A2F10B9-3AB9-4209-A706-F96DA2DDE6EC}"/>
                  </a:ext>
                </a:extLst>
              </p:cNvPr>
              <p:cNvSpPr txBox="1"/>
              <p:nvPr/>
            </p:nvSpPr>
            <p:spPr>
              <a:xfrm>
                <a:off x="6096001" y="5906862"/>
                <a:ext cx="2231570" cy="52822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0" dirty="0">
                          <a:solidFill>
                            <a:srgbClr val="002060"/>
                          </a:solidFill>
                          <a:latin typeface="Cambria Math" panose="02040503050406030204" pitchFamily="18" charset="0"/>
                        </a:rPr>
                        <m:t> </m:t>
                      </m:r>
                      <m:sSup>
                        <m:sSupPr>
                          <m:ctrlPr>
                            <a:rPr lang="en-IN" sz="2800" i="1">
                              <a:solidFill>
                                <a:srgbClr val="002060"/>
                              </a:solidFill>
                              <a:latin typeface="Cambria Math" panose="02040503050406030204" pitchFamily="18" charset="0"/>
                            </a:rPr>
                          </m:ctrlPr>
                        </m:sSupPr>
                        <m:e>
                          <m:r>
                            <m:rPr>
                              <m:sty m:val="p"/>
                            </m:rPr>
                            <a:rPr lang="en-IN" sz="2800" i="0">
                              <a:solidFill>
                                <a:srgbClr val="002060"/>
                              </a:solidFill>
                              <a:latin typeface="Cambria Math" panose="02040503050406030204" pitchFamily="18" charset="0"/>
                            </a:rPr>
                            <m:t>e</m:t>
                          </m:r>
                        </m:e>
                        <m:sup>
                          <m:r>
                            <a:rPr lang="en-IN" sz="2800" i="0">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1</m:t>
                          </m:r>
                        </m:sup>
                      </m:sSup>
                      <m:r>
                        <a:rPr lang="en-IN" sz="2800" b="0" i="0" smtClean="0">
                          <a:solidFill>
                            <a:srgbClr val="002060"/>
                          </a:solidFill>
                          <a:latin typeface="Cambria Math" panose="02040503050406030204" pitchFamily="18" charset="0"/>
                        </a:rPr>
                        <m:t>−</m:t>
                      </m:r>
                      <m:sSup>
                        <m:sSupPr>
                          <m:ctrlPr>
                            <a:rPr lang="en-IN" sz="2800" b="0" i="1" smtClean="0">
                              <a:solidFill>
                                <a:srgbClr val="002060"/>
                              </a:solidFill>
                              <a:latin typeface="Cambria Math" panose="02040503050406030204" pitchFamily="18" charset="0"/>
                            </a:rPr>
                          </m:ctrlPr>
                        </m:sSupPr>
                        <m:e>
                          <m:r>
                            <m:rPr>
                              <m:sty m:val="p"/>
                            </m:rPr>
                            <a:rPr lang="en-IN" sz="2800" b="0" i="0" smtClean="0">
                              <a:solidFill>
                                <a:srgbClr val="002060"/>
                              </a:solidFill>
                              <a:latin typeface="Cambria Math" panose="02040503050406030204" pitchFamily="18" charset="0"/>
                            </a:rPr>
                            <m:t>e</m:t>
                          </m:r>
                        </m:e>
                        <m:sup>
                          <m:r>
                            <a:rPr lang="en-IN" sz="2800" b="0" i="0" smtClean="0">
                              <a:solidFill>
                                <a:srgbClr val="002060"/>
                              </a:solidFill>
                              <a:latin typeface="Cambria Math" panose="02040503050406030204" pitchFamily="18" charset="0"/>
                            </a:rPr>
                            <m:t>−2</m:t>
                          </m:r>
                        </m:sup>
                      </m:sSup>
                      <m:r>
                        <a:rPr lang="en-IN" sz="2800" i="0">
                          <a:solidFill>
                            <a:srgbClr val="002060"/>
                          </a:solidFill>
                          <a:latin typeface="Cambria Math" panose="02040503050406030204" pitchFamily="18" charset="0"/>
                        </a:rPr>
                        <m:t> </m:t>
                      </m:r>
                    </m:oMath>
                  </m:oMathPara>
                </a14:m>
                <a:endParaRPr lang="en-IN" sz="2800" dirty="0"/>
              </a:p>
            </p:txBody>
          </p:sp>
        </mc:Choice>
        <mc:Fallback xmlns="">
          <p:sp>
            <p:nvSpPr>
              <p:cNvPr id="28" name="TextBox 27">
                <a:extLst>
                  <a:ext uri="{FF2B5EF4-FFF2-40B4-BE49-F238E27FC236}">
                    <a16:creationId xmlns:a16="http://schemas.microsoft.com/office/drawing/2014/main" id="{9A2F10B9-3AB9-4209-A706-F96DA2DDE6EC}"/>
                  </a:ext>
                </a:extLst>
              </p:cNvPr>
              <p:cNvSpPr txBox="1">
                <a:spLocks noRot="1" noChangeAspect="1" noMove="1" noResize="1" noEditPoints="1" noAdjustHandles="1" noChangeArrowheads="1" noChangeShapeType="1" noTextEdit="1"/>
              </p:cNvSpPr>
              <p:nvPr/>
            </p:nvSpPr>
            <p:spPr>
              <a:xfrm>
                <a:off x="6096001" y="5906862"/>
                <a:ext cx="2231570" cy="528222"/>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87271B1-25A0-410F-BBFF-A316B487CB05}"/>
                  </a:ext>
                </a:extLst>
              </p:cNvPr>
              <p:cNvSpPr txBox="1"/>
              <p:nvPr/>
            </p:nvSpPr>
            <p:spPr>
              <a:xfrm>
                <a:off x="8327571" y="5906862"/>
                <a:ext cx="2231570" cy="52822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0.2325</m:t>
                      </m:r>
                    </m:oMath>
                  </m:oMathPara>
                </a14:m>
                <a:endParaRPr lang="en-IN" sz="2800" dirty="0"/>
              </a:p>
            </p:txBody>
          </p:sp>
        </mc:Choice>
        <mc:Fallback xmlns="">
          <p:sp>
            <p:nvSpPr>
              <p:cNvPr id="30" name="TextBox 29">
                <a:extLst>
                  <a:ext uri="{FF2B5EF4-FFF2-40B4-BE49-F238E27FC236}">
                    <a16:creationId xmlns:a16="http://schemas.microsoft.com/office/drawing/2014/main" id="{D87271B1-25A0-410F-BBFF-A316B487CB05}"/>
                  </a:ext>
                </a:extLst>
              </p:cNvPr>
              <p:cNvSpPr txBox="1">
                <a:spLocks noRot="1" noChangeAspect="1" noMove="1" noResize="1" noEditPoints="1" noAdjustHandles="1" noChangeArrowheads="1" noChangeShapeType="1" noTextEdit="1"/>
              </p:cNvSpPr>
              <p:nvPr/>
            </p:nvSpPr>
            <p:spPr>
              <a:xfrm>
                <a:off x="8327571" y="5906862"/>
                <a:ext cx="2231570" cy="528222"/>
              </a:xfrm>
              <a:prstGeom prst="rect">
                <a:avLst/>
              </a:prstGeom>
              <a:blipFill>
                <a:blip r:embed="rId18"/>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9345764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after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ipe(up)">
                                      <p:cBhvr>
                                        <p:cTn id="53" dur="500"/>
                                        <p:tgtEl>
                                          <p:spTgt spid="22"/>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3"/>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24"/>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25"/>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26"/>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27"/>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28"/>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29" grpId="0"/>
      <p:bldP spid="31" grpId="0"/>
      <p:bldP spid="33" grpId="0"/>
      <p:bldP spid="34" grpId="0"/>
      <p:bldP spid="35" grpId="0"/>
      <p:bldP spid="37" grpId="0"/>
      <p:bldP spid="14" grpId="0"/>
      <p:bldP spid="15" grpId="0"/>
      <p:bldP spid="17" grpId="0"/>
      <p:bldP spid="20" grpId="0"/>
      <p:bldP spid="23" grpId="0"/>
      <p:bldP spid="24" grpId="0"/>
      <p:bldP spid="25" grpId="0"/>
      <p:bldP spid="26" grpId="0"/>
      <p:bldP spid="27" grpId="0"/>
      <p:bldP spid="28" grpId="0"/>
      <p:bldP spid="30" grpId="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9951A2-01C1-4D0C-80E5-17B57CAA2CA6}"/>
              </a:ext>
            </a:extLst>
          </p:cNvPr>
          <p:cNvSpPr>
            <a:spLocks noGrp="1"/>
          </p:cNvSpPr>
          <p:nvPr>
            <p:ph type="title"/>
          </p:nvPr>
        </p:nvSpPr>
        <p:spPr/>
        <p:txBody>
          <a:bodyPr/>
          <a:lstStyle/>
          <a:p>
            <a:r>
              <a:rPr lang="en-IN" dirty="0"/>
              <a:t>Method 6</a:t>
            </a:r>
            <a:br>
              <a:rPr lang="en-IN" dirty="0"/>
            </a:br>
            <a:r>
              <a:rPr lang="en-GB" dirty="0"/>
              <a:t>Various Measures of Statistics</a:t>
            </a:r>
            <a:endParaRPr lang="en-IN" dirty="0"/>
          </a:p>
        </p:txBody>
      </p:sp>
      <p:sp>
        <p:nvSpPr>
          <p:cNvPr id="5" name="Text Placeholder 4">
            <a:extLst>
              <a:ext uri="{FF2B5EF4-FFF2-40B4-BE49-F238E27FC236}">
                <a16:creationId xmlns:a16="http://schemas.microsoft.com/office/drawing/2014/main" id="{2519E3D0-8028-4C02-9FE0-4E21C1CEA3F3}"/>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56819906"/>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B20C865-ECFB-4016-A5DE-19952CEB8F62}"/>
              </a:ext>
            </a:extLst>
          </p:cNvPr>
          <p:cNvSpPr>
            <a:spLocks noGrp="1"/>
          </p:cNvSpPr>
          <p:nvPr>
            <p:ph type="title"/>
          </p:nvPr>
        </p:nvSpPr>
        <p:spPr/>
        <p:txBody>
          <a:bodyPr/>
          <a:lstStyle/>
          <a:p>
            <a:r>
              <a:rPr lang="en-IN" dirty="0"/>
              <a:t>Mathematical Expectation</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9D3D78BC-93A7-4759-9FE1-128EA0AE9793}"/>
                  </a:ext>
                </a:extLst>
              </p:cNvPr>
              <p:cNvSpPr>
                <a:spLocks noGrp="1"/>
              </p:cNvSpPr>
              <p:nvPr>
                <p:ph idx="1"/>
              </p:nvPr>
            </p:nvSpPr>
            <p:spPr/>
            <p:txBody>
              <a:bodyPr/>
              <a:lstStyle/>
              <a:p>
                <a:r>
                  <a:rPr lang="en-GB" dirty="0"/>
                  <a:t>If </a:t>
                </a:r>
                <a14:m>
                  <m:oMath xmlns:m="http://schemas.openxmlformats.org/officeDocument/2006/math">
                    <m:r>
                      <m:rPr>
                        <m:sty m:val="p"/>
                      </m:rPr>
                      <a:rPr lang="en-GB" i="0" dirty="0" smtClean="0">
                        <a:latin typeface="Cambria Math" panose="02040503050406030204" pitchFamily="18" charset="0"/>
                      </a:rPr>
                      <m:t>X</m:t>
                    </m:r>
                  </m:oMath>
                </a14:m>
                <a:r>
                  <a:rPr lang="en-GB" dirty="0"/>
                  <a:t> is a </a:t>
                </a:r>
                <a:r>
                  <a:rPr lang="en-GB" b="1" dirty="0">
                    <a:solidFill>
                      <a:srgbClr val="FF0000"/>
                    </a:solidFill>
                  </a:rPr>
                  <a:t>discrete</a:t>
                </a:r>
                <a:r>
                  <a:rPr lang="en-GB" dirty="0"/>
                  <a:t> random variable having various possible values </a:t>
                </a:r>
                <a14:m>
                  <m:oMath xmlns:m="http://schemas.openxmlformats.org/officeDocument/2006/math">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1</m:t>
                        </m:r>
                      </m:sub>
                    </m:sSub>
                    <m:r>
                      <a:rPr lang="en-GB" i="0" dirty="0" smtClean="0">
                        <a:latin typeface="Cambria Math" panose="02040503050406030204" pitchFamily="18" charset="0"/>
                      </a:rPr>
                      <m:t>,</m:t>
                    </m:r>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2</m:t>
                        </m:r>
                      </m:sub>
                    </m:sSub>
                    <m:r>
                      <a:rPr lang="en-GB" i="0" dirty="0" smtClean="0">
                        <a:latin typeface="Cambria Math" panose="02040503050406030204" pitchFamily="18" charset="0"/>
                      </a:rPr>
                      <m:t>,…,</m:t>
                    </m:r>
                    <m:sSub>
                      <m:sSubPr>
                        <m:ctrlPr>
                          <a:rPr lang="en-GB" i="1" dirty="0" err="1" smtClean="0">
                            <a:latin typeface="Cambria Math" panose="02040503050406030204" pitchFamily="18" charset="0"/>
                          </a:rPr>
                        </m:ctrlPr>
                      </m:sSubPr>
                      <m:e>
                        <m:r>
                          <m:rPr>
                            <m:sty m:val="p"/>
                          </m:rPr>
                          <a:rPr lang="en-IN" b="0" i="0" dirty="0" smtClean="0">
                            <a:latin typeface="Cambria Math" panose="02040503050406030204" pitchFamily="18" charset="0"/>
                          </a:rPr>
                          <m:t>x</m:t>
                        </m:r>
                      </m:e>
                      <m:sub>
                        <m:r>
                          <m:rPr>
                            <m:sty m:val="p"/>
                          </m:rPr>
                          <a:rPr lang="en-IN" b="0" i="0" dirty="0" smtClean="0">
                            <a:latin typeface="Cambria Math" panose="02040503050406030204" pitchFamily="18" charset="0"/>
                          </a:rPr>
                          <m:t>n</m:t>
                        </m:r>
                      </m:sub>
                    </m:sSub>
                  </m:oMath>
                </a14:m>
                <a:r>
                  <a:rPr lang="en-GB" dirty="0"/>
                  <a:t> and </a:t>
                </a:r>
                <a14:m>
                  <m:oMath xmlns:m="http://schemas.openxmlformats.org/officeDocument/2006/math">
                    <m:r>
                      <m:rPr>
                        <m:sty m:val="p"/>
                      </m:rPr>
                      <a:rPr lang="en-GB" i="0" dirty="0" smtClean="0">
                        <a:latin typeface="Cambria Math" panose="02040503050406030204" pitchFamily="18" charset="0"/>
                      </a:rPr>
                      <m:t>P</m:t>
                    </m:r>
                    <m:d>
                      <m:dPr>
                        <m:ctrlPr>
                          <a:rPr lang="en-GB" i="1" dirty="0" smtClean="0">
                            <a:latin typeface="Cambria Math" panose="02040503050406030204" pitchFamily="18" charset="0"/>
                          </a:rPr>
                        </m:ctrlPr>
                      </m:dPr>
                      <m:e>
                        <m:r>
                          <m:rPr>
                            <m:sty m:val="p"/>
                          </m:rPr>
                          <a:rPr lang="en-GB" i="0" dirty="0" smtClean="0">
                            <a:latin typeface="Cambria Math" panose="02040503050406030204" pitchFamily="18" charset="0"/>
                          </a:rPr>
                          <m:t>X</m:t>
                        </m:r>
                        <m:r>
                          <a:rPr lang="en-GB" i="0" dirty="0" smtClean="0">
                            <a:latin typeface="Cambria Math" panose="02040503050406030204" pitchFamily="18" charset="0"/>
                          </a:rPr>
                          <m:t>=</m:t>
                        </m:r>
                        <m:r>
                          <m:rPr>
                            <m:sty m:val="p"/>
                          </m:rPr>
                          <a:rPr lang="en-GB" i="0" dirty="0" smtClean="0">
                            <a:latin typeface="Cambria Math" panose="02040503050406030204" pitchFamily="18" charset="0"/>
                          </a:rPr>
                          <m:t>x</m:t>
                        </m:r>
                      </m:e>
                    </m:d>
                  </m:oMath>
                </a14:m>
                <a:r>
                  <a:rPr lang="en-GB" dirty="0"/>
                  <a:t> is the probability mass function, the mathematical expectation of </a:t>
                </a:r>
                <a14:m>
                  <m:oMath xmlns:m="http://schemas.openxmlformats.org/officeDocument/2006/math">
                    <m:r>
                      <m:rPr>
                        <m:sty m:val="p"/>
                      </m:rPr>
                      <a:rPr lang="en-GB" i="0" dirty="0" smtClean="0">
                        <a:latin typeface="Cambria Math" panose="02040503050406030204" pitchFamily="18" charset="0"/>
                      </a:rPr>
                      <m:t>X</m:t>
                    </m:r>
                  </m:oMath>
                </a14:m>
                <a:r>
                  <a:rPr lang="en-GB" dirty="0"/>
                  <a:t> is defined &amp; denoted by</a:t>
                </a:r>
              </a:p>
              <a:p>
                <a:pPr marL="261938" indent="0">
                  <a:lnSpc>
                    <a:spcPct val="100000"/>
                  </a:lnSpc>
                  <a:spcAft>
                    <a:spcPts val="1800"/>
                  </a:spcAft>
                  <a:buNone/>
                </a:pPr>
                <a14:m>
                  <m:oMathPara xmlns:m="http://schemas.openxmlformats.org/officeDocument/2006/math">
                    <m:oMathParaPr>
                      <m:jc m:val="left"/>
                    </m:oMathParaPr>
                    <m:oMath xmlns:m="http://schemas.openxmlformats.org/officeDocument/2006/math">
                      <m:r>
                        <a:rPr lang="it-IT" b="1" i="0" dirty="0" smtClean="0">
                          <a:solidFill>
                            <a:srgbClr val="FF0000"/>
                          </a:solidFill>
                          <a:latin typeface="Cambria Math" panose="02040503050406030204" pitchFamily="18" charset="0"/>
                        </a:rPr>
                        <m:t>𝐄</m:t>
                      </m:r>
                      <m:r>
                        <a:rPr lang="it-IT" b="1" i="0" dirty="0" smtClean="0">
                          <a:solidFill>
                            <a:srgbClr val="FF0000"/>
                          </a:solidFill>
                          <a:latin typeface="Cambria Math" panose="02040503050406030204" pitchFamily="18" charset="0"/>
                        </a:rPr>
                        <m:t>(</m:t>
                      </m:r>
                      <m:r>
                        <a:rPr lang="it-IT" b="1" i="0" dirty="0" smtClean="0">
                          <a:solidFill>
                            <a:srgbClr val="FF0000"/>
                          </a:solidFill>
                          <a:latin typeface="Cambria Math" panose="02040503050406030204" pitchFamily="18" charset="0"/>
                        </a:rPr>
                        <m:t>𝐗</m:t>
                      </m:r>
                      <m:r>
                        <a:rPr lang="it-IT" b="1" i="0" dirty="0" smtClean="0">
                          <a:solidFill>
                            <a:srgbClr val="FF0000"/>
                          </a:solidFill>
                          <a:latin typeface="Cambria Math" panose="02040503050406030204" pitchFamily="18" charset="0"/>
                        </a:rPr>
                        <m:t>)=</m:t>
                      </m:r>
                      <m:nary>
                        <m:naryPr>
                          <m:chr m:val="∑"/>
                          <m:ctrlPr>
                            <a:rPr lang="it-IT" b="1" i="1" dirty="0" smtClean="0">
                              <a:solidFill>
                                <a:srgbClr val="FF0000"/>
                              </a:solidFill>
                              <a:latin typeface="Cambria Math" panose="02040503050406030204" pitchFamily="18" charset="0"/>
                            </a:rPr>
                          </m:ctrlPr>
                        </m:naryPr>
                        <m:sub>
                          <m:r>
                            <a:rPr lang="it-IT" b="1" i="0" dirty="0" smtClean="0">
                              <a:solidFill>
                                <a:srgbClr val="FF0000"/>
                              </a:solidFill>
                              <a:latin typeface="Cambria Math" panose="02040503050406030204" pitchFamily="18" charset="0"/>
                            </a:rPr>
                            <m:t>𝐢</m:t>
                          </m:r>
                          <m:r>
                            <a:rPr lang="it-IT" b="1" i="0" dirty="0" smtClean="0">
                              <a:solidFill>
                                <a:srgbClr val="FF0000"/>
                              </a:solidFill>
                              <a:latin typeface="Cambria Math" panose="02040503050406030204" pitchFamily="18" charset="0"/>
                            </a:rPr>
                            <m:t>=</m:t>
                          </m:r>
                          <m:r>
                            <a:rPr lang="it-IT" b="1" i="0" dirty="0" smtClean="0">
                              <a:solidFill>
                                <a:srgbClr val="FF0000"/>
                              </a:solidFill>
                              <a:latin typeface="Cambria Math" panose="02040503050406030204" pitchFamily="18" charset="0"/>
                            </a:rPr>
                            <m:t>𝟏</m:t>
                          </m:r>
                        </m:sub>
                        <m:sup>
                          <m:r>
                            <a:rPr lang="it-IT" b="1" i="0" dirty="0" smtClean="0">
                              <a:solidFill>
                                <a:srgbClr val="FF0000"/>
                              </a:solidFill>
                              <a:latin typeface="Cambria Math" panose="02040503050406030204" pitchFamily="18" charset="0"/>
                            </a:rPr>
                            <m:t>𝐧</m:t>
                          </m:r>
                        </m:sup>
                        <m:e>
                          <m:sSub>
                            <m:sSubPr>
                              <m:ctrlPr>
                                <a:rPr lang="it-IT" b="1" i="1" dirty="0" smtClean="0">
                                  <a:solidFill>
                                    <a:srgbClr val="FF0000"/>
                                  </a:solidFill>
                                  <a:latin typeface="Cambria Math" panose="02040503050406030204" pitchFamily="18" charset="0"/>
                                </a:rPr>
                              </m:ctrlPr>
                            </m:sSubPr>
                            <m:e>
                              <m:r>
                                <a:rPr lang="it-IT" b="1" i="0" dirty="0" smtClean="0">
                                  <a:solidFill>
                                    <a:srgbClr val="FF0000"/>
                                  </a:solidFill>
                                  <a:latin typeface="Cambria Math" panose="02040503050406030204" pitchFamily="18" charset="0"/>
                                </a:rPr>
                                <m:t>𝐱</m:t>
                              </m:r>
                            </m:e>
                            <m:sub>
                              <m:r>
                                <a:rPr lang="it-IT" b="1" i="0" dirty="0" smtClean="0">
                                  <a:solidFill>
                                    <a:srgbClr val="FF0000"/>
                                  </a:solidFill>
                                  <a:latin typeface="Cambria Math" panose="02040503050406030204" pitchFamily="18" charset="0"/>
                                </a:rPr>
                                <m:t>𝐢</m:t>
                              </m:r>
                            </m:sub>
                          </m:sSub>
                          <m:r>
                            <a:rPr lang="it-IT" b="1" i="0" dirty="0" smtClean="0">
                              <a:solidFill>
                                <a:srgbClr val="FF0000"/>
                              </a:solidFill>
                              <a:latin typeface="Cambria Math" panose="02040503050406030204" pitchFamily="18" charset="0"/>
                            </a:rPr>
                            <m:t>⋅</m:t>
                          </m:r>
                          <m:r>
                            <a:rPr lang="it-IT" b="1" i="0" dirty="0" smtClean="0">
                              <a:solidFill>
                                <a:srgbClr val="FF0000"/>
                              </a:solidFill>
                              <a:latin typeface="Cambria Math" panose="02040503050406030204" pitchFamily="18" charset="0"/>
                            </a:rPr>
                            <m:t>𝐩</m:t>
                          </m:r>
                          <m:d>
                            <m:dPr>
                              <m:ctrlPr>
                                <a:rPr lang="it-IT" b="1" i="1" dirty="0" smtClean="0">
                                  <a:solidFill>
                                    <a:srgbClr val="FF0000"/>
                                  </a:solidFill>
                                  <a:latin typeface="Cambria Math" panose="02040503050406030204" pitchFamily="18" charset="0"/>
                                </a:rPr>
                              </m:ctrlPr>
                            </m:dPr>
                            <m:e>
                              <m:sSub>
                                <m:sSubPr>
                                  <m:ctrlPr>
                                    <a:rPr lang="it-IT" b="1" i="1" dirty="0" smtClean="0">
                                      <a:solidFill>
                                        <a:srgbClr val="FF0000"/>
                                      </a:solidFill>
                                      <a:latin typeface="Cambria Math" panose="02040503050406030204" pitchFamily="18" charset="0"/>
                                    </a:rPr>
                                  </m:ctrlPr>
                                </m:sSubPr>
                                <m:e>
                                  <m:r>
                                    <a:rPr lang="it-IT" b="1" i="0" dirty="0" smtClean="0">
                                      <a:solidFill>
                                        <a:srgbClr val="FF0000"/>
                                      </a:solidFill>
                                      <a:latin typeface="Cambria Math" panose="02040503050406030204" pitchFamily="18" charset="0"/>
                                    </a:rPr>
                                    <m:t>𝐱</m:t>
                                  </m:r>
                                </m:e>
                                <m:sub>
                                  <m:r>
                                    <a:rPr lang="it-IT" b="1" i="0" dirty="0" smtClean="0">
                                      <a:solidFill>
                                        <a:srgbClr val="FF0000"/>
                                      </a:solidFill>
                                      <a:latin typeface="Cambria Math" panose="02040503050406030204" pitchFamily="18" charset="0"/>
                                    </a:rPr>
                                    <m:t>𝐢</m:t>
                                  </m:r>
                                </m:sub>
                              </m:sSub>
                            </m:e>
                          </m:d>
                        </m:e>
                      </m:nary>
                    </m:oMath>
                  </m:oMathPara>
                </a14:m>
                <a:endParaRPr lang="en-GB" dirty="0"/>
              </a:p>
              <a:p>
                <a:r>
                  <a:rPr lang="en-GB" dirty="0"/>
                  <a:t>If </a:t>
                </a:r>
                <a14:m>
                  <m:oMath xmlns:m="http://schemas.openxmlformats.org/officeDocument/2006/math">
                    <m:r>
                      <m:rPr>
                        <m:sty m:val="p"/>
                      </m:rPr>
                      <a:rPr lang="en-GB" i="0" dirty="0" smtClean="0">
                        <a:latin typeface="Cambria Math" panose="02040503050406030204" pitchFamily="18" charset="0"/>
                      </a:rPr>
                      <m:t>X</m:t>
                    </m:r>
                  </m:oMath>
                </a14:m>
                <a:r>
                  <a:rPr lang="en-GB" dirty="0"/>
                  <a:t> is a </a:t>
                </a:r>
                <a:r>
                  <a:rPr lang="en-GB" b="1" dirty="0">
                    <a:solidFill>
                      <a:srgbClr val="FF0000"/>
                    </a:solidFill>
                  </a:rPr>
                  <a:t>continuous</a:t>
                </a:r>
                <a:r>
                  <a:rPr lang="en-GB" dirty="0"/>
                  <a:t> random variable which has probability density function </a:t>
                </a:r>
                <a14:m>
                  <m:oMath xmlns:m="http://schemas.openxmlformats.org/officeDocument/2006/math">
                    <m:r>
                      <m:rPr>
                        <m:sty m:val="p"/>
                      </m:rPr>
                      <a:rPr lang="en-GB" i="0" dirty="0" smtClean="0">
                        <a:latin typeface="Cambria Math" panose="02040503050406030204" pitchFamily="18" charset="0"/>
                      </a:rPr>
                      <m:t>f</m:t>
                    </m:r>
                    <m:d>
                      <m:dPr>
                        <m:ctrlPr>
                          <a:rPr lang="en-GB" i="1" dirty="0" smtClean="0">
                            <a:latin typeface="Cambria Math" panose="02040503050406030204" pitchFamily="18" charset="0"/>
                          </a:rPr>
                        </m:ctrlPr>
                      </m:dPr>
                      <m:e>
                        <m:r>
                          <m:rPr>
                            <m:sty m:val="p"/>
                          </m:rPr>
                          <a:rPr lang="en-GB" i="0" dirty="0" smtClean="0">
                            <a:latin typeface="Cambria Math" panose="02040503050406030204" pitchFamily="18" charset="0"/>
                          </a:rPr>
                          <m:t>x</m:t>
                        </m:r>
                      </m:e>
                    </m:d>
                  </m:oMath>
                </a14:m>
                <a:r>
                  <a:rPr lang="en-GB" dirty="0"/>
                  <a:t>, the mathematical expectation of </a:t>
                </a:r>
                <a14:m>
                  <m:oMath xmlns:m="http://schemas.openxmlformats.org/officeDocument/2006/math">
                    <m:r>
                      <m:rPr>
                        <m:sty m:val="p"/>
                      </m:rPr>
                      <a:rPr lang="en-GB" i="0" dirty="0" smtClean="0">
                        <a:latin typeface="Cambria Math" panose="02040503050406030204" pitchFamily="18" charset="0"/>
                      </a:rPr>
                      <m:t>X</m:t>
                    </m:r>
                  </m:oMath>
                </a14:m>
                <a:r>
                  <a:rPr lang="en-GB" dirty="0"/>
                  <a:t> is defined as </a:t>
                </a:r>
              </a:p>
              <a:p>
                <a:pPr marL="261938" indent="0">
                  <a:lnSpc>
                    <a:spcPct val="100000"/>
                  </a:lnSpc>
                  <a:buNone/>
                </a:pPr>
                <a14:m>
                  <m:oMathPara xmlns:m="http://schemas.openxmlformats.org/officeDocument/2006/math">
                    <m:oMathParaPr>
                      <m:jc m:val="left"/>
                    </m:oMathParaPr>
                    <m:oMath xmlns:m="http://schemas.openxmlformats.org/officeDocument/2006/math">
                      <m:r>
                        <a:rPr lang="en-GB" b="1" i="0" dirty="0" smtClean="0">
                          <a:solidFill>
                            <a:srgbClr val="FF0000"/>
                          </a:solidFill>
                          <a:latin typeface="Cambria Math" panose="02040503050406030204" pitchFamily="18" charset="0"/>
                        </a:rPr>
                        <m:t>𝐄</m:t>
                      </m:r>
                      <m:d>
                        <m:dPr>
                          <m:ctrlPr>
                            <a:rPr lang="en-GB" b="1" i="1" dirty="0" smtClean="0">
                              <a:solidFill>
                                <a:srgbClr val="FF0000"/>
                              </a:solidFill>
                              <a:latin typeface="Cambria Math" panose="02040503050406030204" pitchFamily="18" charset="0"/>
                            </a:rPr>
                          </m:ctrlPr>
                        </m:dPr>
                        <m:e>
                          <m:r>
                            <a:rPr lang="en-GB" b="1" i="0" dirty="0" smtClean="0">
                              <a:solidFill>
                                <a:srgbClr val="FF0000"/>
                              </a:solidFill>
                              <a:latin typeface="Cambria Math" panose="02040503050406030204" pitchFamily="18" charset="0"/>
                            </a:rPr>
                            <m:t>𝐗</m:t>
                          </m:r>
                        </m:e>
                      </m:d>
                      <m:r>
                        <a:rPr lang="en-GB" b="1" i="0" dirty="0" smtClean="0">
                          <a:solidFill>
                            <a:srgbClr val="FF0000"/>
                          </a:solidFill>
                          <a:latin typeface="Cambria Math" panose="02040503050406030204" pitchFamily="18" charset="0"/>
                        </a:rPr>
                        <m:t>=</m:t>
                      </m:r>
                      <m:nary>
                        <m:naryPr>
                          <m:limLoc m:val="undOvr"/>
                          <m:ctrlPr>
                            <a:rPr lang="en-GB" b="1" i="1" dirty="0" smtClean="0">
                              <a:solidFill>
                                <a:srgbClr val="FF0000"/>
                              </a:solidFill>
                              <a:latin typeface="Cambria Math" panose="02040503050406030204" pitchFamily="18" charset="0"/>
                            </a:rPr>
                          </m:ctrlPr>
                        </m:naryPr>
                        <m:sub>
                          <m:r>
                            <m:rPr>
                              <m:brk m:alnAt="24"/>
                            </m:rPr>
                            <a:rPr lang="en-IN" b="1" i="1" dirty="0" smtClean="0">
                              <a:solidFill>
                                <a:srgbClr val="FF0000"/>
                              </a:solidFill>
                              <a:latin typeface="Cambria Math" panose="02040503050406030204" pitchFamily="18" charset="0"/>
                            </a:rPr>
                            <m:t>−</m:t>
                          </m:r>
                          <m:r>
                            <a:rPr lang="en-IN" b="1" i="1" dirty="0">
                              <a:solidFill>
                                <a:srgbClr val="FF0000"/>
                              </a:solidFill>
                              <a:latin typeface="Cambria Math" panose="02040503050406030204" pitchFamily="18" charset="0"/>
                            </a:rPr>
                            <m:t>∞</m:t>
                          </m:r>
                        </m:sub>
                        <m:sup>
                          <m:r>
                            <a:rPr lang="en-IN" b="1" i="1" dirty="0" smtClean="0">
                              <a:solidFill>
                                <a:srgbClr val="FF0000"/>
                              </a:solidFill>
                              <a:latin typeface="Cambria Math" panose="02040503050406030204" pitchFamily="18" charset="0"/>
                            </a:rPr>
                            <m:t>∞</m:t>
                          </m:r>
                        </m:sup>
                        <m:e>
                          <m:r>
                            <a:rPr lang="en-IN" b="1" dirty="0">
                              <a:solidFill>
                                <a:srgbClr val="FF0000"/>
                              </a:solidFill>
                              <a:latin typeface="Cambria Math" panose="02040503050406030204" pitchFamily="18" charset="0"/>
                            </a:rPr>
                            <m:t>𝐱</m:t>
                          </m:r>
                          <m:r>
                            <a:rPr lang="en-IN" b="1" dirty="0">
                              <a:solidFill>
                                <a:srgbClr val="FF0000"/>
                              </a:solidFill>
                              <a:latin typeface="Cambria Math" panose="02040503050406030204" pitchFamily="18" charset="0"/>
                            </a:rPr>
                            <m:t>⋅</m:t>
                          </m:r>
                          <m:r>
                            <a:rPr lang="en-IN" b="1" dirty="0">
                              <a:solidFill>
                                <a:srgbClr val="FF0000"/>
                              </a:solidFill>
                              <a:latin typeface="Cambria Math" panose="02040503050406030204" pitchFamily="18" charset="0"/>
                            </a:rPr>
                            <m:t>𝐟</m:t>
                          </m:r>
                          <m:d>
                            <m:dPr>
                              <m:ctrlPr>
                                <a:rPr lang="en-IN" b="1" i="1" dirty="0">
                                  <a:solidFill>
                                    <a:srgbClr val="FF0000"/>
                                  </a:solidFill>
                                  <a:latin typeface="Cambria Math" panose="02040503050406030204" pitchFamily="18" charset="0"/>
                                </a:rPr>
                              </m:ctrlPr>
                            </m:dPr>
                            <m:e>
                              <m:r>
                                <a:rPr lang="en-IN" b="1" dirty="0">
                                  <a:solidFill>
                                    <a:srgbClr val="FF0000"/>
                                  </a:solidFill>
                                  <a:latin typeface="Cambria Math" panose="02040503050406030204" pitchFamily="18" charset="0"/>
                                </a:rPr>
                                <m:t>𝐱</m:t>
                              </m:r>
                            </m:e>
                          </m:d>
                        </m:e>
                      </m:nary>
                      <m:r>
                        <a:rPr lang="en-IN" b="1" i="0" dirty="0" smtClean="0">
                          <a:solidFill>
                            <a:srgbClr val="FF0000"/>
                          </a:solidFill>
                          <a:latin typeface="Cambria Math" panose="02040503050406030204" pitchFamily="18" charset="0"/>
                        </a:rPr>
                        <m:t>𝐝𝐱</m:t>
                      </m:r>
                    </m:oMath>
                  </m:oMathPara>
                </a14:m>
                <a:endParaRPr lang="en-IN" b="1" dirty="0">
                  <a:solidFill>
                    <a:srgbClr val="FF0000"/>
                  </a:solidFill>
                </a:endParaRPr>
              </a:p>
            </p:txBody>
          </p:sp>
        </mc:Choice>
        <mc:Fallback xmlns="">
          <p:sp>
            <p:nvSpPr>
              <p:cNvPr id="5" name="Content Placeholder 4">
                <a:extLst>
                  <a:ext uri="{FF2B5EF4-FFF2-40B4-BE49-F238E27FC236}">
                    <a16:creationId xmlns:a16="http://schemas.microsoft.com/office/drawing/2014/main" id="{9D3D78BC-93A7-4759-9FE1-128EA0AE9793}"/>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E5A6560-F19F-4148-8B43-FA6620CA4E18}"/>
                  </a:ext>
                </a:extLst>
              </p:cNvPr>
              <p:cNvSpPr txBox="1"/>
              <p:nvPr/>
            </p:nvSpPr>
            <p:spPr>
              <a:xfrm>
                <a:off x="4514851" y="5366552"/>
                <a:ext cx="5695950" cy="954107"/>
              </a:xfrm>
              <a:prstGeom prst="rect">
                <a:avLst/>
              </a:prstGeom>
              <a:solidFill>
                <a:srgbClr val="C25956"/>
              </a:solidFill>
            </p:spPr>
            <p:txBody>
              <a:bodyPr wrap="square">
                <a:spAutoFit/>
              </a:bodyPr>
              <a:lstStyle/>
              <a:p>
                <a:pPr algn="ctr"/>
                <a14:m>
                  <m:oMath xmlns:m="http://schemas.openxmlformats.org/officeDocument/2006/math">
                    <m:r>
                      <m:rPr>
                        <m:sty m:val="p"/>
                      </m:rPr>
                      <a:rPr lang="en-US" sz="2800" i="0" smtClean="0">
                        <a:solidFill>
                          <a:schemeClr val="bg1"/>
                        </a:solidFill>
                        <a:effectLst/>
                        <a:latin typeface="Cambria Math" panose="02040503050406030204" pitchFamily="18" charset="0"/>
                        <a:ea typeface="Calibri" panose="020F0502020204030204" pitchFamily="34" charset="0"/>
                        <a:cs typeface="Shruti" panose="020B0502040204020203" pitchFamily="34" charset="0"/>
                      </a:rPr>
                      <m:t>E</m:t>
                    </m:r>
                    <m:d>
                      <m:dPr>
                        <m:ctrlPr>
                          <a:rPr lang="en-IN" sz="2800" i="1">
                            <a:solidFill>
                              <a:schemeClr val="bg1"/>
                            </a:solidFill>
                            <a:effectLst/>
                            <a:latin typeface="Cambria Math" panose="02040503050406030204" pitchFamily="18" charset="0"/>
                            <a:cs typeface="Fd605157-Identity-H"/>
                          </a:rPr>
                        </m:ctrlPr>
                      </m:dPr>
                      <m:e>
                        <m:r>
                          <m:rPr>
                            <m:sty m:val="p"/>
                          </m:rPr>
                          <a:rPr lang="en-US" sz="2800" i="0">
                            <a:solidFill>
                              <a:schemeClr val="bg1"/>
                            </a:solidFill>
                            <a:effectLst/>
                            <a:latin typeface="Cambria Math" panose="02040503050406030204" pitchFamily="18" charset="0"/>
                            <a:ea typeface="Calibri" panose="020F0502020204030204" pitchFamily="34" charset="0"/>
                            <a:cs typeface="Shruti" panose="020B0502040204020203" pitchFamily="34" charset="0"/>
                          </a:rPr>
                          <m:t>X</m:t>
                        </m:r>
                      </m:e>
                    </m:d>
                  </m:oMath>
                </a14:m>
                <a:r>
                  <a:rPr lang="en-US" sz="2800" dirty="0">
                    <a:solidFill>
                      <a:schemeClr val="bg1"/>
                    </a:solidFill>
                    <a:effectLst/>
                    <a:latin typeface="+mj-lt"/>
                    <a:ea typeface="Calibri" panose="020F0502020204030204" pitchFamily="34" charset="0"/>
                    <a:cs typeface="Shruti" panose="020B0502040204020203" pitchFamily="34" charset="0"/>
                  </a:rPr>
                  <a:t> is also known as the </a:t>
                </a:r>
                <a:r>
                  <a:rPr lang="en-US" sz="2800" b="1" dirty="0">
                    <a:solidFill>
                      <a:schemeClr val="bg1"/>
                    </a:solidFill>
                    <a:effectLst/>
                    <a:latin typeface="+mj-lt"/>
                    <a:ea typeface="Calibri" panose="020F0502020204030204" pitchFamily="34" charset="0"/>
                    <a:cs typeface="Shruti" panose="020B0502040204020203" pitchFamily="34" charset="0"/>
                  </a:rPr>
                  <a:t>mean value </a:t>
                </a:r>
                <a:r>
                  <a:rPr lang="en-US" sz="2800" dirty="0">
                    <a:solidFill>
                      <a:schemeClr val="bg1"/>
                    </a:solidFill>
                    <a:effectLst/>
                    <a:latin typeface="+mj-lt"/>
                    <a:ea typeface="Calibri" panose="020F0502020204030204" pitchFamily="34" charset="0"/>
                    <a:cs typeface="Shruti" panose="020B0502040204020203" pitchFamily="34" charset="0"/>
                  </a:rPr>
                  <a:t>of the probability distribution of </a:t>
                </a:r>
                <a14:m>
                  <m:oMath xmlns:m="http://schemas.openxmlformats.org/officeDocument/2006/math">
                    <m:r>
                      <m:rPr>
                        <m:sty m:val="p"/>
                      </m:rPr>
                      <a:rPr lang="en-US" sz="2800" i="0" dirty="0" smtClean="0">
                        <a:solidFill>
                          <a:schemeClr val="bg1"/>
                        </a:solidFill>
                        <a:effectLst/>
                        <a:latin typeface="Cambria Math" panose="02040503050406030204" pitchFamily="18" charset="0"/>
                        <a:ea typeface="Calibri" panose="020F0502020204030204" pitchFamily="34" charset="0"/>
                        <a:cs typeface="Shruti" panose="020B0502040204020203" pitchFamily="34" charset="0"/>
                      </a:rPr>
                      <m:t>X</m:t>
                    </m:r>
                  </m:oMath>
                </a14:m>
                <a:r>
                  <a:rPr lang="en-US" sz="2800" dirty="0">
                    <a:solidFill>
                      <a:schemeClr val="bg1"/>
                    </a:solidFill>
                    <a:effectLst/>
                    <a:latin typeface="+mj-lt"/>
                    <a:ea typeface="Calibri" panose="020F0502020204030204" pitchFamily="34" charset="0"/>
                    <a:cs typeface="Shruti" panose="020B0502040204020203" pitchFamily="34" charset="0"/>
                  </a:rPr>
                  <a:t>.</a:t>
                </a:r>
                <a:endParaRPr lang="en-IN" sz="2800" dirty="0">
                  <a:solidFill>
                    <a:schemeClr val="bg1"/>
                  </a:solidFill>
                  <a:latin typeface="+mj-lt"/>
                </a:endParaRPr>
              </a:p>
            </p:txBody>
          </p:sp>
        </mc:Choice>
        <mc:Fallback xmlns="">
          <p:sp>
            <p:nvSpPr>
              <p:cNvPr id="7" name="TextBox 6">
                <a:extLst>
                  <a:ext uri="{FF2B5EF4-FFF2-40B4-BE49-F238E27FC236}">
                    <a16:creationId xmlns:a16="http://schemas.microsoft.com/office/drawing/2014/main" id="{EE5A6560-F19F-4148-8B43-FA6620CA4E18}"/>
                  </a:ext>
                </a:extLst>
              </p:cNvPr>
              <p:cNvSpPr txBox="1">
                <a:spLocks noRot="1" noChangeAspect="1" noMove="1" noResize="1" noEditPoints="1" noAdjustHandles="1" noChangeArrowheads="1" noChangeShapeType="1" noTextEdit="1"/>
              </p:cNvSpPr>
              <p:nvPr/>
            </p:nvSpPr>
            <p:spPr>
              <a:xfrm>
                <a:off x="4514851" y="5366552"/>
                <a:ext cx="5695950" cy="954107"/>
              </a:xfrm>
              <a:prstGeom prst="rect">
                <a:avLst/>
              </a:prstGeom>
              <a:blipFill>
                <a:blip r:embed="rId3"/>
                <a:stretch>
                  <a:fillRect t="-5732" r="-964" b="-17197"/>
                </a:stretch>
              </a:blipFill>
            </p:spPr>
            <p:txBody>
              <a:bodyPr/>
              <a:lstStyle/>
              <a:p>
                <a:r>
                  <a:rPr lang="en-IN">
                    <a:noFill/>
                  </a:rPr>
                  <a:t> </a:t>
                </a:r>
              </a:p>
            </p:txBody>
          </p:sp>
        </mc:Fallback>
      </mc:AlternateContent>
    </p:spTree>
    <p:extLst>
      <p:ext uri="{BB962C8B-B14F-4D97-AF65-F5344CB8AC3E}">
        <p14:creationId xmlns:p14="http://schemas.microsoft.com/office/powerpoint/2010/main" val="3139941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animBg="1"/>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C67FB-0D24-41CB-9726-135ABCD659D7}"/>
              </a:ext>
            </a:extLst>
          </p:cNvPr>
          <p:cNvSpPr>
            <a:spLocks noGrp="1"/>
          </p:cNvSpPr>
          <p:nvPr>
            <p:ph type="title"/>
          </p:nvPr>
        </p:nvSpPr>
        <p:spPr/>
        <p:txBody>
          <a:bodyPr/>
          <a:lstStyle/>
          <a:p>
            <a:r>
              <a:rPr lang="en-IN" dirty="0"/>
              <a:t>Properties of Mathematical Expectation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36FFAA-56F9-4DA6-984C-420D37CDB5A4}"/>
                  </a:ext>
                </a:extLst>
              </p:cNvPr>
              <p:cNvSpPr>
                <a:spLocks noGrp="1"/>
              </p:cNvSpPr>
              <p:nvPr>
                <p:ph idx="1"/>
              </p:nvPr>
            </p:nvSpPr>
            <p:spPr/>
            <p:txBody>
              <a:bodyPr/>
              <a:lstStyle/>
              <a:p>
                <a:r>
                  <a:rPr lang="en-IN" dirty="0"/>
                  <a:t>Expected value of </a:t>
                </a:r>
                <a:r>
                  <a:rPr lang="en-IN" b="1" dirty="0"/>
                  <a:t>constant</a:t>
                </a:r>
                <a:r>
                  <a:rPr lang="en-IN" dirty="0"/>
                  <a:t> term is </a:t>
                </a:r>
                <a:r>
                  <a:rPr lang="en-IN" b="1" dirty="0"/>
                  <a:t>constant</a:t>
                </a:r>
                <a:r>
                  <a:rPr lang="en-IN" dirty="0"/>
                  <a:t>. i.e., </a:t>
                </a:r>
                <a14:m>
                  <m:oMath xmlns:m="http://schemas.openxmlformats.org/officeDocument/2006/math">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r>
                          <a:rPr lang="en-IN" b="1" i="0" dirty="0" smtClean="0">
                            <a:latin typeface="Cambria Math" panose="02040503050406030204" pitchFamily="18" charset="0"/>
                          </a:rPr>
                          <m:t>𝐜</m:t>
                        </m:r>
                      </m:e>
                    </m:d>
                    <m:r>
                      <a:rPr lang="en-IN" i="0" dirty="0" smtClean="0">
                        <a:latin typeface="Cambria Math" panose="02040503050406030204" pitchFamily="18" charset="0"/>
                      </a:rPr>
                      <m:t>=</m:t>
                    </m:r>
                    <m:r>
                      <a:rPr lang="en-IN" b="1" i="0" dirty="0" smtClean="0">
                        <a:latin typeface="Cambria Math" panose="02040503050406030204" pitchFamily="18" charset="0"/>
                      </a:rPr>
                      <m:t>𝐜</m:t>
                    </m:r>
                  </m:oMath>
                </a14:m>
                <a:r>
                  <a:rPr lang="en-IN" dirty="0"/>
                  <a:t>.</a:t>
                </a:r>
              </a:p>
              <a:p>
                <a:r>
                  <a:rPr lang="en-IN" dirty="0"/>
                  <a:t>If </a:t>
                </a:r>
                <a14:m>
                  <m:oMath xmlns:m="http://schemas.openxmlformats.org/officeDocument/2006/math">
                    <m:r>
                      <m:rPr>
                        <m:sty m:val="p"/>
                      </m:rPr>
                      <a:rPr lang="en-IN" i="0" dirty="0" smtClean="0">
                        <a:latin typeface="Cambria Math" panose="02040503050406030204" pitchFamily="18" charset="0"/>
                      </a:rPr>
                      <m:t>a</m:t>
                    </m:r>
                  </m:oMath>
                </a14:m>
                <a:r>
                  <a:rPr lang="en-IN" dirty="0"/>
                  <a:t>, </a:t>
                </a:r>
                <a14:m>
                  <m:oMath xmlns:m="http://schemas.openxmlformats.org/officeDocument/2006/math">
                    <m:r>
                      <m:rPr>
                        <m:sty m:val="p"/>
                      </m:rPr>
                      <a:rPr lang="en-IN" i="0" dirty="0" smtClean="0">
                        <a:latin typeface="Cambria Math" panose="02040503050406030204" pitchFamily="18" charset="0"/>
                      </a:rPr>
                      <m:t>b</m:t>
                    </m:r>
                  </m:oMath>
                </a14:m>
                <a:r>
                  <a:rPr lang="en-IN" dirty="0"/>
                  <a:t> and </a:t>
                </a:r>
                <a14:m>
                  <m:oMath xmlns:m="http://schemas.openxmlformats.org/officeDocument/2006/math">
                    <m:r>
                      <m:rPr>
                        <m:sty m:val="p"/>
                      </m:rPr>
                      <a:rPr lang="en-IN" i="0" dirty="0" smtClean="0">
                        <a:latin typeface="Cambria Math" panose="02040503050406030204" pitchFamily="18" charset="0"/>
                      </a:rPr>
                      <m:t>c</m:t>
                    </m:r>
                  </m:oMath>
                </a14:m>
                <a:r>
                  <a:rPr lang="en-IN" dirty="0"/>
                  <a:t> are constants, then</a:t>
                </a:r>
              </a:p>
              <a:p>
                <a:pPr marL="261938" indent="0">
                  <a:lnSpc>
                    <a:spcPct val="114000"/>
                  </a:lnSpc>
                  <a:spcBef>
                    <a:spcPts val="0"/>
                  </a:spcBef>
                  <a:buNone/>
                </a:pPr>
                <a14:m>
                  <m:oMathPara xmlns:m="http://schemas.openxmlformats.org/officeDocument/2006/math">
                    <m:oMathParaPr>
                      <m:jc m:val="left"/>
                    </m:oMathParaPr>
                    <m:oMath xmlns:m="http://schemas.openxmlformats.org/officeDocument/2006/math">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f>
                            <m:fPr>
                              <m:ctrlPr>
                                <a:rPr lang="en-IN" i="1" dirty="0" smtClean="0">
                                  <a:latin typeface="Cambria Math" panose="02040503050406030204" pitchFamily="18" charset="0"/>
                                </a:rPr>
                              </m:ctrlPr>
                            </m:fPr>
                            <m:num>
                              <m:r>
                                <a:rPr lang="en-IN" i="0" dirty="0" smtClean="0">
                                  <a:latin typeface="Cambria Math" panose="02040503050406030204" pitchFamily="18" charset="0"/>
                                </a:rPr>
                                <m:t> </m:t>
                              </m:r>
                              <m:r>
                                <a:rPr lang="en-IN" b="1" i="0" dirty="0" smtClean="0">
                                  <a:solidFill>
                                    <a:srgbClr val="FF0000"/>
                                  </a:solidFill>
                                  <a:latin typeface="Cambria Math" panose="02040503050406030204" pitchFamily="18" charset="0"/>
                                </a:rPr>
                                <m:t>𝐚</m:t>
                              </m:r>
                              <m:r>
                                <m:rPr>
                                  <m:sty m:val="p"/>
                                </m:rPr>
                                <a:rPr lang="en-IN" b="0" i="0" dirty="0" smtClean="0">
                                  <a:latin typeface="Cambria Math" panose="02040503050406030204" pitchFamily="18" charset="0"/>
                                </a:rPr>
                                <m:t>X</m:t>
                              </m:r>
                              <m:r>
                                <a:rPr lang="en-IN" b="0" i="0" dirty="0" smtClean="0">
                                  <a:latin typeface="Cambria Math" panose="02040503050406030204" pitchFamily="18" charset="0"/>
                                </a:rPr>
                                <m:t>±</m:t>
                              </m:r>
                              <m:r>
                                <a:rPr lang="en-IN" b="1" i="0" dirty="0" smtClean="0">
                                  <a:solidFill>
                                    <a:srgbClr val="0070C0"/>
                                  </a:solidFill>
                                  <a:latin typeface="Cambria Math" panose="02040503050406030204" pitchFamily="18" charset="0"/>
                                </a:rPr>
                                <m:t>𝐛</m:t>
                              </m:r>
                              <m:r>
                                <a:rPr lang="en-IN" i="0" dirty="0" smtClean="0">
                                  <a:latin typeface="Cambria Math" panose="02040503050406030204" pitchFamily="18" charset="0"/>
                                </a:rPr>
                                <m:t> </m:t>
                              </m:r>
                            </m:num>
                            <m:den>
                              <m:r>
                                <a:rPr lang="en-IN" b="1" i="0" dirty="0" smtClean="0">
                                  <a:solidFill>
                                    <a:schemeClr val="accent5">
                                      <a:lumMod val="75000"/>
                                    </a:schemeClr>
                                  </a:solidFill>
                                  <a:latin typeface="Cambria Math" panose="02040503050406030204" pitchFamily="18" charset="0"/>
                                </a:rPr>
                                <m:t>𝐜</m:t>
                              </m:r>
                            </m:den>
                          </m:f>
                        </m:e>
                      </m:d>
                      <m:r>
                        <a:rPr lang="en-IN" i="0" dirty="0" smtClean="0">
                          <a:latin typeface="Cambria Math" panose="02040503050406030204" pitchFamily="18" charset="0"/>
                        </a:rPr>
                        <m:t>=</m:t>
                      </m:r>
                      <m:f>
                        <m:fPr>
                          <m:ctrlPr>
                            <a:rPr lang="en-IN" i="1" dirty="0" smtClean="0">
                              <a:latin typeface="Cambria Math" panose="02040503050406030204" pitchFamily="18" charset="0"/>
                            </a:rPr>
                          </m:ctrlPr>
                        </m:fPr>
                        <m:num>
                          <m:r>
                            <a:rPr lang="en-IN" i="0" dirty="0" smtClean="0">
                              <a:latin typeface="Cambria Math" panose="02040503050406030204" pitchFamily="18" charset="0"/>
                            </a:rPr>
                            <m:t> 1 </m:t>
                          </m:r>
                        </m:num>
                        <m:den>
                          <m:r>
                            <a:rPr lang="en-IN" b="0" i="0" dirty="0" smtClean="0">
                              <a:latin typeface="Cambria Math" panose="02040503050406030204" pitchFamily="18" charset="0"/>
                            </a:rPr>
                            <m:t> </m:t>
                          </m:r>
                          <m:r>
                            <a:rPr lang="en-IN" b="1" i="0" dirty="0" smtClean="0">
                              <a:solidFill>
                                <a:schemeClr val="accent5">
                                  <a:lumMod val="75000"/>
                                </a:schemeClr>
                              </a:solidFill>
                              <a:latin typeface="Cambria Math" panose="02040503050406030204" pitchFamily="18" charset="0"/>
                            </a:rPr>
                            <m:t>𝐜</m:t>
                          </m:r>
                          <m:r>
                            <a:rPr lang="en-IN" i="0" dirty="0" smtClean="0">
                              <a:latin typeface="Cambria Math" panose="02040503050406030204" pitchFamily="18" charset="0"/>
                            </a:rPr>
                            <m:t> </m:t>
                          </m:r>
                        </m:den>
                      </m:f>
                      <m:r>
                        <a:rPr lang="en-IN" i="0" dirty="0" smtClean="0">
                          <a:latin typeface="Cambria Math" panose="02040503050406030204" pitchFamily="18" charset="0"/>
                        </a:rPr>
                        <m:t>[</m:t>
                      </m:r>
                      <m:r>
                        <a:rPr lang="en-IN" b="1" i="0" dirty="0" smtClean="0">
                          <a:solidFill>
                            <a:srgbClr val="FF0000"/>
                          </a:solidFill>
                          <a:latin typeface="Cambria Math" panose="02040503050406030204" pitchFamily="18" charset="0"/>
                        </a:rPr>
                        <m:t>𝐚</m:t>
                      </m:r>
                      <m:r>
                        <a:rPr lang="en-IN" b="0" i="0" dirty="0" smtClean="0">
                          <a:latin typeface="Cambria Math" panose="02040503050406030204" pitchFamily="18" charset="0"/>
                        </a:rPr>
                        <m:t>⋅</m:t>
                      </m:r>
                      <m:r>
                        <m:rPr>
                          <m:sty m:val="p"/>
                        </m:rPr>
                        <a:rPr lang="en-IN" b="0" i="0" dirty="0" smtClean="0">
                          <a:latin typeface="Cambria Math" panose="02040503050406030204" pitchFamily="18" charset="0"/>
                        </a:rPr>
                        <m:t>E</m:t>
                      </m:r>
                      <m:r>
                        <a:rPr lang="en-IN" i="0" dirty="0" smtClean="0">
                          <a:latin typeface="Cambria Math" panose="02040503050406030204" pitchFamily="18" charset="0"/>
                        </a:rPr>
                        <m:t>(</m:t>
                      </m:r>
                      <m:r>
                        <m:rPr>
                          <m:sty m:val="p"/>
                        </m:rPr>
                        <a:rPr lang="en-IN" i="0" dirty="0" smtClean="0">
                          <a:latin typeface="Cambria Math" panose="02040503050406030204" pitchFamily="18" charset="0"/>
                        </a:rPr>
                        <m:t>X</m:t>
                      </m:r>
                      <m:r>
                        <a:rPr lang="en-IN" i="0" dirty="0" smtClean="0">
                          <a:latin typeface="Cambria Math" panose="02040503050406030204" pitchFamily="18" charset="0"/>
                        </a:rPr>
                        <m:t>)±</m:t>
                      </m:r>
                      <m:r>
                        <a:rPr lang="en-IN" b="1" i="0" dirty="0" smtClean="0">
                          <a:solidFill>
                            <a:srgbClr val="0070C0"/>
                          </a:solidFill>
                          <a:latin typeface="Cambria Math" panose="02040503050406030204" pitchFamily="18" charset="0"/>
                        </a:rPr>
                        <m:t>𝐛</m:t>
                      </m:r>
                      <m:r>
                        <a:rPr lang="en-IN" i="0" dirty="0" smtClean="0">
                          <a:latin typeface="Cambria Math" panose="02040503050406030204" pitchFamily="18" charset="0"/>
                        </a:rPr>
                        <m:t> ]</m:t>
                      </m:r>
                    </m:oMath>
                  </m:oMathPara>
                </a14:m>
                <a:endParaRPr lang="en-IN" dirty="0"/>
              </a:p>
              <a:p>
                <a:pPr>
                  <a:lnSpc>
                    <a:spcPct val="130000"/>
                  </a:lnSpc>
                  <a:spcBef>
                    <a:spcPts val="2000"/>
                  </a:spcBef>
                </a:pPr>
                <a:r>
                  <a:rPr lang="en-IN" dirty="0"/>
                  <a:t>For Probability mass function,</a:t>
                </a:r>
              </a:p>
              <a:p>
                <a:pPr marL="261938" indent="0">
                  <a:lnSpc>
                    <a:spcPct val="114000"/>
                  </a:lnSpc>
                  <a:spcBef>
                    <a:spcPts val="0"/>
                  </a:spcBef>
                  <a:buNone/>
                </a:pPr>
                <a14:m>
                  <m:oMathPara xmlns:m="http://schemas.openxmlformats.org/officeDocument/2006/math">
                    <m:oMathParaPr>
                      <m:jc m:val="left"/>
                    </m:oMathParaPr>
                    <m:oMath xmlns:m="http://schemas.openxmlformats.org/officeDocument/2006/math">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sSup>
                            <m:sSupPr>
                              <m:ctrlPr>
                                <a:rPr lang="en-IN" i="1" dirty="0" smtClean="0">
                                  <a:latin typeface="Cambria Math" panose="02040503050406030204" pitchFamily="18" charset="0"/>
                                </a:rPr>
                              </m:ctrlPr>
                            </m:sSupPr>
                            <m:e>
                              <m:r>
                                <m:rPr>
                                  <m:sty m:val="p"/>
                                </m:rPr>
                                <a:rPr lang="en-IN" i="0" dirty="0" smtClean="0">
                                  <a:latin typeface="Cambria Math" panose="02040503050406030204" pitchFamily="18" charset="0"/>
                                </a:rPr>
                                <m:t>X</m:t>
                              </m:r>
                            </m:e>
                            <m:sup>
                              <m:r>
                                <a:rPr lang="en-IN" i="0" dirty="0" smtClean="0">
                                  <a:latin typeface="Cambria Math" panose="02040503050406030204" pitchFamily="18" charset="0"/>
                                </a:rPr>
                                <m:t>2</m:t>
                              </m:r>
                            </m:sup>
                          </m:sSup>
                        </m:e>
                      </m:d>
                      <m:r>
                        <a:rPr lang="en-IN" i="0" dirty="0" smtClean="0">
                          <a:latin typeface="Cambria Math" panose="02040503050406030204" pitchFamily="18" charset="0"/>
                        </a:rPr>
                        <m:t>=</m:t>
                      </m:r>
                      <m:nary>
                        <m:naryPr>
                          <m:chr m:val="∑"/>
                          <m:ctrlPr>
                            <a:rPr lang="en-IN" i="1" dirty="0" smtClean="0">
                              <a:latin typeface="Cambria Math" panose="02040503050406030204" pitchFamily="18" charset="0"/>
                            </a:rPr>
                          </m:ctrlPr>
                        </m:naryPr>
                        <m:sub>
                          <m:r>
                            <m:rPr>
                              <m:sty m:val="p"/>
                            </m:rPr>
                            <a:rPr lang="en-IN" b="0" i="0" dirty="0" smtClean="0">
                              <a:latin typeface="Cambria Math" panose="02040503050406030204" pitchFamily="18" charset="0"/>
                            </a:rPr>
                            <m:t>i</m:t>
                          </m:r>
                          <m:r>
                            <a:rPr lang="en-IN" i="0" dirty="0" smtClean="0">
                              <a:latin typeface="Cambria Math" panose="02040503050406030204" pitchFamily="18" charset="0"/>
                            </a:rPr>
                            <m:t>=1</m:t>
                          </m:r>
                        </m:sub>
                        <m:sup>
                          <m:r>
                            <m:rPr>
                              <m:sty m:val="p"/>
                            </m:rPr>
                            <a:rPr lang="en-IN" i="0" dirty="0" smtClean="0">
                              <a:latin typeface="Cambria Math" panose="02040503050406030204" pitchFamily="18" charset="0"/>
                            </a:rPr>
                            <m:t>n</m:t>
                          </m:r>
                        </m:sup>
                        <m:e>
                          <m:sSubSup>
                            <m:sSubSupPr>
                              <m:ctrlPr>
                                <a:rPr lang="en-IN" i="1" dirty="0" smtClean="0">
                                  <a:latin typeface="Cambria Math" panose="02040503050406030204" pitchFamily="18" charset="0"/>
                                </a:rPr>
                              </m:ctrlPr>
                            </m:sSubSupPr>
                            <m:e>
                              <m:r>
                                <m:rPr>
                                  <m:sty m:val="p"/>
                                </m:rPr>
                                <a:rPr lang="en-IN" i="0" dirty="0" smtClean="0">
                                  <a:latin typeface="Cambria Math" panose="02040503050406030204" pitchFamily="18" charset="0"/>
                                </a:rPr>
                                <m:t>x</m:t>
                              </m:r>
                            </m:e>
                            <m:sub>
                              <m:r>
                                <m:rPr>
                                  <m:sty m:val="p"/>
                                </m:rPr>
                                <a:rPr lang="en-IN" i="0" dirty="0" smtClean="0">
                                  <a:latin typeface="Cambria Math" panose="02040503050406030204" pitchFamily="18" charset="0"/>
                                </a:rPr>
                                <m:t>i</m:t>
                              </m:r>
                            </m:sub>
                            <m:sup>
                              <m:r>
                                <a:rPr lang="en-IN" i="0" dirty="0" smtClean="0">
                                  <a:latin typeface="Cambria Math" panose="02040503050406030204" pitchFamily="18" charset="0"/>
                                </a:rPr>
                                <m:t>2</m:t>
                              </m:r>
                            </m:sup>
                          </m:sSubSup>
                          <m:r>
                            <a:rPr lang="en-IN" i="0" dirty="0" smtClean="0">
                              <a:latin typeface="Cambria Math" panose="02040503050406030204" pitchFamily="18" charset="0"/>
                            </a:rPr>
                            <m:t>⋅</m:t>
                          </m:r>
                          <m:r>
                            <m:rPr>
                              <m:sty m:val="p"/>
                            </m:rPr>
                            <a:rPr lang="en-IN" i="0" dirty="0" smtClean="0">
                              <a:latin typeface="Cambria Math" panose="02040503050406030204" pitchFamily="18" charset="0"/>
                            </a:rPr>
                            <m:t>p</m:t>
                          </m:r>
                          <m:d>
                            <m:dPr>
                              <m:ctrlPr>
                                <a:rPr lang="en-IN" i="1" dirty="0" smtClean="0">
                                  <a:latin typeface="Cambria Math" panose="02040503050406030204" pitchFamily="18" charset="0"/>
                                </a:rPr>
                              </m:ctrlPr>
                            </m:dPr>
                            <m:e>
                              <m:sSub>
                                <m:sSubPr>
                                  <m:ctrlPr>
                                    <a:rPr lang="en-IN" b="0" i="1" dirty="0" smtClean="0">
                                      <a:latin typeface="Cambria Math" panose="02040503050406030204" pitchFamily="18" charset="0"/>
                                    </a:rPr>
                                  </m:ctrlPr>
                                </m:sSubPr>
                                <m:e>
                                  <m:r>
                                    <m:rPr>
                                      <m:sty m:val="p"/>
                                    </m:rPr>
                                    <a:rPr lang="en-IN" b="0" i="0" dirty="0" smtClean="0">
                                      <a:latin typeface="Cambria Math" panose="02040503050406030204" pitchFamily="18" charset="0"/>
                                    </a:rPr>
                                    <m:t>x</m:t>
                                  </m:r>
                                </m:e>
                                <m:sub>
                                  <m:r>
                                    <m:rPr>
                                      <m:sty m:val="p"/>
                                    </m:rPr>
                                    <a:rPr lang="en-IN" b="0" i="0" dirty="0" smtClean="0">
                                      <a:latin typeface="Cambria Math" panose="02040503050406030204" pitchFamily="18" charset="0"/>
                                    </a:rPr>
                                    <m:t>i</m:t>
                                  </m:r>
                                </m:sub>
                              </m:sSub>
                            </m:e>
                          </m:d>
                        </m:e>
                      </m:nary>
                    </m:oMath>
                  </m:oMathPara>
                </a14:m>
                <a:endParaRPr lang="en-IN" dirty="0"/>
              </a:p>
            </p:txBody>
          </p:sp>
        </mc:Choice>
        <mc:Fallback xmlns="">
          <p:sp>
            <p:nvSpPr>
              <p:cNvPr id="3" name="Content Placeholder 2">
                <a:extLst>
                  <a:ext uri="{FF2B5EF4-FFF2-40B4-BE49-F238E27FC236}">
                    <a16:creationId xmlns:a16="http://schemas.microsoft.com/office/drawing/2014/main" id="{6D36FFAA-56F9-4DA6-984C-420D37CDB5A4}"/>
                  </a:ext>
                </a:extLst>
              </p:cNvPr>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p:spTree>
    <p:extLst>
      <p:ext uri="{BB962C8B-B14F-4D97-AF65-F5344CB8AC3E}">
        <p14:creationId xmlns:p14="http://schemas.microsoft.com/office/powerpoint/2010/main" val="624103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C67FB-0D24-41CB-9726-135ABCD659D7}"/>
              </a:ext>
            </a:extLst>
          </p:cNvPr>
          <p:cNvSpPr>
            <a:spLocks noGrp="1"/>
          </p:cNvSpPr>
          <p:nvPr>
            <p:ph type="title"/>
          </p:nvPr>
        </p:nvSpPr>
        <p:spPr/>
        <p:txBody>
          <a:bodyPr/>
          <a:lstStyle/>
          <a:p>
            <a:r>
              <a:rPr lang="en-IN" dirty="0"/>
              <a:t>Properties of Mathematical Expectation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36FFAA-56F9-4DA6-984C-420D37CDB5A4}"/>
                  </a:ext>
                </a:extLst>
              </p:cNvPr>
              <p:cNvSpPr>
                <a:spLocks noGrp="1"/>
              </p:cNvSpPr>
              <p:nvPr>
                <p:ph idx="1"/>
              </p:nvPr>
            </p:nvSpPr>
            <p:spPr/>
            <p:txBody>
              <a:bodyPr/>
              <a:lstStyle/>
              <a:p>
                <a:r>
                  <a:rPr lang="en-IN" dirty="0"/>
                  <a:t>For Probability density function,</a:t>
                </a:r>
              </a:p>
              <a:p>
                <a:pPr marL="261938" indent="0">
                  <a:lnSpc>
                    <a:spcPct val="100000"/>
                  </a:lnSpc>
                  <a:buNone/>
                </a:pPr>
                <a14:m>
                  <m:oMathPara xmlns:m="http://schemas.openxmlformats.org/officeDocument/2006/math">
                    <m:oMathParaPr>
                      <m:jc m:val="left"/>
                    </m:oMathParaPr>
                    <m:oMath xmlns:m="http://schemas.openxmlformats.org/officeDocument/2006/math">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sSup>
                            <m:sSupPr>
                              <m:ctrlPr>
                                <a:rPr lang="en-IN" i="1" dirty="0" smtClean="0">
                                  <a:latin typeface="Cambria Math" panose="02040503050406030204" pitchFamily="18" charset="0"/>
                                </a:rPr>
                              </m:ctrlPr>
                            </m:sSupPr>
                            <m:e>
                              <m:r>
                                <m:rPr>
                                  <m:sty m:val="p"/>
                                </m:rPr>
                                <a:rPr lang="en-IN" i="0" dirty="0" smtClean="0">
                                  <a:latin typeface="Cambria Math" panose="02040503050406030204" pitchFamily="18" charset="0"/>
                                </a:rPr>
                                <m:t>X</m:t>
                              </m:r>
                            </m:e>
                            <m:sup>
                              <m:r>
                                <a:rPr lang="en-IN" i="0" dirty="0" smtClean="0">
                                  <a:latin typeface="Cambria Math" panose="02040503050406030204" pitchFamily="18" charset="0"/>
                                </a:rPr>
                                <m:t>2</m:t>
                              </m:r>
                            </m:sup>
                          </m:sSup>
                        </m:e>
                      </m:d>
                      <m:r>
                        <a:rPr lang="en-IN" dirty="0">
                          <a:latin typeface="Cambria Math" panose="02040503050406030204" pitchFamily="18" charset="0"/>
                        </a:rPr>
                        <m:t>=</m:t>
                      </m:r>
                      <m:nary>
                        <m:naryPr>
                          <m:limLoc m:val="undOvr"/>
                          <m:ctrlPr>
                            <a:rPr lang="en-IN" i="1" dirty="0">
                              <a:latin typeface="Cambria Math" panose="02040503050406030204" pitchFamily="18" charset="0"/>
                            </a:rPr>
                          </m:ctrlPr>
                        </m:naryPr>
                        <m:sub>
                          <m:r>
                            <a:rPr lang="en-IN" dirty="0">
                              <a:latin typeface="Cambria Math" panose="02040503050406030204" pitchFamily="18" charset="0"/>
                            </a:rPr>
                            <m:t>−∞</m:t>
                          </m:r>
                        </m:sub>
                        <m:sup>
                          <m:r>
                            <a:rPr lang="en-IN" dirty="0">
                              <a:latin typeface="Cambria Math" panose="02040503050406030204" pitchFamily="18" charset="0"/>
                            </a:rPr>
                            <m:t>∞</m:t>
                          </m:r>
                        </m:sup>
                        <m:e>
                          <m:sSup>
                            <m:sSupPr>
                              <m:ctrlPr>
                                <a:rPr lang="en-IN" b="0" i="1" dirty="0" smtClean="0">
                                  <a:latin typeface="Cambria Math" panose="02040503050406030204" pitchFamily="18" charset="0"/>
                                </a:rPr>
                              </m:ctrlPr>
                            </m:sSupPr>
                            <m:e>
                              <m:r>
                                <m:rPr>
                                  <m:sty m:val="p"/>
                                </m:rPr>
                                <a:rPr lang="en-IN" dirty="0">
                                  <a:latin typeface="Cambria Math" panose="02040503050406030204" pitchFamily="18" charset="0"/>
                                </a:rPr>
                                <m:t>x</m:t>
                              </m:r>
                            </m:e>
                            <m:sup>
                              <m:r>
                                <a:rPr lang="en-IN" b="0" i="0" dirty="0" smtClean="0">
                                  <a:latin typeface="Cambria Math" panose="02040503050406030204" pitchFamily="18" charset="0"/>
                                </a:rPr>
                                <m:t>2</m:t>
                              </m:r>
                            </m:sup>
                          </m:sSup>
                          <m:r>
                            <a:rPr lang="en-IN" dirty="0">
                              <a:latin typeface="Cambria Math" panose="02040503050406030204" pitchFamily="18" charset="0"/>
                            </a:rPr>
                            <m:t>⋅</m:t>
                          </m:r>
                          <m:r>
                            <m:rPr>
                              <m:sty m:val="p"/>
                            </m:rPr>
                            <a:rPr lang="en-IN" dirty="0">
                              <a:latin typeface="Cambria Math" panose="02040503050406030204" pitchFamily="18" charset="0"/>
                            </a:rPr>
                            <m:t>f</m:t>
                          </m:r>
                          <m:d>
                            <m:dPr>
                              <m:ctrlPr>
                                <a:rPr lang="en-IN" i="1" dirty="0">
                                  <a:latin typeface="Cambria Math" panose="02040503050406030204" pitchFamily="18" charset="0"/>
                                </a:rPr>
                              </m:ctrlPr>
                            </m:dPr>
                            <m:e>
                              <m:r>
                                <m:rPr>
                                  <m:sty m:val="p"/>
                                </m:rPr>
                                <a:rPr lang="en-IN" dirty="0">
                                  <a:latin typeface="Cambria Math" panose="02040503050406030204" pitchFamily="18" charset="0"/>
                                </a:rPr>
                                <m:t>x</m:t>
                              </m:r>
                            </m:e>
                          </m:d>
                        </m:e>
                      </m:nary>
                      <m:r>
                        <m:rPr>
                          <m:sty m:val="p"/>
                        </m:rPr>
                        <a:rPr lang="en-IN" dirty="0">
                          <a:latin typeface="Cambria Math" panose="02040503050406030204" pitchFamily="18" charset="0"/>
                        </a:rPr>
                        <m:t>dx</m:t>
                      </m:r>
                    </m:oMath>
                  </m:oMathPara>
                </a14:m>
                <a:endParaRPr lang="en-IN" dirty="0"/>
              </a:p>
              <a:p>
                <a:r>
                  <a:rPr lang="en-IN" dirty="0"/>
                  <a:t>If </a:t>
                </a:r>
                <a14:m>
                  <m:oMath xmlns:m="http://schemas.openxmlformats.org/officeDocument/2006/math">
                    <m:r>
                      <m:rPr>
                        <m:sty m:val="p"/>
                      </m:rPr>
                      <a:rPr lang="en-IN" i="0" dirty="0" smtClean="0">
                        <a:latin typeface="Cambria Math" panose="02040503050406030204" pitchFamily="18" charset="0"/>
                      </a:rPr>
                      <m:t>X</m:t>
                    </m:r>
                  </m:oMath>
                </a14:m>
                <a:r>
                  <a:rPr lang="en-IN" dirty="0"/>
                  <a:t> and </a:t>
                </a:r>
                <a14:m>
                  <m:oMath xmlns:m="http://schemas.openxmlformats.org/officeDocument/2006/math">
                    <m:r>
                      <m:rPr>
                        <m:sty m:val="p"/>
                      </m:rPr>
                      <a:rPr lang="en-IN" i="0" dirty="0" smtClean="0">
                        <a:latin typeface="Cambria Math" panose="02040503050406030204" pitchFamily="18" charset="0"/>
                      </a:rPr>
                      <m:t>Y</m:t>
                    </m:r>
                  </m:oMath>
                </a14:m>
                <a:r>
                  <a:rPr lang="en-IN" dirty="0"/>
                  <a:t> are two random variables, then </a:t>
                </a:r>
                <a14:m>
                  <m:oMath xmlns:m="http://schemas.openxmlformats.org/officeDocument/2006/math">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r>
                          <m:rPr>
                            <m:sty m:val="p"/>
                          </m:rPr>
                          <a:rPr lang="en-IN" i="0" dirty="0" smtClean="0">
                            <a:latin typeface="Cambria Math" panose="02040503050406030204" pitchFamily="18" charset="0"/>
                          </a:rPr>
                          <m:t>X</m:t>
                        </m:r>
                        <m:r>
                          <a:rPr lang="en-IN" i="0" dirty="0" smtClean="0">
                            <a:latin typeface="Cambria Math" panose="02040503050406030204" pitchFamily="18" charset="0"/>
                          </a:rPr>
                          <m:t>+</m:t>
                        </m:r>
                        <m:r>
                          <m:rPr>
                            <m:sty m:val="p"/>
                          </m:rPr>
                          <a:rPr lang="en-IN" i="0" dirty="0" smtClean="0">
                            <a:latin typeface="Cambria Math" panose="02040503050406030204" pitchFamily="18" charset="0"/>
                          </a:rPr>
                          <m:t>Y</m:t>
                        </m:r>
                      </m:e>
                    </m:d>
                    <m:r>
                      <a:rPr lang="en-IN" i="0" dirty="0" smtClean="0">
                        <a:latin typeface="Cambria Math" panose="02040503050406030204" pitchFamily="18" charset="0"/>
                      </a:rPr>
                      <m:t>=</m:t>
                    </m:r>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r>
                          <m:rPr>
                            <m:sty m:val="p"/>
                          </m:rPr>
                          <a:rPr lang="en-IN" i="0" dirty="0" smtClean="0">
                            <a:latin typeface="Cambria Math" panose="02040503050406030204" pitchFamily="18" charset="0"/>
                          </a:rPr>
                          <m:t>X</m:t>
                        </m:r>
                      </m:e>
                    </m:d>
                    <m:r>
                      <a:rPr lang="en-IN" i="0" dirty="0" smtClean="0">
                        <a:latin typeface="Cambria Math" panose="02040503050406030204" pitchFamily="18" charset="0"/>
                      </a:rPr>
                      <m:t>+</m:t>
                    </m:r>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r>
                          <m:rPr>
                            <m:sty m:val="p"/>
                          </m:rPr>
                          <a:rPr lang="en-IN" i="0" dirty="0" smtClean="0">
                            <a:latin typeface="Cambria Math" panose="02040503050406030204" pitchFamily="18" charset="0"/>
                          </a:rPr>
                          <m:t>Y</m:t>
                        </m:r>
                      </m:e>
                    </m:d>
                    <m:r>
                      <a:rPr lang="en-IN" i="0" dirty="0" smtClean="0">
                        <a:latin typeface="Cambria Math" panose="02040503050406030204" pitchFamily="18" charset="0"/>
                      </a:rPr>
                      <m:t>.</m:t>
                    </m:r>
                  </m:oMath>
                </a14:m>
                <a:endParaRPr lang="en-IN" dirty="0"/>
              </a:p>
              <a:p>
                <a:r>
                  <a:rPr lang="en-IN" dirty="0"/>
                  <a:t>If </a:t>
                </a:r>
                <a14:m>
                  <m:oMath xmlns:m="http://schemas.openxmlformats.org/officeDocument/2006/math">
                    <m:r>
                      <m:rPr>
                        <m:sty m:val="p"/>
                      </m:rPr>
                      <a:rPr lang="en-IN" i="0" dirty="0" smtClean="0">
                        <a:latin typeface="Cambria Math" panose="02040503050406030204" pitchFamily="18" charset="0"/>
                      </a:rPr>
                      <m:t>X</m:t>
                    </m:r>
                  </m:oMath>
                </a14:m>
                <a:r>
                  <a:rPr lang="en-IN" dirty="0"/>
                  <a:t> and </a:t>
                </a:r>
                <a14:m>
                  <m:oMath xmlns:m="http://schemas.openxmlformats.org/officeDocument/2006/math">
                    <m:r>
                      <m:rPr>
                        <m:sty m:val="p"/>
                      </m:rPr>
                      <a:rPr lang="en-IN" i="0" dirty="0" smtClean="0">
                        <a:latin typeface="Cambria Math" panose="02040503050406030204" pitchFamily="18" charset="0"/>
                      </a:rPr>
                      <m:t>Y</m:t>
                    </m:r>
                  </m:oMath>
                </a14:m>
                <a:r>
                  <a:rPr lang="en-IN" dirty="0"/>
                  <a:t> are two </a:t>
                </a:r>
                <a:r>
                  <a:rPr lang="en-IN" b="1" dirty="0"/>
                  <a:t>independent</a:t>
                </a:r>
                <a:r>
                  <a:rPr lang="en-IN" dirty="0"/>
                  <a:t> random variables, then </a:t>
                </a:r>
                <a14:m>
                  <m:oMath xmlns:m="http://schemas.openxmlformats.org/officeDocument/2006/math">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r>
                          <m:rPr>
                            <m:sty m:val="p"/>
                          </m:rPr>
                          <a:rPr lang="en-IN" i="0" dirty="0" smtClean="0">
                            <a:latin typeface="Cambria Math" panose="02040503050406030204" pitchFamily="18" charset="0"/>
                          </a:rPr>
                          <m:t>X</m:t>
                        </m:r>
                        <m:r>
                          <a:rPr lang="en-IN" i="0" dirty="0" smtClean="0">
                            <a:latin typeface="Cambria Math" panose="02040503050406030204" pitchFamily="18" charset="0"/>
                          </a:rPr>
                          <m:t>∙</m:t>
                        </m:r>
                        <m:r>
                          <m:rPr>
                            <m:sty m:val="p"/>
                          </m:rPr>
                          <a:rPr lang="en-IN" i="0" dirty="0" smtClean="0">
                            <a:latin typeface="Cambria Math" panose="02040503050406030204" pitchFamily="18" charset="0"/>
                          </a:rPr>
                          <m:t>Y</m:t>
                        </m:r>
                      </m:e>
                    </m:d>
                    <m:r>
                      <a:rPr lang="en-IN" i="0" dirty="0" smtClean="0">
                        <a:latin typeface="Cambria Math" panose="02040503050406030204" pitchFamily="18" charset="0"/>
                      </a:rPr>
                      <m:t>=</m:t>
                    </m:r>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r>
                          <m:rPr>
                            <m:sty m:val="p"/>
                          </m:rPr>
                          <a:rPr lang="en-IN" i="0" dirty="0" smtClean="0">
                            <a:latin typeface="Cambria Math" panose="02040503050406030204" pitchFamily="18" charset="0"/>
                          </a:rPr>
                          <m:t>X</m:t>
                        </m:r>
                      </m:e>
                    </m:d>
                    <m:r>
                      <a:rPr lang="en-IN" i="0" dirty="0" smtClean="0">
                        <a:latin typeface="Cambria Math" panose="02040503050406030204" pitchFamily="18" charset="0"/>
                      </a:rPr>
                      <m:t>∙</m:t>
                    </m:r>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r>
                          <m:rPr>
                            <m:sty m:val="p"/>
                          </m:rPr>
                          <a:rPr lang="en-IN" i="0" dirty="0" smtClean="0">
                            <a:latin typeface="Cambria Math" panose="02040503050406030204" pitchFamily="18" charset="0"/>
                          </a:rPr>
                          <m:t>Y</m:t>
                        </m:r>
                      </m:e>
                    </m:d>
                    <m:r>
                      <a:rPr lang="en-IN" i="0" dirty="0" smtClean="0">
                        <a:latin typeface="Cambria Math" panose="02040503050406030204" pitchFamily="18" charset="0"/>
                      </a:rPr>
                      <m:t>.</m:t>
                    </m:r>
                  </m:oMath>
                </a14:m>
                <a:endParaRPr lang="en-IN" dirty="0"/>
              </a:p>
            </p:txBody>
          </p:sp>
        </mc:Choice>
        <mc:Fallback xmlns="">
          <p:sp>
            <p:nvSpPr>
              <p:cNvPr id="3" name="Content Placeholder 2">
                <a:extLst>
                  <a:ext uri="{FF2B5EF4-FFF2-40B4-BE49-F238E27FC236}">
                    <a16:creationId xmlns:a16="http://schemas.microsoft.com/office/drawing/2014/main" id="{6D36FFAA-56F9-4DA6-984C-420D37CDB5A4}"/>
                  </a:ext>
                </a:extLst>
              </p:cNvPr>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p:spTree>
    <p:extLst>
      <p:ext uri="{BB962C8B-B14F-4D97-AF65-F5344CB8AC3E}">
        <p14:creationId xmlns:p14="http://schemas.microsoft.com/office/powerpoint/2010/main" val="3357282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C67FB-0D24-41CB-9726-135ABCD659D7}"/>
              </a:ext>
            </a:extLst>
          </p:cNvPr>
          <p:cNvSpPr>
            <a:spLocks noGrp="1"/>
          </p:cNvSpPr>
          <p:nvPr>
            <p:ph type="title"/>
          </p:nvPr>
        </p:nvSpPr>
        <p:spPr/>
        <p:txBody>
          <a:bodyPr/>
          <a:lstStyle/>
          <a:p>
            <a:r>
              <a:rPr lang="en-IN" dirty="0"/>
              <a:t>Variance of Random Variable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36FFAA-56F9-4DA6-984C-420D37CDB5A4}"/>
                  </a:ext>
                </a:extLst>
              </p:cNvPr>
              <p:cNvSpPr>
                <a:spLocks noGrp="1"/>
              </p:cNvSpPr>
              <p:nvPr>
                <p:ph idx="1"/>
              </p:nvPr>
            </p:nvSpPr>
            <p:spPr/>
            <p:txBody>
              <a:bodyPr/>
              <a:lstStyle/>
              <a:p>
                <a:pPr lvl="0"/>
                <a:r>
                  <a:rPr lang="en-US" dirty="0"/>
                  <a:t>Variance is a characteristic of random variable </a:t>
                </a:r>
                <a14:m>
                  <m:oMath xmlns:m="http://schemas.openxmlformats.org/officeDocument/2006/math">
                    <m:r>
                      <m:rPr>
                        <m:sty m:val="p"/>
                      </m:rPr>
                      <a:rPr lang="en-US" i="0" dirty="0" smtClean="0">
                        <a:latin typeface="Cambria Math" panose="02040503050406030204" pitchFamily="18" charset="0"/>
                      </a:rPr>
                      <m:t>X</m:t>
                    </m:r>
                  </m:oMath>
                </a14:m>
                <a:r>
                  <a:rPr lang="en-US" dirty="0"/>
                  <a:t> and it is used to measure dispersion (or variation) of </a:t>
                </a:r>
                <a14:m>
                  <m:oMath xmlns:m="http://schemas.openxmlformats.org/officeDocument/2006/math">
                    <m:r>
                      <m:rPr>
                        <m:sty m:val="p"/>
                      </m:rPr>
                      <a:rPr lang="en-US" i="0" dirty="0" smtClean="0">
                        <a:latin typeface="Cambria Math" panose="02040503050406030204" pitchFamily="18" charset="0"/>
                      </a:rPr>
                      <m:t>X</m:t>
                    </m:r>
                  </m:oMath>
                </a14:m>
                <a:r>
                  <a:rPr lang="en-US" dirty="0"/>
                  <a:t>.</a:t>
                </a:r>
                <a:endParaRPr lang="en-IN" dirty="0"/>
              </a:p>
              <a:p>
                <a:pPr lvl="0"/>
                <a:r>
                  <a:rPr lang="en-US" dirty="0"/>
                  <a:t>If </a:t>
                </a:r>
                <a14:m>
                  <m:oMath xmlns:m="http://schemas.openxmlformats.org/officeDocument/2006/math">
                    <m:r>
                      <m:rPr>
                        <m:sty m:val="p"/>
                      </m:rPr>
                      <a:rPr lang="en-US" i="0" dirty="0" smtClean="0">
                        <a:latin typeface="Cambria Math" panose="02040503050406030204" pitchFamily="18" charset="0"/>
                      </a:rPr>
                      <m:t>X</m:t>
                    </m:r>
                  </m:oMath>
                </a14:m>
                <a:r>
                  <a:rPr lang="en-US" dirty="0"/>
                  <a:t> is a random variable with probability mass function</a:t>
                </a:r>
                <a14:m>
                  <m:oMath xmlns:m="http://schemas.openxmlformats.org/officeDocument/2006/math">
                    <m:r>
                      <a:rPr lang="en-US">
                        <a:latin typeface="Cambria Math" panose="02040503050406030204" pitchFamily="18" charset="0"/>
                      </a:rPr>
                      <m:t> </m:t>
                    </m:r>
                    <m:r>
                      <m:rPr>
                        <m:sty m:val="p"/>
                      </m:rPr>
                      <a:rPr lang="en-US">
                        <a:latin typeface="Cambria Math" panose="02040503050406030204" pitchFamily="18" charset="0"/>
                      </a:rPr>
                      <m:t>P</m:t>
                    </m:r>
                    <m:r>
                      <a:rPr lang="en-US">
                        <a:latin typeface="Cambria Math" panose="02040503050406030204" pitchFamily="18" charset="0"/>
                      </a:rPr>
                      <m:t>(</m:t>
                    </m:r>
                    <m:r>
                      <m:rPr>
                        <m:sty m:val="p"/>
                      </m:rPr>
                      <a:rPr lang="en-US">
                        <a:latin typeface="Cambria Math" panose="02040503050406030204" pitchFamily="18" charset="0"/>
                      </a:rPr>
                      <m:t>X</m:t>
                    </m:r>
                    <m:r>
                      <a:rPr lang="en-US">
                        <a:latin typeface="Cambria Math" panose="02040503050406030204" pitchFamily="18" charset="0"/>
                      </a:rPr>
                      <m:t>)</m:t>
                    </m:r>
                  </m:oMath>
                </a14:m>
                <a:r>
                  <a:rPr lang="en-US" dirty="0"/>
                  <a:t>, then expected value of </a:t>
                </a:r>
                <a14:m>
                  <m:oMath xmlns:m="http://schemas.openxmlformats.org/officeDocument/2006/math">
                    <m:sSup>
                      <m:sSupPr>
                        <m:ctrlPr>
                          <a:rPr lang="en-IN" i="1">
                            <a:latin typeface="Cambria Math" panose="02040503050406030204" pitchFamily="18" charset="0"/>
                          </a:rPr>
                        </m:ctrlPr>
                      </m:sSupPr>
                      <m:e>
                        <m:d>
                          <m:dPr>
                            <m:begChr m:val="["/>
                            <m:endChr m:val="]"/>
                            <m:ctrlPr>
                              <a:rPr lang="en-IN" i="1">
                                <a:latin typeface="Cambria Math" panose="02040503050406030204" pitchFamily="18" charset="0"/>
                              </a:rPr>
                            </m:ctrlPr>
                          </m:dPr>
                          <m:e>
                            <m:r>
                              <m:rPr>
                                <m:sty m:val="p"/>
                              </m:rPr>
                              <a:rPr lang="en-US">
                                <a:latin typeface="Cambria Math" panose="02040503050406030204" pitchFamily="18" charset="0"/>
                              </a:rPr>
                              <m:t>X</m:t>
                            </m:r>
                            <m:r>
                              <a:rPr lang="en-US" i="1">
                                <a:latin typeface="Cambria Math" panose="02040503050406030204" pitchFamily="18" charset="0"/>
                              </a:rPr>
                              <m:t>−</m:t>
                            </m:r>
                            <m:r>
                              <m:rPr>
                                <m:sty m:val="p"/>
                              </m:rPr>
                              <a:rPr lang="en-US">
                                <a:latin typeface="Cambria Math" panose="02040503050406030204" pitchFamily="18" charset="0"/>
                              </a:rPr>
                              <m:t>E</m:t>
                            </m:r>
                            <m:d>
                              <m:dPr>
                                <m:ctrlPr>
                                  <a:rPr lang="en-IN" i="1">
                                    <a:latin typeface="Cambria Math" panose="02040503050406030204" pitchFamily="18" charset="0"/>
                                  </a:rPr>
                                </m:ctrlPr>
                              </m:dPr>
                              <m:e>
                                <m:r>
                                  <m:rPr>
                                    <m:sty m:val="p"/>
                                  </m:rPr>
                                  <a:rPr lang="en-US">
                                    <a:latin typeface="Cambria Math" panose="02040503050406030204" pitchFamily="18" charset="0"/>
                                  </a:rPr>
                                  <m:t>X</m:t>
                                </m:r>
                              </m:e>
                            </m:d>
                          </m:e>
                        </m:d>
                      </m:e>
                      <m:sup>
                        <m:r>
                          <a:rPr lang="en-US">
                            <a:latin typeface="Cambria Math" panose="02040503050406030204" pitchFamily="18" charset="0"/>
                          </a:rPr>
                          <m:t>2</m:t>
                        </m:r>
                      </m:sup>
                    </m:sSup>
                    <m:r>
                      <a:rPr lang="en-US">
                        <a:latin typeface="Cambria Math" panose="02040503050406030204" pitchFamily="18" charset="0"/>
                      </a:rPr>
                      <m:t> </m:t>
                    </m:r>
                  </m:oMath>
                </a14:m>
                <a:r>
                  <a:rPr lang="en-US" dirty="0"/>
                  <a:t>is known as the variance of </a:t>
                </a:r>
                <a14:m>
                  <m:oMath xmlns:m="http://schemas.openxmlformats.org/officeDocument/2006/math">
                    <m:r>
                      <m:rPr>
                        <m:sty m:val="p"/>
                      </m:rPr>
                      <a:rPr lang="en-US" i="0" dirty="0" smtClean="0">
                        <a:latin typeface="Cambria Math" panose="02040503050406030204" pitchFamily="18" charset="0"/>
                      </a:rPr>
                      <m:t>X</m:t>
                    </m:r>
                  </m:oMath>
                </a14:m>
                <a:r>
                  <a:rPr lang="en-US" dirty="0"/>
                  <a:t> and it is denoted by </a:t>
                </a:r>
                <a14:m>
                  <m:oMath xmlns:m="http://schemas.openxmlformats.org/officeDocument/2006/math">
                    <m:r>
                      <a:rPr lang="en-US" b="1" i="1" smtClean="0">
                        <a:solidFill>
                          <a:srgbClr val="FF0000"/>
                        </a:solidFill>
                        <a:latin typeface="Cambria Math" panose="02040503050406030204" pitchFamily="18" charset="0"/>
                      </a:rPr>
                      <m:t>𝐕</m:t>
                    </m:r>
                    <m:d>
                      <m:dPr>
                        <m:ctrlPr>
                          <a:rPr lang="en-IN" b="1"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𝐗</m:t>
                        </m:r>
                      </m:e>
                    </m:d>
                    <m:r>
                      <a:rPr lang="en-US">
                        <a:latin typeface="Cambria Math" panose="02040503050406030204" pitchFamily="18" charset="0"/>
                      </a:rPr>
                      <m:t>.</m:t>
                    </m:r>
                  </m:oMath>
                </a14:m>
                <a:endParaRPr lang="en-IN" dirty="0"/>
              </a:p>
              <a:p>
                <a:pPr marL="261938" indent="0">
                  <a:buNone/>
                </a:pPr>
                <a:r>
                  <a:rPr lang="en-US" b="1" dirty="0"/>
                  <a:t> </a:t>
                </a:r>
                <a14:m>
                  <m:oMath xmlns:m="http://schemas.openxmlformats.org/officeDocument/2006/math">
                    <m:r>
                      <a:rPr lang="en-US" b="1" i="1" smtClean="0">
                        <a:solidFill>
                          <a:srgbClr val="FF0000"/>
                        </a:solidFill>
                        <a:latin typeface="Cambria Math" panose="02040503050406030204" pitchFamily="18" charset="0"/>
                      </a:rPr>
                      <m:t>𝐕</m:t>
                    </m:r>
                    <m:d>
                      <m:dPr>
                        <m:ctrlPr>
                          <a:rPr lang="en-IN" b="1"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𝐗</m:t>
                        </m:r>
                      </m:e>
                    </m:d>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𝐄</m:t>
                    </m:r>
                    <m:d>
                      <m:dPr>
                        <m:ctrlPr>
                          <a:rPr lang="en-IN" b="1" i="1">
                            <a:solidFill>
                              <a:srgbClr val="FF0000"/>
                            </a:solidFill>
                            <a:latin typeface="Cambria Math" panose="02040503050406030204" pitchFamily="18" charset="0"/>
                          </a:rPr>
                        </m:ctrlPr>
                      </m:dPr>
                      <m:e>
                        <m:sSup>
                          <m:sSupPr>
                            <m:ctrlPr>
                              <a:rPr lang="en-IN" b="1" i="1">
                                <a:solidFill>
                                  <a:srgbClr val="FF0000"/>
                                </a:solidFill>
                                <a:latin typeface="Cambria Math" panose="02040503050406030204" pitchFamily="18" charset="0"/>
                              </a:rPr>
                            </m:ctrlPr>
                          </m:sSupPr>
                          <m:e>
                            <m:r>
                              <a:rPr lang="en-US" b="1" i="1">
                                <a:solidFill>
                                  <a:srgbClr val="FF0000"/>
                                </a:solidFill>
                                <a:latin typeface="Cambria Math" panose="02040503050406030204" pitchFamily="18" charset="0"/>
                              </a:rPr>
                              <m:t>𝐗</m:t>
                            </m:r>
                          </m:e>
                          <m:sup>
                            <m:r>
                              <a:rPr lang="en-US" b="1" i="1">
                                <a:solidFill>
                                  <a:srgbClr val="FF0000"/>
                                </a:solidFill>
                                <a:latin typeface="Cambria Math" panose="02040503050406030204" pitchFamily="18" charset="0"/>
                              </a:rPr>
                              <m:t>𝟐</m:t>
                            </m:r>
                          </m:sup>
                        </m:sSup>
                      </m:e>
                    </m:d>
                    <m:r>
                      <a:rPr lang="en-US" b="1" i="1">
                        <a:solidFill>
                          <a:srgbClr val="FF0000"/>
                        </a:solidFill>
                        <a:latin typeface="Cambria Math" panose="02040503050406030204" pitchFamily="18" charset="0"/>
                      </a:rPr>
                      <m:t>−</m:t>
                    </m:r>
                    <m:sSup>
                      <m:sSupPr>
                        <m:ctrlPr>
                          <a:rPr lang="en-IN" b="1" i="1">
                            <a:solidFill>
                              <a:srgbClr val="FF0000"/>
                            </a:solidFill>
                            <a:latin typeface="Cambria Math" panose="02040503050406030204" pitchFamily="18" charset="0"/>
                          </a:rPr>
                        </m:ctrlPr>
                      </m:sSupPr>
                      <m:e>
                        <m:d>
                          <m:dPr>
                            <m:begChr m:val="["/>
                            <m:endChr m:val="]"/>
                            <m:ctrlPr>
                              <a:rPr lang="en-IN" b="1"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𝐄</m:t>
                            </m:r>
                            <m:d>
                              <m:dPr>
                                <m:ctrlPr>
                                  <a:rPr lang="en-IN" b="1"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𝐗</m:t>
                                </m:r>
                              </m:e>
                            </m:d>
                          </m:e>
                        </m:d>
                      </m:e>
                      <m:sup>
                        <m:r>
                          <a:rPr lang="en-US" b="1" i="1">
                            <a:solidFill>
                              <a:srgbClr val="FF0000"/>
                            </a:solidFill>
                            <a:latin typeface="Cambria Math" panose="02040503050406030204" pitchFamily="18" charset="0"/>
                          </a:rPr>
                          <m:t>𝟐</m:t>
                        </m:r>
                      </m:sup>
                    </m:sSup>
                  </m:oMath>
                </a14:m>
                <a:endParaRPr lang="en-IN" dirty="0"/>
              </a:p>
            </p:txBody>
          </p:sp>
        </mc:Choice>
        <mc:Fallback xmlns="">
          <p:sp>
            <p:nvSpPr>
              <p:cNvPr id="3" name="Content Placeholder 2">
                <a:extLst>
                  <a:ext uri="{FF2B5EF4-FFF2-40B4-BE49-F238E27FC236}">
                    <a16:creationId xmlns:a16="http://schemas.microsoft.com/office/drawing/2014/main" id="{6D36FFAA-56F9-4DA6-984C-420D37CDB5A4}"/>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2777555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C67FB-0D24-41CB-9726-135ABCD659D7}"/>
              </a:ext>
            </a:extLst>
          </p:cNvPr>
          <p:cNvSpPr>
            <a:spLocks noGrp="1"/>
          </p:cNvSpPr>
          <p:nvPr>
            <p:ph type="title"/>
          </p:nvPr>
        </p:nvSpPr>
        <p:spPr/>
        <p:txBody>
          <a:bodyPr/>
          <a:lstStyle/>
          <a:p>
            <a:r>
              <a:rPr lang="en-IN" dirty="0"/>
              <a:t>Properties of Variance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36FFAA-56F9-4DA6-984C-420D37CDB5A4}"/>
                  </a:ext>
                </a:extLst>
              </p:cNvPr>
              <p:cNvSpPr>
                <a:spLocks noGrp="1"/>
              </p:cNvSpPr>
              <p:nvPr>
                <p:ph idx="1"/>
              </p:nvPr>
            </p:nvSpPr>
            <p:spPr/>
            <p:txBody>
              <a:bodyPr/>
              <a:lstStyle/>
              <a:p>
                <a:pPr lvl="0" fontAlgn="base"/>
                <a14:m>
                  <m:oMath xmlns:m="http://schemas.openxmlformats.org/officeDocument/2006/math">
                    <m:r>
                      <m:rPr>
                        <m:sty m:val="p"/>
                      </m:rPr>
                      <a:rPr lang="en-US">
                        <a:effectLst>
                          <a:glow>
                            <a:srgbClr val="000000"/>
                          </a:glow>
                          <a:outerShdw sx="0" sy="0">
                            <a:srgbClr val="000000"/>
                          </a:outerShdw>
                          <a:reflection stA="0" endPos="0" fadeDir="0" sx="0" sy="0"/>
                        </a:effectLst>
                        <a:latin typeface="Cambria Math" panose="02040503050406030204" pitchFamily="18" charset="0"/>
                      </a:rPr>
                      <m:t>V</m:t>
                    </m:r>
                    <m:d>
                      <m:dPr>
                        <m:ctrlPr>
                          <a:rPr lang="en-IN" i="1">
                            <a:effectLst>
                              <a:glow>
                                <a:srgbClr val="000000"/>
                              </a:glow>
                              <a:outerShdw sx="0" sy="0">
                                <a:srgbClr val="000000"/>
                              </a:outerShdw>
                              <a:reflection stA="0" endPos="0" fadeDir="0" sx="0" sy="0"/>
                            </a:effectLst>
                            <a:latin typeface="Cambria Math" panose="02040503050406030204" pitchFamily="18" charset="0"/>
                          </a:rPr>
                        </m:ctrlPr>
                      </m:dPr>
                      <m:e>
                        <m:r>
                          <a:rPr lang="en-US" b="1" i="1">
                            <a:effectLst>
                              <a:glow>
                                <a:srgbClr val="000000"/>
                              </a:glow>
                              <a:outerShdw sx="0" sy="0">
                                <a:srgbClr val="000000"/>
                              </a:outerShdw>
                              <a:reflection stA="0" endPos="0" fadeDir="0" sx="0" sy="0"/>
                            </a:effectLst>
                            <a:latin typeface="Cambria Math" panose="02040503050406030204" pitchFamily="18" charset="0"/>
                          </a:rPr>
                          <m:t>𝐜</m:t>
                        </m:r>
                      </m:e>
                    </m:d>
                    <m:r>
                      <a:rPr lang="en-US">
                        <a:effectLst>
                          <a:glow>
                            <a:srgbClr val="000000"/>
                          </a:glow>
                          <a:outerShdw sx="0" sy="0">
                            <a:srgbClr val="000000"/>
                          </a:outerShdw>
                          <a:reflection stA="0" endPos="0" fadeDir="0" sx="0" sy="0"/>
                        </a:effectLst>
                        <a:latin typeface="Cambria Math" panose="02040503050406030204" pitchFamily="18" charset="0"/>
                      </a:rPr>
                      <m:t>=</m:t>
                    </m:r>
                    <m:r>
                      <a:rPr lang="en-US" b="1" i="1">
                        <a:effectLst>
                          <a:glow>
                            <a:srgbClr val="000000"/>
                          </a:glow>
                          <a:outerShdw sx="0" sy="0">
                            <a:srgbClr val="000000"/>
                          </a:outerShdw>
                          <a:reflection stA="0" endPos="0" fadeDir="0" sx="0" sy="0"/>
                        </a:effectLst>
                        <a:latin typeface="Cambria Math" panose="02040503050406030204" pitchFamily="18" charset="0"/>
                      </a:rPr>
                      <m:t>𝟎</m:t>
                    </m:r>
                    <m:r>
                      <a:rPr lang="en-US">
                        <a:effectLst>
                          <a:glow>
                            <a:srgbClr val="000000"/>
                          </a:glow>
                          <a:outerShdw sx="0" sy="0">
                            <a:srgbClr val="000000"/>
                          </a:outerShdw>
                          <a:reflection stA="0" endPos="0" fadeDir="0" sx="0" sy="0"/>
                        </a:effectLst>
                        <a:latin typeface="Cambria Math" panose="02040503050406030204" pitchFamily="18" charset="0"/>
                      </a:rPr>
                      <m:t>,</m:t>
                    </m:r>
                  </m:oMath>
                </a14:m>
                <a:r>
                  <a:rPr lang="en-US" dirty="0">
                    <a:effectLst>
                      <a:glow>
                        <a:srgbClr val="000000"/>
                      </a:glow>
                      <a:outerShdw sx="0" sy="0">
                        <a:srgbClr val="000000"/>
                      </a:outerShdw>
                      <a:reflection stA="0" endPos="0" fadeDir="0" sx="0" sy="0"/>
                    </a:effectLst>
                  </a:rPr>
                  <a:t> where, </a:t>
                </a:r>
                <a14:m>
                  <m:oMath xmlns:m="http://schemas.openxmlformats.org/officeDocument/2006/math">
                    <m:r>
                      <m:rPr>
                        <m:sty m:val="p"/>
                      </m:rPr>
                      <a:rPr lang="en-US" i="0" dirty="0" smtClean="0">
                        <a:effectLst>
                          <a:glow>
                            <a:srgbClr val="000000"/>
                          </a:glow>
                          <a:outerShdw sx="0" sy="0">
                            <a:srgbClr val="000000"/>
                          </a:outerShdw>
                          <a:reflection stA="0" endPos="0" fadeDir="0" sx="0" sy="0"/>
                        </a:effectLst>
                        <a:latin typeface="Cambria Math" panose="02040503050406030204" pitchFamily="18" charset="0"/>
                      </a:rPr>
                      <m:t>c</m:t>
                    </m:r>
                  </m:oMath>
                </a14:m>
                <a:r>
                  <a:rPr lang="en-US" dirty="0">
                    <a:effectLst>
                      <a:glow>
                        <a:srgbClr val="000000"/>
                      </a:glow>
                      <a:outerShdw sx="0" sy="0">
                        <a:srgbClr val="000000"/>
                      </a:outerShdw>
                      <a:reflection stA="0" endPos="0" fadeDir="0" sx="0" sy="0"/>
                    </a:effectLst>
                  </a:rPr>
                  <a:t> is a </a:t>
                </a:r>
                <a:r>
                  <a:rPr lang="en-US" b="1" dirty="0">
                    <a:effectLst>
                      <a:glow>
                        <a:srgbClr val="000000"/>
                      </a:glow>
                      <a:outerShdw sx="0" sy="0">
                        <a:srgbClr val="000000"/>
                      </a:outerShdw>
                      <a:reflection stA="0" endPos="0" fadeDir="0" sx="0" sy="0"/>
                    </a:effectLst>
                  </a:rPr>
                  <a:t>constant</a:t>
                </a:r>
                <a:r>
                  <a:rPr lang="en-US" dirty="0">
                    <a:effectLst>
                      <a:glow>
                        <a:srgbClr val="000000"/>
                      </a:glow>
                      <a:outerShdw sx="0" sy="0">
                        <a:srgbClr val="000000"/>
                      </a:outerShdw>
                      <a:reflection stA="0" endPos="0" fadeDir="0" sx="0" sy="0"/>
                    </a:effectLst>
                  </a:rPr>
                  <a:t>.</a:t>
                </a:r>
                <a:endParaRPr lang="en-IN" dirty="0">
                  <a:effectLst>
                    <a:glow>
                      <a:srgbClr val="000000"/>
                    </a:glow>
                    <a:outerShdw sx="0" sy="0">
                      <a:srgbClr val="000000"/>
                    </a:outerShdw>
                    <a:reflection stA="0" endPos="0" fadeDir="0" sx="0" sy="0"/>
                  </a:effectLst>
                </a:endParaRPr>
              </a:p>
              <a:p>
                <a:pPr lvl="0" fontAlgn="base"/>
                <a:r>
                  <a:rPr lang="en-US" dirty="0">
                    <a:effectLst>
                      <a:glow>
                        <a:srgbClr val="000000"/>
                      </a:glow>
                      <a:outerShdw sx="0" sy="0">
                        <a:srgbClr val="000000"/>
                      </a:outerShdw>
                      <a:reflection stA="0" endPos="0" fadeDir="0" sx="0" sy="0"/>
                    </a:effectLst>
                  </a:rPr>
                  <a:t>If </a:t>
                </a:r>
                <a14:m>
                  <m:oMath xmlns:m="http://schemas.openxmlformats.org/officeDocument/2006/math">
                    <m:r>
                      <m:rPr>
                        <m:sty m:val="p"/>
                      </m:rPr>
                      <a:rPr lang="en-US" i="0" dirty="0" smtClean="0">
                        <a:effectLst>
                          <a:glow>
                            <a:srgbClr val="000000"/>
                          </a:glow>
                          <a:outerShdw sx="0" sy="0">
                            <a:srgbClr val="000000"/>
                          </a:outerShdw>
                          <a:reflection stA="0" endPos="0" fadeDir="0" sx="0" sy="0"/>
                        </a:effectLst>
                        <a:latin typeface="Cambria Math" panose="02040503050406030204" pitchFamily="18" charset="0"/>
                      </a:rPr>
                      <m:t>a</m:t>
                    </m:r>
                  </m:oMath>
                </a14:m>
                <a:r>
                  <a:rPr lang="en-US" dirty="0">
                    <a:effectLst>
                      <a:glow>
                        <a:srgbClr val="000000"/>
                      </a:glow>
                      <a:outerShdw sx="0" sy="0">
                        <a:srgbClr val="000000"/>
                      </a:outerShdw>
                      <a:reflection stA="0" endPos="0" fadeDir="0" sx="0" sy="0"/>
                    </a:effectLst>
                  </a:rPr>
                  <a:t> and </a:t>
                </a:r>
                <a14:m>
                  <m:oMath xmlns:m="http://schemas.openxmlformats.org/officeDocument/2006/math">
                    <m:r>
                      <m:rPr>
                        <m:sty m:val="p"/>
                      </m:rPr>
                      <a:rPr lang="en-US" i="0" dirty="0" smtClean="0">
                        <a:effectLst>
                          <a:glow>
                            <a:srgbClr val="000000"/>
                          </a:glow>
                          <a:outerShdw sx="0" sy="0">
                            <a:srgbClr val="000000"/>
                          </a:outerShdw>
                          <a:reflection stA="0" endPos="0" fadeDir="0" sx="0" sy="0"/>
                        </a:effectLst>
                        <a:latin typeface="Cambria Math" panose="02040503050406030204" pitchFamily="18" charset="0"/>
                      </a:rPr>
                      <m:t>b</m:t>
                    </m:r>
                  </m:oMath>
                </a14:m>
                <a:r>
                  <a:rPr lang="en-US" dirty="0">
                    <a:effectLst>
                      <a:glow>
                        <a:srgbClr val="000000"/>
                      </a:glow>
                      <a:outerShdw sx="0" sy="0">
                        <a:srgbClr val="000000"/>
                      </a:outerShdw>
                      <a:reflection stA="0" endPos="0" fadeDir="0" sx="0" sy="0"/>
                    </a:effectLst>
                  </a:rPr>
                  <a:t> are constants, then </a:t>
                </a:r>
                <a:endParaRPr lang="en-IN" dirty="0">
                  <a:effectLst>
                    <a:glow>
                      <a:srgbClr val="000000"/>
                    </a:glow>
                    <a:outerShdw sx="0" sy="0">
                      <a:srgbClr val="000000"/>
                    </a:outerShdw>
                    <a:reflection stA="0" endPos="0" fadeDir="0" sx="0" sy="0"/>
                  </a:effectLst>
                </a:endParaRPr>
              </a:p>
              <a:p>
                <a:pPr marL="261938" lvl="0" indent="0" fontAlgn="base">
                  <a:buNone/>
                </a:pPr>
                <a14:m>
                  <m:oMath xmlns:m="http://schemas.openxmlformats.org/officeDocument/2006/math">
                    <m:r>
                      <m:rPr>
                        <m:sty m:val="p"/>
                      </m:rPr>
                      <a:rPr lang="en-US">
                        <a:effectLst>
                          <a:glow>
                            <a:srgbClr val="000000"/>
                          </a:glow>
                          <a:outerShdw sx="0" sy="0">
                            <a:srgbClr val="000000"/>
                          </a:outerShdw>
                          <a:reflection stA="0" endPos="0" fadeDir="0" sx="0" sy="0"/>
                        </a:effectLst>
                        <a:latin typeface="Cambria Math" panose="02040503050406030204" pitchFamily="18" charset="0"/>
                      </a:rPr>
                      <m:t>V</m:t>
                    </m:r>
                    <m:d>
                      <m:dPr>
                        <m:ctrlPr>
                          <a:rPr lang="en-IN" i="1">
                            <a:effectLst>
                              <a:glow>
                                <a:srgbClr val="000000"/>
                              </a:glow>
                              <a:outerShdw sx="0" sy="0">
                                <a:srgbClr val="000000"/>
                              </a:outerShdw>
                              <a:reflection stA="0" endPos="0" fadeDir="0" sx="0" sy="0"/>
                            </a:effectLst>
                            <a:latin typeface="Cambria Math" panose="02040503050406030204" pitchFamily="18" charset="0"/>
                          </a:rPr>
                        </m:ctrlPr>
                      </m:dPr>
                      <m:e>
                        <m:r>
                          <a:rPr lang="en-US" b="1" i="1" smtClean="0">
                            <a:solidFill>
                              <a:srgbClr val="FF0000"/>
                            </a:solidFill>
                            <a:effectLst>
                              <a:glow>
                                <a:srgbClr val="000000"/>
                              </a:glow>
                              <a:outerShdw sx="0" sy="0">
                                <a:srgbClr val="000000"/>
                              </a:outerShdw>
                              <a:reflection stA="0" endPos="0" fadeDir="0" sx="0" sy="0"/>
                            </a:effectLst>
                            <a:latin typeface="Cambria Math" panose="02040503050406030204" pitchFamily="18" charset="0"/>
                          </a:rPr>
                          <m:t>𝐚</m:t>
                        </m:r>
                        <m:r>
                          <m:rPr>
                            <m:sty m:val="p"/>
                          </m:rPr>
                          <a:rPr lang="en-US">
                            <a:effectLst>
                              <a:glow>
                                <a:srgbClr val="000000"/>
                              </a:glow>
                              <a:outerShdw sx="0" sy="0">
                                <a:srgbClr val="000000"/>
                              </a:outerShdw>
                              <a:reflection stA="0" endPos="0" fadeDir="0" sx="0" sy="0"/>
                            </a:effectLst>
                            <a:latin typeface="Cambria Math" panose="02040503050406030204" pitchFamily="18" charset="0"/>
                          </a:rPr>
                          <m:t>X</m:t>
                        </m:r>
                        <m:r>
                          <a:rPr lang="en-US">
                            <a:effectLst>
                              <a:glow>
                                <a:srgbClr val="000000"/>
                              </a:glow>
                              <a:outerShdw sx="0" sy="0">
                                <a:srgbClr val="000000"/>
                              </a:outerShdw>
                              <a:reflection stA="0" endPos="0" fadeDir="0" sx="0" sy="0"/>
                            </a:effectLst>
                            <a:latin typeface="Cambria Math" panose="02040503050406030204" pitchFamily="18" charset="0"/>
                          </a:rPr>
                          <m:t>+</m:t>
                        </m:r>
                        <m:r>
                          <a:rPr lang="en-US" b="1" i="1" smtClean="0">
                            <a:solidFill>
                              <a:srgbClr val="0070C0"/>
                            </a:solidFill>
                            <a:effectLst>
                              <a:glow>
                                <a:srgbClr val="000000"/>
                              </a:glow>
                              <a:outerShdw sx="0" sy="0">
                                <a:srgbClr val="000000"/>
                              </a:outerShdw>
                              <a:reflection stA="0" endPos="0" fadeDir="0" sx="0" sy="0"/>
                            </a:effectLst>
                            <a:latin typeface="Cambria Math" panose="02040503050406030204" pitchFamily="18" charset="0"/>
                          </a:rPr>
                          <m:t>𝐛</m:t>
                        </m:r>
                      </m:e>
                    </m:d>
                    <m:r>
                      <a:rPr lang="en-US">
                        <a:effectLst>
                          <a:glow>
                            <a:srgbClr val="000000"/>
                          </a:glow>
                          <a:outerShdw sx="0" sy="0">
                            <a:srgbClr val="000000"/>
                          </a:outerShdw>
                          <a:reflection stA="0" endPos="0" fadeDir="0" sx="0" sy="0"/>
                        </a:effectLst>
                        <a:latin typeface="Cambria Math" panose="02040503050406030204" pitchFamily="18" charset="0"/>
                      </a:rPr>
                      <m:t>=</m:t>
                    </m:r>
                    <m:sSup>
                      <m:sSupPr>
                        <m:ctrlPr>
                          <a:rPr lang="en-IN" i="1">
                            <a:effectLst>
                              <a:glow>
                                <a:srgbClr val="000000"/>
                              </a:glow>
                              <a:outerShdw sx="0" sy="0">
                                <a:srgbClr val="000000"/>
                              </a:outerShdw>
                              <a:reflection stA="0" endPos="0" fadeDir="0" sx="0" sy="0"/>
                            </a:effectLst>
                            <a:latin typeface="Cambria Math" panose="02040503050406030204" pitchFamily="18" charset="0"/>
                          </a:rPr>
                        </m:ctrlPr>
                      </m:sSupPr>
                      <m:e>
                        <m:r>
                          <a:rPr lang="en-US" b="1" i="1" smtClean="0">
                            <a:solidFill>
                              <a:srgbClr val="FF0000"/>
                            </a:solidFill>
                            <a:effectLst>
                              <a:glow>
                                <a:srgbClr val="000000"/>
                              </a:glow>
                              <a:outerShdw sx="0" sy="0">
                                <a:srgbClr val="000000"/>
                              </a:outerShdw>
                              <a:reflection stA="0" endPos="0" fadeDir="0" sx="0" sy="0"/>
                            </a:effectLst>
                            <a:latin typeface="Cambria Math" panose="02040503050406030204" pitchFamily="18" charset="0"/>
                          </a:rPr>
                          <m:t>𝐚</m:t>
                        </m:r>
                      </m:e>
                      <m:sup>
                        <m:r>
                          <a:rPr lang="en-US">
                            <a:effectLst>
                              <a:glow>
                                <a:srgbClr val="000000"/>
                              </a:glow>
                              <a:outerShdw sx="0" sy="0">
                                <a:srgbClr val="000000"/>
                              </a:outerShdw>
                              <a:reflection stA="0" endPos="0" fadeDir="0" sx="0" sy="0"/>
                            </a:effectLst>
                            <a:latin typeface="Cambria Math" panose="02040503050406030204" pitchFamily="18" charset="0"/>
                          </a:rPr>
                          <m:t>2</m:t>
                        </m:r>
                      </m:sup>
                    </m:sSup>
                    <m:r>
                      <a:rPr lang="en-US" b="1">
                        <a:effectLst>
                          <a:glow>
                            <a:srgbClr val="000000"/>
                          </a:glow>
                          <a:outerShdw sx="0" sy="0">
                            <a:srgbClr val="000000"/>
                          </a:outerShdw>
                          <a:reflection stA="0" endPos="0" fadeDir="0" sx="0" sy="0"/>
                        </a:effectLst>
                        <a:latin typeface="Cambria Math" panose="02040503050406030204" pitchFamily="18" charset="0"/>
                      </a:rPr>
                      <m:t>⋅</m:t>
                    </m:r>
                    <m:r>
                      <m:rPr>
                        <m:sty m:val="p"/>
                      </m:rPr>
                      <a:rPr lang="en-US">
                        <a:effectLst>
                          <a:glow>
                            <a:srgbClr val="000000"/>
                          </a:glow>
                          <a:outerShdw sx="0" sy="0">
                            <a:srgbClr val="000000"/>
                          </a:outerShdw>
                          <a:reflection stA="0" endPos="0" fadeDir="0" sx="0" sy="0"/>
                        </a:effectLst>
                        <a:latin typeface="Cambria Math" panose="02040503050406030204" pitchFamily="18" charset="0"/>
                      </a:rPr>
                      <m:t>V</m:t>
                    </m:r>
                    <m:r>
                      <a:rPr lang="en-US">
                        <a:effectLst>
                          <a:glow>
                            <a:srgbClr val="000000"/>
                          </a:glow>
                          <a:outerShdw sx="0" sy="0">
                            <a:srgbClr val="000000"/>
                          </a:outerShdw>
                          <a:reflection stA="0" endPos="0" fadeDir="0" sx="0" sy="0"/>
                        </a:effectLst>
                        <a:latin typeface="Cambria Math" panose="02040503050406030204" pitchFamily="18" charset="0"/>
                      </a:rPr>
                      <m:t>(</m:t>
                    </m:r>
                    <m:r>
                      <m:rPr>
                        <m:sty m:val="p"/>
                      </m:rPr>
                      <a:rPr lang="en-US">
                        <a:effectLst>
                          <a:glow>
                            <a:srgbClr val="000000"/>
                          </a:glow>
                          <a:outerShdw sx="0" sy="0">
                            <a:srgbClr val="000000"/>
                          </a:outerShdw>
                          <a:reflection stA="0" endPos="0" fadeDir="0" sx="0" sy="0"/>
                        </a:effectLst>
                        <a:latin typeface="Cambria Math" panose="02040503050406030204" pitchFamily="18" charset="0"/>
                      </a:rPr>
                      <m:t>X</m:t>
                    </m:r>
                    <m:r>
                      <a:rPr lang="en-US">
                        <a:effectLst>
                          <a:glow>
                            <a:srgbClr val="000000"/>
                          </a:glow>
                          <a:outerShdw sx="0" sy="0">
                            <a:srgbClr val="000000"/>
                          </a:outerShdw>
                          <a:reflection stA="0" endPos="0" fadeDir="0" sx="0" sy="0"/>
                        </a:effectLst>
                        <a:latin typeface="Cambria Math" panose="02040503050406030204" pitchFamily="18" charset="0"/>
                      </a:rPr>
                      <m:t>)</m:t>
                    </m:r>
                  </m:oMath>
                </a14:m>
                <a:r>
                  <a:rPr lang="en-US" dirty="0">
                    <a:effectLst>
                      <a:glow>
                        <a:srgbClr val="000000"/>
                      </a:glow>
                      <a:outerShdw sx="0" sy="0">
                        <a:srgbClr val="000000"/>
                      </a:outerShdw>
                      <a:reflection stA="0" endPos="0" fadeDir="0" sx="0" sy="0"/>
                    </a:effectLst>
                  </a:rPr>
                  <a:t>.</a:t>
                </a:r>
                <a:endParaRPr lang="en-IN" dirty="0">
                  <a:effectLst>
                    <a:glow>
                      <a:srgbClr val="000000"/>
                    </a:glow>
                    <a:outerShdw sx="0" sy="0">
                      <a:srgbClr val="000000"/>
                    </a:outerShdw>
                    <a:reflection stA="0" endPos="0" fadeDir="0" sx="0" sy="0"/>
                  </a:effectLst>
                </a:endParaRPr>
              </a:p>
              <a:p>
                <a:r>
                  <a:rPr lang="en-US" dirty="0"/>
                  <a:t>If </a:t>
                </a:r>
                <a14:m>
                  <m:oMath xmlns:m="http://schemas.openxmlformats.org/officeDocument/2006/math">
                    <m:r>
                      <m:rPr>
                        <m:sty m:val="p"/>
                      </m:rPr>
                      <a:rPr lang="en-US" i="0" dirty="0" smtClean="0">
                        <a:latin typeface="Cambria Math" panose="02040503050406030204" pitchFamily="18" charset="0"/>
                      </a:rPr>
                      <m:t>X</m:t>
                    </m:r>
                  </m:oMath>
                </a14:m>
                <a:r>
                  <a:rPr lang="en-US" dirty="0"/>
                  <a:t> and </a:t>
                </a:r>
                <a14:m>
                  <m:oMath xmlns:m="http://schemas.openxmlformats.org/officeDocument/2006/math">
                    <m:r>
                      <m:rPr>
                        <m:sty m:val="p"/>
                      </m:rPr>
                      <a:rPr lang="en-US" i="0" dirty="0" smtClean="0">
                        <a:latin typeface="Cambria Math" panose="02040503050406030204" pitchFamily="18" charset="0"/>
                      </a:rPr>
                      <m:t>Y</m:t>
                    </m:r>
                  </m:oMath>
                </a14:m>
                <a:r>
                  <a:rPr lang="en-US" dirty="0"/>
                  <a:t> are the </a:t>
                </a:r>
                <a:r>
                  <a:rPr lang="en-US" b="1" dirty="0"/>
                  <a:t>independent</a:t>
                </a:r>
                <a:r>
                  <a:rPr lang="en-US" dirty="0"/>
                  <a:t> random variables, then </a:t>
                </a:r>
                <a14:m>
                  <m:oMath xmlns:m="http://schemas.openxmlformats.org/officeDocument/2006/math">
                    <m:r>
                      <m:rPr>
                        <m:sty m:val="p"/>
                      </m:rPr>
                      <a:rPr lang="en-US">
                        <a:latin typeface="Cambria Math" panose="02040503050406030204" pitchFamily="18" charset="0"/>
                      </a:rPr>
                      <m:t>V</m:t>
                    </m:r>
                    <m:d>
                      <m:dPr>
                        <m:ctrlPr>
                          <a:rPr lang="en-IN" i="1">
                            <a:latin typeface="Cambria Math" panose="02040503050406030204" pitchFamily="18" charset="0"/>
                          </a:rPr>
                        </m:ctrlPr>
                      </m:dPr>
                      <m:e>
                        <m:r>
                          <m:rPr>
                            <m:sty m:val="p"/>
                          </m:rPr>
                          <a:rPr lang="en-US">
                            <a:latin typeface="Cambria Math" panose="02040503050406030204" pitchFamily="18" charset="0"/>
                          </a:rPr>
                          <m:t>X</m:t>
                        </m:r>
                        <m:r>
                          <a:rPr lang="en-US">
                            <a:latin typeface="Cambria Math" panose="02040503050406030204" pitchFamily="18" charset="0"/>
                          </a:rPr>
                          <m:t>+</m:t>
                        </m:r>
                        <m:r>
                          <m:rPr>
                            <m:sty m:val="p"/>
                          </m:rPr>
                          <a:rPr lang="en-US">
                            <a:latin typeface="Cambria Math" panose="02040503050406030204" pitchFamily="18" charset="0"/>
                          </a:rPr>
                          <m:t>Y</m:t>
                        </m:r>
                      </m:e>
                    </m:d>
                    <m:r>
                      <a:rPr lang="en-US">
                        <a:latin typeface="Cambria Math" panose="02040503050406030204" pitchFamily="18" charset="0"/>
                      </a:rPr>
                      <m:t>=</m:t>
                    </m:r>
                    <m:r>
                      <m:rPr>
                        <m:sty m:val="p"/>
                      </m:rPr>
                      <a:rPr lang="en-US">
                        <a:latin typeface="Cambria Math" panose="02040503050406030204" pitchFamily="18" charset="0"/>
                      </a:rPr>
                      <m:t>V</m:t>
                    </m:r>
                    <m:d>
                      <m:dPr>
                        <m:ctrlPr>
                          <a:rPr lang="en-IN" i="1">
                            <a:latin typeface="Cambria Math" panose="02040503050406030204" pitchFamily="18" charset="0"/>
                          </a:rPr>
                        </m:ctrlPr>
                      </m:dPr>
                      <m:e>
                        <m:r>
                          <m:rPr>
                            <m:sty m:val="p"/>
                          </m:rPr>
                          <a:rPr lang="en-US">
                            <a:latin typeface="Cambria Math" panose="02040503050406030204" pitchFamily="18" charset="0"/>
                          </a:rPr>
                          <m:t>X</m:t>
                        </m:r>
                      </m:e>
                    </m:d>
                    <m:r>
                      <a:rPr lang="en-US">
                        <a:latin typeface="Cambria Math" panose="02040503050406030204" pitchFamily="18" charset="0"/>
                      </a:rPr>
                      <m:t>+</m:t>
                    </m:r>
                    <m:r>
                      <m:rPr>
                        <m:sty m:val="p"/>
                      </m:rPr>
                      <a:rPr lang="en-US">
                        <a:latin typeface="Cambria Math" panose="02040503050406030204" pitchFamily="18" charset="0"/>
                      </a:rPr>
                      <m:t>V</m:t>
                    </m:r>
                    <m:d>
                      <m:dPr>
                        <m:ctrlPr>
                          <a:rPr lang="en-IN" i="1">
                            <a:latin typeface="Cambria Math" panose="02040503050406030204" pitchFamily="18" charset="0"/>
                          </a:rPr>
                        </m:ctrlPr>
                      </m:dPr>
                      <m:e>
                        <m:r>
                          <m:rPr>
                            <m:sty m:val="p"/>
                          </m:rPr>
                          <a:rPr lang="en-US">
                            <a:latin typeface="Cambria Math" panose="02040503050406030204" pitchFamily="18" charset="0"/>
                          </a:rPr>
                          <m:t>Y</m:t>
                        </m:r>
                      </m:e>
                    </m:d>
                    <m:r>
                      <a:rPr lang="en-US" i="1">
                        <a:latin typeface="Cambria Math" panose="02040503050406030204" pitchFamily="18" charset="0"/>
                      </a:rPr>
                      <m:t>.</m:t>
                    </m:r>
                  </m:oMath>
                </a14:m>
                <a:endParaRPr lang="en-IN" dirty="0"/>
              </a:p>
            </p:txBody>
          </p:sp>
        </mc:Choice>
        <mc:Fallback xmlns="">
          <p:sp>
            <p:nvSpPr>
              <p:cNvPr id="3" name="Content Placeholder 2">
                <a:extLst>
                  <a:ext uri="{FF2B5EF4-FFF2-40B4-BE49-F238E27FC236}">
                    <a16:creationId xmlns:a16="http://schemas.microsoft.com/office/drawing/2014/main" id="{6D36FFAA-56F9-4DA6-984C-420D37CDB5A4}"/>
                  </a:ext>
                </a:extLst>
              </p:cNvPr>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p:spTree>
    <p:extLst>
      <p:ext uri="{BB962C8B-B14F-4D97-AF65-F5344CB8AC3E}">
        <p14:creationId xmlns:p14="http://schemas.microsoft.com/office/powerpoint/2010/main" val="2893568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C67FB-0D24-41CB-9726-135ABCD659D7}"/>
              </a:ext>
            </a:extLst>
          </p:cNvPr>
          <p:cNvSpPr>
            <a:spLocks noGrp="1"/>
          </p:cNvSpPr>
          <p:nvPr>
            <p:ph type="title"/>
          </p:nvPr>
        </p:nvSpPr>
        <p:spPr/>
        <p:txBody>
          <a:bodyPr/>
          <a:lstStyle/>
          <a:p>
            <a:r>
              <a:rPr lang="en-GB" dirty="0"/>
              <a:t>Standard Deviation of Random Variable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36FFAA-56F9-4DA6-984C-420D37CDB5A4}"/>
                  </a:ext>
                </a:extLst>
              </p:cNvPr>
              <p:cNvSpPr>
                <a:spLocks noGrp="1"/>
              </p:cNvSpPr>
              <p:nvPr>
                <p:ph idx="1"/>
              </p:nvPr>
            </p:nvSpPr>
            <p:spPr/>
            <p:txBody>
              <a:bodyPr/>
              <a:lstStyle/>
              <a:p>
                <a:pPr lvl="0"/>
                <a:r>
                  <a:rPr lang="en-US" dirty="0"/>
                  <a:t>The positive square root of </a:t>
                </a:r>
                <a14:m>
                  <m:oMath xmlns:m="http://schemas.openxmlformats.org/officeDocument/2006/math">
                    <m:r>
                      <m:rPr>
                        <m:sty m:val="p"/>
                      </m:rPr>
                      <a:rPr lang="en-US">
                        <a:latin typeface="Cambria Math" panose="02040503050406030204" pitchFamily="18" charset="0"/>
                      </a:rPr>
                      <m:t>V</m:t>
                    </m:r>
                    <m:d>
                      <m:dPr>
                        <m:ctrlPr>
                          <a:rPr lang="en-IN" i="1">
                            <a:latin typeface="Cambria Math" panose="02040503050406030204" pitchFamily="18" charset="0"/>
                          </a:rPr>
                        </m:ctrlPr>
                      </m:dPr>
                      <m:e>
                        <m:r>
                          <m:rPr>
                            <m:sty m:val="p"/>
                          </m:rPr>
                          <a:rPr lang="en-US">
                            <a:latin typeface="Cambria Math" panose="02040503050406030204" pitchFamily="18" charset="0"/>
                          </a:rPr>
                          <m:t>X</m:t>
                        </m:r>
                      </m:e>
                    </m:d>
                  </m:oMath>
                </a14:m>
                <a:r>
                  <a:rPr lang="en-US" dirty="0"/>
                  <a:t> (Variance of </a:t>
                </a:r>
                <a14:m>
                  <m:oMath xmlns:m="http://schemas.openxmlformats.org/officeDocument/2006/math">
                    <m:r>
                      <m:rPr>
                        <m:sty m:val="p"/>
                      </m:rPr>
                      <a:rPr lang="en-US" i="0" dirty="0" smtClean="0">
                        <a:latin typeface="Cambria Math" panose="02040503050406030204" pitchFamily="18" charset="0"/>
                      </a:rPr>
                      <m:t>X</m:t>
                    </m:r>
                  </m:oMath>
                </a14:m>
                <a:r>
                  <a:rPr lang="en-US" dirty="0"/>
                  <a:t>) is called standard deviation of random variable </a:t>
                </a:r>
                <a14:m>
                  <m:oMath xmlns:m="http://schemas.openxmlformats.org/officeDocument/2006/math">
                    <m:r>
                      <m:rPr>
                        <m:sty m:val="p"/>
                      </m:rPr>
                      <a:rPr lang="en-US" i="0" dirty="0" smtClean="0">
                        <a:latin typeface="Cambria Math" panose="02040503050406030204" pitchFamily="18" charset="0"/>
                      </a:rPr>
                      <m:t>X</m:t>
                    </m:r>
                  </m:oMath>
                </a14:m>
                <a:r>
                  <a:rPr lang="en-US" dirty="0"/>
                  <a:t> and is denoted by</a:t>
                </a:r>
                <a14:m>
                  <m:oMath xmlns:m="http://schemas.openxmlformats.org/officeDocument/2006/math">
                    <m:r>
                      <a:rPr lang="en-US" b="1">
                        <a:latin typeface="Cambria Math" panose="02040503050406030204" pitchFamily="18" charset="0"/>
                      </a:rPr>
                      <m:t> </m:t>
                    </m:r>
                    <m:r>
                      <a:rPr lang="en-US" b="1" i="1" smtClean="0">
                        <a:solidFill>
                          <a:srgbClr val="FF0000"/>
                        </a:solidFill>
                        <a:latin typeface="Cambria Math" panose="02040503050406030204" pitchFamily="18" charset="0"/>
                      </a:rPr>
                      <m:t>𝛔</m:t>
                    </m:r>
                    <m:r>
                      <a:rPr lang="en-US" b="1">
                        <a:latin typeface="Cambria Math" panose="02040503050406030204" pitchFamily="18" charset="0"/>
                      </a:rPr>
                      <m:t>.</m:t>
                    </m:r>
                  </m:oMath>
                </a14:m>
                <a:endParaRPr lang="en-IN" dirty="0"/>
              </a:p>
              <a:p>
                <a:pPr marL="261938" indent="0">
                  <a:lnSpc>
                    <a:spcPct val="150000"/>
                  </a:lnSpc>
                  <a:spcBef>
                    <a:spcPts val="0"/>
                  </a:spcBef>
                  <a:buNone/>
                </a:pPr>
                <a:r>
                  <a:rPr lang="en-US" dirty="0"/>
                  <a:t>i.e.,</a:t>
                </a:r>
                <a:r>
                  <a:rPr lang="en-US" b="1" dirty="0">
                    <a:solidFill>
                      <a:srgbClr val="FF0000"/>
                    </a:solidFill>
                  </a:rPr>
                  <a:t> </a:t>
                </a:r>
                <a14:m>
                  <m:oMath xmlns:m="http://schemas.openxmlformats.org/officeDocument/2006/math">
                    <m:r>
                      <a:rPr lang="en-US" b="1" i="1" smtClean="0">
                        <a:solidFill>
                          <a:srgbClr val="FF0000"/>
                        </a:solidFill>
                        <a:latin typeface="Cambria Math" panose="02040503050406030204" pitchFamily="18" charset="0"/>
                      </a:rPr>
                      <m:t>𝛔</m:t>
                    </m:r>
                    <m:r>
                      <a:rPr lang="en-US" b="1">
                        <a:solidFill>
                          <a:srgbClr val="FF0000"/>
                        </a:solidFill>
                        <a:latin typeface="Cambria Math" panose="02040503050406030204" pitchFamily="18" charset="0"/>
                      </a:rPr>
                      <m:t>=</m:t>
                    </m:r>
                    <m:rad>
                      <m:radPr>
                        <m:degHide m:val="on"/>
                        <m:ctrlPr>
                          <a:rPr lang="en-IN" b="1" i="1">
                            <a:solidFill>
                              <a:srgbClr val="FF0000"/>
                            </a:solidFill>
                            <a:latin typeface="Cambria Math" panose="02040503050406030204" pitchFamily="18" charset="0"/>
                          </a:rPr>
                        </m:ctrlPr>
                      </m:radPr>
                      <m:deg/>
                      <m:e>
                        <m:r>
                          <a:rPr lang="en-US" b="1">
                            <a:solidFill>
                              <a:srgbClr val="FF0000"/>
                            </a:solidFill>
                            <a:latin typeface="Cambria Math" panose="02040503050406030204" pitchFamily="18" charset="0"/>
                          </a:rPr>
                          <m:t> </m:t>
                        </m:r>
                        <m:r>
                          <a:rPr lang="en-US" b="1" i="1">
                            <a:solidFill>
                              <a:srgbClr val="FF0000"/>
                            </a:solidFill>
                            <a:latin typeface="Cambria Math" panose="02040503050406030204" pitchFamily="18" charset="0"/>
                          </a:rPr>
                          <m:t>𝐕</m:t>
                        </m:r>
                        <m:d>
                          <m:dPr>
                            <m:ctrlPr>
                              <a:rPr lang="en-IN" b="1"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𝐗</m:t>
                            </m:r>
                          </m:e>
                        </m:d>
                        <m:r>
                          <a:rPr lang="en-US" b="1" i="1">
                            <a:solidFill>
                              <a:srgbClr val="FF0000"/>
                            </a:solidFill>
                            <a:latin typeface="Cambria Math" panose="02040503050406030204" pitchFamily="18" charset="0"/>
                          </a:rPr>
                          <m:t> </m:t>
                        </m:r>
                      </m:e>
                    </m:rad>
                  </m:oMath>
                </a14:m>
                <a:endParaRPr lang="en-IN" dirty="0">
                  <a:solidFill>
                    <a:srgbClr val="FF0000"/>
                  </a:solidFill>
                </a:endParaRPr>
              </a:p>
            </p:txBody>
          </p:sp>
        </mc:Choice>
        <mc:Fallback xmlns="">
          <p:sp>
            <p:nvSpPr>
              <p:cNvPr id="3" name="Content Placeholder 2">
                <a:extLst>
                  <a:ext uri="{FF2B5EF4-FFF2-40B4-BE49-F238E27FC236}">
                    <a16:creationId xmlns:a16="http://schemas.microsoft.com/office/drawing/2014/main" id="{6D36FFAA-56F9-4DA6-984C-420D37CDB5A4}"/>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643584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 6</a:t>
            </a:r>
          </a:p>
        </p:txBody>
      </p:sp>
      <p:sp>
        <p:nvSpPr>
          <p:cNvPr id="3" name="Text Placeholder 2"/>
          <p:cNvSpPr>
            <a:spLocks noGrp="1"/>
          </p:cNvSpPr>
          <p:nvPr>
            <p:ph type="body" idx="1"/>
          </p:nvPr>
        </p:nvSpPr>
        <p:spPr>
          <a:xfrm>
            <a:off x="831850" y="4561050"/>
            <a:ext cx="10515600" cy="1500187"/>
          </a:xfrm>
        </p:spPr>
        <p:txBody>
          <a:bodyPr>
            <a:normAutofit/>
          </a:bodyPr>
          <a:lstStyle/>
          <a:p>
            <a:r>
              <a:rPr lang="en-GB" dirty="0"/>
              <a:t>Various Measures of Statistics</a:t>
            </a:r>
            <a:endParaRPr lang="en-US" sz="2800" dirty="0"/>
          </a:p>
        </p:txBody>
      </p:sp>
    </p:spTree>
    <p:extLst>
      <p:ext uri="{BB962C8B-B14F-4D97-AF65-F5344CB8AC3E}">
        <p14:creationId xmlns:p14="http://schemas.microsoft.com/office/powerpoint/2010/main" val="3595513364"/>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8" y="867840"/>
            <a:ext cx="11929645" cy="245448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GB" dirty="0"/>
              <a:t>Probability distribution of a random variable X is given below. </a:t>
            </a:r>
          </a:p>
          <a:p>
            <a:pPr>
              <a:lnSpc>
                <a:spcPct val="100000"/>
              </a:lnSpc>
            </a:pPr>
            <a:r>
              <a:rPr lang="en-GB" dirty="0"/>
              <a:t>Find            	        ,           ,                      ,                       . </a:t>
            </a:r>
          </a:p>
        </p:txBody>
      </p:sp>
      <p:sp>
        <p:nvSpPr>
          <p:cNvPr id="2" name="Title 1"/>
          <p:cNvSpPr>
            <a:spLocks noGrp="1"/>
          </p:cNvSpPr>
          <p:nvPr>
            <p:ph type="title"/>
          </p:nvPr>
        </p:nvSpPr>
        <p:spPr/>
        <p:txBody>
          <a:bodyPr/>
          <a:lstStyle/>
          <a:p>
            <a:r>
              <a:rPr lang="en-GB" dirty="0"/>
              <a:t>Method 6 ⇝ Example 1</a:t>
            </a:r>
            <a:endParaRPr lang="en-US" dirty="0"/>
          </a:p>
        </p:txBody>
      </p:sp>
      <p:sp>
        <p:nvSpPr>
          <p:cNvPr id="4" name="Content Placeholder 2"/>
          <p:cNvSpPr txBox="1">
            <a:spLocks/>
          </p:cNvSpPr>
          <p:nvPr/>
        </p:nvSpPr>
        <p:spPr>
          <a:xfrm>
            <a:off x="131178" y="3717709"/>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nvGraphicFramePr>
            <p:xfrm>
              <a:off x="309557" y="2069197"/>
              <a:ext cx="6505706" cy="1080000"/>
            </p:xfrm>
            <a:graphic>
              <a:graphicData uri="http://schemas.openxmlformats.org/drawingml/2006/table">
                <a:tbl>
                  <a:tblPr firstRow="1" bandRow="1">
                    <a:tableStyleId>{E8B1032C-EA38-4F05-BA0D-38AFFFC7BED3}</a:tableStyleId>
                  </a:tblPr>
                  <a:tblGrid>
                    <a:gridCol w="1862522">
                      <a:extLst>
                        <a:ext uri="{9D8B030D-6E8A-4147-A177-3AD203B41FA5}">
                          <a16:colId xmlns:a16="http://schemas.microsoft.com/office/drawing/2014/main" val="2160788424"/>
                        </a:ext>
                      </a:extLst>
                    </a:gridCol>
                    <a:gridCol w="1160796">
                      <a:extLst>
                        <a:ext uri="{9D8B030D-6E8A-4147-A177-3AD203B41FA5}">
                          <a16:colId xmlns:a16="http://schemas.microsoft.com/office/drawing/2014/main" val="1291606709"/>
                        </a:ext>
                      </a:extLst>
                    </a:gridCol>
                    <a:gridCol w="1160796">
                      <a:extLst>
                        <a:ext uri="{9D8B030D-6E8A-4147-A177-3AD203B41FA5}">
                          <a16:colId xmlns:a16="http://schemas.microsoft.com/office/drawing/2014/main" val="1336429719"/>
                        </a:ext>
                      </a:extLst>
                    </a:gridCol>
                    <a:gridCol w="1160796">
                      <a:extLst>
                        <a:ext uri="{9D8B030D-6E8A-4147-A177-3AD203B41FA5}">
                          <a16:colId xmlns:a16="http://schemas.microsoft.com/office/drawing/2014/main" val="2548766450"/>
                        </a:ext>
                      </a:extLst>
                    </a:gridCol>
                    <a:gridCol w="1160796">
                      <a:extLst>
                        <a:ext uri="{9D8B030D-6E8A-4147-A177-3AD203B41FA5}">
                          <a16:colId xmlns:a16="http://schemas.microsoft.com/office/drawing/2014/main" val="2208636898"/>
                        </a:ext>
                      </a:extLst>
                    </a:gridCol>
                  </a:tblGrid>
                  <a:tr h="540000">
                    <a:tc>
                      <a:txBody>
                        <a:bodyPr/>
                        <a:lstStyle/>
                        <a:p>
                          <a:pPr algn="ctr"/>
                          <a14:m>
                            <m:oMathPara xmlns:m="http://schemas.openxmlformats.org/officeDocument/2006/math">
                              <m:oMathParaPr>
                                <m:jc m:val="centerGroup"/>
                              </m:oMathParaPr>
                              <m:oMath xmlns:m="http://schemas.openxmlformats.org/officeDocument/2006/math">
                                <m:r>
                                  <a:rPr lang="en-IN" sz="2800" b="1" i="0" dirty="0" smtClean="0">
                                    <a:solidFill>
                                      <a:schemeClr val="bg1"/>
                                    </a:solidFill>
                                    <a:latin typeface="Cambria Math" panose="02040503050406030204" pitchFamily="18" charset="0"/>
                                    <a:ea typeface="Cambria Math" panose="02040503050406030204" pitchFamily="18" charset="0"/>
                                  </a:rPr>
                                  <m:t>𝐗</m:t>
                                </m:r>
                              </m:oMath>
                            </m:oMathPara>
                          </a14:m>
                          <a:endParaRPr lang="en-IN" sz="2800" b="1" i="0" dirty="0">
                            <a:solidFill>
                              <a:schemeClr val="bg1"/>
                            </a:solidFill>
                            <a:latin typeface="Cambria Math" panose="02040503050406030204" pitchFamily="18" charset="0"/>
                            <a:ea typeface="Cambria Math" panose="02040503050406030204" pitchFamily="18"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1</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3</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4</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15006325"/>
                      </a:ext>
                    </a:extLst>
                  </a:tr>
                  <a:tr h="540000">
                    <a:tc>
                      <a:txBody>
                        <a:bodyPr/>
                        <a:lstStyle/>
                        <a:p>
                          <a:pPr algn="ctr"/>
                          <a14:m>
                            <m:oMathPara xmlns:m="http://schemas.openxmlformats.org/officeDocument/2006/math">
                              <m:oMathParaPr>
                                <m:jc m:val="centerGroup"/>
                              </m:oMathParaPr>
                              <m:oMath xmlns:m="http://schemas.openxmlformats.org/officeDocument/2006/math">
                                <m:r>
                                  <a:rPr lang="en-IN" sz="2800" b="1" i="0" dirty="0" smtClean="0">
                                    <a:solidFill>
                                      <a:schemeClr val="bg1"/>
                                    </a:solidFill>
                                    <a:latin typeface="Cambria Math" panose="02040503050406030204" pitchFamily="18" charset="0"/>
                                    <a:ea typeface="Cambria Math" panose="02040503050406030204" pitchFamily="18" charset="0"/>
                                  </a:rPr>
                                  <m:t>𝐏</m:t>
                                </m:r>
                                <m:d>
                                  <m:dPr>
                                    <m:ctrlPr>
                                      <a:rPr lang="en-IN" sz="2800" b="1" i="1" dirty="0" smtClean="0">
                                        <a:solidFill>
                                          <a:schemeClr val="bg1"/>
                                        </a:solidFill>
                                        <a:latin typeface="Cambria Math" panose="02040503050406030204" pitchFamily="18" charset="0"/>
                                        <a:ea typeface="Cambria Math" panose="02040503050406030204" pitchFamily="18" charset="0"/>
                                      </a:rPr>
                                    </m:ctrlPr>
                                  </m:dPr>
                                  <m:e>
                                    <m:r>
                                      <a:rPr lang="en-IN" sz="2800" b="1" i="0" dirty="0" smtClean="0">
                                        <a:solidFill>
                                          <a:schemeClr val="bg1"/>
                                        </a:solidFill>
                                        <a:latin typeface="Cambria Math" panose="02040503050406030204" pitchFamily="18" charset="0"/>
                                        <a:ea typeface="Cambria Math" panose="02040503050406030204" pitchFamily="18" charset="0"/>
                                      </a:rPr>
                                      <m:t>𝐗</m:t>
                                    </m:r>
                                    <m:r>
                                      <a:rPr lang="en-IN" sz="2800" b="1" i="0" dirty="0" smtClean="0">
                                        <a:solidFill>
                                          <a:schemeClr val="bg1"/>
                                        </a:solidFill>
                                        <a:latin typeface="Cambria Math" panose="02040503050406030204" pitchFamily="18" charset="0"/>
                                        <a:ea typeface="Cambria Math" panose="02040503050406030204" pitchFamily="18" charset="0"/>
                                      </a:rPr>
                                      <m:t>=</m:t>
                                    </m:r>
                                    <m:r>
                                      <a:rPr lang="en-IN" sz="2800" b="1" i="0" dirty="0" smtClean="0">
                                        <a:solidFill>
                                          <a:schemeClr val="bg1"/>
                                        </a:solidFill>
                                        <a:latin typeface="Cambria Math" panose="02040503050406030204" pitchFamily="18" charset="0"/>
                                        <a:ea typeface="Cambria Math" panose="02040503050406030204" pitchFamily="18" charset="0"/>
                                      </a:rPr>
                                      <m:t>𝐱</m:t>
                                    </m:r>
                                  </m:e>
                                </m:d>
                              </m:oMath>
                            </m:oMathPara>
                          </a14:m>
                          <a:endParaRPr lang="en-IN" sz="2800" b="1" i="0" dirty="0">
                            <a:solidFill>
                              <a:schemeClr val="bg1"/>
                            </a:solidFill>
                            <a:latin typeface="Cambria Math" panose="02040503050406030204" pitchFamily="18" charset="0"/>
                            <a:ea typeface="Cambria Math" panose="02040503050406030204" pitchFamily="18"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800" b="0" i="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0.1</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800" b="0" i="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0.2</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800" b="0" i="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0.5</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800" b="0" i="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0.2</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Choice>
        <mc:Fallback xmlns="">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extLst>
                  <p:ext uri="{D42A27DB-BD31-4B8C-83A1-F6EECF244321}">
                    <p14:modId xmlns:p14="http://schemas.microsoft.com/office/powerpoint/2010/main" val="3864935336"/>
                  </p:ext>
                </p:extLst>
              </p:nvPr>
            </p:nvGraphicFramePr>
            <p:xfrm>
              <a:off x="309557" y="2069197"/>
              <a:ext cx="6505706" cy="1080000"/>
            </p:xfrm>
            <a:graphic>
              <a:graphicData uri="http://schemas.openxmlformats.org/drawingml/2006/table">
                <a:tbl>
                  <a:tblPr firstRow="1" bandRow="1">
                    <a:tableStyleId>{E8B1032C-EA38-4F05-BA0D-38AFFFC7BED3}</a:tableStyleId>
                  </a:tblPr>
                  <a:tblGrid>
                    <a:gridCol w="1862522">
                      <a:extLst>
                        <a:ext uri="{9D8B030D-6E8A-4147-A177-3AD203B41FA5}">
                          <a16:colId xmlns:a16="http://schemas.microsoft.com/office/drawing/2014/main" val="2160788424"/>
                        </a:ext>
                      </a:extLst>
                    </a:gridCol>
                    <a:gridCol w="1160796">
                      <a:extLst>
                        <a:ext uri="{9D8B030D-6E8A-4147-A177-3AD203B41FA5}">
                          <a16:colId xmlns:a16="http://schemas.microsoft.com/office/drawing/2014/main" val="1291606709"/>
                        </a:ext>
                      </a:extLst>
                    </a:gridCol>
                    <a:gridCol w="1160796">
                      <a:extLst>
                        <a:ext uri="{9D8B030D-6E8A-4147-A177-3AD203B41FA5}">
                          <a16:colId xmlns:a16="http://schemas.microsoft.com/office/drawing/2014/main" val="1336429719"/>
                        </a:ext>
                      </a:extLst>
                    </a:gridCol>
                    <a:gridCol w="1160796">
                      <a:extLst>
                        <a:ext uri="{9D8B030D-6E8A-4147-A177-3AD203B41FA5}">
                          <a16:colId xmlns:a16="http://schemas.microsoft.com/office/drawing/2014/main" val="2548766450"/>
                        </a:ext>
                      </a:extLst>
                    </a:gridCol>
                    <a:gridCol w="1160796">
                      <a:extLst>
                        <a:ext uri="{9D8B030D-6E8A-4147-A177-3AD203B41FA5}">
                          <a16:colId xmlns:a16="http://schemas.microsoft.com/office/drawing/2014/main" val="2208636898"/>
                        </a:ext>
                      </a:extLst>
                    </a:gridCol>
                  </a:tblGrid>
                  <a:tr h="540000">
                    <a:tc>
                      <a:txBody>
                        <a:bodyPr/>
                        <a:lstStyle/>
                        <a:p>
                          <a:endParaRPr lang="en-US"/>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3"/>
                          <a:stretch>
                            <a:fillRect l="-980" t="-3371" r="-251307" b="-10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3"/>
                          <a:stretch>
                            <a:fillRect l="-162632" t="-3371" r="-304737" b="-10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3"/>
                          <a:stretch>
                            <a:fillRect l="-261257" t="-3371" r="-203141" b="-10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3"/>
                          <a:stretch>
                            <a:fillRect l="-363158" t="-3371" r="-104211" b="-10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3"/>
                          <a:stretch>
                            <a:fillRect l="-460733" t="-3371" r="-3665" b="-106742"/>
                          </a:stretch>
                        </a:blipFill>
                      </a:tcPr>
                    </a:tc>
                    <a:extLst>
                      <a:ext uri="{0D108BD9-81ED-4DB2-BD59-A6C34878D82A}">
                        <a16:rowId xmlns:a16="http://schemas.microsoft.com/office/drawing/2014/main" val="3715006325"/>
                      </a:ext>
                    </a:extLst>
                  </a:tr>
                  <a:tr h="540000">
                    <a:tc>
                      <a:txBody>
                        <a:bodyPr/>
                        <a:lstStyle/>
                        <a:p>
                          <a:endParaRPr lang="en-US"/>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3"/>
                          <a:stretch>
                            <a:fillRect l="-980" t="-103371" r="-251307" b="-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3"/>
                          <a:stretch>
                            <a:fillRect l="-162632" t="-103371" r="-304737" b="-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3"/>
                          <a:stretch>
                            <a:fillRect l="-261257" t="-103371" r="-203141" b="-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3"/>
                          <a:stretch>
                            <a:fillRect l="-363158" t="-103371" r="-104211" b="-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3"/>
                          <a:stretch>
                            <a:fillRect l="-460733" t="-103371" r="-3665" b="-6742"/>
                          </a:stretch>
                        </a:blipFill>
                      </a:tcPr>
                    </a:tc>
                    <a:extLst>
                      <a:ext uri="{0D108BD9-81ED-4DB2-BD59-A6C34878D82A}">
                        <a16:rowId xmlns:a16="http://schemas.microsoft.com/office/drawing/2014/main" val="499852326"/>
                      </a:ext>
                    </a:extLst>
                  </a:tr>
                </a:tbl>
              </a:graphicData>
            </a:graphic>
          </p:graphicFrame>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BB3F576-7738-4872-8F34-73C18E96D683}"/>
                  </a:ext>
                </a:extLst>
              </p:cNvPr>
              <p:cNvSpPr txBox="1"/>
              <p:nvPr/>
            </p:nvSpPr>
            <p:spPr>
              <a:xfrm>
                <a:off x="981166" y="1427438"/>
                <a:ext cx="971459" cy="523220"/>
              </a:xfrm>
              <a:prstGeom prst="rect">
                <a:avLst/>
              </a:prstGeom>
              <a:noFill/>
            </p:spPr>
            <p:txBody>
              <a:bodyPr wrap="square">
                <a:spAutoFit/>
              </a:bodyPr>
              <a:lstStyle/>
              <a:p>
                <a14:m>
                  <m:oMath xmlns:m="http://schemas.openxmlformats.org/officeDocument/2006/math">
                    <m:r>
                      <m:rPr>
                        <m:sty m:val="p"/>
                      </m:rPr>
                      <a:rPr lang="en-GB" sz="2800" dirty="0" smtClean="0">
                        <a:solidFill>
                          <a:schemeClr val="bg1"/>
                        </a:solidFill>
                        <a:latin typeface="Cambria Math" panose="02040503050406030204" pitchFamily="18" charset="0"/>
                      </a:rPr>
                      <m:t>E</m:t>
                    </m:r>
                    <m:d>
                      <m:dPr>
                        <m:ctrlPr>
                          <a:rPr lang="en-GB" sz="2800" i="1" dirty="0" smtClean="0">
                            <a:solidFill>
                              <a:schemeClr val="bg1"/>
                            </a:solidFill>
                            <a:latin typeface="Cambria Math" panose="02040503050406030204" pitchFamily="18" charset="0"/>
                          </a:rPr>
                        </m:ctrlPr>
                      </m:dPr>
                      <m:e>
                        <m:r>
                          <m:rPr>
                            <m:sty m:val="p"/>
                          </m:rPr>
                          <a:rPr lang="en-GB" sz="2800" dirty="0" smtClean="0">
                            <a:solidFill>
                              <a:schemeClr val="bg1"/>
                            </a:solidFill>
                            <a:latin typeface="Cambria Math" panose="02040503050406030204" pitchFamily="18" charset="0"/>
                          </a:rPr>
                          <m:t>X</m:t>
                        </m:r>
                      </m:e>
                    </m:d>
                  </m:oMath>
                </a14:m>
                <a:r>
                  <a:rPr lang="en-IN" sz="2800" dirty="0">
                    <a:solidFill>
                      <a:schemeClr val="bg1"/>
                    </a:solidFill>
                  </a:rPr>
                  <a:t>,</a:t>
                </a:r>
              </a:p>
            </p:txBody>
          </p:sp>
        </mc:Choice>
        <mc:Fallback xmlns="">
          <p:sp>
            <p:nvSpPr>
              <p:cNvPr id="8" name="TextBox 7">
                <a:extLst>
                  <a:ext uri="{FF2B5EF4-FFF2-40B4-BE49-F238E27FC236}">
                    <a16:creationId xmlns:a16="http://schemas.microsoft.com/office/drawing/2014/main" id="{8BB3F576-7738-4872-8F34-73C18E96D683}"/>
                  </a:ext>
                </a:extLst>
              </p:cNvPr>
              <p:cNvSpPr txBox="1">
                <a:spLocks noRot="1" noChangeAspect="1" noMove="1" noResize="1" noEditPoints="1" noAdjustHandles="1" noChangeArrowheads="1" noChangeShapeType="1" noTextEdit="1"/>
              </p:cNvSpPr>
              <p:nvPr/>
            </p:nvSpPr>
            <p:spPr>
              <a:xfrm>
                <a:off x="981166" y="1427438"/>
                <a:ext cx="971459" cy="523220"/>
              </a:xfrm>
              <a:prstGeom prst="rect">
                <a:avLst/>
              </a:prstGeom>
              <a:blipFill>
                <a:blip r:embed="rId4"/>
                <a:stretch>
                  <a:fillRect t="-10465" r="-10692"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006C46E-AE0E-47C0-A40B-C1B55B90AD1D}"/>
                  </a:ext>
                </a:extLst>
              </p:cNvPr>
              <p:cNvSpPr txBox="1"/>
              <p:nvPr/>
            </p:nvSpPr>
            <p:spPr>
              <a:xfrm>
                <a:off x="1866630" y="1427438"/>
                <a:ext cx="83321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a:solidFill>
                            <a:schemeClr val="bg1"/>
                          </a:solidFill>
                          <a:latin typeface="Cambria Math" panose="02040503050406030204" pitchFamily="18" charset="0"/>
                        </a:rPr>
                        <m:t>V</m:t>
                      </m:r>
                      <m:d>
                        <m:dPr>
                          <m:ctrlPr>
                            <a:rPr lang="en-GB" sz="2800" i="1" dirty="0">
                              <a:solidFill>
                                <a:schemeClr val="bg1"/>
                              </a:solidFill>
                              <a:latin typeface="Cambria Math" panose="02040503050406030204" pitchFamily="18" charset="0"/>
                            </a:rPr>
                          </m:ctrlPr>
                        </m:dPr>
                        <m:e>
                          <m:r>
                            <m:rPr>
                              <m:sty m:val="p"/>
                            </m:rPr>
                            <a:rPr lang="en-GB" sz="2800" dirty="0">
                              <a:solidFill>
                                <a:schemeClr val="bg1"/>
                              </a:solidFill>
                              <a:latin typeface="Cambria Math" panose="02040503050406030204" pitchFamily="18" charset="0"/>
                            </a:rPr>
                            <m:t>X</m:t>
                          </m:r>
                        </m:e>
                      </m:d>
                    </m:oMath>
                  </m:oMathPara>
                </a14:m>
                <a:endParaRPr lang="en-IN" sz="2800" dirty="0">
                  <a:solidFill>
                    <a:schemeClr val="bg1"/>
                  </a:solidFill>
                </a:endParaRPr>
              </a:p>
            </p:txBody>
          </p:sp>
        </mc:Choice>
        <mc:Fallback xmlns="">
          <p:sp>
            <p:nvSpPr>
              <p:cNvPr id="9" name="TextBox 8">
                <a:extLst>
                  <a:ext uri="{FF2B5EF4-FFF2-40B4-BE49-F238E27FC236}">
                    <a16:creationId xmlns:a16="http://schemas.microsoft.com/office/drawing/2014/main" id="{F006C46E-AE0E-47C0-A40B-C1B55B90AD1D}"/>
                  </a:ext>
                </a:extLst>
              </p:cNvPr>
              <p:cNvSpPr txBox="1">
                <a:spLocks noRot="1" noChangeAspect="1" noMove="1" noResize="1" noEditPoints="1" noAdjustHandles="1" noChangeArrowheads="1" noChangeShapeType="1" noTextEdit="1"/>
              </p:cNvSpPr>
              <p:nvPr/>
            </p:nvSpPr>
            <p:spPr>
              <a:xfrm>
                <a:off x="1866630" y="1427438"/>
                <a:ext cx="833211"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E26F16E-CA9B-4C2F-B031-92236DB06309}"/>
                  </a:ext>
                </a:extLst>
              </p:cNvPr>
              <p:cNvSpPr txBox="1"/>
              <p:nvPr/>
            </p:nvSpPr>
            <p:spPr>
              <a:xfrm>
                <a:off x="5521779" y="1427438"/>
                <a:ext cx="183152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a:solidFill>
                            <a:schemeClr val="bg1"/>
                          </a:solidFill>
                          <a:latin typeface="Cambria Math" panose="02040503050406030204" pitchFamily="18" charset="0"/>
                        </a:rPr>
                        <m:t>V</m:t>
                      </m:r>
                      <m:r>
                        <a:rPr lang="en-GB" sz="2800" dirty="0">
                          <a:solidFill>
                            <a:schemeClr val="bg1"/>
                          </a:solidFill>
                          <a:latin typeface="Cambria Math" panose="02040503050406030204" pitchFamily="18" charset="0"/>
                        </a:rPr>
                        <m:t> </m:t>
                      </m:r>
                      <m:d>
                        <m:dPr>
                          <m:ctrlPr>
                            <a:rPr lang="en-GB" sz="2800" i="1" dirty="0">
                              <a:solidFill>
                                <a:schemeClr val="bg1"/>
                              </a:solidFill>
                              <a:latin typeface="Cambria Math" panose="02040503050406030204" pitchFamily="18" charset="0"/>
                            </a:rPr>
                          </m:ctrlPr>
                        </m:dPr>
                        <m:e>
                          <m:r>
                            <a:rPr lang="en-GB" sz="2800" dirty="0">
                              <a:solidFill>
                                <a:schemeClr val="bg1"/>
                              </a:solidFill>
                              <a:latin typeface="Cambria Math" panose="02040503050406030204" pitchFamily="18" charset="0"/>
                            </a:rPr>
                            <m:t>3</m:t>
                          </m:r>
                          <m:r>
                            <m:rPr>
                              <m:sty m:val="p"/>
                            </m:rPr>
                            <a:rPr lang="en-GB" sz="2800" dirty="0">
                              <a:solidFill>
                                <a:schemeClr val="bg1"/>
                              </a:solidFill>
                              <a:latin typeface="Cambria Math" panose="02040503050406030204" pitchFamily="18" charset="0"/>
                            </a:rPr>
                            <m:t>X</m:t>
                          </m:r>
                          <m:r>
                            <a:rPr lang="en-GB" sz="2800" dirty="0">
                              <a:solidFill>
                                <a:schemeClr val="bg1"/>
                              </a:solidFill>
                              <a:latin typeface="Cambria Math" panose="02040503050406030204" pitchFamily="18" charset="0"/>
                            </a:rPr>
                            <m:t>+2</m:t>
                          </m:r>
                        </m:e>
                      </m:d>
                    </m:oMath>
                  </m:oMathPara>
                </a14:m>
                <a:endParaRPr lang="en-IN" sz="2800" dirty="0">
                  <a:solidFill>
                    <a:schemeClr val="bg1"/>
                  </a:solidFill>
                </a:endParaRPr>
              </a:p>
            </p:txBody>
          </p:sp>
        </mc:Choice>
        <mc:Fallback xmlns="">
          <p:sp>
            <p:nvSpPr>
              <p:cNvPr id="11" name="TextBox 10">
                <a:extLst>
                  <a:ext uri="{FF2B5EF4-FFF2-40B4-BE49-F238E27FC236}">
                    <a16:creationId xmlns:a16="http://schemas.microsoft.com/office/drawing/2014/main" id="{9E26F16E-CA9B-4C2F-B031-92236DB06309}"/>
                  </a:ext>
                </a:extLst>
              </p:cNvPr>
              <p:cNvSpPr txBox="1">
                <a:spLocks noRot="1" noChangeAspect="1" noMove="1" noResize="1" noEditPoints="1" noAdjustHandles="1" noChangeArrowheads="1" noChangeShapeType="1" noTextEdit="1"/>
              </p:cNvSpPr>
              <p:nvPr/>
            </p:nvSpPr>
            <p:spPr>
              <a:xfrm>
                <a:off x="5521779" y="1427438"/>
                <a:ext cx="1831521"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0E9B969-074D-432C-AE58-BC469CF458F0}"/>
                  </a:ext>
                </a:extLst>
              </p:cNvPr>
              <p:cNvSpPr txBox="1"/>
              <p:nvPr/>
            </p:nvSpPr>
            <p:spPr>
              <a:xfrm>
                <a:off x="1576712" y="3717709"/>
                <a:ext cx="10221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E</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oMath>
                  </m:oMathPara>
                </a14:m>
                <a:endParaRPr lang="en-IN" sz="2800" dirty="0">
                  <a:solidFill>
                    <a:srgbClr val="002060"/>
                  </a:solidFill>
                  <a:latin typeface="+mj-lt"/>
                </a:endParaRPr>
              </a:p>
            </p:txBody>
          </p:sp>
        </mc:Choice>
        <mc:Fallback xmlns="">
          <p:sp>
            <p:nvSpPr>
              <p:cNvPr id="15" name="TextBox 14">
                <a:extLst>
                  <a:ext uri="{FF2B5EF4-FFF2-40B4-BE49-F238E27FC236}">
                    <a16:creationId xmlns:a16="http://schemas.microsoft.com/office/drawing/2014/main" id="{90E9B969-074D-432C-AE58-BC469CF458F0}"/>
                  </a:ext>
                </a:extLst>
              </p:cNvPr>
              <p:cNvSpPr txBox="1">
                <a:spLocks noRot="1" noChangeAspect="1" noMove="1" noResize="1" noEditPoints="1" noAdjustHandles="1" noChangeArrowheads="1" noChangeShapeType="1" noTextEdit="1"/>
              </p:cNvSpPr>
              <p:nvPr/>
            </p:nvSpPr>
            <p:spPr>
              <a:xfrm>
                <a:off x="1576712" y="3717709"/>
                <a:ext cx="1022167"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2C146F1-724B-44F0-A3C1-73E6A84E2695}"/>
                  </a:ext>
                </a:extLst>
              </p:cNvPr>
              <p:cNvSpPr txBox="1"/>
              <p:nvPr/>
            </p:nvSpPr>
            <p:spPr>
              <a:xfrm>
                <a:off x="2380393" y="4720734"/>
                <a:ext cx="6744557" cy="630942"/>
              </a:xfrm>
              <a:prstGeom prst="rect">
                <a:avLst/>
              </a:prstGeom>
              <a:noFill/>
            </p:spPr>
            <p:txBody>
              <a:bodyPr wrap="square">
                <a:spAutoFit/>
              </a:bodyPr>
              <a:lstStyle/>
              <a:p>
                <a:pPr>
                  <a:lnSpc>
                    <a:spcPct val="125000"/>
                  </a:lnSpc>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=(1⋅0.1)+(2⋅0.2)+(3⋅0.5)+</m:t>
                      </m:r>
                      <m:d>
                        <m:dPr>
                          <m:ctrlPr>
                            <a:rPr lang="en-IN" sz="2800" i="1" dirty="0" smtClean="0">
                              <a:solidFill>
                                <a:srgbClr val="002060"/>
                              </a:solidFill>
                              <a:latin typeface="Cambria Math" panose="02040503050406030204" pitchFamily="18" charset="0"/>
                            </a:rPr>
                          </m:ctrlPr>
                        </m:dPr>
                        <m:e>
                          <m:r>
                            <a:rPr lang="en-IN" sz="2800" i="0" dirty="0" smtClean="0">
                              <a:solidFill>
                                <a:srgbClr val="002060"/>
                              </a:solidFill>
                              <a:latin typeface="Cambria Math" panose="02040503050406030204" pitchFamily="18" charset="0"/>
                            </a:rPr>
                            <m:t>4⋅0.2</m:t>
                          </m:r>
                        </m:e>
                      </m:d>
                    </m:oMath>
                  </m:oMathPara>
                </a14:m>
                <a:endParaRPr lang="en-IN" sz="2800" dirty="0">
                  <a:solidFill>
                    <a:srgbClr val="002060"/>
                  </a:solidFill>
                  <a:latin typeface="+mj-lt"/>
                </a:endParaRPr>
              </a:p>
            </p:txBody>
          </p:sp>
        </mc:Choice>
        <mc:Fallback xmlns="">
          <p:sp>
            <p:nvSpPr>
              <p:cNvPr id="18" name="TextBox 17">
                <a:extLst>
                  <a:ext uri="{FF2B5EF4-FFF2-40B4-BE49-F238E27FC236}">
                    <a16:creationId xmlns:a16="http://schemas.microsoft.com/office/drawing/2014/main" id="{52C146F1-724B-44F0-A3C1-73E6A84E2695}"/>
                  </a:ext>
                </a:extLst>
              </p:cNvPr>
              <p:cNvSpPr txBox="1">
                <a:spLocks noRot="1" noChangeAspect="1" noMove="1" noResize="1" noEditPoints="1" noAdjustHandles="1" noChangeArrowheads="1" noChangeShapeType="1" noTextEdit="1"/>
              </p:cNvSpPr>
              <p:nvPr/>
            </p:nvSpPr>
            <p:spPr>
              <a:xfrm>
                <a:off x="2380393" y="4720734"/>
                <a:ext cx="6744557" cy="630942"/>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9F7F1D6-6A85-4F68-A8B6-8F9A263090E0}"/>
                  </a:ext>
                </a:extLst>
              </p:cNvPr>
              <p:cNvSpPr txBox="1"/>
              <p:nvPr/>
            </p:nvSpPr>
            <p:spPr>
              <a:xfrm>
                <a:off x="2380393" y="5395103"/>
                <a:ext cx="3800976"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i="0" dirty="0" smtClean="0">
                          <a:latin typeface="Cambria Math" panose="02040503050406030204" pitchFamily="18" charset="0"/>
                        </a:rPr>
                        <m:t>=0.1+0.4+1.5+0.8</m:t>
                      </m:r>
                    </m:oMath>
                  </m:oMathPara>
                </a14:m>
                <a:endParaRPr lang="en-IN" dirty="0"/>
              </a:p>
            </p:txBody>
          </p:sp>
        </mc:Choice>
        <mc:Fallback xmlns="">
          <p:sp>
            <p:nvSpPr>
              <p:cNvPr id="22" name="TextBox 21">
                <a:extLst>
                  <a:ext uri="{FF2B5EF4-FFF2-40B4-BE49-F238E27FC236}">
                    <a16:creationId xmlns:a16="http://schemas.microsoft.com/office/drawing/2014/main" id="{79F7F1D6-6A85-4F68-A8B6-8F9A263090E0}"/>
                  </a:ext>
                </a:extLst>
              </p:cNvPr>
              <p:cNvSpPr txBox="1">
                <a:spLocks noRot="1" noChangeAspect="1" noMove="1" noResize="1" noEditPoints="1" noAdjustHandles="1" noChangeArrowheads="1" noChangeShapeType="1" noTextEdit="1"/>
              </p:cNvSpPr>
              <p:nvPr/>
            </p:nvSpPr>
            <p:spPr>
              <a:xfrm>
                <a:off x="2380393" y="5395103"/>
                <a:ext cx="3800976"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FF8D59A-59E4-4F5C-B13C-62F17751B5DA}"/>
                  </a:ext>
                </a:extLst>
              </p:cNvPr>
              <p:cNvSpPr txBox="1"/>
              <p:nvPr/>
            </p:nvSpPr>
            <p:spPr>
              <a:xfrm>
                <a:off x="2804346" y="1427438"/>
                <a:ext cx="86477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l-GR" sz="2800" dirty="0">
                          <a:solidFill>
                            <a:schemeClr val="bg1"/>
                          </a:solidFill>
                          <a:latin typeface="Cambria Math" panose="02040503050406030204" pitchFamily="18" charset="0"/>
                        </a:rPr>
                        <m:t>σ</m:t>
                      </m:r>
                      <m:d>
                        <m:dPr>
                          <m:ctrlPr>
                            <a:rPr lang="el-GR" sz="2800" i="1" dirty="0">
                              <a:solidFill>
                                <a:schemeClr val="bg1"/>
                              </a:solidFill>
                              <a:latin typeface="Cambria Math" panose="02040503050406030204" pitchFamily="18" charset="0"/>
                            </a:rPr>
                          </m:ctrlPr>
                        </m:dPr>
                        <m:e>
                          <m:r>
                            <m:rPr>
                              <m:sty m:val="p"/>
                            </m:rPr>
                            <a:rPr lang="en-GB" sz="2800" dirty="0">
                              <a:solidFill>
                                <a:schemeClr val="bg1"/>
                              </a:solidFill>
                              <a:latin typeface="Cambria Math" panose="02040503050406030204" pitchFamily="18" charset="0"/>
                            </a:rPr>
                            <m:t>X</m:t>
                          </m:r>
                        </m:e>
                      </m:d>
                    </m:oMath>
                  </m:oMathPara>
                </a14:m>
                <a:endParaRPr lang="en-IN" sz="2800" dirty="0">
                  <a:solidFill>
                    <a:schemeClr val="bg1"/>
                  </a:solidFill>
                </a:endParaRPr>
              </a:p>
            </p:txBody>
          </p:sp>
        </mc:Choice>
        <mc:Fallback xmlns="">
          <p:sp>
            <p:nvSpPr>
              <p:cNvPr id="27" name="TextBox 26">
                <a:extLst>
                  <a:ext uri="{FF2B5EF4-FFF2-40B4-BE49-F238E27FC236}">
                    <a16:creationId xmlns:a16="http://schemas.microsoft.com/office/drawing/2014/main" id="{CFF8D59A-59E4-4F5C-B13C-62F17751B5DA}"/>
                  </a:ext>
                </a:extLst>
              </p:cNvPr>
              <p:cNvSpPr txBox="1">
                <a:spLocks noRot="1" noChangeAspect="1" noMove="1" noResize="1" noEditPoints="1" noAdjustHandles="1" noChangeArrowheads="1" noChangeShapeType="1" noTextEdit="1"/>
              </p:cNvSpPr>
              <p:nvPr/>
            </p:nvSpPr>
            <p:spPr>
              <a:xfrm>
                <a:off x="2804346" y="1427438"/>
                <a:ext cx="864777"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1B88C12-C5B2-44D4-95E1-5BC3719D656B}"/>
                  </a:ext>
                </a:extLst>
              </p:cNvPr>
              <p:cNvSpPr txBox="1"/>
              <p:nvPr/>
            </p:nvSpPr>
            <p:spPr>
              <a:xfrm>
                <a:off x="3773629" y="1427438"/>
                <a:ext cx="173182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chemeClr val="bg1"/>
                          </a:solidFill>
                          <a:latin typeface="Cambria Math" panose="02040503050406030204" pitchFamily="18" charset="0"/>
                        </a:rPr>
                        <m:t>E</m:t>
                      </m:r>
                      <m:d>
                        <m:dPr>
                          <m:ctrlPr>
                            <a:rPr lang="en-GB" sz="2800" i="1" dirty="0">
                              <a:solidFill>
                                <a:schemeClr val="bg1"/>
                              </a:solidFill>
                              <a:latin typeface="Cambria Math" panose="02040503050406030204" pitchFamily="18" charset="0"/>
                            </a:rPr>
                          </m:ctrlPr>
                        </m:dPr>
                        <m:e>
                          <m:r>
                            <a:rPr lang="en-GB" sz="2800" dirty="0">
                              <a:solidFill>
                                <a:schemeClr val="bg1"/>
                              </a:solidFill>
                              <a:latin typeface="Cambria Math" panose="02040503050406030204" pitchFamily="18" charset="0"/>
                            </a:rPr>
                            <m:t>3</m:t>
                          </m:r>
                          <m:r>
                            <m:rPr>
                              <m:sty m:val="p"/>
                            </m:rPr>
                            <a:rPr lang="en-GB" sz="2800" dirty="0">
                              <a:solidFill>
                                <a:schemeClr val="bg1"/>
                              </a:solidFill>
                              <a:latin typeface="Cambria Math" panose="02040503050406030204" pitchFamily="18" charset="0"/>
                            </a:rPr>
                            <m:t>X</m:t>
                          </m:r>
                          <m:r>
                            <a:rPr lang="en-GB" sz="2800" dirty="0">
                              <a:solidFill>
                                <a:schemeClr val="bg1"/>
                              </a:solidFill>
                              <a:latin typeface="Cambria Math" panose="02040503050406030204" pitchFamily="18" charset="0"/>
                            </a:rPr>
                            <m:t>+2</m:t>
                          </m:r>
                        </m:e>
                      </m:d>
                    </m:oMath>
                  </m:oMathPara>
                </a14:m>
                <a:endParaRPr lang="en-IN" sz="2800" dirty="0">
                  <a:solidFill>
                    <a:schemeClr val="bg1"/>
                  </a:solidFill>
                </a:endParaRPr>
              </a:p>
            </p:txBody>
          </p:sp>
        </mc:Choice>
        <mc:Fallback xmlns="">
          <p:sp>
            <p:nvSpPr>
              <p:cNvPr id="28" name="TextBox 27">
                <a:extLst>
                  <a:ext uri="{FF2B5EF4-FFF2-40B4-BE49-F238E27FC236}">
                    <a16:creationId xmlns:a16="http://schemas.microsoft.com/office/drawing/2014/main" id="{11B88C12-C5B2-44D4-95E1-5BC3719D656B}"/>
                  </a:ext>
                </a:extLst>
              </p:cNvPr>
              <p:cNvSpPr txBox="1">
                <a:spLocks noRot="1" noChangeAspect="1" noMove="1" noResize="1" noEditPoints="1" noAdjustHandles="1" noChangeArrowheads="1" noChangeShapeType="1" noTextEdit="1"/>
              </p:cNvSpPr>
              <p:nvPr/>
            </p:nvSpPr>
            <p:spPr>
              <a:xfrm>
                <a:off x="3773629" y="1427438"/>
                <a:ext cx="1731822"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0CF47FF-2FC5-4AAE-83DF-9FF438312482}"/>
                  </a:ext>
                </a:extLst>
              </p:cNvPr>
              <p:cNvSpPr txBox="1"/>
              <p:nvPr/>
            </p:nvSpPr>
            <p:spPr>
              <a:xfrm>
                <a:off x="2380393" y="3479843"/>
                <a:ext cx="2762520" cy="113787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chr m:val="∑"/>
                          <m:supHide m:val="on"/>
                          <m:ctrlPr>
                            <a:rPr lang="en-IN" sz="2800" b="0" i="1" dirty="0" smtClean="0">
                              <a:solidFill>
                                <a:srgbClr val="002060"/>
                              </a:solidFill>
                              <a:latin typeface="Cambria Math" panose="02040503050406030204" pitchFamily="18" charset="0"/>
                            </a:rPr>
                          </m:ctrlPr>
                        </m:naryPr>
                        <m:sub>
                          <m:r>
                            <m:rPr>
                              <m:sty m:val="p"/>
                              <m:brk m:alnAt="7"/>
                            </m:rPr>
                            <a:rPr lang="en-IN" sz="2800" b="0" i="0" dirty="0" smtClean="0">
                              <a:solidFill>
                                <a:srgbClr val="002060"/>
                              </a:solidFill>
                              <a:latin typeface="Cambria Math" panose="02040503050406030204" pitchFamily="18" charset="0"/>
                            </a:rPr>
                            <m:t>x</m:t>
                          </m:r>
                          <m:r>
                            <a:rPr lang="en-IN" sz="2800" i="0" dirty="0">
                              <a:solidFill>
                                <a:srgbClr val="002060"/>
                              </a:solidFill>
                              <a:latin typeface="Cambria Math" panose="02040503050406030204" pitchFamily="18" charset="0"/>
                            </a:rPr>
                            <m:t> ∈ </m:t>
                          </m:r>
                          <m:r>
                            <m:rPr>
                              <m:sty m:val="p"/>
                            </m:rPr>
                            <a:rPr lang="en-IN" sz="2800" i="0" dirty="0">
                              <a:solidFill>
                                <a:srgbClr val="002060"/>
                              </a:solidFill>
                              <a:latin typeface="Cambria Math" panose="02040503050406030204" pitchFamily="18" charset="0"/>
                            </a:rPr>
                            <m:t>X</m:t>
                          </m:r>
                        </m:sub>
                        <m:sup/>
                        <m:e>
                          <m:r>
                            <m:rPr>
                              <m:sty m:val="p"/>
                            </m:rPr>
                            <a:rPr lang="en-IN" sz="2800" b="0" i="0" dirty="0" smtClean="0">
                              <a:solidFill>
                                <a:srgbClr val="002060"/>
                              </a:solidFill>
                              <a:latin typeface="Cambria Math" panose="02040503050406030204" pitchFamily="18" charset="0"/>
                            </a:rPr>
                            <m:t>x</m:t>
                          </m:r>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oMath>
                  </m:oMathPara>
                </a14:m>
                <a:endParaRPr lang="en-IN" sz="2800" dirty="0">
                  <a:solidFill>
                    <a:srgbClr val="002060"/>
                  </a:solidFill>
                  <a:latin typeface="+mj-lt"/>
                </a:endParaRPr>
              </a:p>
            </p:txBody>
          </p:sp>
        </mc:Choice>
        <mc:Fallback xmlns="">
          <p:sp>
            <p:nvSpPr>
              <p:cNvPr id="30" name="TextBox 29">
                <a:extLst>
                  <a:ext uri="{FF2B5EF4-FFF2-40B4-BE49-F238E27FC236}">
                    <a16:creationId xmlns:a16="http://schemas.microsoft.com/office/drawing/2014/main" id="{F0CF47FF-2FC5-4AAE-83DF-9FF438312482}"/>
                  </a:ext>
                </a:extLst>
              </p:cNvPr>
              <p:cNvSpPr txBox="1">
                <a:spLocks noRot="1" noChangeAspect="1" noMove="1" noResize="1" noEditPoints="1" noAdjustHandles="1" noChangeArrowheads="1" noChangeShapeType="1" noTextEdit="1"/>
              </p:cNvSpPr>
              <p:nvPr/>
            </p:nvSpPr>
            <p:spPr>
              <a:xfrm>
                <a:off x="2380393" y="3479843"/>
                <a:ext cx="2762520" cy="1137876"/>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0F6C8F9E-ADDA-4C0E-A442-11FB39B6B0AC}"/>
                  </a:ext>
                </a:extLst>
              </p:cNvPr>
              <p:cNvSpPr txBox="1"/>
              <p:nvPr/>
            </p:nvSpPr>
            <p:spPr>
              <a:xfrm>
                <a:off x="2380393" y="5918323"/>
                <a:ext cx="107410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i="1" dirty="0" smtClean="0">
                          <a:latin typeface="Cambria Math" panose="02040503050406030204" pitchFamily="18" charset="0"/>
                        </a:rPr>
                        <m:t>=2.8</m:t>
                      </m:r>
                    </m:oMath>
                  </m:oMathPara>
                </a14:m>
                <a:endParaRPr lang="en-IN" dirty="0"/>
              </a:p>
            </p:txBody>
          </p:sp>
        </mc:Choice>
        <mc:Fallback xmlns="">
          <p:sp>
            <p:nvSpPr>
              <p:cNvPr id="31" name="TextBox 30">
                <a:extLst>
                  <a:ext uri="{FF2B5EF4-FFF2-40B4-BE49-F238E27FC236}">
                    <a16:creationId xmlns:a16="http://schemas.microsoft.com/office/drawing/2014/main" id="{0F6C8F9E-ADDA-4C0E-A442-11FB39B6B0AC}"/>
                  </a:ext>
                </a:extLst>
              </p:cNvPr>
              <p:cNvSpPr txBox="1">
                <a:spLocks noRot="1" noChangeAspect="1" noMove="1" noResize="1" noEditPoints="1" noAdjustHandles="1" noChangeArrowheads="1" noChangeShapeType="1" noTextEdit="1"/>
              </p:cNvSpPr>
              <p:nvPr/>
            </p:nvSpPr>
            <p:spPr>
              <a:xfrm>
                <a:off x="2380393" y="5918323"/>
                <a:ext cx="1074104" cy="523220"/>
              </a:xfrm>
              <a:prstGeom prst="rect">
                <a:avLst/>
              </a:prstGeom>
              <a:blipFill>
                <a:blip r:embed="rId1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990365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5" grpId="0"/>
      <p:bldP spid="18" grpId="0"/>
      <p:bldP spid="22" grpId="0"/>
      <p:bldP spid="30" grpId="0"/>
      <p:bldP spid="31" grpId="0"/>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6 ⇝ Example 1 (</a:t>
            </a:r>
            <a:r>
              <a:rPr lang="en-IN" dirty="0"/>
              <a:t>Continue</a:t>
            </a:r>
            <a:r>
              <a:rPr lang="en-GB" dirty="0"/>
              <a:t>)</a:t>
            </a:r>
            <a:endParaRPr lang="en-US" dirty="0"/>
          </a:p>
        </p:txBody>
      </p:sp>
      <mc:AlternateContent xmlns:mc="http://schemas.openxmlformats.org/markup-compatibility/2006" xmlns:a14="http://schemas.microsoft.com/office/drawing/2010/main">
        <mc:Choice Requires="a14">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nvGraphicFramePr>
            <p:xfrm>
              <a:off x="6743698" y="796570"/>
              <a:ext cx="5382986" cy="893620"/>
            </p:xfrm>
            <a:graphic>
              <a:graphicData uri="http://schemas.openxmlformats.org/drawingml/2006/table">
                <a:tbl>
                  <a:tblPr firstRow="1" bandRow="1">
                    <a:tableStyleId>{E8B1032C-EA38-4F05-BA0D-38AFFFC7BED3}</a:tableStyleId>
                  </a:tblPr>
                  <a:tblGrid>
                    <a:gridCol w="1541098">
                      <a:extLst>
                        <a:ext uri="{9D8B030D-6E8A-4147-A177-3AD203B41FA5}">
                          <a16:colId xmlns:a16="http://schemas.microsoft.com/office/drawing/2014/main" val="2160788424"/>
                        </a:ext>
                      </a:extLst>
                    </a:gridCol>
                    <a:gridCol w="960472">
                      <a:extLst>
                        <a:ext uri="{9D8B030D-6E8A-4147-A177-3AD203B41FA5}">
                          <a16:colId xmlns:a16="http://schemas.microsoft.com/office/drawing/2014/main" val="1291606709"/>
                        </a:ext>
                      </a:extLst>
                    </a:gridCol>
                    <a:gridCol w="960472">
                      <a:extLst>
                        <a:ext uri="{9D8B030D-6E8A-4147-A177-3AD203B41FA5}">
                          <a16:colId xmlns:a16="http://schemas.microsoft.com/office/drawing/2014/main" val="1336429719"/>
                        </a:ext>
                      </a:extLst>
                    </a:gridCol>
                    <a:gridCol w="960472">
                      <a:extLst>
                        <a:ext uri="{9D8B030D-6E8A-4147-A177-3AD203B41FA5}">
                          <a16:colId xmlns:a16="http://schemas.microsoft.com/office/drawing/2014/main" val="2548766450"/>
                        </a:ext>
                      </a:extLst>
                    </a:gridCol>
                    <a:gridCol w="960472">
                      <a:extLst>
                        <a:ext uri="{9D8B030D-6E8A-4147-A177-3AD203B41FA5}">
                          <a16:colId xmlns:a16="http://schemas.microsoft.com/office/drawing/2014/main" val="2208636898"/>
                        </a:ext>
                      </a:extLst>
                    </a:gridCol>
                  </a:tblGrid>
                  <a:tr h="446810">
                    <a:tc>
                      <a:txBody>
                        <a:bodyPr/>
                        <a:lstStyle/>
                        <a:p>
                          <a:pPr algn="ctr"/>
                          <a14:m>
                            <m:oMathPara xmlns:m="http://schemas.openxmlformats.org/officeDocument/2006/math">
                              <m:oMathParaPr>
                                <m:jc m:val="centerGroup"/>
                              </m:oMathParaPr>
                              <m:oMath xmlns:m="http://schemas.openxmlformats.org/officeDocument/2006/math">
                                <m:r>
                                  <a:rPr lang="en-IN" sz="2400" b="1" i="0" dirty="0" smtClean="0">
                                    <a:solidFill>
                                      <a:srgbClr val="002060"/>
                                    </a:solidFill>
                                    <a:latin typeface="Cambria Math" panose="02040503050406030204" pitchFamily="18" charset="0"/>
                                    <a:ea typeface="Cambria Math" panose="02040503050406030204" pitchFamily="18" charset="0"/>
                                  </a:rPr>
                                  <m:t>𝐗</m:t>
                                </m:r>
                              </m:oMath>
                            </m:oMathPara>
                          </a14:m>
                          <a:endParaRPr lang="en-IN" sz="2400" b="1" i="0" dirty="0">
                            <a:solidFill>
                              <a:srgbClr val="002060"/>
                            </a:solidFill>
                            <a:latin typeface="Cambria Math" panose="02040503050406030204" pitchFamily="18" charset="0"/>
                            <a:ea typeface="Cambria Math" panose="02040503050406030204" pitchFamily="18" charset="0"/>
                          </a:endParaRPr>
                        </a:p>
                      </a:txBody>
                      <a:tcPr marL="75660" marR="75660" marT="37830" marB="3783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1</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3</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4</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715006325"/>
                      </a:ext>
                    </a:extLst>
                  </a:tr>
                  <a:tr h="446810">
                    <a:tc>
                      <a:txBody>
                        <a:bodyPr/>
                        <a:lstStyle/>
                        <a:p>
                          <a:pPr algn="ctr"/>
                          <a14:m>
                            <m:oMathPara xmlns:m="http://schemas.openxmlformats.org/officeDocument/2006/math">
                              <m:oMathParaPr>
                                <m:jc m:val="centerGroup"/>
                              </m:oMathParaPr>
                              <m:oMath xmlns:m="http://schemas.openxmlformats.org/officeDocument/2006/math">
                                <m:r>
                                  <a:rPr lang="en-IN" sz="2400" b="1" i="0" dirty="0" smtClean="0">
                                    <a:solidFill>
                                      <a:srgbClr val="002060"/>
                                    </a:solidFill>
                                    <a:latin typeface="Cambria Math" panose="02040503050406030204" pitchFamily="18" charset="0"/>
                                    <a:ea typeface="Cambria Math" panose="02040503050406030204" pitchFamily="18" charset="0"/>
                                  </a:rPr>
                                  <m:t>𝐏</m:t>
                                </m:r>
                                <m:d>
                                  <m:dPr>
                                    <m:ctrlPr>
                                      <a:rPr lang="en-IN" sz="2400" b="1" i="1" dirty="0" smtClean="0">
                                        <a:solidFill>
                                          <a:srgbClr val="002060"/>
                                        </a:solidFill>
                                        <a:latin typeface="Cambria Math" panose="02040503050406030204" pitchFamily="18" charset="0"/>
                                        <a:ea typeface="Cambria Math" panose="02040503050406030204" pitchFamily="18" charset="0"/>
                                      </a:rPr>
                                    </m:ctrlPr>
                                  </m:dPr>
                                  <m:e>
                                    <m:r>
                                      <a:rPr lang="en-IN" sz="2400" b="1" i="0" dirty="0" smtClean="0">
                                        <a:solidFill>
                                          <a:srgbClr val="002060"/>
                                        </a:solidFill>
                                        <a:latin typeface="Cambria Math" panose="02040503050406030204" pitchFamily="18" charset="0"/>
                                        <a:ea typeface="Cambria Math" panose="02040503050406030204" pitchFamily="18" charset="0"/>
                                      </a:rPr>
                                      <m:t>𝐗</m:t>
                                    </m:r>
                                    <m:r>
                                      <a:rPr lang="en-IN" sz="2400" b="1" i="0" dirty="0" smtClean="0">
                                        <a:solidFill>
                                          <a:srgbClr val="002060"/>
                                        </a:solidFill>
                                        <a:latin typeface="Cambria Math" panose="02040503050406030204" pitchFamily="18" charset="0"/>
                                        <a:ea typeface="Cambria Math" panose="02040503050406030204" pitchFamily="18" charset="0"/>
                                      </a:rPr>
                                      <m:t>=</m:t>
                                    </m:r>
                                    <m:r>
                                      <a:rPr lang="en-IN" sz="2400" b="1" i="0" dirty="0" smtClean="0">
                                        <a:solidFill>
                                          <a:srgbClr val="002060"/>
                                        </a:solidFill>
                                        <a:latin typeface="Cambria Math" panose="02040503050406030204" pitchFamily="18" charset="0"/>
                                        <a:ea typeface="Cambria Math" panose="02040503050406030204" pitchFamily="18" charset="0"/>
                                      </a:rPr>
                                      <m:t>𝐱</m:t>
                                    </m:r>
                                  </m:e>
                                </m:d>
                              </m:oMath>
                            </m:oMathPara>
                          </a14:m>
                          <a:endParaRPr lang="en-IN" sz="2400" b="1" i="0" dirty="0">
                            <a:solidFill>
                              <a:srgbClr val="002060"/>
                            </a:solidFill>
                            <a:latin typeface="Cambria Math" panose="02040503050406030204" pitchFamily="18" charset="0"/>
                            <a:ea typeface="Cambria Math" panose="02040503050406030204" pitchFamily="18" charset="0"/>
                          </a:endParaRPr>
                        </a:p>
                      </a:txBody>
                      <a:tcPr marL="75660" marR="75660" marT="37830" marB="3783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4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0.1</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4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0.2</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4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0.5</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4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0.2</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Choice>
        <mc:Fallback xmlns="">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extLst>
                  <p:ext uri="{D42A27DB-BD31-4B8C-83A1-F6EECF244321}">
                    <p14:modId xmlns:p14="http://schemas.microsoft.com/office/powerpoint/2010/main" val="1273073585"/>
                  </p:ext>
                </p:extLst>
              </p:nvPr>
            </p:nvGraphicFramePr>
            <p:xfrm>
              <a:off x="6743698" y="796570"/>
              <a:ext cx="5382986" cy="893620"/>
            </p:xfrm>
            <a:graphic>
              <a:graphicData uri="http://schemas.openxmlformats.org/drawingml/2006/table">
                <a:tbl>
                  <a:tblPr firstRow="1" bandRow="1">
                    <a:tableStyleId>{E8B1032C-EA38-4F05-BA0D-38AFFFC7BED3}</a:tableStyleId>
                  </a:tblPr>
                  <a:tblGrid>
                    <a:gridCol w="1541098">
                      <a:extLst>
                        <a:ext uri="{9D8B030D-6E8A-4147-A177-3AD203B41FA5}">
                          <a16:colId xmlns:a16="http://schemas.microsoft.com/office/drawing/2014/main" val="2160788424"/>
                        </a:ext>
                      </a:extLst>
                    </a:gridCol>
                    <a:gridCol w="960472">
                      <a:extLst>
                        <a:ext uri="{9D8B030D-6E8A-4147-A177-3AD203B41FA5}">
                          <a16:colId xmlns:a16="http://schemas.microsoft.com/office/drawing/2014/main" val="1291606709"/>
                        </a:ext>
                      </a:extLst>
                    </a:gridCol>
                    <a:gridCol w="960472">
                      <a:extLst>
                        <a:ext uri="{9D8B030D-6E8A-4147-A177-3AD203B41FA5}">
                          <a16:colId xmlns:a16="http://schemas.microsoft.com/office/drawing/2014/main" val="1336429719"/>
                        </a:ext>
                      </a:extLst>
                    </a:gridCol>
                    <a:gridCol w="960472">
                      <a:extLst>
                        <a:ext uri="{9D8B030D-6E8A-4147-A177-3AD203B41FA5}">
                          <a16:colId xmlns:a16="http://schemas.microsoft.com/office/drawing/2014/main" val="2548766450"/>
                        </a:ext>
                      </a:extLst>
                    </a:gridCol>
                    <a:gridCol w="960472">
                      <a:extLst>
                        <a:ext uri="{9D8B030D-6E8A-4147-A177-3AD203B41FA5}">
                          <a16:colId xmlns:a16="http://schemas.microsoft.com/office/drawing/2014/main" val="2208636898"/>
                        </a:ext>
                      </a:extLst>
                    </a:gridCol>
                  </a:tblGrid>
                  <a:tr h="446810">
                    <a:tc>
                      <a:txBody>
                        <a:bodyPr/>
                        <a:lstStyle/>
                        <a:p>
                          <a:endParaRPr lang="en-US"/>
                        </a:p>
                      </a:txBody>
                      <a:tcPr marL="75660" marR="75660" marT="37830" marB="3783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95" t="-1351" r="-250198" b="-10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160759" t="-1351" r="-300633" b="-10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260759" t="-1351" r="-200633" b="-10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63057" t="-1351" r="-101911" b="-10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460127" t="-1351" r="-1266" b="-102703"/>
                          </a:stretch>
                        </a:blipFill>
                      </a:tcPr>
                    </a:tc>
                    <a:extLst>
                      <a:ext uri="{0D108BD9-81ED-4DB2-BD59-A6C34878D82A}">
                        <a16:rowId xmlns:a16="http://schemas.microsoft.com/office/drawing/2014/main" val="3715006325"/>
                      </a:ext>
                    </a:extLst>
                  </a:tr>
                  <a:tr h="446810">
                    <a:tc>
                      <a:txBody>
                        <a:bodyPr/>
                        <a:lstStyle/>
                        <a:p>
                          <a:endParaRPr lang="en-US"/>
                        </a:p>
                      </a:txBody>
                      <a:tcPr marL="75660" marR="75660" marT="37830" marB="3783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95" t="-101351" r="-250198" b="-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160759" t="-101351" r="-300633" b="-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260759" t="-101351" r="-200633" b="-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63057" t="-101351" r="-101911" b="-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460127" t="-101351" r="-1266" b="-2703"/>
                          </a:stretch>
                        </a:blipFill>
                      </a:tcPr>
                    </a:tc>
                    <a:extLst>
                      <a:ext uri="{0D108BD9-81ED-4DB2-BD59-A6C34878D82A}">
                        <a16:rowId xmlns:a16="http://schemas.microsoft.com/office/drawing/2014/main" val="499852326"/>
                      </a:ext>
                    </a:extLst>
                  </a:tr>
                </a:tbl>
              </a:graphicData>
            </a:graphic>
          </p:graphicFrame>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006C46E-AE0E-47C0-A40B-C1B55B90AD1D}"/>
                  </a:ext>
                </a:extLst>
              </p:cNvPr>
              <p:cNvSpPr txBox="1"/>
              <p:nvPr/>
            </p:nvSpPr>
            <p:spPr>
              <a:xfrm>
                <a:off x="1594218" y="3706531"/>
                <a:ext cx="83321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rgbClr val="002060"/>
                          </a:solidFill>
                          <a:latin typeface="Cambria Math" panose="02040503050406030204" pitchFamily="18" charset="0"/>
                        </a:rPr>
                        <m:t>V</m:t>
                      </m:r>
                      <m:d>
                        <m:dPr>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X</m:t>
                          </m:r>
                        </m:e>
                      </m:d>
                    </m:oMath>
                  </m:oMathPara>
                </a14:m>
                <a:endParaRPr lang="en-IN" sz="2800" dirty="0">
                  <a:solidFill>
                    <a:srgbClr val="002060"/>
                  </a:solidFill>
                </a:endParaRPr>
              </a:p>
            </p:txBody>
          </p:sp>
        </mc:Choice>
        <mc:Fallback xmlns="">
          <p:sp>
            <p:nvSpPr>
              <p:cNvPr id="9" name="TextBox 8">
                <a:extLst>
                  <a:ext uri="{FF2B5EF4-FFF2-40B4-BE49-F238E27FC236}">
                    <a16:creationId xmlns:a16="http://schemas.microsoft.com/office/drawing/2014/main" id="{F006C46E-AE0E-47C0-A40B-C1B55B90AD1D}"/>
                  </a:ext>
                </a:extLst>
              </p:cNvPr>
              <p:cNvSpPr txBox="1">
                <a:spLocks noRot="1" noChangeAspect="1" noMove="1" noResize="1" noEditPoints="1" noAdjustHandles="1" noChangeArrowheads="1" noChangeShapeType="1" noTextEdit="1"/>
              </p:cNvSpPr>
              <p:nvPr/>
            </p:nvSpPr>
            <p:spPr>
              <a:xfrm>
                <a:off x="1594218" y="3706531"/>
                <a:ext cx="833211"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E26F16E-CA9B-4C2F-B031-92236DB06309}"/>
                  </a:ext>
                </a:extLst>
              </p:cNvPr>
              <p:cNvSpPr txBox="1"/>
              <p:nvPr/>
            </p:nvSpPr>
            <p:spPr>
              <a:xfrm>
                <a:off x="10599993" y="6032977"/>
                <a:ext cx="1831521"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400" dirty="0" smtClean="0">
                          <a:solidFill>
                            <a:srgbClr val="002060"/>
                          </a:solidFill>
                          <a:latin typeface="Cambria Math" panose="02040503050406030204" pitchFamily="18" charset="0"/>
                        </a:rPr>
                        <m:t>V</m:t>
                      </m:r>
                      <m:r>
                        <a:rPr lang="en-GB" sz="2400" dirty="0" smtClean="0">
                          <a:solidFill>
                            <a:srgbClr val="002060"/>
                          </a:solidFill>
                          <a:latin typeface="Cambria Math" panose="02040503050406030204" pitchFamily="18" charset="0"/>
                        </a:rPr>
                        <m:t> </m:t>
                      </m:r>
                      <m:d>
                        <m:dPr>
                          <m:ctrlPr>
                            <a:rPr lang="en-GB" sz="2400" i="1" dirty="0">
                              <a:solidFill>
                                <a:srgbClr val="002060"/>
                              </a:solidFill>
                              <a:latin typeface="Cambria Math" panose="02040503050406030204" pitchFamily="18" charset="0"/>
                            </a:rPr>
                          </m:ctrlPr>
                        </m:dPr>
                        <m:e>
                          <m:r>
                            <a:rPr lang="en-GB" sz="2400" dirty="0">
                              <a:solidFill>
                                <a:srgbClr val="002060"/>
                              </a:solidFill>
                              <a:latin typeface="Cambria Math" panose="02040503050406030204" pitchFamily="18" charset="0"/>
                            </a:rPr>
                            <m:t>3</m:t>
                          </m:r>
                          <m:r>
                            <m:rPr>
                              <m:sty m:val="p"/>
                            </m:rPr>
                            <a:rPr lang="en-GB" sz="2400" dirty="0">
                              <a:solidFill>
                                <a:srgbClr val="002060"/>
                              </a:solidFill>
                              <a:latin typeface="Cambria Math" panose="02040503050406030204" pitchFamily="18" charset="0"/>
                            </a:rPr>
                            <m:t>X</m:t>
                          </m:r>
                          <m:r>
                            <a:rPr lang="en-GB" sz="2400" dirty="0">
                              <a:solidFill>
                                <a:srgbClr val="002060"/>
                              </a:solidFill>
                              <a:latin typeface="Cambria Math" panose="02040503050406030204" pitchFamily="18" charset="0"/>
                            </a:rPr>
                            <m:t>+2</m:t>
                          </m:r>
                        </m:e>
                      </m:d>
                    </m:oMath>
                  </m:oMathPara>
                </a14:m>
                <a:endParaRPr lang="en-IN" sz="2400" dirty="0">
                  <a:solidFill>
                    <a:srgbClr val="002060"/>
                  </a:solidFill>
                </a:endParaRPr>
              </a:p>
            </p:txBody>
          </p:sp>
        </mc:Choice>
        <mc:Fallback xmlns="">
          <p:sp>
            <p:nvSpPr>
              <p:cNvPr id="11" name="TextBox 10">
                <a:extLst>
                  <a:ext uri="{FF2B5EF4-FFF2-40B4-BE49-F238E27FC236}">
                    <a16:creationId xmlns:a16="http://schemas.microsoft.com/office/drawing/2014/main" id="{9E26F16E-CA9B-4C2F-B031-92236DB06309}"/>
                  </a:ext>
                </a:extLst>
              </p:cNvPr>
              <p:cNvSpPr txBox="1">
                <a:spLocks noRot="1" noChangeAspect="1" noMove="1" noResize="1" noEditPoints="1" noAdjustHandles="1" noChangeArrowheads="1" noChangeShapeType="1" noTextEdit="1"/>
              </p:cNvSpPr>
              <p:nvPr/>
            </p:nvSpPr>
            <p:spPr>
              <a:xfrm>
                <a:off x="10599993" y="6032977"/>
                <a:ext cx="1831521" cy="461665"/>
              </a:xfrm>
              <a:prstGeom prst="rect">
                <a:avLst/>
              </a:prstGeom>
              <a:blipFill>
                <a:blip r:embed="rId5"/>
                <a:stretch>
                  <a:fillRect l="-1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2C146F1-724B-44F0-A3C1-73E6A84E2695}"/>
                  </a:ext>
                </a:extLst>
              </p:cNvPr>
              <p:cNvSpPr txBox="1"/>
              <p:nvPr/>
            </p:nvSpPr>
            <p:spPr>
              <a:xfrm>
                <a:off x="2523268" y="2036228"/>
                <a:ext cx="7484332" cy="630942"/>
              </a:xfrm>
              <a:prstGeom prst="rect">
                <a:avLst/>
              </a:prstGeom>
              <a:noFill/>
            </p:spPr>
            <p:txBody>
              <a:bodyPr wrap="square">
                <a:spAutoFit/>
              </a:bodyPr>
              <a:lstStyle/>
              <a:p>
                <a:pPr>
                  <a:lnSpc>
                    <a:spcPct val="125000"/>
                  </a:lnSpc>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sSup>
                        <m:sSupPr>
                          <m:ctrlPr>
                            <a:rPr lang="en-IN" sz="2800" b="0" i="1" dirty="0" smtClean="0">
                              <a:solidFill>
                                <a:srgbClr val="002060"/>
                              </a:solidFill>
                              <a:latin typeface="Cambria Math" panose="02040503050406030204" pitchFamily="18" charset="0"/>
                            </a:rPr>
                          </m:ctrlPr>
                        </m:sSupPr>
                        <m:e>
                          <m:r>
                            <a:rPr lang="en-IN" sz="2800" i="0" dirty="0" smtClean="0">
                              <a:solidFill>
                                <a:srgbClr val="002060"/>
                              </a:solidFill>
                              <a:latin typeface="Cambria Math" panose="02040503050406030204" pitchFamily="18" charset="0"/>
                            </a:rPr>
                            <m:t>1</m:t>
                          </m:r>
                        </m:e>
                        <m:sup>
                          <m:r>
                            <a:rPr lang="en-IN" sz="2800" b="0" i="1" dirty="0" smtClean="0">
                              <a:solidFill>
                                <a:srgbClr val="002060"/>
                              </a:solidFill>
                              <a:latin typeface="Cambria Math" panose="02040503050406030204" pitchFamily="18" charset="0"/>
                            </a:rPr>
                            <m:t>2</m:t>
                          </m:r>
                        </m:sup>
                      </m:sSup>
                      <m:r>
                        <a:rPr lang="en-IN" sz="2800" i="0" dirty="0" smtClean="0">
                          <a:solidFill>
                            <a:srgbClr val="002060"/>
                          </a:solidFill>
                          <a:latin typeface="Cambria Math" panose="02040503050406030204" pitchFamily="18" charset="0"/>
                        </a:rPr>
                        <m:t>⋅0.1)+(</m:t>
                      </m:r>
                      <m:sSup>
                        <m:sSupPr>
                          <m:ctrlPr>
                            <a:rPr lang="en-IN" sz="2800" b="0" i="1" dirty="0" smtClean="0">
                              <a:solidFill>
                                <a:srgbClr val="002060"/>
                              </a:solidFill>
                              <a:latin typeface="Cambria Math" panose="02040503050406030204" pitchFamily="18" charset="0"/>
                            </a:rPr>
                          </m:ctrlPr>
                        </m:sSupPr>
                        <m:e>
                          <m:r>
                            <a:rPr lang="en-IN" sz="2800" i="0" dirty="0" smtClean="0">
                              <a:solidFill>
                                <a:srgbClr val="002060"/>
                              </a:solidFill>
                              <a:latin typeface="Cambria Math" panose="02040503050406030204" pitchFamily="18" charset="0"/>
                            </a:rPr>
                            <m:t>2</m:t>
                          </m:r>
                        </m:e>
                        <m:sup>
                          <m:r>
                            <a:rPr lang="en-IN" sz="2800" b="0" i="0" dirty="0" smtClean="0">
                              <a:solidFill>
                                <a:srgbClr val="002060"/>
                              </a:solidFill>
                              <a:latin typeface="Cambria Math" panose="02040503050406030204" pitchFamily="18" charset="0"/>
                            </a:rPr>
                            <m:t>2</m:t>
                          </m:r>
                        </m:sup>
                      </m:sSup>
                      <m:r>
                        <a:rPr lang="en-IN" sz="2800" i="0" dirty="0" smtClean="0">
                          <a:solidFill>
                            <a:srgbClr val="002060"/>
                          </a:solidFill>
                          <a:latin typeface="Cambria Math" panose="02040503050406030204" pitchFamily="18" charset="0"/>
                        </a:rPr>
                        <m:t>⋅0.2)+(</m:t>
                      </m:r>
                      <m:sSup>
                        <m:sSupPr>
                          <m:ctrlPr>
                            <a:rPr lang="en-IN" sz="2800" b="0" i="1" dirty="0" smtClean="0">
                              <a:solidFill>
                                <a:srgbClr val="002060"/>
                              </a:solidFill>
                              <a:latin typeface="Cambria Math" panose="02040503050406030204" pitchFamily="18" charset="0"/>
                            </a:rPr>
                          </m:ctrlPr>
                        </m:sSupPr>
                        <m:e>
                          <m:r>
                            <a:rPr lang="en-IN" sz="2800" i="0" dirty="0" smtClean="0">
                              <a:solidFill>
                                <a:srgbClr val="002060"/>
                              </a:solidFill>
                              <a:latin typeface="Cambria Math" panose="02040503050406030204" pitchFamily="18" charset="0"/>
                            </a:rPr>
                            <m:t>3</m:t>
                          </m:r>
                        </m:e>
                        <m:sup>
                          <m:r>
                            <a:rPr lang="en-IN" sz="2800" b="0" i="0" dirty="0" smtClean="0">
                              <a:solidFill>
                                <a:srgbClr val="002060"/>
                              </a:solidFill>
                              <a:latin typeface="Cambria Math" panose="02040503050406030204" pitchFamily="18" charset="0"/>
                            </a:rPr>
                            <m:t>2</m:t>
                          </m:r>
                        </m:sup>
                      </m:sSup>
                      <m:r>
                        <a:rPr lang="en-IN" sz="2800" i="0" dirty="0" smtClean="0">
                          <a:solidFill>
                            <a:srgbClr val="002060"/>
                          </a:solidFill>
                          <a:latin typeface="Cambria Math" panose="02040503050406030204" pitchFamily="18" charset="0"/>
                        </a:rPr>
                        <m:t>⋅0.5)+</m:t>
                      </m:r>
                      <m:d>
                        <m:dPr>
                          <m:ctrlPr>
                            <a:rPr lang="en-IN" sz="2800" i="1" dirty="0" smtClean="0">
                              <a:solidFill>
                                <a:srgbClr val="002060"/>
                              </a:solidFill>
                              <a:latin typeface="Cambria Math" panose="02040503050406030204" pitchFamily="18" charset="0"/>
                            </a:rPr>
                          </m:ctrlPr>
                        </m:dPr>
                        <m:e>
                          <m:sSup>
                            <m:sSupPr>
                              <m:ctrlPr>
                                <a:rPr lang="en-IN" sz="2800" b="0" i="1" dirty="0" smtClean="0">
                                  <a:solidFill>
                                    <a:srgbClr val="002060"/>
                                  </a:solidFill>
                                  <a:latin typeface="Cambria Math" panose="02040503050406030204" pitchFamily="18" charset="0"/>
                                </a:rPr>
                              </m:ctrlPr>
                            </m:sSupPr>
                            <m:e>
                              <m:r>
                                <a:rPr lang="en-IN" sz="2800" i="0" dirty="0" smtClean="0">
                                  <a:solidFill>
                                    <a:srgbClr val="002060"/>
                                  </a:solidFill>
                                  <a:latin typeface="Cambria Math" panose="02040503050406030204" pitchFamily="18" charset="0"/>
                                </a:rPr>
                                <m:t>4</m:t>
                              </m:r>
                            </m:e>
                            <m:sup>
                              <m:r>
                                <a:rPr lang="en-IN" sz="2800" b="0" i="0" dirty="0" smtClean="0">
                                  <a:solidFill>
                                    <a:srgbClr val="002060"/>
                                  </a:solidFill>
                                  <a:latin typeface="Cambria Math" panose="02040503050406030204" pitchFamily="18" charset="0"/>
                                </a:rPr>
                                <m:t>2</m:t>
                              </m:r>
                            </m:sup>
                          </m:sSup>
                          <m:r>
                            <a:rPr lang="en-IN" sz="2800" i="0" dirty="0" smtClean="0">
                              <a:solidFill>
                                <a:srgbClr val="002060"/>
                              </a:solidFill>
                              <a:latin typeface="Cambria Math" panose="02040503050406030204" pitchFamily="18" charset="0"/>
                            </a:rPr>
                            <m:t>⋅0.2</m:t>
                          </m:r>
                        </m:e>
                      </m:d>
                    </m:oMath>
                  </m:oMathPara>
                </a14:m>
                <a:endParaRPr lang="en-IN" sz="2800" dirty="0">
                  <a:solidFill>
                    <a:srgbClr val="002060"/>
                  </a:solidFill>
                  <a:latin typeface="+mj-lt"/>
                </a:endParaRPr>
              </a:p>
            </p:txBody>
          </p:sp>
        </mc:Choice>
        <mc:Fallback xmlns="">
          <p:sp>
            <p:nvSpPr>
              <p:cNvPr id="18" name="TextBox 17">
                <a:extLst>
                  <a:ext uri="{FF2B5EF4-FFF2-40B4-BE49-F238E27FC236}">
                    <a16:creationId xmlns:a16="http://schemas.microsoft.com/office/drawing/2014/main" id="{52C146F1-724B-44F0-A3C1-73E6A84E2695}"/>
                  </a:ext>
                </a:extLst>
              </p:cNvPr>
              <p:cNvSpPr txBox="1">
                <a:spLocks noRot="1" noChangeAspect="1" noMove="1" noResize="1" noEditPoints="1" noAdjustHandles="1" noChangeArrowheads="1" noChangeShapeType="1" noTextEdit="1"/>
              </p:cNvSpPr>
              <p:nvPr/>
            </p:nvSpPr>
            <p:spPr>
              <a:xfrm>
                <a:off x="2523268" y="2036228"/>
                <a:ext cx="7484332" cy="630942"/>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9F7F1D6-6A85-4F68-A8B6-8F9A263090E0}"/>
                  </a:ext>
                </a:extLst>
              </p:cNvPr>
              <p:cNvSpPr txBox="1"/>
              <p:nvPr/>
            </p:nvSpPr>
            <p:spPr>
              <a:xfrm>
                <a:off x="2523268" y="2834870"/>
                <a:ext cx="1172432"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i="1" dirty="0" smtClean="0">
                          <a:latin typeface="Cambria Math" panose="02040503050406030204" pitchFamily="18" charset="0"/>
                        </a:rPr>
                        <m:t>=8.6</m:t>
                      </m:r>
                    </m:oMath>
                  </m:oMathPara>
                </a14:m>
                <a:endParaRPr lang="en-IN" dirty="0"/>
              </a:p>
            </p:txBody>
          </p:sp>
        </mc:Choice>
        <mc:Fallback xmlns="">
          <p:sp>
            <p:nvSpPr>
              <p:cNvPr id="22" name="TextBox 21">
                <a:extLst>
                  <a:ext uri="{FF2B5EF4-FFF2-40B4-BE49-F238E27FC236}">
                    <a16:creationId xmlns:a16="http://schemas.microsoft.com/office/drawing/2014/main" id="{79F7F1D6-6A85-4F68-A8B6-8F9A263090E0}"/>
                  </a:ext>
                </a:extLst>
              </p:cNvPr>
              <p:cNvSpPr txBox="1">
                <a:spLocks noRot="1" noChangeAspect="1" noMove="1" noResize="1" noEditPoints="1" noAdjustHandles="1" noChangeArrowheads="1" noChangeShapeType="1" noTextEdit="1"/>
              </p:cNvSpPr>
              <p:nvPr/>
            </p:nvSpPr>
            <p:spPr>
              <a:xfrm>
                <a:off x="2523268" y="2834870"/>
                <a:ext cx="1172432"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FF8D59A-59E4-4F5C-B13C-62F17751B5DA}"/>
                  </a:ext>
                </a:extLst>
              </p:cNvPr>
              <p:cNvSpPr txBox="1"/>
              <p:nvPr/>
            </p:nvSpPr>
            <p:spPr>
              <a:xfrm>
                <a:off x="1592007" y="5864746"/>
                <a:ext cx="86477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l-GR" sz="2800" dirty="0" smtClean="0">
                          <a:solidFill>
                            <a:srgbClr val="002060"/>
                          </a:solidFill>
                          <a:latin typeface="Cambria Math" panose="02040503050406030204" pitchFamily="18" charset="0"/>
                        </a:rPr>
                        <m:t>σ</m:t>
                      </m:r>
                      <m:d>
                        <m:dPr>
                          <m:ctrlPr>
                            <a:rPr lang="el-GR"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X</m:t>
                          </m:r>
                        </m:e>
                      </m:d>
                    </m:oMath>
                  </m:oMathPara>
                </a14:m>
                <a:endParaRPr lang="en-IN" sz="2800" dirty="0">
                  <a:solidFill>
                    <a:srgbClr val="002060"/>
                  </a:solidFill>
                </a:endParaRPr>
              </a:p>
            </p:txBody>
          </p:sp>
        </mc:Choice>
        <mc:Fallback xmlns="">
          <p:sp>
            <p:nvSpPr>
              <p:cNvPr id="27" name="TextBox 26">
                <a:extLst>
                  <a:ext uri="{FF2B5EF4-FFF2-40B4-BE49-F238E27FC236}">
                    <a16:creationId xmlns:a16="http://schemas.microsoft.com/office/drawing/2014/main" id="{CFF8D59A-59E4-4F5C-B13C-62F17751B5DA}"/>
                  </a:ext>
                </a:extLst>
              </p:cNvPr>
              <p:cNvSpPr txBox="1">
                <a:spLocks noRot="1" noChangeAspect="1" noMove="1" noResize="1" noEditPoints="1" noAdjustHandles="1" noChangeArrowheads="1" noChangeShapeType="1" noTextEdit="1"/>
              </p:cNvSpPr>
              <p:nvPr/>
            </p:nvSpPr>
            <p:spPr>
              <a:xfrm>
                <a:off x="1592007" y="5864746"/>
                <a:ext cx="864777"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1B88C12-C5B2-44D4-95E1-5BC3719D656B}"/>
                  </a:ext>
                </a:extLst>
              </p:cNvPr>
              <p:cNvSpPr txBox="1"/>
              <p:nvPr/>
            </p:nvSpPr>
            <p:spPr>
              <a:xfrm>
                <a:off x="10669212" y="5615487"/>
                <a:ext cx="1731822"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400" dirty="0" smtClean="0">
                          <a:solidFill>
                            <a:srgbClr val="002060"/>
                          </a:solidFill>
                          <a:latin typeface="Cambria Math" panose="02040503050406030204" pitchFamily="18" charset="0"/>
                        </a:rPr>
                        <m:t>E</m:t>
                      </m:r>
                      <m:d>
                        <m:dPr>
                          <m:ctrlPr>
                            <a:rPr lang="en-GB" sz="2400" i="1" dirty="0">
                              <a:solidFill>
                                <a:srgbClr val="002060"/>
                              </a:solidFill>
                              <a:latin typeface="Cambria Math" panose="02040503050406030204" pitchFamily="18" charset="0"/>
                            </a:rPr>
                          </m:ctrlPr>
                        </m:dPr>
                        <m:e>
                          <m:r>
                            <a:rPr lang="en-GB" sz="2400" dirty="0">
                              <a:solidFill>
                                <a:srgbClr val="002060"/>
                              </a:solidFill>
                              <a:latin typeface="Cambria Math" panose="02040503050406030204" pitchFamily="18" charset="0"/>
                            </a:rPr>
                            <m:t>3</m:t>
                          </m:r>
                          <m:r>
                            <m:rPr>
                              <m:sty m:val="p"/>
                            </m:rPr>
                            <a:rPr lang="en-GB" sz="2400" dirty="0">
                              <a:solidFill>
                                <a:srgbClr val="002060"/>
                              </a:solidFill>
                              <a:latin typeface="Cambria Math" panose="02040503050406030204" pitchFamily="18" charset="0"/>
                            </a:rPr>
                            <m:t>X</m:t>
                          </m:r>
                          <m:r>
                            <a:rPr lang="en-GB" sz="2400" dirty="0">
                              <a:solidFill>
                                <a:srgbClr val="002060"/>
                              </a:solidFill>
                              <a:latin typeface="Cambria Math" panose="02040503050406030204" pitchFamily="18" charset="0"/>
                            </a:rPr>
                            <m:t>+2</m:t>
                          </m:r>
                        </m:e>
                      </m:d>
                    </m:oMath>
                  </m:oMathPara>
                </a14:m>
                <a:endParaRPr lang="en-IN" sz="2400" dirty="0">
                  <a:solidFill>
                    <a:srgbClr val="002060"/>
                  </a:solidFill>
                </a:endParaRPr>
              </a:p>
            </p:txBody>
          </p:sp>
        </mc:Choice>
        <mc:Fallback xmlns="">
          <p:sp>
            <p:nvSpPr>
              <p:cNvPr id="28" name="TextBox 27">
                <a:extLst>
                  <a:ext uri="{FF2B5EF4-FFF2-40B4-BE49-F238E27FC236}">
                    <a16:creationId xmlns:a16="http://schemas.microsoft.com/office/drawing/2014/main" id="{11B88C12-C5B2-44D4-95E1-5BC3719D656B}"/>
                  </a:ext>
                </a:extLst>
              </p:cNvPr>
              <p:cNvSpPr txBox="1">
                <a:spLocks noRot="1" noChangeAspect="1" noMove="1" noResize="1" noEditPoints="1" noAdjustHandles="1" noChangeArrowheads="1" noChangeShapeType="1" noTextEdit="1"/>
              </p:cNvSpPr>
              <p:nvPr/>
            </p:nvSpPr>
            <p:spPr>
              <a:xfrm>
                <a:off x="10669212" y="5615487"/>
                <a:ext cx="1731822" cy="461665"/>
              </a:xfrm>
              <a:prstGeom prst="rect">
                <a:avLst/>
              </a:prstGeom>
              <a:blipFill>
                <a:blip r:embed="rId9"/>
                <a:stretch>
                  <a:fillRect l="-70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6A098E7-9827-47BD-B77A-1477B1D3EE29}"/>
                  </a:ext>
                </a:extLst>
              </p:cNvPr>
              <p:cNvSpPr txBox="1"/>
              <p:nvPr/>
            </p:nvSpPr>
            <p:spPr>
              <a:xfrm>
                <a:off x="1576712" y="991707"/>
                <a:ext cx="10221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E</m:t>
                      </m:r>
                      <m:d>
                        <m:dPr>
                          <m:ctrlPr>
                            <a:rPr lang="en-IN" sz="2800" b="0" i="1" dirty="0" smtClean="0">
                              <a:solidFill>
                                <a:srgbClr val="002060"/>
                              </a:solidFill>
                              <a:latin typeface="Cambria Math" panose="02040503050406030204" pitchFamily="18" charset="0"/>
                            </a:rPr>
                          </m:ctrlPr>
                        </m:dPr>
                        <m:e>
                          <m:sSup>
                            <m:sSupPr>
                              <m:ctrlPr>
                                <a:rPr lang="en-IN" sz="2800" b="0" i="1" dirty="0" smtClean="0">
                                  <a:solidFill>
                                    <a:srgbClr val="002060"/>
                                  </a:solidFill>
                                  <a:latin typeface="Cambria Math" panose="02040503050406030204" pitchFamily="18" charset="0"/>
                                </a:rPr>
                              </m:ctrlPr>
                            </m:sSupPr>
                            <m:e>
                              <m:r>
                                <m:rPr>
                                  <m:sty m:val="p"/>
                                </m:rPr>
                                <a:rPr lang="en-IN" sz="2800" b="0" i="0" dirty="0" smtClean="0">
                                  <a:solidFill>
                                    <a:srgbClr val="002060"/>
                                  </a:solidFill>
                                  <a:latin typeface="Cambria Math" panose="02040503050406030204" pitchFamily="18" charset="0"/>
                                </a:rPr>
                                <m:t>X</m:t>
                              </m:r>
                            </m:e>
                            <m:sup>
                              <m:r>
                                <a:rPr lang="en-IN" sz="2800" b="0" i="1" dirty="0" smtClean="0">
                                  <a:solidFill>
                                    <a:srgbClr val="002060"/>
                                  </a:solidFill>
                                  <a:latin typeface="Cambria Math" panose="02040503050406030204" pitchFamily="18" charset="0"/>
                                </a:rPr>
                                <m:t>2</m:t>
                              </m:r>
                            </m:sup>
                          </m:sSup>
                        </m:e>
                      </m:d>
                    </m:oMath>
                  </m:oMathPara>
                </a14:m>
                <a:endParaRPr lang="en-IN" sz="2800" dirty="0">
                  <a:solidFill>
                    <a:srgbClr val="002060"/>
                  </a:solidFill>
                  <a:latin typeface="+mj-lt"/>
                </a:endParaRPr>
              </a:p>
            </p:txBody>
          </p:sp>
        </mc:Choice>
        <mc:Fallback xmlns="">
          <p:sp>
            <p:nvSpPr>
              <p:cNvPr id="16" name="TextBox 15">
                <a:extLst>
                  <a:ext uri="{FF2B5EF4-FFF2-40B4-BE49-F238E27FC236}">
                    <a16:creationId xmlns:a16="http://schemas.microsoft.com/office/drawing/2014/main" id="{46A098E7-9827-47BD-B77A-1477B1D3EE29}"/>
                  </a:ext>
                </a:extLst>
              </p:cNvPr>
              <p:cNvSpPr txBox="1">
                <a:spLocks noRot="1" noChangeAspect="1" noMove="1" noResize="1" noEditPoints="1" noAdjustHandles="1" noChangeArrowheads="1" noChangeShapeType="1" noTextEdit="1"/>
              </p:cNvSpPr>
              <p:nvPr/>
            </p:nvSpPr>
            <p:spPr>
              <a:xfrm>
                <a:off x="1576712" y="991707"/>
                <a:ext cx="1022167"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9F1E231-0317-46F4-8B38-2B3E0032BAAB}"/>
                  </a:ext>
                </a:extLst>
              </p:cNvPr>
              <p:cNvSpPr txBox="1"/>
              <p:nvPr/>
            </p:nvSpPr>
            <p:spPr>
              <a:xfrm>
                <a:off x="2523268" y="753841"/>
                <a:ext cx="2762520" cy="113787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chr m:val="∑"/>
                          <m:supHide m:val="on"/>
                          <m:ctrlPr>
                            <a:rPr lang="en-IN" sz="2800" b="0" i="1" dirty="0" smtClean="0">
                              <a:solidFill>
                                <a:srgbClr val="002060"/>
                              </a:solidFill>
                              <a:latin typeface="Cambria Math" panose="02040503050406030204" pitchFamily="18" charset="0"/>
                            </a:rPr>
                          </m:ctrlPr>
                        </m:naryPr>
                        <m:sub>
                          <m:r>
                            <m:rPr>
                              <m:sty m:val="p"/>
                              <m:brk m:alnAt="7"/>
                            </m:rPr>
                            <a:rPr lang="en-IN" sz="2800" b="0" i="0" dirty="0" smtClean="0">
                              <a:solidFill>
                                <a:srgbClr val="002060"/>
                              </a:solidFill>
                              <a:latin typeface="Cambria Math" panose="02040503050406030204" pitchFamily="18" charset="0"/>
                            </a:rPr>
                            <m:t>x</m:t>
                          </m:r>
                          <m:r>
                            <a:rPr lang="en-IN" sz="2800" i="0" dirty="0">
                              <a:solidFill>
                                <a:srgbClr val="002060"/>
                              </a:solidFill>
                              <a:latin typeface="Cambria Math" panose="02040503050406030204" pitchFamily="18" charset="0"/>
                            </a:rPr>
                            <m:t> ∈ </m:t>
                          </m:r>
                          <m:r>
                            <m:rPr>
                              <m:sty m:val="p"/>
                            </m:rPr>
                            <a:rPr lang="en-IN" sz="2800" i="0" dirty="0">
                              <a:solidFill>
                                <a:srgbClr val="002060"/>
                              </a:solidFill>
                              <a:latin typeface="Cambria Math" panose="02040503050406030204" pitchFamily="18" charset="0"/>
                            </a:rPr>
                            <m:t>X</m:t>
                          </m:r>
                        </m:sub>
                        <m:sup/>
                        <m:e>
                          <m:sSup>
                            <m:sSupPr>
                              <m:ctrlPr>
                                <a:rPr lang="en-IN" sz="2800" b="0" i="1" dirty="0" smtClean="0">
                                  <a:solidFill>
                                    <a:srgbClr val="002060"/>
                                  </a:solidFill>
                                  <a:latin typeface="Cambria Math" panose="02040503050406030204" pitchFamily="18" charset="0"/>
                                </a:rPr>
                              </m:ctrlPr>
                            </m:sSupPr>
                            <m:e>
                              <m:r>
                                <m:rPr>
                                  <m:sty m:val="p"/>
                                </m:rPr>
                                <a:rPr lang="en-IN" sz="2800" b="0" i="0" dirty="0" smtClean="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2</m:t>
                              </m:r>
                            </m:sup>
                          </m:sSup>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oMath>
                  </m:oMathPara>
                </a14:m>
                <a:endParaRPr lang="en-IN" sz="2800" dirty="0">
                  <a:solidFill>
                    <a:srgbClr val="002060"/>
                  </a:solidFill>
                  <a:latin typeface="+mj-lt"/>
                </a:endParaRPr>
              </a:p>
            </p:txBody>
          </p:sp>
        </mc:Choice>
        <mc:Fallback xmlns="">
          <p:sp>
            <p:nvSpPr>
              <p:cNvPr id="17" name="TextBox 16">
                <a:extLst>
                  <a:ext uri="{FF2B5EF4-FFF2-40B4-BE49-F238E27FC236}">
                    <a16:creationId xmlns:a16="http://schemas.microsoft.com/office/drawing/2014/main" id="{29F1E231-0317-46F4-8B38-2B3E0032BAAB}"/>
                  </a:ext>
                </a:extLst>
              </p:cNvPr>
              <p:cNvSpPr txBox="1">
                <a:spLocks noRot="1" noChangeAspect="1" noMove="1" noResize="1" noEditPoints="1" noAdjustHandles="1" noChangeArrowheads="1" noChangeShapeType="1" noTextEdit="1"/>
              </p:cNvSpPr>
              <p:nvPr/>
            </p:nvSpPr>
            <p:spPr>
              <a:xfrm>
                <a:off x="2523268" y="753841"/>
                <a:ext cx="2762520" cy="1137876"/>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5629BEC-F0EB-44B8-BC8B-F72BB5B4B723}"/>
                  </a:ext>
                </a:extLst>
              </p:cNvPr>
              <p:cNvSpPr txBox="1"/>
              <p:nvPr/>
            </p:nvSpPr>
            <p:spPr>
              <a:xfrm>
                <a:off x="2389475" y="3706531"/>
                <a:ext cx="3261810"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sSup>
                            <m:sSupPr>
                              <m:ctrlPr>
                                <a:rPr lang="en-IN" i="1" dirty="0" smtClean="0">
                                  <a:latin typeface="Cambria Math" panose="02040503050406030204" pitchFamily="18" charset="0"/>
                                </a:rPr>
                              </m:ctrlPr>
                            </m:sSupPr>
                            <m:e>
                              <m:r>
                                <m:rPr>
                                  <m:sty m:val="p"/>
                                </m:rPr>
                                <a:rPr lang="en-IN" i="0" dirty="0" smtClean="0">
                                  <a:latin typeface="Cambria Math" panose="02040503050406030204" pitchFamily="18" charset="0"/>
                                </a:rPr>
                                <m:t>X</m:t>
                              </m:r>
                            </m:e>
                            <m:sup>
                              <m:r>
                                <a:rPr lang="en-IN" i="0" dirty="0" smtClean="0">
                                  <a:latin typeface="Cambria Math" panose="02040503050406030204" pitchFamily="18" charset="0"/>
                                </a:rPr>
                                <m:t>2</m:t>
                              </m:r>
                            </m:sup>
                          </m:sSup>
                        </m:e>
                      </m:d>
                      <m:r>
                        <a:rPr lang="en-IN" i="0" dirty="0" smtClean="0">
                          <a:latin typeface="Cambria Math" panose="02040503050406030204" pitchFamily="18" charset="0"/>
                        </a:rPr>
                        <m:t>−</m:t>
                      </m:r>
                      <m:sSup>
                        <m:sSupPr>
                          <m:ctrlPr>
                            <a:rPr lang="en-IN" i="1" dirty="0">
                              <a:latin typeface="Cambria Math" panose="02040503050406030204" pitchFamily="18" charset="0"/>
                            </a:rPr>
                          </m:ctrlPr>
                        </m:sSupPr>
                        <m:e>
                          <m:d>
                            <m:dPr>
                              <m:begChr m:val="["/>
                              <m:endChr m:val="]"/>
                              <m:ctrlPr>
                                <a:rPr lang="en-IN" i="1" dirty="0">
                                  <a:latin typeface="Cambria Math" panose="02040503050406030204" pitchFamily="18" charset="0"/>
                                </a:rPr>
                              </m:ctrlPr>
                            </m:dPr>
                            <m:e>
                              <m:r>
                                <m:rPr>
                                  <m:sty m:val="p"/>
                                </m:rPr>
                                <a:rPr lang="en-IN" i="0" dirty="0">
                                  <a:latin typeface="Cambria Math" panose="02040503050406030204" pitchFamily="18" charset="0"/>
                                </a:rPr>
                                <m:t>E</m:t>
                              </m:r>
                              <m:d>
                                <m:dPr>
                                  <m:ctrlPr>
                                    <a:rPr lang="en-IN" i="1" dirty="0">
                                      <a:latin typeface="Cambria Math" panose="02040503050406030204" pitchFamily="18" charset="0"/>
                                    </a:rPr>
                                  </m:ctrlPr>
                                </m:dPr>
                                <m:e>
                                  <m:r>
                                    <m:rPr>
                                      <m:sty m:val="p"/>
                                    </m:rPr>
                                    <a:rPr lang="en-IN" i="0" dirty="0">
                                      <a:latin typeface="Cambria Math" panose="02040503050406030204" pitchFamily="18" charset="0"/>
                                    </a:rPr>
                                    <m:t>X</m:t>
                                  </m:r>
                                </m:e>
                              </m:d>
                            </m:e>
                          </m:d>
                        </m:e>
                        <m:sup>
                          <m:r>
                            <a:rPr lang="en-IN" i="0" dirty="0">
                              <a:latin typeface="Cambria Math" panose="02040503050406030204" pitchFamily="18" charset="0"/>
                            </a:rPr>
                            <m:t>2</m:t>
                          </m:r>
                        </m:sup>
                      </m:sSup>
                    </m:oMath>
                  </m:oMathPara>
                </a14:m>
                <a:endParaRPr lang="en-IN" dirty="0"/>
              </a:p>
            </p:txBody>
          </p:sp>
        </mc:Choice>
        <mc:Fallback xmlns="">
          <p:sp>
            <p:nvSpPr>
              <p:cNvPr id="20" name="TextBox 19">
                <a:extLst>
                  <a:ext uri="{FF2B5EF4-FFF2-40B4-BE49-F238E27FC236}">
                    <a16:creationId xmlns:a16="http://schemas.microsoft.com/office/drawing/2014/main" id="{35629BEC-F0EB-44B8-BC8B-F72BB5B4B723}"/>
                  </a:ext>
                </a:extLst>
              </p:cNvPr>
              <p:cNvSpPr txBox="1">
                <a:spLocks noRot="1" noChangeAspect="1" noMove="1" noResize="1" noEditPoints="1" noAdjustHandles="1" noChangeArrowheads="1" noChangeShapeType="1" noTextEdit="1"/>
              </p:cNvSpPr>
              <p:nvPr/>
            </p:nvSpPr>
            <p:spPr>
              <a:xfrm>
                <a:off x="2389475" y="3706531"/>
                <a:ext cx="3261810"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1754950-BA04-40BE-B135-D8933A4382A4}"/>
                  </a:ext>
                </a:extLst>
              </p:cNvPr>
              <p:cNvSpPr txBox="1"/>
              <p:nvPr/>
            </p:nvSpPr>
            <p:spPr>
              <a:xfrm>
                <a:off x="2389475" y="4301629"/>
                <a:ext cx="234523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=8.6</m:t>
                      </m:r>
                      <m:r>
                        <a:rPr lang="en-IN" i="0" dirty="0" smtClean="0">
                          <a:latin typeface="Cambria Math" panose="02040503050406030204" pitchFamily="18" charset="0"/>
                        </a:rPr>
                        <m:t>−</m:t>
                      </m:r>
                      <m:sSup>
                        <m:sSupPr>
                          <m:ctrlPr>
                            <a:rPr lang="en-IN" i="1" dirty="0">
                              <a:latin typeface="Cambria Math" panose="02040503050406030204" pitchFamily="18" charset="0"/>
                            </a:rPr>
                          </m:ctrlPr>
                        </m:sSupPr>
                        <m:e>
                          <m:d>
                            <m:dPr>
                              <m:begChr m:val="["/>
                              <m:endChr m:val="]"/>
                              <m:ctrlPr>
                                <a:rPr lang="en-IN" i="1" dirty="0">
                                  <a:latin typeface="Cambria Math" panose="02040503050406030204" pitchFamily="18" charset="0"/>
                                </a:rPr>
                              </m:ctrlPr>
                            </m:dPr>
                            <m:e>
                              <m:r>
                                <a:rPr lang="en-IN" b="0" i="0" dirty="0" smtClean="0">
                                  <a:latin typeface="Cambria Math" panose="02040503050406030204" pitchFamily="18" charset="0"/>
                                </a:rPr>
                                <m:t>2.8</m:t>
                              </m:r>
                            </m:e>
                          </m:d>
                        </m:e>
                        <m:sup>
                          <m:r>
                            <a:rPr lang="en-IN" i="0" dirty="0">
                              <a:latin typeface="Cambria Math" panose="02040503050406030204" pitchFamily="18" charset="0"/>
                            </a:rPr>
                            <m:t>2</m:t>
                          </m:r>
                        </m:sup>
                      </m:sSup>
                    </m:oMath>
                  </m:oMathPara>
                </a14:m>
                <a:endParaRPr lang="en-IN" dirty="0"/>
              </a:p>
            </p:txBody>
          </p:sp>
        </mc:Choice>
        <mc:Fallback xmlns="">
          <p:sp>
            <p:nvSpPr>
              <p:cNvPr id="21" name="TextBox 20">
                <a:extLst>
                  <a:ext uri="{FF2B5EF4-FFF2-40B4-BE49-F238E27FC236}">
                    <a16:creationId xmlns:a16="http://schemas.microsoft.com/office/drawing/2014/main" id="{F1754950-BA04-40BE-B135-D8933A4382A4}"/>
                  </a:ext>
                </a:extLst>
              </p:cNvPr>
              <p:cNvSpPr txBox="1">
                <a:spLocks noRot="1" noChangeAspect="1" noMove="1" noResize="1" noEditPoints="1" noAdjustHandles="1" noChangeArrowheads="1" noChangeShapeType="1" noTextEdit="1"/>
              </p:cNvSpPr>
              <p:nvPr/>
            </p:nvSpPr>
            <p:spPr>
              <a:xfrm>
                <a:off x="2389475" y="4301629"/>
                <a:ext cx="2345234"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33E9609-B792-440D-B947-D5527273FEBB}"/>
                  </a:ext>
                </a:extLst>
              </p:cNvPr>
              <p:cNvSpPr txBox="1"/>
              <p:nvPr/>
            </p:nvSpPr>
            <p:spPr>
              <a:xfrm>
                <a:off x="2389475" y="4884500"/>
                <a:ext cx="1236705"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=0.76</m:t>
                      </m:r>
                    </m:oMath>
                  </m:oMathPara>
                </a14:m>
                <a:endParaRPr lang="en-IN" dirty="0"/>
              </a:p>
            </p:txBody>
          </p:sp>
        </mc:Choice>
        <mc:Fallback xmlns="">
          <p:sp>
            <p:nvSpPr>
              <p:cNvPr id="23" name="TextBox 22">
                <a:extLst>
                  <a:ext uri="{FF2B5EF4-FFF2-40B4-BE49-F238E27FC236}">
                    <a16:creationId xmlns:a16="http://schemas.microsoft.com/office/drawing/2014/main" id="{633E9609-B792-440D-B947-D5527273FEBB}"/>
                  </a:ext>
                </a:extLst>
              </p:cNvPr>
              <p:cNvSpPr txBox="1">
                <a:spLocks noRot="1" noChangeAspect="1" noMove="1" noResize="1" noEditPoints="1" noAdjustHandles="1" noChangeArrowheads="1" noChangeShapeType="1" noTextEdit="1"/>
              </p:cNvSpPr>
              <p:nvPr/>
            </p:nvSpPr>
            <p:spPr>
              <a:xfrm>
                <a:off x="2389475" y="4884500"/>
                <a:ext cx="1236705"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D229934D-F1B3-4B94-878B-199D9A0EA091}"/>
                  </a:ext>
                </a:extLst>
              </p:cNvPr>
              <p:cNvSpPr txBox="1"/>
              <p:nvPr/>
            </p:nvSpPr>
            <p:spPr>
              <a:xfrm>
                <a:off x="2389475" y="5797088"/>
                <a:ext cx="1799131" cy="614142"/>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dirty="0" smtClean="0">
                          <a:latin typeface="Cambria Math" panose="02040503050406030204" pitchFamily="18" charset="0"/>
                        </a:rPr>
                        <m:t>=</m:t>
                      </m:r>
                      <m:rad>
                        <m:radPr>
                          <m:degHide m:val="on"/>
                          <m:ctrlPr>
                            <a:rPr lang="en-IN" i="1" dirty="0">
                              <a:latin typeface="Cambria Math" panose="02040503050406030204" pitchFamily="18" charset="0"/>
                            </a:rPr>
                          </m:ctrlPr>
                        </m:radPr>
                        <m:deg/>
                        <m:e>
                          <m:r>
                            <a:rPr lang="en-IN" dirty="0">
                              <a:latin typeface="Cambria Math" panose="02040503050406030204" pitchFamily="18" charset="0"/>
                            </a:rPr>
                            <m:t> </m:t>
                          </m:r>
                          <m:r>
                            <m:rPr>
                              <m:sty m:val="p"/>
                            </m:rPr>
                            <a:rPr lang="en-IN" dirty="0">
                              <a:latin typeface="Cambria Math" panose="02040503050406030204" pitchFamily="18" charset="0"/>
                            </a:rPr>
                            <m:t>V</m:t>
                          </m:r>
                          <m:d>
                            <m:dPr>
                              <m:ctrlPr>
                                <a:rPr lang="en-IN" i="1" dirty="0">
                                  <a:latin typeface="Cambria Math" panose="02040503050406030204" pitchFamily="18" charset="0"/>
                                </a:rPr>
                              </m:ctrlPr>
                            </m:dPr>
                            <m:e>
                              <m:r>
                                <m:rPr>
                                  <m:sty m:val="p"/>
                                </m:rPr>
                                <a:rPr lang="en-IN" dirty="0">
                                  <a:latin typeface="Cambria Math" panose="02040503050406030204" pitchFamily="18" charset="0"/>
                                </a:rPr>
                                <m:t>X</m:t>
                              </m:r>
                            </m:e>
                          </m:d>
                          <m:r>
                            <a:rPr lang="en-IN" dirty="0">
                              <a:latin typeface="Cambria Math" panose="02040503050406030204" pitchFamily="18" charset="0"/>
                            </a:rPr>
                            <m:t> </m:t>
                          </m:r>
                        </m:e>
                      </m:rad>
                    </m:oMath>
                  </m:oMathPara>
                </a14:m>
                <a:endParaRPr lang="en-IN" dirty="0"/>
              </a:p>
            </p:txBody>
          </p:sp>
        </mc:Choice>
        <mc:Fallback xmlns="">
          <p:sp>
            <p:nvSpPr>
              <p:cNvPr id="25" name="TextBox 24">
                <a:extLst>
                  <a:ext uri="{FF2B5EF4-FFF2-40B4-BE49-F238E27FC236}">
                    <a16:creationId xmlns:a16="http://schemas.microsoft.com/office/drawing/2014/main" id="{D229934D-F1B3-4B94-878B-199D9A0EA091}"/>
                  </a:ext>
                </a:extLst>
              </p:cNvPr>
              <p:cNvSpPr txBox="1">
                <a:spLocks noRot="1" noChangeAspect="1" noMove="1" noResize="1" noEditPoints="1" noAdjustHandles="1" noChangeArrowheads="1" noChangeShapeType="1" noTextEdit="1"/>
              </p:cNvSpPr>
              <p:nvPr/>
            </p:nvSpPr>
            <p:spPr>
              <a:xfrm>
                <a:off x="2389475" y="5797088"/>
                <a:ext cx="1799131" cy="614142"/>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ED8C036-5790-4E24-9DD4-83C3A449F242}"/>
                  </a:ext>
                </a:extLst>
              </p:cNvPr>
              <p:cNvSpPr txBox="1"/>
              <p:nvPr/>
            </p:nvSpPr>
            <p:spPr>
              <a:xfrm>
                <a:off x="4020380" y="5864746"/>
                <a:ext cx="1799131"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dirty="0" smtClean="0">
                          <a:latin typeface="Cambria Math" panose="02040503050406030204" pitchFamily="18" charset="0"/>
                        </a:rPr>
                        <m:t>=</m:t>
                      </m:r>
                      <m:r>
                        <a:rPr lang="en-IN" b="0" i="1" dirty="0" smtClean="0">
                          <a:latin typeface="Cambria Math" panose="02040503050406030204" pitchFamily="18" charset="0"/>
                        </a:rPr>
                        <m:t>0.8718</m:t>
                      </m:r>
                    </m:oMath>
                  </m:oMathPara>
                </a14:m>
                <a:endParaRPr lang="en-IN" dirty="0"/>
              </a:p>
            </p:txBody>
          </p:sp>
        </mc:Choice>
        <mc:Fallback xmlns="">
          <p:sp>
            <p:nvSpPr>
              <p:cNvPr id="26" name="TextBox 25">
                <a:extLst>
                  <a:ext uri="{FF2B5EF4-FFF2-40B4-BE49-F238E27FC236}">
                    <a16:creationId xmlns:a16="http://schemas.microsoft.com/office/drawing/2014/main" id="{8ED8C036-5790-4E24-9DD4-83C3A449F242}"/>
                  </a:ext>
                </a:extLst>
              </p:cNvPr>
              <p:cNvSpPr txBox="1">
                <a:spLocks noRot="1" noChangeAspect="1" noMove="1" noResize="1" noEditPoints="1" noAdjustHandles="1" noChangeArrowheads="1" noChangeShapeType="1" noTextEdit="1"/>
              </p:cNvSpPr>
              <p:nvPr/>
            </p:nvSpPr>
            <p:spPr>
              <a:xfrm>
                <a:off x="4020380" y="5864746"/>
                <a:ext cx="1799131"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708BC1FA-A2BD-4D00-AFE6-82D49177E619}"/>
                  </a:ext>
                </a:extLst>
              </p:cNvPr>
              <p:cNvSpPr txBox="1"/>
              <p:nvPr/>
            </p:nvSpPr>
            <p:spPr>
              <a:xfrm>
                <a:off x="10160038" y="1759580"/>
                <a:ext cx="10221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E</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oMath>
                  </m:oMathPara>
                </a14:m>
                <a:endParaRPr lang="en-IN" sz="2800" dirty="0">
                  <a:solidFill>
                    <a:srgbClr val="002060"/>
                  </a:solidFill>
                  <a:latin typeface="+mj-lt"/>
                </a:endParaRPr>
              </a:p>
            </p:txBody>
          </p:sp>
        </mc:Choice>
        <mc:Fallback xmlns="">
          <p:sp>
            <p:nvSpPr>
              <p:cNvPr id="29" name="TextBox 28">
                <a:extLst>
                  <a:ext uri="{FF2B5EF4-FFF2-40B4-BE49-F238E27FC236}">
                    <a16:creationId xmlns:a16="http://schemas.microsoft.com/office/drawing/2014/main" id="{708BC1FA-A2BD-4D00-AFE6-82D49177E619}"/>
                  </a:ext>
                </a:extLst>
              </p:cNvPr>
              <p:cNvSpPr txBox="1">
                <a:spLocks noRot="1" noChangeAspect="1" noMove="1" noResize="1" noEditPoints="1" noAdjustHandles="1" noChangeArrowheads="1" noChangeShapeType="1" noTextEdit="1"/>
              </p:cNvSpPr>
              <p:nvPr/>
            </p:nvSpPr>
            <p:spPr>
              <a:xfrm>
                <a:off x="10160038" y="1759580"/>
                <a:ext cx="1022167"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1C4AEB3-231E-4C3A-B126-5F1791A2FE6A}"/>
                  </a:ext>
                </a:extLst>
              </p:cNvPr>
              <p:cNvSpPr txBox="1"/>
              <p:nvPr/>
            </p:nvSpPr>
            <p:spPr>
              <a:xfrm>
                <a:off x="10946213" y="1759580"/>
                <a:ext cx="107410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i="1" dirty="0" smtClean="0">
                          <a:latin typeface="Cambria Math" panose="02040503050406030204" pitchFamily="18" charset="0"/>
                        </a:rPr>
                        <m:t>=2.8</m:t>
                      </m:r>
                    </m:oMath>
                  </m:oMathPara>
                </a14:m>
                <a:endParaRPr lang="en-IN" dirty="0"/>
              </a:p>
            </p:txBody>
          </p:sp>
        </mc:Choice>
        <mc:Fallback xmlns="">
          <p:sp>
            <p:nvSpPr>
              <p:cNvPr id="30" name="TextBox 29">
                <a:extLst>
                  <a:ext uri="{FF2B5EF4-FFF2-40B4-BE49-F238E27FC236}">
                    <a16:creationId xmlns:a16="http://schemas.microsoft.com/office/drawing/2014/main" id="{61C4AEB3-231E-4C3A-B126-5F1791A2FE6A}"/>
                  </a:ext>
                </a:extLst>
              </p:cNvPr>
              <p:cNvSpPr txBox="1">
                <a:spLocks noRot="1" noChangeAspect="1" noMove="1" noResize="1" noEditPoints="1" noAdjustHandles="1" noChangeArrowheads="1" noChangeShapeType="1" noTextEdit="1"/>
              </p:cNvSpPr>
              <p:nvPr/>
            </p:nvSpPr>
            <p:spPr>
              <a:xfrm>
                <a:off x="10946213" y="1759580"/>
                <a:ext cx="1074104" cy="523220"/>
              </a:xfrm>
              <a:prstGeom prst="rect">
                <a:avLst/>
              </a:prstGeom>
              <a:blipFill>
                <a:blip r:embed="rId18"/>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8384958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2" grpId="0"/>
      <p:bldP spid="16" grpId="0"/>
      <p:bldP spid="17" grpId="0"/>
      <p:bldP spid="20" grpId="0"/>
      <p:bldP spid="21" grpId="0"/>
      <p:bldP spid="23" grpId="0"/>
      <p:bldP spid="25" grpId="0"/>
      <p:bldP spid="26" grpId="0"/>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6 ⇝ Example 1 (</a:t>
            </a:r>
            <a:r>
              <a:rPr lang="en-IN" dirty="0"/>
              <a:t>Continue</a:t>
            </a:r>
            <a:r>
              <a:rPr lang="en-GB" dirty="0"/>
              <a:t>)</a:t>
            </a:r>
            <a:endParaRPr lang="en-US" dirty="0"/>
          </a:p>
        </p:txBody>
      </p:sp>
      <mc:AlternateContent xmlns:mc="http://schemas.openxmlformats.org/markup-compatibility/2006" xmlns:a14="http://schemas.microsoft.com/office/drawing/2010/main">
        <mc:Choice Requires="a14">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nvGraphicFramePr>
            <p:xfrm>
              <a:off x="6743698" y="796570"/>
              <a:ext cx="5382986" cy="893620"/>
            </p:xfrm>
            <a:graphic>
              <a:graphicData uri="http://schemas.openxmlformats.org/drawingml/2006/table">
                <a:tbl>
                  <a:tblPr firstRow="1" bandRow="1">
                    <a:tableStyleId>{E8B1032C-EA38-4F05-BA0D-38AFFFC7BED3}</a:tableStyleId>
                  </a:tblPr>
                  <a:tblGrid>
                    <a:gridCol w="1541098">
                      <a:extLst>
                        <a:ext uri="{9D8B030D-6E8A-4147-A177-3AD203B41FA5}">
                          <a16:colId xmlns:a16="http://schemas.microsoft.com/office/drawing/2014/main" val="2160788424"/>
                        </a:ext>
                      </a:extLst>
                    </a:gridCol>
                    <a:gridCol w="960472">
                      <a:extLst>
                        <a:ext uri="{9D8B030D-6E8A-4147-A177-3AD203B41FA5}">
                          <a16:colId xmlns:a16="http://schemas.microsoft.com/office/drawing/2014/main" val="1291606709"/>
                        </a:ext>
                      </a:extLst>
                    </a:gridCol>
                    <a:gridCol w="960472">
                      <a:extLst>
                        <a:ext uri="{9D8B030D-6E8A-4147-A177-3AD203B41FA5}">
                          <a16:colId xmlns:a16="http://schemas.microsoft.com/office/drawing/2014/main" val="1336429719"/>
                        </a:ext>
                      </a:extLst>
                    </a:gridCol>
                    <a:gridCol w="960472">
                      <a:extLst>
                        <a:ext uri="{9D8B030D-6E8A-4147-A177-3AD203B41FA5}">
                          <a16:colId xmlns:a16="http://schemas.microsoft.com/office/drawing/2014/main" val="2548766450"/>
                        </a:ext>
                      </a:extLst>
                    </a:gridCol>
                    <a:gridCol w="960472">
                      <a:extLst>
                        <a:ext uri="{9D8B030D-6E8A-4147-A177-3AD203B41FA5}">
                          <a16:colId xmlns:a16="http://schemas.microsoft.com/office/drawing/2014/main" val="2208636898"/>
                        </a:ext>
                      </a:extLst>
                    </a:gridCol>
                  </a:tblGrid>
                  <a:tr h="446810">
                    <a:tc>
                      <a:txBody>
                        <a:bodyPr/>
                        <a:lstStyle/>
                        <a:p>
                          <a:pPr algn="ctr"/>
                          <a14:m>
                            <m:oMathPara xmlns:m="http://schemas.openxmlformats.org/officeDocument/2006/math">
                              <m:oMathParaPr>
                                <m:jc m:val="centerGroup"/>
                              </m:oMathParaPr>
                              <m:oMath xmlns:m="http://schemas.openxmlformats.org/officeDocument/2006/math">
                                <m:r>
                                  <a:rPr lang="en-IN" sz="2400" b="1" i="0" dirty="0" smtClean="0">
                                    <a:solidFill>
                                      <a:srgbClr val="002060"/>
                                    </a:solidFill>
                                    <a:latin typeface="Cambria Math" panose="02040503050406030204" pitchFamily="18" charset="0"/>
                                    <a:ea typeface="Cambria Math" panose="02040503050406030204" pitchFamily="18" charset="0"/>
                                  </a:rPr>
                                  <m:t>𝐗</m:t>
                                </m:r>
                              </m:oMath>
                            </m:oMathPara>
                          </a14:m>
                          <a:endParaRPr lang="en-IN" sz="2400" b="1" i="0" dirty="0">
                            <a:solidFill>
                              <a:srgbClr val="002060"/>
                            </a:solidFill>
                            <a:latin typeface="Cambria Math" panose="02040503050406030204" pitchFamily="18" charset="0"/>
                            <a:ea typeface="Cambria Math" panose="02040503050406030204" pitchFamily="18" charset="0"/>
                          </a:endParaRPr>
                        </a:p>
                      </a:txBody>
                      <a:tcPr marL="75660" marR="75660" marT="37830" marB="3783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1</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3</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4</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715006325"/>
                      </a:ext>
                    </a:extLst>
                  </a:tr>
                  <a:tr h="446810">
                    <a:tc>
                      <a:txBody>
                        <a:bodyPr/>
                        <a:lstStyle/>
                        <a:p>
                          <a:pPr algn="ctr"/>
                          <a14:m>
                            <m:oMathPara xmlns:m="http://schemas.openxmlformats.org/officeDocument/2006/math">
                              <m:oMathParaPr>
                                <m:jc m:val="centerGroup"/>
                              </m:oMathParaPr>
                              <m:oMath xmlns:m="http://schemas.openxmlformats.org/officeDocument/2006/math">
                                <m:r>
                                  <a:rPr lang="en-IN" sz="2400" b="1" i="0" dirty="0" smtClean="0">
                                    <a:solidFill>
                                      <a:srgbClr val="002060"/>
                                    </a:solidFill>
                                    <a:latin typeface="Cambria Math" panose="02040503050406030204" pitchFamily="18" charset="0"/>
                                    <a:ea typeface="Cambria Math" panose="02040503050406030204" pitchFamily="18" charset="0"/>
                                  </a:rPr>
                                  <m:t>𝐏</m:t>
                                </m:r>
                                <m:d>
                                  <m:dPr>
                                    <m:ctrlPr>
                                      <a:rPr lang="en-IN" sz="2400" b="1" i="1" dirty="0" smtClean="0">
                                        <a:solidFill>
                                          <a:srgbClr val="002060"/>
                                        </a:solidFill>
                                        <a:latin typeface="Cambria Math" panose="02040503050406030204" pitchFamily="18" charset="0"/>
                                        <a:ea typeface="Cambria Math" panose="02040503050406030204" pitchFamily="18" charset="0"/>
                                      </a:rPr>
                                    </m:ctrlPr>
                                  </m:dPr>
                                  <m:e>
                                    <m:r>
                                      <a:rPr lang="en-IN" sz="2400" b="1" i="0" dirty="0" smtClean="0">
                                        <a:solidFill>
                                          <a:srgbClr val="002060"/>
                                        </a:solidFill>
                                        <a:latin typeface="Cambria Math" panose="02040503050406030204" pitchFamily="18" charset="0"/>
                                        <a:ea typeface="Cambria Math" panose="02040503050406030204" pitchFamily="18" charset="0"/>
                                      </a:rPr>
                                      <m:t>𝐗</m:t>
                                    </m:r>
                                    <m:r>
                                      <a:rPr lang="en-IN" sz="2400" b="1" i="0" dirty="0" smtClean="0">
                                        <a:solidFill>
                                          <a:srgbClr val="002060"/>
                                        </a:solidFill>
                                        <a:latin typeface="Cambria Math" panose="02040503050406030204" pitchFamily="18" charset="0"/>
                                        <a:ea typeface="Cambria Math" panose="02040503050406030204" pitchFamily="18" charset="0"/>
                                      </a:rPr>
                                      <m:t>=</m:t>
                                    </m:r>
                                    <m:r>
                                      <a:rPr lang="en-IN" sz="2400" b="1" i="0" dirty="0" smtClean="0">
                                        <a:solidFill>
                                          <a:srgbClr val="002060"/>
                                        </a:solidFill>
                                        <a:latin typeface="Cambria Math" panose="02040503050406030204" pitchFamily="18" charset="0"/>
                                        <a:ea typeface="Cambria Math" panose="02040503050406030204" pitchFamily="18" charset="0"/>
                                      </a:rPr>
                                      <m:t>𝐱</m:t>
                                    </m:r>
                                  </m:e>
                                </m:d>
                              </m:oMath>
                            </m:oMathPara>
                          </a14:m>
                          <a:endParaRPr lang="en-IN" sz="2400" b="1" i="0" dirty="0">
                            <a:solidFill>
                              <a:srgbClr val="002060"/>
                            </a:solidFill>
                            <a:latin typeface="Cambria Math" panose="02040503050406030204" pitchFamily="18" charset="0"/>
                            <a:ea typeface="Cambria Math" panose="02040503050406030204" pitchFamily="18" charset="0"/>
                          </a:endParaRPr>
                        </a:p>
                      </a:txBody>
                      <a:tcPr marL="75660" marR="75660" marT="37830" marB="3783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4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0.1</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4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0.2</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4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0.5</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4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0.2</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Choice>
        <mc:Fallback xmlns="">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nvGraphicFramePr>
            <p:xfrm>
              <a:off x="6743698" y="796570"/>
              <a:ext cx="5382986" cy="893620"/>
            </p:xfrm>
            <a:graphic>
              <a:graphicData uri="http://schemas.openxmlformats.org/drawingml/2006/table">
                <a:tbl>
                  <a:tblPr firstRow="1" bandRow="1">
                    <a:tableStyleId>{E8B1032C-EA38-4F05-BA0D-38AFFFC7BED3}</a:tableStyleId>
                  </a:tblPr>
                  <a:tblGrid>
                    <a:gridCol w="1541098">
                      <a:extLst>
                        <a:ext uri="{9D8B030D-6E8A-4147-A177-3AD203B41FA5}">
                          <a16:colId xmlns:a16="http://schemas.microsoft.com/office/drawing/2014/main" val="2160788424"/>
                        </a:ext>
                      </a:extLst>
                    </a:gridCol>
                    <a:gridCol w="960472">
                      <a:extLst>
                        <a:ext uri="{9D8B030D-6E8A-4147-A177-3AD203B41FA5}">
                          <a16:colId xmlns:a16="http://schemas.microsoft.com/office/drawing/2014/main" val="1291606709"/>
                        </a:ext>
                      </a:extLst>
                    </a:gridCol>
                    <a:gridCol w="960472">
                      <a:extLst>
                        <a:ext uri="{9D8B030D-6E8A-4147-A177-3AD203B41FA5}">
                          <a16:colId xmlns:a16="http://schemas.microsoft.com/office/drawing/2014/main" val="1336429719"/>
                        </a:ext>
                      </a:extLst>
                    </a:gridCol>
                    <a:gridCol w="960472">
                      <a:extLst>
                        <a:ext uri="{9D8B030D-6E8A-4147-A177-3AD203B41FA5}">
                          <a16:colId xmlns:a16="http://schemas.microsoft.com/office/drawing/2014/main" val="2548766450"/>
                        </a:ext>
                      </a:extLst>
                    </a:gridCol>
                    <a:gridCol w="960472">
                      <a:extLst>
                        <a:ext uri="{9D8B030D-6E8A-4147-A177-3AD203B41FA5}">
                          <a16:colId xmlns:a16="http://schemas.microsoft.com/office/drawing/2014/main" val="2208636898"/>
                        </a:ext>
                      </a:extLst>
                    </a:gridCol>
                  </a:tblGrid>
                  <a:tr h="446810">
                    <a:tc>
                      <a:txBody>
                        <a:bodyPr/>
                        <a:lstStyle/>
                        <a:p>
                          <a:endParaRPr lang="en-US"/>
                        </a:p>
                      </a:txBody>
                      <a:tcPr marL="75660" marR="75660" marT="37830" marB="3783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95" t="-1351" r="-250198" b="-10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160759" t="-1351" r="-300633" b="-10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260759" t="-1351" r="-200633" b="-10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63057" t="-1351" r="-101911" b="-10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460127" t="-1351" r="-1266" b="-102703"/>
                          </a:stretch>
                        </a:blipFill>
                      </a:tcPr>
                    </a:tc>
                    <a:extLst>
                      <a:ext uri="{0D108BD9-81ED-4DB2-BD59-A6C34878D82A}">
                        <a16:rowId xmlns:a16="http://schemas.microsoft.com/office/drawing/2014/main" val="3715006325"/>
                      </a:ext>
                    </a:extLst>
                  </a:tr>
                  <a:tr h="446810">
                    <a:tc>
                      <a:txBody>
                        <a:bodyPr/>
                        <a:lstStyle/>
                        <a:p>
                          <a:endParaRPr lang="en-US"/>
                        </a:p>
                      </a:txBody>
                      <a:tcPr marL="75660" marR="75660" marT="37830" marB="3783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95" t="-101351" r="-250198" b="-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160759" t="-101351" r="-300633" b="-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260759" t="-101351" r="-200633" b="-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63057" t="-101351" r="-101911" b="-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460127" t="-101351" r="-1266" b="-2703"/>
                          </a:stretch>
                        </a:blipFill>
                      </a:tcPr>
                    </a:tc>
                    <a:extLst>
                      <a:ext uri="{0D108BD9-81ED-4DB2-BD59-A6C34878D82A}">
                        <a16:rowId xmlns:a16="http://schemas.microsoft.com/office/drawing/2014/main" val="499852326"/>
                      </a:ext>
                    </a:extLst>
                  </a:tr>
                </a:tbl>
              </a:graphicData>
            </a:graphic>
          </p:graphicFrame>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006C46E-AE0E-47C0-A40B-C1B55B90AD1D}"/>
                  </a:ext>
                </a:extLst>
              </p:cNvPr>
              <p:cNvSpPr txBox="1"/>
              <p:nvPr/>
            </p:nvSpPr>
            <p:spPr>
              <a:xfrm>
                <a:off x="10160038" y="3010618"/>
                <a:ext cx="83321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rgbClr val="002060"/>
                          </a:solidFill>
                          <a:latin typeface="Cambria Math" panose="02040503050406030204" pitchFamily="18" charset="0"/>
                        </a:rPr>
                        <m:t>V</m:t>
                      </m:r>
                      <m:d>
                        <m:dPr>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X</m:t>
                          </m:r>
                        </m:e>
                      </m:d>
                    </m:oMath>
                  </m:oMathPara>
                </a14:m>
                <a:endParaRPr lang="en-IN" sz="2800" dirty="0">
                  <a:solidFill>
                    <a:srgbClr val="002060"/>
                  </a:solidFill>
                </a:endParaRPr>
              </a:p>
            </p:txBody>
          </p:sp>
        </mc:Choice>
        <mc:Fallback xmlns="">
          <p:sp>
            <p:nvSpPr>
              <p:cNvPr id="9" name="TextBox 8">
                <a:extLst>
                  <a:ext uri="{FF2B5EF4-FFF2-40B4-BE49-F238E27FC236}">
                    <a16:creationId xmlns:a16="http://schemas.microsoft.com/office/drawing/2014/main" id="{F006C46E-AE0E-47C0-A40B-C1B55B90AD1D}"/>
                  </a:ext>
                </a:extLst>
              </p:cNvPr>
              <p:cNvSpPr txBox="1">
                <a:spLocks noRot="1" noChangeAspect="1" noMove="1" noResize="1" noEditPoints="1" noAdjustHandles="1" noChangeArrowheads="1" noChangeShapeType="1" noTextEdit="1"/>
              </p:cNvSpPr>
              <p:nvPr/>
            </p:nvSpPr>
            <p:spPr>
              <a:xfrm>
                <a:off x="10160038" y="3010618"/>
                <a:ext cx="833211"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E26F16E-CA9B-4C2F-B031-92236DB06309}"/>
                  </a:ext>
                </a:extLst>
              </p:cNvPr>
              <p:cNvSpPr txBox="1"/>
              <p:nvPr/>
            </p:nvSpPr>
            <p:spPr>
              <a:xfrm>
                <a:off x="1568598" y="3418035"/>
                <a:ext cx="183152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rgbClr val="002060"/>
                          </a:solidFill>
                          <a:latin typeface="Cambria Math" panose="02040503050406030204" pitchFamily="18" charset="0"/>
                        </a:rPr>
                        <m:t>V</m:t>
                      </m:r>
                      <m:r>
                        <a:rPr lang="en-GB" sz="2800" dirty="0" smtClean="0">
                          <a:solidFill>
                            <a:srgbClr val="002060"/>
                          </a:solidFill>
                          <a:latin typeface="Cambria Math" panose="02040503050406030204" pitchFamily="18" charset="0"/>
                        </a:rPr>
                        <m:t> </m:t>
                      </m:r>
                      <m:d>
                        <m:dPr>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3</m:t>
                          </m:r>
                          <m:r>
                            <m:rPr>
                              <m:sty m:val="p"/>
                            </m:rPr>
                            <a:rPr lang="en-GB" sz="2800" dirty="0">
                              <a:solidFill>
                                <a:srgbClr val="002060"/>
                              </a:solidFill>
                              <a:latin typeface="Cambria Math" panose="02040503050406030204" pitchFamily="18" charset="0"/>
                            </a:rPr>
                            <m:t>X</m:t>
                          </m:r>
                          <m:r>
                            <a:rPr lang="en-GB" sz="2800" dirty="0">
                              <a:solidFill>
                                <a:srgbClr val="002060"/>
                              </a:solidFill>
                              <a:latin typeface="Cambria Math" panose="02040503050406030204" pitchFamily="18" charset="0"/>
                            </a:rPr>
                            <m:t>+2</m:t>
                          </m:r>
                        </m:e>
                      </m:d>
                    </m:oMath>
                  </m:oMathPara>
                </a14:m>
                <a:endParaRPr lang="en-IN" sz="2800" dirty="0">
                  <a:solidFill>
                    <a:srgbClr val="002060"/>
                  </a:solidFill>
                </a:endParaRPr>
              </a:p>
            </p:txBody>
          </p:sp>
        </mc:Choice>
        <mc:Fallback xmlns="">
          <p:sp>
            <p:nvSpPr>
              <p:cNvPr id="11" name="TextBox 10">
                <a:extLst>
                  <a:ext uri="{FF2B5EF4-FFF2-40B4-BE49-F238E27FC236}">
                    <a16:creationId xmlns:a16="http://schemas.microsoft.com/office/drawing/2014/main" id="{9E26F16E-CA9B-4C2F-B031-92236DB06309}"/>
                  </a:ext>
                </a:extLst>
              </p:cNvPr>
              <p:cNvSpPr txBox="1">
                <a:spLocks noRot="1" noChangeAspect="1" noMove="1" noResize="1" noEditPoints="1" noAdjustHandles="1" noChangeArrowheads="1" noChangeShapeType="1" noTextEdit="1"/>
              </p:cNvSpPr>
              <p:nvPr/>
            </p:nvSpPr>
            <p:spPr>
              <a:xfrm>
                <a:off x="1568598" y="3418035"/>
                <a:ext cx="1831521"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0E9B969-074D-432C-AE58-BC469CF458F0}"/>
                  </a:ext>
                </a:extLst>
              </p:cNvPr>
              <p:cNvSpPr txBox="1"/>
              <p:nvPr/>
            </p:nvSpPr>
            <p:spPr>
              <a:xfrm>
                <a:off x="10160038" y="1759580"/>
                <a:ext cx="10221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E</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oMath>
                  </m:oMathPara>
                </a14:m>
                <a:endParaRPr lang="en-IN" sz="2800" dirty="0">
                  <a:solidFill>
                    <a:srgbClr val="002060"/>
                  </a:solidFill>
                  <a:latin typeface="+mj-lt"/>
                </a:endParaRPr>
              </a:p>
            </p:txBody>
          </p:sp>
        </mc:Choice>
        <mc:Fallback xmlns="">
          <p:sp>
            <p:nvSpPr>
              <p:cNvPr id="15" name="TextBox 14">
                <a:extLst>
                  <a:ext uri="{FF2B5EF4-FFF2-40B4-BE49-F238E27FC236}">
                    <a16:creationId xmlns:a16="http://schemas.microsoft.com/office/drawing/2014/main" id="{90E9B969-074D-432C-AE58-BC469CF458F0}"/>
                  </a:ext>
                </a:extLst>
              </p:cNvPr>
              <p:cNvSpPr txBox="1">
                <a:spLocks noRot="1" noChangeAspect="1" noMove="1" noResize="1" noEditPoints="1" noAdjustHandles="1" noChangeArrowheads="1" noChangeShapeType="1" noTextEdit="1"/>
              </p:cNvSpPr>
              <p:nvPr/>
            </p:nvSpPr>
            <p:spPr>
              <a:xfrm>
                <a:off x="10160038" y="1759580"/>
                <a:ext cx="1022167"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1B88C12-C5B2-44D4-95E1-5BC3719D656B}"/>
                  </a:ext>
                </a:extLst>
              </p:cNvPr>
              <p:cNvSpPr txBox="1"/>
              <p:nvPr/>
            </p:nvSpPr>
            <p:spPr>
              <a:xfrm>
                <a:off x="1568598" y="999655"/>
                <a:ext cx="173182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rgbClr val="002060"/>
                          </a:solidFill>
                          <a:latin typeface="Cambria Math" panose="02040503050406030204" pitchFamily="18" charset="0"/>
                        </a:rPr>
                        <m:t>E</m:t>
                      </m:r>
                      <m:d>
                        <m:dPr>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3</m:t>
                          </m:r>
                          <m:r>
                            <m:rPr>
                              <m:sty m:val="p"/>
                            </m:rPr>
                            <a:rPr lang="en-GB" sz="2800" dirty="0">
                              <a:solidFill>
                                <a:srgbClr val="002060"/>
                              </a:solidFill>
                              <a:latin typeface="Cambria Math" panose="02040503050406030204" pitchFamily="18" charset="0"/>
                            </a:rPr>
                            <m:t>X</m:t>
                          </m:r>
                          <m:r>
                            <a:rPr lang="en-GB" sz="2800" dirty="0">
                              <a:solidFill>
                                <a:srgbClr val="002060"/>
                              </a:solidFill>
                              <a:latin typeface="Cambria Math" panose="02040503050406030204" pitchFamily="18" charset="0"/>
                            </a:rPr>
                            <m:t>+2</m:t>
                          </m:r>
                        </m:e>
                      </m:d>
                    </m:oMath>
                  </m:oMathPara>
                </a14:m>
                <a:endParaRPr lang="en-IN" sz="2800" dirty="0">
                  <a:solidFill>
                    <a:srgbClr val="002060"/>
                  </a:solidFill>
                </a:endParaRPr>
              </a:p>
            </p:txBody>
          </p:sp>
        </mc:Choice>
        <mc:Fallback xmlns="">
          <p:sp>
            <p:nvSpPr>
              <p:cNvPr id="28" name="TextBox 27">
                <a:extLst>
                  <a:ext uri="{FF2B5EF4-FFF2-40B4-BE49-F238E27FC236}">
                    <a16:creationId xmlns:a16="http://schemas.microsoft.com/office/drawing/2014/main" id="{11B88C12-C5B2-44D4-95E1-5BC3719D656B}"/>
                  </a:ext>
                </a:extLst>
              </p:cNvPr>
              <p:cNvSpPr txBox="1">
                <a:spLocks noRot="1" noChangeAspect="1" noMove="1" noResize="1" noEditPoints="1" noAdjustHandles="1" noChangeArrowheads="1" noChangeShapeType="1" noTextEdit="1"/>
              </p:cNvSpPr>
              <p:nvPr/>
            </p:nvSpPr>
            <p:spPr>
              <a:xfrm>
                <a:off x="1568598" y="999655"/>
                <a:ext cx="1731822"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0F6C8F9E-ADDA-4C0E-A442-11FB39B6B0AC}"/>
                  </a:ext>
                </a:extLst>
              </p:cNvPr>
              <p:cNvSpPr txBox="1"/>
              <p:nvPr/>
            </p:nvSpPr>
            <p:spPr>
              <a:xfrm>
                <a:off x="10946213" y="1759580"/>
                <a:ext cx="107410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i="1" dirty="0" smtClean="0">
                          <a:latin typeface="Cambria Math" panose="02040503050406030204" pitchFamily="18" charset="0"/>
                        </a:rPr>
                        <m:t>=2.8</m:t>
                      </m:r>
                    </m:oMath>
                  </m:oMathPara>
                </a14:m>
                <a:endParaRPr lang="en-IN" dirty="0"/>
              </a:p>
            </p:txBody>
          </p:sp>
        </mc:Choice>
        <mc:Fallback xmlns="">
          <p:sp>
            <p:nvSpPr>
              <p:cNvPr id="31" name="TextBox 30">
                <a:extLst>
                  <a:ext uri="{FF2B5EF4-FFF2-40B4-BE49-F238E27FC236}">
                    <a16:creationId xmlns:a16="http://schemas.microsoft.com/office/drawing/2014/main" id="{0F6C8F9E-ADDA-4C0E-A442-11FB39B6B0AC}"/>
                  </a:ext>
                </a:extLst>
              </p:cNvPr>
              <p:cNvSpPr txBox="1">
                <a:spLocks noRot="1" noChangeAspect="1" noMove="1" noResize="1" noEditPoints="1" noAdjustHandles="1" noChangeArrowheads="1" noChangeShapeType="1" noTextEdit="1"/>
              </p:cNvSpPr>
              <p:nvPr/>
            </p:nvSpPr>
            <p:spPr>
              <a:xfrm>
                <a:off x="10946213" y="1759580"/>
                <a:ext cx="1074104"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33E9609-B792-440D-B947-D5527273FEBB}"/>
                  </a:ext>
                </a:extLst>
              </p:cNvPr>
              <p:cNvSpPr txBox="1"/>
              <p:nvPr/>
            </p:nvSpPr>
            <p:spPr>
              <a:xfrm>
                <a:off x="10993249" y="3010620"/>
                <a:ext cx="1236705"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=0.76</m:t>
                      </m:r>
                    </m:oMath>
                  </m:oMathPara>
                </a14:m>
                <a:endParaRPr lang="en-IN" dirty="0"/>
              </a:p>
            </p:txBody>
          </p:sp>
        </mc:Choice>
        <mc:Fallback xmlns="">
          <p:sp>
            <p:nvSpPr>
              <p:cNvPr id="23" name="TextBox 22">
                <a:extLst>
                  <a:ext uri="{FF2B5EF4-FFF2-40B4-BE49-F238E27FC236}">
                    <a16:creationId xmlns:a16="http://schemas.microsoft.com/office/drawing/2014/main" id="{633E9609-B792-440D-B947-D5527273FEBB}"/>
                  </a:ext>
                </a:extLst>
              </p:cNvPr>
              <p:cNvSpPr txBox="1">
                <a:spLocks noRot="1" noChangeAspect="1" noMove="1" noResize="1" noEditPoints="1" noAdjustHandles="1" noChangeArrowheads="1" noChangeShapeType="1" noTextEdit="1"/>
              </p:cNvSpPr>
              <p:nvPr/>
            </p:nvSpPr>
            <p:spPr>
              <a:xfrm>
                <a:off x="10993249" y="3010620"/>
                <a:ext cx="1236705"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B0550DBD-E029-4D50-B89F-61C2CB4C88D7}"/>
                  </a:ext>
                </a:extLst>
              </p:cNvPr>
              <p:cNvSpPr txBox="1"/>
              <p:nvPr/>
            </p:nvSpPr>
            <p:spPr>
              <a:xfrm>
                <a:off x="3300420" y="999655"/>
                <a:ext cx="2433630"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a:rPr lang="en-IN" dirty="0">
                          <a:latin typeface="Cambria Math" panose="02040503050406030204" pitchFamily="18" charset="0"/>
                        </a:rPr>
                        <m:t>3</m:t>
                      </m:r>
                      <m:r>
                        <a:rPr lang="en-IN" b="0" i="1" dirty="0" smtClean="0">
                          <a:latin typeface="Cambria Math" panose="02040503050406030204" pitchFamily="18" charset="0"/>
                        </a:rPr>
                        <m:t> </m:t>
                      </m:r>
                      <m:r>
                        <m:rPr>
                          <m:sty m:val="p"/>
                        </m:rPr>
                        <a:rPr lang="en-IN" dirty="0">
                          <a:latin typeface="Cambria Math" panose="02040503050406030204" pitchFamily="18" charset="0"/>
                        </a:rPr>
                        <m:t>E</m:t>
                      </m:r>
                      <m:d>
                        <m:dPr>
                          <m:ctrlPr>
                            <a:rPr lang="en-IN" i="1" dirty="0">
                              <a:latin typeface="Cambria Math" panose="02040503050406030204" pitchFamily="18" charset="0"/>
                            </a:rPr>
                          </m:ctrlPr>
                        </m:dPr>
                        <m:e>
                          <m:r>
                            <m:rPr>
                              <m:sty m:val="p"/>
                            </m:rPr>
                            <a:rPr lang="en-IN" dirty="0">
                              <a:latin typeface="Cambria Math" panose="02040503050406030204" pitchFamily="18" charset="0"/>
                            </a:rPr>
                            <m:t>X</m:t>
                          </m:r>
                        </m:e>
                      </m:d>
                      <m:r>
                        <a:rPr lang="en-IN" dirty="0">
                          <a:latin typeface="Cambria Math" panose="02040503050406030204" pitchFamily="18" charset="0"/>
                        </a:rPr>
                        <m:t>+2</m:t>
                      </m:r>
                    </m:oMath>
                  </m:oMathPara>
                </a14:m>
                <a:endParaRPr lang="en-IN" dirty="0"/>
              </a:p>
            </p:txBody>
          </p:sp>
        </mc:Choice>
        <mc:Fallback xmlns="">
          <p:sp>
            <p:nvSpPr>
              <p:cNvPr id="32" name="TextBox 31">
                <a:extLst>
                  <a:ext uri="{FF2B5EF4-FFF2-40B4-BE49-F238E27FC236}">
                    <a16:creationId xmlns:a16="http://schemas.microsoft.com/office/drawing/2014/main" id="{B0550DBD-E029-4D50-B89F-61C2CB4C88D7}"/>
                  </a:ext>
                </a:extLst>
              </p:cNvPr>
              <p:cNvSpPr txBox="1">
                <a:spLocks noRot="1" noChangeAspect="1" noMove="1" noResize="1" noEditPoints="1" noAdjustHandles="1" noChangeArrowheads="1" noChangeShapeType="1" noTextEdit="1"/>
              </p:cNvSpPr>
              <p:nvPr/>
            </p:nvSpPr>
            <p:spPr>
              <a:xfrm>
                <a:off x="3300420" y="999655"/>
                <a:ext cx="2433630"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34740DB3-2522-46CB-9CDC-1B49F4C8AEB4}"/>
                  </a:ext>
                </a:extLst>
              </p:cNvPr>
              <p:cNvSpPr txBox="1"/>
              <p:nvPr/>
            </p:nvSpPr>
            <p:spPr>
              <a:xfrm>
                <a:off x="3300420" y="1549636"/>
                <a:ext cx="2433630"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a:rPr lang="en-IN" dirty="0">
                          <a:latin typeface="Cambria Math" panose="02040503050406030204" pitchFamily="18" charset="0"/>
                        </a:rPr>
                        <m:t>3</m:t>
                      </m:r>
                      <m:r>
                        <a:rPr lang="en-IN" b="0" i="1" dirty="0" smtClean="0">
                          <a:latin typeface="Cambria Math" panose="02040503050406030204" pitchFamily="18" charset="0"/>
                        </a:rPr>
                        <m:t> </m:t>
                      </m:r>
                      <m:d>
                        <m:dPr>
                          <m:ctrlPr>
                            <a:rPr lang="en-IN" b="0" i="1" dirty="0" smtClean="0">
                              <a:latin typeface="Cambria Math" panose="02040503050406030204" pitchFamily="18" charset="0"/>
                            </a:rPr>
                          </m:ctrlPr>
                        </m:dPr>
                        <m:e>
                          <m:r>
                            <a:rPr lang="en-IN" b="0" i="0" dirty="0" smtClean="0">
                              <a:latin typeface="Cambria Math" panose="02040503050406030204" pitchFamily="18" charset="0"/>
                            </a:rPr>
                            <m:t>8.6</m:t>
                          </m:r>
                        </m:e>
                      </m:d>
                      <m:r>
                        <a:rPr lang="en-IN" dirty="0">
                          <a:latin typeface="Cambria Math" panose="02040503050406030204" pitchFamily="18" charset="0"/>
                        </a:rPr>
                        <m:t>+2</m:t>
                      </m:r>
                    </m:oMath>
                  </m:oMathPara>
                </a14:m>
                <a:endParaRPr lang="en-IN" dirty="0"/>
              </a:p>
            </p:txBody>
          </p:sp>
        </mc:Choice>
        <mc:Fallback xmlns="">
          <p:sp>
            <p:nvSpPr>
              <p:cNvPr id="33" name="TextBox 32">
                <a:extLst>
                  <a:ext uri="{FF2B5EF4-FFF2-40B4-BE49-F238E27FC236}">
                    <a16:creationId xmlns:a16="http://schemas.microsoft.com/office/drawing/2014/main" id="{34740DB3-2522-46CB-9CDC-1B49F4C8AEB4}"/>
                  </a:ext>
                </a:extLst>
              </p:cNvPr>
              <p:cNvSpPr txBox="1">
                <a:spLocks noRot="1" noChangeAspect="1" noMove="1" noResize="1" noEditPoints="1" noAdjustHandles="1" noChangeArrowheads="1" noChangeShapeType="1" noTextEdit="1"/>
              </p:cNvSpPr>
              <p:nvPr/>
            </p:nvSpPr>
            <p:spPr>
              <a:xfrm>
                <a:off x="3300420" y="1549636"/>
                <a:ext cx="2433630"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544D642-F029-425B-9BA8-CC59466DB2C4}"/>
                  </a:ext>
                </a:extLst>
              </p:cNvPr>
              <p:cNvSpPr txBox="1"/>
              <p:nvPr/>
            </p:nvSpPr>
            <p:spPr>
              <a:xfrm>
                <a:off x="3300420" y="2099618"/>
                <a:ext cx="2433630"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dirty="0">
                          <a:latin typeface="Cambria Math" panose="02040503050406030204" pitchFamily="18" charset="0"/>
                        </a:rPr>
                        <m:t>=10.4</m:t>
                      </m:r>
                    </m:oMath>
                  </m:oMathPara>
                </a14:m>
                <a:endParaRPr lang="en-IN" dirty="0"/>
              </a:p>
            </p:txBody>
          </p:sp>
        </mc:Choice>
        <mc:Fallback xmlns="">
          <p:sp>
            <p:nvSpPr>
              <p:cNvPr id="34" name="TextBox 33">
                <a:extLst>
                  <a:ext uri="{FF2B5EF4-FFF2-40B4-BE49-F238E27FC236}">
                    <a16:creationId xmlns:a16="http://schemas.microsoft.com/office/drawing/2014/main" id="{F544D642-F029-425B-9BA8-CC59466DB2C4}"/>
                  </a:ext>
                </a:extLst>
              </p:cNvPr>
              <p:cNvSpPr txBox="1">
                <a:spLocks noRot="1" noChangeAspect="1" noMove="1" noResize="1" noEditPoints="1" noAdjustHandles="1" noChangeArrowheads="1" noChangeShapeType="1" noTextEdit="1"/>
              </p:cNvSpPr>
              <p:nvPr/>
            </p:nvSpPr>
            <p:spPr>
              <a:xfrm>
                <a:off x="3300420" y="2099618"/>
                <a:ext cx="2433630"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A267280-2669-4294-9051-0175264414BD}"/>
                  </a:ext>
                </a:extLst>
              </p:cNvPr>
              <p:cNvSpPr txBox="1"/>
              <p:nvPr/>
            </p:nvSpPr>
            <p:spPr>
              <a:xfrm>
                <a:off x="3300420" y="3423572"/>
                <a:ext cx="1984698"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sSup>
                        <m:sSupPr>
                          <m:ctrlPr>
                            <a:rPr lang="en-IN" b="0" i="1" dirty="0" smtClean="0">
                              <a:latin typeface="Cambria Math" panose="02040503050406030204" pitchFamily="18" charset="0"/>
                            </a:rPr>
                          </m:ctrlPr>
                        </m:sSupPr>
                        <m:e>
                          <m:r>
                            <a:rPr lang="en-IN" dirty="0" smtClean="0">
                              <a:latin typeface="Cambria Math" panose="02040503050406030204" pitchFamily="18" charset="0"/>
                            </a:rPr>
                            <m:t>3</m:t>
                          </m:r>
                        </m:e>
                        <m:sup>
                          <m:r>
                            <a:rPr lang="en-IN" b="0" i="1" dirty="0" smtClean="0">
                              <a:latin typeface="Cambria Math" panose="02040503050406030204" pitchFamily="18" charset="0"/>
                            </a:rPr>
                            <m:t>2</m:t>
                          </m:r>
                        </m:sup>
                      </m:sSup>
                      <m:r>
                        <a:rPr lang="en-IN" dirty="0">
                          <a:latin typeface="Cambria Math" panose="02040503050406030204" pitchFamily="18" charset="0"/>
                        </a:rPr>
                        <m:t>⋅</m:t>
                      </m:r>
                      <m:r>
                        <m:rPr>
                          <m:sty m:val="p"/>
                        </m:rPr>
                        <a:rPr lang="en-IN" dirty="0">
                          <a:latin typeface="Cambria Math" panose="02040503050406030204" pitchFamily="18" charset="0"/>
                        </a:rPr>
                        <m:t>V</m:t>
                      </m:r>
                      <m:d>
                        <m:dPr>
                          <m:ctrlPr>
                            <a:rPr lang="en-IN" i="1" dirty="0">
                              <a:latin typeface="Cambria Math" panose="02040503050406030204" pitchFamily="18" charset="0"/>
                            </a:rPr>
                          </m:ctrlPr>
                        </m:dPr>
                        <m:e>
                          <m:r>
                            <m:rPr>
                              <m:sty m:val="p"/>
                            </m:rPr>
                            <a:rPr lang="en-IN" dirty="0">
                              <a:latin typeface="Cambria Math" panose="02040503050406030204" pitchFamily="18" charset="0"/>
                            </a:rPr>
                            <m:t>X</m:t>
                          </m:r>
                        </m:e>
                      </m:d>
                    </m:oMath>
                  </m:oMathPara>
                </a14:m>
                <a:endParaRPr lang="en-IN" dirty="0"/>
              </a:p>
            </p:txBody>
          </p:sp>
        </mc:Choice>
        <mc:Fallback xmlns="">
          <p:sp>
            <p:nvSpPr>
              <p:cNvPr id="36" name="TextBox 35">
                <a:extLst>
                  <a:ext uri="{FF2B5EF4-FFF2-40B4-BE49-F238E27FC236}">
                    <a16:creationId xmlns:a16="http://schemas.microsoft.com/office/drawing/2014/main" id="{AA267280-2669-4294-9051-0175264414BD}"/>
                  </a:ext>
                </a:extLst>
              </p:cNvPr>
              <p:cNvSpPr txBox="1">
                <a:spLocks noRot="1" noChangeAspect="1" noMove="1" noResize="1" noEditPoints="1" noAdjustHandles="1" noChangeArrowheads="1" noChangeShapeType="1" noTextEdit="1"/>
              </p:cNvSpPr>
              <p:nvPr/>
            </p:nvSpPr>
            <p:spPr>
              <a:xfrm>
                <a:off x="3300420" y="3423572"/>
                <a:ext cx="1984698"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A10735F-B257-4A44-B7B9-237B949E4CEC}"/>
                  </a:ext>
                </a:extLst>
              </p:cNvPr>
              <p:cNvSpPr txBox="1"/>
              <p:nvPr/>
            </p:nvSpPr>
            <p:spPr>
              <a:xfrm>
                <a:off x="3300419" y="3973553"/>
                <a:ext cx="1684161"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i="1" dirty="0" smtClean="0">
                          <a:latin typeface="Cambria Math" panose="02040503050406030204" pitchFamily="18" charset="0"/>
                        </a:rPr>
                        <m:t>=9⋅0.76</m:t>
                      </m:r>
                    </m:oMath>
                  </m:oMathPara>
                </a14:m>
                <a:endParaRPr lang="en-IN" dirty="0"/>
              </a:p>
            </p:txBody>
          </p:sp>
        </mc:Choice>
        <mc:Fallback xmlns="">
          <p:sp>
            <p:nvSpPr>
              <p:cNvPr id="37" name="TextBox 36">
                <a:extLst>
                  <a:ext uri="{FF2B5EF4-FFF2-40B4-BE49-F238E27FC236}">
                    <a16:creationId xmlns:a16="http://schemas.microsoft.com/office/drawing/2014/main" id="{7A10735F-B257-4A44-B7B9-237B949E4CEC}"/>
                  </a:ext>
                </a:extLst>
              </p:cNvPr>
              <p:cNvSpPr txBox="1">
                <a:spLocks noRot="1" noChangeAspect="1" noMove="1" noResize="1" noEditPoints="1" noAdjustHandles="1" noChangeArrowheads="1" noChangeShapeType="1" noTextEdit="1"/>
              </p:cNvSpPr>
              <p:nvPr/>
            </p:nvSpPr>
            <p:spPr>
              <a:xfrm>
                <a:off x="3300419" y="3973553"/>
                <a:ext cx="1684161"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91B9E3B9-1805-4897-92D5-48CE11ECCC81}"/>
                  </a:ext>
                </a:extLst>
              </p:cNvPr>
              <p:cNvSpPr txBox="1"/>
              <p:nvPr/>
            </p:nvSpPr>
            <p:spPr>
              <a:xfrm>
                <a:off x="3300419" y="4523535"/>
                <a:ext cx="1684161"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=6.84</m:t>
                      </m:r>
                    </m:oMath>
                  </m:oMathPara>
                </a14:m>
                <a:endParaRPr lang="en-IN" dirty="0"/>
              </a:p>
            </p:txBody>
          </p:sp>
        </mc:Choice>
        <mc:Fallback xmlns="">
          <p:sp>
            <p:nvSpPr>
              <p:cNvPr id="38" name="TextBox 37">
                <a:extLst>
                  <a:ext uri="{FF2B5EF4-FFF2-40B4-BE49-F238E27FC236}">
                    <a16:creationId xmlns:a16="http://schemas.microsoft.com/office/drawing/2014/main" id="{91B9E3B9-1805-4897-92D5-48CE11ECCC81}"/>
                  </a:ext>
                </a:extLst>
              </p:cNvPr>
              <p:cNvSpPr txBox="1">
                <a:spLocks noRot="1" noChangeAspect="1" noMove="1" noResize="1" noEditPoints="1" noAdjustHandles="1" noChangeArrowheads="1" noChangeShapeType="1" noTextEdit="1"/>
              </p:cNvSpPr>
              <p:nvPr/>
            </p:nvSpPr>
            <p:spPr>
              <a:xfrm>
                <a:off x="3300419" y="4523535"/>
                <a:ext cx="1684161"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DE51DB4-5B07-43D9-8D3E-909D5821E8FB}"/>
                  </a:ext>
                </a:extLst>
              </p:cNvPr>
              <p:cNvSpPr txBox="1"/>
              <p:nvPr/>
            </p:nvSpPr>
            <p:spPr>
              <a:xfrm>
                <a:off x="10993249" y="2385100"/>
                <a:ext cx="1172432"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i="1" dirty="0" smtClean="0">
                          <a:latin typeface="Cambria Math" panose="02040503050406030204" pitchFamily="18" charset="0"/>
                        </a:rPr>
                        <m:t>=8.6</m:t>
                      </m:r>
                    </m:oMath>
                  </m:oMathPara>
                </a14:m>
                <a:endParaRPr lang="en-IN" dirty="0"/>
              </a:p>
            </p:txBody>
          </p:sp>
        </mc:Choice>
        <mc:Fallback xmlns="">
          <p:sp>
            <p:nvSpPr>
              <p:cNvPr id="29" name="TextBox 28">
                <a:extLst>
                  <a:ext uri="{FF2B5EF4-FFF2-40B4-BE49-F238E27FC236}">
                    <a16:creationId xmlns:a16="http://schemas.microsoft.com/office/drawing/2014/main" id="{1DE51DB4-5B07-43D9-8D3E-909D5821E8FB}"/>
                  </a:ext>
                </a:extLst>
              </p:cNvPr>
              <p:cNvSpPr txBox="1">
                <a:spLocks noRot="1" noChangeAspect="1" noMove="1" noResize="1" noEditPoints="1" noAdjustHandles="1" noChangeArrowheads="1" noChangeShapeType="1" noTextEdit="1"/>
              </p:cNvSpPr>
              <p:nvPr/>
            </p:nvSpPr>
            <p:spPr>
              <a:xfrm>
                <a:off x="10993249" y="2385100"/>
                <a:ext cx="1172432"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B31CF9D-1454-410D-906C-52A3FF9AAD46}"/>
                  </a:ext>
                </a:extLst>
              </p:cNvPr>
              <p:cNvSpPr txBox="1"/>
              <p:nvPr/>
            </p:nvSpPr>
            <p:spPr>
              <a:xfrm>
                <a:off x="9758625" y="3636141"/>
                <a:ext cx="86477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l-GR" sz="2800" dirty="0" smtClean="0">
                          <a:solidFill>
                            <a:srgbClr val="002060"/>
                          </a:solidFill>
                          <a:latin typeface="Cambria Math" panose="02040503050406030204" pitchFamily="18" charset="0"/>
                        </a:rPr>
                        <m:t>σ</m:t>
                      </m:r>
                      <m:d>
                        <m:dPr>
                          <m:ctrlPr>
                            <a:rPr lang="el-GR"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X</m:t>
                          </m:r>
                        </m:e>
                      </m:d>
                    </m:oMath>
                  </m:oMathPara>
                </a14:m>
                <a:endParaRPr lang="en-IN" sz="2800" dirty="0">
                  <a:solidFill>
                    <a:srgbClr val="002060"/>
                  </a:solidFill>
                </a:endParaRPr>
              </a:p>
            </p:txBody>
          </p:sp>
        </mc:Choice>
        <mc:Fallback xmlns="">
          <p:sp>
            <p:nvSpPr>
              <p:cNvPr id="30" name="TextBox 29">
                <a:extLst>
                  <a:ext uri="{FF2B5EF4-FFF2-40B4-BE49-F238E27FC236}">
                    <a16:creationId xmlns:a16="http://schemas.microsoft.com/office/drawing/2014/main" id="{8B31CF9D-1454-410D-906C-52A3FF9AAD46}"/>
                  </a:ext>
                </a:extLst>
              </p:cNvPr>
              <p:cNvSpPr txBox="1">
                <a:spLocks noRot="1" noChangeAspect="1" noMove="1" noResize="1" noEditPoints="1" noAdjustHandles="1" noChangeArrowheads="1" noChangeShapeType="1" noTextEdit="1"/>
              </p:cNvSpPr>
              <p:nvPr/>
            </p:nvSpPr>
            <p:spPr>
              <a:xfrm>
                <a:off x="9758625" y="3636141"/>
                <a:ext cx="864777"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09F8128C-058D-4ED3-AA1D-8167D424A990}"/>
                  </a:ext>
                </a:extLst>
              </p:cNvPr>
              <p:cNvSpPr txBox="1"/>
              <p:nvPr/>
            </p:nvSpPr>
            <p:spPr>
              <a:xfrm>
                <a:off x="10041704" y="2385099"/>
                <a:ext cx="10221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E</m:t>
                      </m:r>
                      <m:d>
                        <m:dPr>
                          <m:ctrlPr>
                            <a:rPr lang="en-IN" sz="2800" b="0" i="1" dirty="0" smtClean="0">
                              <a:solidFill>
                                <a:srgbClr val="002060"/>
                              </a:solidFill>
                              <a:latin typeface="Cambria Math" panose="02040503050406030204" pitchFamily="18" charset="0"/>
                            </a:rPr>
                          </m:ctrlPr>
                        </m:dPr>
                        <m:e>
                          <m:sSup>
                            <m:sSupPr>
                              <m:ctrlPr>
                                <a:rPr lang="en-IN" sz="2800" b="0" i="1" dirty="0" smtClean="0">
                                  <a:solidFill>
                                    <a:srgbClr val="002060"/>
                                  </a:solidFill>
                                  <a:latin typeface="Cambria Math" panose="02040503050406030204" pitchFamily="18" charset="0"/>
                                </a:rPr>
                              </m:ctrlPr>
                            </m:sSupPr>
                            <m:e>
                              <m:r>
                                <m:rPr>
                                  <m:sty m:val="p"/>
                                </m:rPr>
                                <a:rPr lang="en-IN" sz="2800" b="0" i="0" dirty="0" smtClean="0">
                                  <a:solidFill>
                                    <a:srgbClr val="002060"/>
                                  </a:solidFill>
                                  <a:latin typeface="Cambria Math" panose="02040503050406030204" pitchFamily="18" charset="0"/>
                                </a:rPr>
                                <m:t>X</m:t>
                              </m:r>
                            </m:e>
                            <m:sup>
                              <m:r>
                                <a:rPr lang="en-IN" sz="2800" b="0" i="1" dirty="0" smtClean="0">
                                  <a:solidFill>
                                    <a:srgbClr val="002060"/>
                                  </a:solidFill>
                                  <a:latin typeface="Cambria Math" panose="02040503050406030204" pitchFamily="18" charset="0"/>
                                </a:rPr>
                                <m:t>2</m:t>
                              </m:r>
                            </m:sup>
                          </m:sSup>
                        </m:e>
                      </m:d>
                    </m:oMath>
                  </m:oMathPara>
                </a14:m>
                <a:endParaRPr lang="en-IN" sz="2800" dirty="0">
                  <a:solidFill>
                    <a:srgbClr val="002060"/>
                  </a:solidFill>
                  <a:latin typeface="+mj-lt"/>
                </a:endParaRPr>
              </a:p>
            </p:txBody>
          </p:sp>
        </mc:Choice>
        <mc:Fallback xmlns="">
          <p:sp>
            <p:nvSpPr>
              <p:cNvPr id="35" name="TextBox 34">
                <a:extLst>
                  <a:ext uri="{FF2B5EF4-FFF2-40B4-BE49-F238E27FC236}">
                    <a16:creationId xmlns:a16="http://schemas.microsoft.com/office/drawing/2014/main" id="{09F8128C-058D-4ED3-AA1D-8167D424A990}"/>
                  </a:ext>
                </a:extLst>
              </p:cNvPr>
              <p:cNvSpPr txBox="1">
                <a:spLocks noRot="1" noChangeAspect="1" noMove="1" noResize="1" noEditPoints="1" noAdjustHandles="1" noChangeArrowheads="1" noChangeShapeType="1" noTextEdit="1"/>
              </p:cNvSpPr>
              <p:nvPr/>
            </p:nvSpPr>
            <p:spPr>
              <a:xfrm>
                <a:off x="10041704" y="2385099"/>
                <a:ext cx="1022167"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B9B4794E-CF24-4910-BD85-37167E944DDA}"/>
                  </a:ext>
                </a:extLst>
              </p:cNvPr>
              <p:cNvSpPr txBox="1"/>
              <p:nvPr/>
            </p:nvSpPr>
            <p:spPr>
              <a:xfrm>
                <a:off x="10552788" y="3636141"/>
                <a:ext cx="1799131"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dirty="0" smtClean="0">
                          <a:latin typeface="Cambria Math" panose="02040503050406030204" pitchFamily="18" charset="0"/>
                        </a:rPr>
                        <m:t>=</m:t>
                      </m:r>
                      <m:r>
                        <a:rPr lang="en-IN" b="0" i="1" dirty="0" smtClean="0">
                          <a:latin typeface="Cambria Math" panose="02040503050406030204" pitchFamily="18" charset="0"/>
                        </a:rPr>
                        <m:t>0.8718</m:t>
                      </m:r>
                    </m:oMath>
                  </m:oMathPara>
                </a14:m>
                <a:endParaRPr lang="en-IN" dirty="0"/>
              </a:p>
            </p:txBody>
          </p:sp>
        </mc:Choice>
        <mc:Fallback xmlns="">
          <p:sp>
            <p:nvSpPr>
              <p:cNvPr id="39" name="TextBox 38">
                <a:extLst>
                  <a:ext uri="{FF2B5EF4-FFF2-40B4-BE49-F238E27FC236}">
                    <a16:creationId xmlns:a16="http://schemas.microsoft.com/office/drawing/2014/main" id="{B9B4794E-CF24-4910-BD85-37167E944DDA}"/>
                  </a:ext>
                </a:extLst>
              </p:cNvPr>
              <p:cNvSpPr txBox="1">
                <a:spLocks noRot="1" noChangeAspect="1" noMove="1" noResize="1" noEditPoints="1" noAdjustHandles="1" noChangeArrowheads="1" noChangeShapeType="1" noTextEdit="1"/>
              </p:cNvSpPr>
              <p:nvPr/>
            </p:nvSpPr>
            <p:spPr>
              <a:xfrm>
                <a:off x="10552788" y="3636141"/>
                <a:ext cx="1799131" cy="523220"/>
              </a:xfrm>
              <a:prstGeom prst="rect">
                <a:avLst/>
              </a:prstGeom>
              <a:blipFill>
                <a:blip r:embed="rId19"/>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533951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P spid="36" grpId="0"/>
      <p:bldP spid="37" grpId="0"/>
      <p:bldP spid="38" grpId="0"/>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8" y="867839"/>
                <a:ext cx="11929645" cy="12240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dirty="0"/>
                  <a:t>Let mean and standard deviation of a random variable </a:t>
                </a:r>
                <a14:m>
                  <m:oMath xmlns:m="http://schemas.openxmlformats.org/officeDocument/2006/math">
                    <m:r>
                      <m:rPr>
                        <m:sty m:val="p"/>
                      </m:rPr>
                      <a:rPr lang="en-GB" i="0" dirty="0" smtClean="0">
                        <a:latin typeface="Cambria Math" panose="02040503050406030204" pitchFamily="18" charset="0"/>
                      </a:rPr>
                      <m:t>X</m:t>
                    </m:r>
                  </m:oMath>
                </a14:m>
                <a:r>
                  <a:rPr lang="en-GB" dirty="0"/>
                  <a:t> be </a:t>
                </a:r>
                <a14:m>
                  <m:oMath xmlns:m="http://schemas.openxmlformats.org/officeDocument/2006/math">
                    <m:r>
                      <a:rPr lang="en-GB" i="0" dirty="0" smtClean="0">
                        <a:latin typeface="Cambria Math" panose="02040503050406030204" pitchFamily="18" charset="0"/>
                      </a:rPr>
                      <m:t>5</m:t>
                    </m:r>
                  </m:oMath>
                </a14:m>
                <a:r>
                  <a:rPr lang="en-GB" dirty="0"/>
                  <a:t> &amp; </a:t>
                </a:r>
                <a14:m>
                  <m:oMath xmlns:m="http://schemas.openxmlformats.org/officeDocument/2006/math">
                    <m:r>
                      <a:rPr lang="en-GB" i="1" dirty="0" smtClean="0">
                        <a:latin typeface="Cambria Math" panose="02040503050406030204" pitchFamily="18" charset="0"/>
                      </a:rPr>
                      <m:t>5</m:t>
                    </m:r>
                  </m:oMath>
                </a14:m>
                <a:r>
                  <a:rPr lang="en-GB" dirty="0"/>
                  <a:t> respectively, find </a:t>
                </a:r>
                <a14:m>
                  <m:oMath xmlns:m="http://schemas.openxmlformats.org/officeDocument/2006/math">
                    <m:r>
                      <m:rPr>
                        <m:sty m:val="p"/>
                      </m:rPr>
                      <a:rPr lang="en-GB" i="0" dirty="0" smtClean="0">
                        <a:latin typeface="Cambria Math" panose="02040503050406030204" pitchFamily="18" charset="0"/>
                      </a:rPr>
                      <m:t>E</m:t>
                    </m:r>
                    <m:d>
                      <m:dPr>
                        <m:ctrlPr>
                          <a:rPr lang="en-GB" i="1" dirty="0" smtClean="0">
                            <a:latin typeface="Cambria Math" panose="02040503050406030204" pitchFamily="18" charset="0"/>
                          </a:rPr>
                        </m:ctrlPr>
                      </m:dPr>
                      <m:e>
                        <m:sSup>
                          <m:sSupPr>
                            <m:ctrlPr>
                              <a:rPr lang="en-GB" i="1" dirty="0" smtClean="0">
                                <a:latin typeface="Cambria Math" panose="02040503050406030204" pitchFamily="18" charset="0"/>
                              </a:rPr>
                            </m:ctrlPr>
                          </m:sSupPr>
                          <m:e>
                            <m:r>
                              <m:rPr>
                                <m:sty m:val="p"/>
                              </m:rPr>
                              <a:rPr lang="en-GB" i="0" dirty="0" smtClean="0">
                                <a:latin typeface="Cambria Math" panose="02040503050406030204" pitchFamily="18" charset="0"/>
                              </a:rPr>
                              <m:t>X</m:t>
                            </m:r>
                          </m:e>
                          <m:sup>
                            <m:r>
                              <a:rPr lang="en-GB" i="0" dirty="0" smtClean="0">
                                <a:latin typeface="Cambria Math" panose="02040503050406030204" pitchFamily="18" charset="0"/>
                              </a:rPr>
                              <m:t>2</m:t>
                            </m:r>
                          </m:sup>
                        </m:sSup>
                      </m:e>
                    </m:d>
                  </m:oMath>
                </a14:m>
                <a:r>
                  <a:rPr lang="en-GB" dirty="0"/>
                  <a:t> and </a:t>
                </a:r>
                <a14:m>
                  <m:oMath xmlns:m="http://schemas.openxmlformats.org/officeDocument/2006/math">
                    <m:r>
                      <m:rPr>
                        <m:sty m:val="p"/>
                      </m:rPr>
                      <a:rPr lang="en-GB" i="0" dirty="0" smtClean="0">
                        <a:latin typeface="Cambria Math" panose="02040503050406030204" pitchFamily="18" charset="0"/>
                      </a:rPr>
                      <m:t>E</m:t>
                    </m:r>
                    <m:sSup>
                      <m:sSupPr>
                        <m:ctrlPr>
                          <a:rPr lang="en-GB" i="1" dirty="0" smtClean="0">
                            <a:latin typeface="Cambria Math" panose="02040503050406030204" pitchFamily="18" charset="0"/>
                          </a:rPr>
                        </m:ctrlPr>
                      </m:sSupPr>
                      <m:e>
                        <m:d>
                          <m:dPr>
                            <m:ctrlPr>
                              <a:rPr lang="en-GB" i="1" dirty="0" smtClean="0">
                                <a:latin typeface="Cambria Math" panose="02040503050406030204" pitchFamily="18" charset="0"/>
                              </a:rPr>
                            </m:ctrlPr>
                          </m:dPr>
                          <m:e>
                            <m:r>
                              <a:rPr lang="en-GB" i="0" dirty="0" smtClean="0">
                                <a:latin typeface="Cambria Math" panose="02040503050406030204" pitchFamily="18" charset="0"/>
                              </a:rPr>
                              <m:t>2</m:t>
                            </m:r>
                            <m:r>
                              <m:rPr>
                                <m:sty m:val="p"/>
                              </m:rPr>
                              <a:rPr lang="en-GB" i="0" dirty="0" smtClean="0">
                                <a:latin typeface="Cambria Math" panose="02040503050406030204" pitchFamily="18" charset="0"/>
                              </a:rPr>
                              <m:t>X</m:t>
                            </m:r>
                            <m:r>
                              <a:rPr lang="en-GB" i="0" dirty="0" smtClean="0">
                                <a:latin typeface="Cambria Math" panose="02040503050406030204" pitchFamily="18" charset="0"/>
                              </a:rPr>
                              <m:t>+5</m:t>
                            </m:r>
                          </m:e>
                        </m:d>
                      </m:e>
                      <m:sup>
                        <m:r>
                          <a:rPr lang="en-GB" i="0" dirty="0" smtClean="0">
                            <a:latin typeface="Cambria Math" panose="02040503050406030204" pitchFamily="18" charset="0"/>
                          </a:rPr>
                          <m:t>2</m:t>
                        </m:r>
                      </m:sup>
                    </m:sSup>
                  </m:oMath>
                </a14:m>
                <a:r>
                  <a:rPr lang="en-GB" dirty="0"/>
                  <a:t>.</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8" y="867839"/>
                <a:ext cx="11929645" cy="1224000"/>
              </a:xfrm>
              <a:prstGeom prst="rect">
                <a:avLst/>
              </a:prstGeom>
              <a:blipFill>
                <a:blip r:embed="rId3"/>
                <a:stretch>
                  <a:fillRect l="-1074" r="-1074" b="-4975"/>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6 ⇝ Example 2</a:t>
            </a:r>
            <a:endParaRPr lang="en-US" dirty="0"/>
          </a:p>
        </p:txBody>
      </p:sp>
      <p:sp>
        <p:nvSpPr>
          <p:cNvPr id="4" name="Content Placeholder 2"/>
          <p:cNvSpPr txBox="1">
            <a:spLocks/>
          </p:cNvSpPr>
          <p:nvPr/>
        </p:nvSpPr>
        <p:spPr>
          <a:xfrm>
            <a:off x="131178" y="2248477"/>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0E9B969-074D-432C-AE58-BC469CF458F0}"/>
                  </a:ext>
                </a:extLst>
              </p:cNvPr>
              <p:cNvSpPr txBox="1"/>
              <p:nvPr/>
            </p:nvSpPr>
            <p:spPr>
              <a:xfrm>
                <a:off x="3191535" y="2247491"/>
                <a:ext cx="170849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dirty="0">
                          <a:solidFill>
                            <a:srgbClr val="002060"/>
                          </a:solidFill>
                          <a:latin typeface="Cambria Math" panose="02040503050406030204" pitchFamily="18" charset="0"/>
                        </a:rPr>
                        <m:t>E</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e>
                      </m:d>
                      <m:r>
                        <a:rPr lang="en-IN" sz="2800" dirty="0">
                          <a:solidFill>
                            <a:srgbClr val="002060"/>
                          </a:solidFill>
                          <a:latin typeface="Cambria Math" panose="02040503050406030204" pitchFamily="18" charset="0"/>
                        </a:rPr>
                        <m:t>=5</m:t>
                      </m:r>
                    </m:oMath>
                  </m:oMathPara>
                </a14:m>
                <a:endParaRPr lang="en-IN" sz="2800" dirty="0">
                  <a:solidFill>
                    <a:srgbClr val="002060"/>
                  </a:solidFill>
                </a:endParaRPr>
              </a:p>
            </p:txBody>
          </p:sp>
        </mc:Choice>
        <mc:Fallback xmlns="">
          <p:sp>
            <p:nvSpPr>
              <p:cNvPr id="15" name="TextBox 14">
                <a:extLst>
                  <a:ext uri="{FF2B5EF4-FFF2-40B4-BE49-F238E27FC236}">
                    <a16:creationId xmlns:a16="http://schemas.microsoft.com/office/drawing/2014/main" id="{90E9B969-074D-432C-AE58-BC469CF458F0}"/>
                  </a:ext>
                </a:extLst>
              </p:cNvPr>
              <p:cNvSpPr txBox="1">
                <a:spLocks noRot="1" noChangeAspect="1" noMove="1" noResize="1" noEditPoints="1" noAdjustHandles="1" noChangeArrowheads="1" noChangeShapeType="1" noTextEdit="1"/>
              </p:cNvSpPr>
              <p:nvPr/>
            </p:nvSpPr>
            <p:spPr>
              <a:xfrm>
                <a:off x="3191535" y="2247491"/>
                <a:ext cx="1708496"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2C146F1-724B-44F0-A3C1-73E6A84E2695}"/>
                  </a:ext>
                </a:extLst>
              </p:cNvPr>
              <p:cNvSpPr txBox="1"/>
              <p:nvPr/>
            </p:nvSpPr>
            <p:spPr>
              <a:xfrm>
                <a:off x="6917517" y="2247491"/>
                <a:ext cx="47897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1" dirty="0" smtClean="0">
                          <a:solidFill>
                            <a:srgbClr val="002060"/>
                          </a:solidFill>
                          <a:latin typeface="Cambria Math" panose="02040503050406030204" pitchFamily="18" charset="0"/>
                          <a:ea typeface="Cambria Math" panose="02040503050406030204" pitchFamily="18" charset="0"/>
                        </a:rPr>
                        <m:t>⇒</m:t>
                      </m:r>
                    </m:oMath>
                  </m:oMathPara>
                </a14:m>
                <a:endParaRPr lang="en-IN" sz="2800" dirty="0">
                  <a:solidFill>
                    <a:srgbClr val="002060"/>
                  </a:solidFill>
                  <a:latin typeface="+mj-lt"/>
                </a:endParaRPr>
              </a:p>
            </p:txBody>
          </p:sp>
        </mc:Choice>
        <mc:Fallback xmlns="">
          <p:sp>
            <p:nvSpPr>
              <p:cNvPr id="18" name="TextBox 17">
                <a:extLst>
                  <a:ext uri="{FF2B5EF4-FFF2-40B4-BE49-F238E27FC236}">
                    <a16:creationId xmlns:a16="http://schemas.microsoft.com/office/drawing/2014/main" id="{52C146F1-724B-44F0-A3C1-73E6A84E2695}"/>
                  </a:ext>
                </a:extLst>
              </p:cNvPr>
              <p:cNvSpPr txBox="1">
                <a:spLocks noRot="1" noChangeAspect="1" noMove="1" noResize="1" noEditPoints="1" noAdjustHandles="1" noChangeArrowheads="1" noChangeShapeType="1" noTextEdit="1"/>
              </p:cNvSpPr>
              <p:nvPr/>
            </p:nvSpPr>
            <p:spPr>
              <a:xfrm>
                <a:off x="6917517" y="2247491"/>
                <a:ext cx="478971"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9F7F1D6-6A85-4F68-A8B6-8F9A263090E0}"/>
                  </a:ext>
                </a:extLst>
              </p:cNvPr>
              <p:cNvSpPr txBox="1"/>
              <p:nvPr/>
            </p:nvSpPr>
            <p:spPr>
              <a:xfrm>
                <a:off x="7396488" y="2247491"/>
                <a:ext cx="878017"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m:rPr>
                          <m:nor/>
                        </m:rPr>
                        <a:rPr lang="en-IN"/>
                        <m:t>V</m:t>
                      </m:r>
                      <m:r>
                        <m:rPr>
                          <m:nor/>
                        </m:rPr>
                        <a:rPr lang="en-IN"/>
                        <m:t>(</m:t>
                      </m:r>
                      <m:r>
                        <m:rPr>
                          <m:nor/>
                        </m:rPr>
                        <a:rPr lang="en-IN"/>
                        <m:t>X</m:t>
                      </m:r>
                      <m:r>
                        <m:rPr>
                          <m:nor/>
                        </m:rPr>
                        <a:rPr lang="en-IN"/>
                        <m:t>)</m:t>
                      </m:r>
                    </m:oMath>
                  </m:oMathPara>
                </a14:m>
                <a:endParaRPr lang="en-IN" dirty="0"/>
              </a:p>
            </p:txBody>
          </p:sp>
        </mc:Choice>
        <mc:Fallback xmlns="">
          <p:sp>
            <p:nvSpPr>
              <p:cNvPr id="22" name="TextBox 21">
                <a:extLst>
                  <a:ext uri="{FF2B5EF4-FFF2-40B4-BE49-F238E27FC236}">
                    <a16:creationId xmlns:a16="http://schemas.microsoft.com/office/drawing/2014/main" id="{79F7F1D6-6A85-4F68-A8B6-8F9A263090E0}"/>
                  </a:ext>
                </a:extLst>
              </p:cNvPr>
              <p:cNvSpPr txBox="1">
                <a:spLocks noRot="1" noChangeAspect="1" noMove="1" noResize="1" noEditPoints="1" noAdjustHandles="1" noChangeArrowheads="1" noChangeShapeType="1" noTextEdit="1"/>
              </p:cNvSpPr>
              <p:nvPr/>
            </p:nvSpPr>
            <p:spPr>
              <a:xfrm>
                <a:off x="7396488" y="2247491"/>
                <a:ext cx="878017"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0CF47FF-2FC5-4AAE-83DF-9FF438312482}"/>
                  </a:ext>
                </a:extLst>
              </p:cNvPr>
              <p:cNvSpPr txBox="1"/>
              <p:nvPr/>
            </p:nvSpPr>
            <p:spPr>
              <a:xfrm>
                <a:off x="5379002" y="2247491"/>
                <a:ext cx="170849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l-GR" sz="2800" dirty="0" smtClean="0">
                          <a:solidFill>
                            <a:srgbClr val="002060"/>
                          </a:solidFill>
                          <a:latin typeface="Cambria Math" panose="02040503050406030204" pitchFamily="18" charset="0"/>
                        </a:rPr>
                        <m:t>σ</m:t>
                      </m:r>
                      <m:d>
                        <m:dPr>
                          <m:ctrlPr>
                            <a:rPr lang="el-GR"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e>
                      </m:d>
                      <m:r>
                        <a:rPr lang="en-IN" sz="2800" dirty="0">
                          <a:solidFill>
                            <a:srgbClr val="002060"/>
                          </a:solidFill>
                          <a:latin typeface="Cambria Math" panose="02040503050406030204" pitchFamily="18" charset="0"/>
                        </a:rPr>
                        <m:t>=5</m:t>
                      </m:r>
                    </m:oMath>
                  </m:oMathPara>
                </a14:m>
                <a:endParaRPr lang="en-IN" sz="2800" dirty="0">
                  <a:solidFill>
                    <a:srgbClr val="002060"/>
                  </a:solidFill>
                  <a:latin typeface="+mj-lt"/>
                </a:endParaRPr>
              </a:p>
            </p:txBody>
          </p:sp>
        </mc:Choice>
        <mc:Fallback xmlns="">
          <p:sp>
            <p:nvSpPr>
              <p:cNvPr id="30" name="TextBox 29">
                <a:extLst>
                  <a:ext uri="{FF2B5EF4-FFF2-40B4-BE49-F238E27FC236}">
                    <a16:creationId xmlns:a16="http://schemas.microsoft.com/office/drawing/2014/main" id="{F0CF47FF-2FC5-4AAE-83DF-9FF438312482}"/>
                  </a:ext>
                </a:extLst>
              </p:cNvPr>
              <p:cNvSpPr txBox="1">
                <a:spLocks noRot="1" noChangeAspect="1" noMove="1" noResize="1" noEditPoints="1" noAdjustHandles="1" noChangeArrowheads="1" noChangeShapeType="1" noTextEdit="1"/>
              </p:cNvSpPr>
              <p:nvPr/>
            </p:nvSpPr>
            <p:spPr>
              <a:xfrm>
                <a:off x="5379002" y="2247491"/>
                <a:ext cx="1708496"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0F6C8F9E-ADDA-4C0E-A442-11FB39B6B0AC}"/>
                  </a:ext>
                </a:extLst>
              </p:cNvPr>
              <p:cNvSpPr txBox="1"/>
              <p:nvPr/>
            </p:nvSpPr>
            <p:spPr>
              <a:xfrm>
                <a:off x="8127524" y="2251361"/>
                <a:ext cx="107410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i="1" dirty="0" smtClean="0">
                          <a:latin typeface="Cambria Math" panose="02040503050406030204" pitchFamily="18" charset="0"/>
                        </a:rPr>
                        <m:t>=2</m:t>
                      </m:r>
                      <m:r>
                        <a:rPr lang="en-IN" b="0" i="1" dirty="0" smtClean="0">
                          <a:latin typeface="Cambria Math" panose="02040503050406030204" pitchFamily="18" charset="0"/>
                        </a:rPr>
                        <m:t>5</m:t>
                      </m:r>
                    </m:oMath>
                  </m:oMathPara>
                </a14:m>
                <a:endParaRPr lang="en-IN" dirty="0"/>
              </a:p>
            </p:txBody>
          </p:sp>
        </mc:Choice>
        <mc:Fallback xmlns="">
          <p:sp>
            <p:nvSpPr>
              <p:cNvPr id="31" name="TextBox 30">
                <a:extLst>
                  <a:ext uri="{FF2B5EF4-FFF2-40B4-BE49-F238E27FC236}">
                    <a16:creationId xmlns:a16="http://schemas.microsoft.com/office/drawing/2014/main" id="{0F6C8F9E-ADDA-4C0E-A442-11FB39B6B0AC}"/>
                  </a:ext>
                </a:extLst>
              </p:cNvPr>
              <p:cNvSpPr txBox="1">
                <a:spLocks noRot="1" noChangeAspect="1" noMove="1" noResize="1" noEditPoints="1" noAdjustHandles="1" noChangeArrowheads="1" noChangeShapeType="1" noTextEdit="1"/>
              </p:cNvSpPr>
              <p:nvPr/>
            </p:nvSpPr>
            <p:spPr>
              <a:xfrm>
                <a:off x="8127524" y="2251361"/>
                <a:ext cx="1074104" cy="523220"/>
              </a:xfrm>
              <a:prstGeom prst="rect">
                <a:avLst/>
              </a:prstGeom>
              <a:blipFill>
                <a:blip r:embed="rId8"/>
                <a:stretch>
                  <a:fillRect/>
                </a:stretch>
              </a:blipFill>
            </p:spPr>
            <p:txBody>
              <a:bodyPr/>
              <a:lstStyle/>
              <a:p>
                <a:r>
                  <a:rPr lang="en-IN">
                    <a:noFill/>
                  </a:rPr>
                  <a:t> </a:t>
                </a:r>
              </a:p>
            </p:txBody>
          </p:sp>
        </mc:Fallback>
      </mc:AlternateContent>
      <p:sp>
        <p:nvSpPr>
          <p:cNvPr id="16" name="TextBox 15">
            <a:extLst>
              <a:ext uri="{FF2B5EF4-FFF2-40B4-BE49-F238E27FC236}">
                <a16:creationId xmlns:a16="http://schemas.microsoft.com/office/drawing/2014/main" id="{0576DB33-DF6D-47CB-85E8-136660B8533E}"/>
              </a:ext>
            </a:extLst>
          </p:cNvPr>
          <p:cNvSpPr txBox="1"/>
          <p:nvPr/>
        </p:nvSpPr>
        <p:spPr>
          <a:xfrm>
            <a:off x="1576712" y="2251362"/>
            <a:ext cx="1877785" cy="523220"/>
          </a:xfrm>
          <a:prstGeom prst="rect">
            <a:avLst/>
          </a:prstGeom>
          <a:noFill/>
        </p:spPr>
        <p:txBody>
          <a:bodyPr wrap="square">
            <a:spAutoFit/>
          </a:bodyPr>
          <a:lstStyle/>
          <a:p>
            <a:r>
              <a:rPr lang="en-IN" sz="2800" dirty="0">
                <a:solidFill>
                  <a:srgbClr val="002060"/>
                </a:solidFill>
                <a:latin typeface="+mj-lt"/>
              </a:rPr>
              <a:t>Given that, </a:t>
            </a:r>
          </a:p>
        </p:txBody>
      </p:sp>
      <p:sp>
        <p:nvSpPr>
          <p:cNvPr id="25" name="TextBox 24">
            <a:extLst>
              <a:ext uri="{FF2B5EF4-FFF2-40B4-BE49-F238E27FC236}">
                <a16:creationId xmlns:a16="http://schemas.microsoft.com/office/drawing/2014/main" id="{AB5B09C1-98B3-4A4A-93E3-429E41BB747B}"/>
              </a:ext>
            </a:extLst>
          </p:cNvPr>
          <p:cNvSpPr txBox="1"/>
          <p:nvPr/>
        </p:nvSpPr>
        <p:spPr>
          <a:xfrm>
            <a:off x="4888911" y="2247491"/>
            <a:ext cx="466938" cy="523220"/>
          </a:xfrm>
          <a:prstGeom prst="rect">
            <a:avLst/>
          </a:prstGeom>
          <a:noFill/>
        </p:spPr>
        <p:txBody>
          <a:bodyPr wrap="square">
            <a:spAutoFit/>
          </a:bodyPr>
          <a:lstStyle/>
          <a:p>
            <a:r>
              <a:rPr lang="en-IN" sz="2800" b="0" i="0" dirty="0">
                <a:solidFill>
                  <a:srgbClr val="002060"/>
                </a:solidFill>
                <a:latin typeface="+mj-lt"/>
              </a:rPr>
              <a:t>&amp;</a:t>
            </a:r>
            <a:endParaRPr lang="en-IN" sz="2800" dirty="0">
              <a:solidFill>
                <a:srgbClr val="002060"/>
              </a:solidFill>
            </a:endParaRPr>
          </a:p>
        </p:txBody>
      </p:sp>
      <p:sp>
        <p:nvSpPr>
          <p:cNvPr id="26" name="TextBox 25">
            <a:extLst>
              <a:ext uri="{FF2B5EF4-FFF2-40B4-BE49-F238E27FC236}">
                <a16:creationId xmlns:a16="http://schemas.microsoft.com/office/drawing/2014/main" id="{079A341A-86D7-4D41-982E-9489D0066C47}"/>
              </a:ext>
            </a:extLst>
          </p:cNvPr>
          <p:cNvSpPr txBox="1"/>
          <p:nvPr/>
        </p:nvSpPr>
        <p:spPr>
          <a:xfrm>
            <a:off x="1576712" y="2860720"/>
            <a:ext cx="2342145" cy="523220"/>
          </a:xfrm>
          <a:prstGeom prst="rect">
            <a:avLst/>
          </a:prstGeom>
          <a:noFill/>
        </p:spPr>
        <p:txBody>
          <a:bodyPr wrap="square">
            <a:spAutoFit/>
          </a:bodyPr>
          <a:lstStyle/>
          <a:p>
            <a:r>
              <a:rPr lang="en-IN" sz="2800" dirty="0">
                <a:solidFill>
                  <a:srgbClr val="002060"/>
                </a:solidFill>
                <a:latin typeface="+mj-lt"/>
              </a:rPr>
              <a:t>We know that,</a:t>
            </a: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734765B-E024-469A-BA07-7AB4C3323E69}"/>
                  </a:ext>
                </a:extLst>
              </p:cNvPr>
              <p:cNvSpPr txBox="1"/>
              <p:nvPr/>
            </p:nvSpPr>
            <p:spPr>
              <a:xfrm>
                <a:off x="1594218" y="3525154"/>
                <a:ext cx="83321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rgbClr val="002060"/>
                          </a:solidFill>
                          <a:latin typeface="Cambria Math" panose="02040503050406030204" pitchFamily="18" charset="0"/>
                        </a:rPr>
                        <m:t>V</m:t>
                      </m:r>
                      <m:d>
                        <m:dPr>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X</m:t>
                          </m:r>
                        </m:e>
                      </m:d>
                    </m:oMath>
                  </m:oMathPara>
                </a14:m>
                <a:endParaRPr lang="en-IN" sz="2800" dirty="0">
                  <a:solidFill>
                    <a:srgbClr val="002060"/>
                  </a:solidFill>
                </a:endParaRPr>
              </a:p>
            </p:txBody>
          </p:sp>
        </mc:Choice>
        <mc:Fallback xmlns="">
          <p:sp>
            <p:nvSpPr>
              <p:cNvPr id="29" name="TextBox 28">
                <a:extLst>
                  <a:ext uri="{FF2B5EF4-FFF2-40B4-BE49-F238E27FC236}">
                    <a16:creationId xmlns:a16="http://schemas.microsoft.com/office/drawing/2014/main" id="{3734765B-E024-469A-BA07-7AB4C3323E69}"/>
                  </a:ext>
                </a:extLst>
              </p:cNvPr>
              <p:cNvSpPr txBox="1">
                <a:spLocks noRot="1" noChangeAspect="1" noMove="1" noResize="1" noEditPoints="1" noAdjustHandles="1" noChangeArrowheads="1" noChangeShapeType="1" noTextEdit="1"/>
              </p:cNvSpPr>
              <p:nvPr/>
            </p:nvSpPr>
            <p:spPr>
              <a:xfrm>
                <a:off x="1594218" y="3525154"/>
                <a:ext cx="833211"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CE9FBC9-1B94-4405-A825-61CDAE6524B9}"/>
                  </a:ext>
                </a:extLst>
              </p:cNvPr>
              <p:cNvSpPr txBox="1"/>
              <p:nvPr/>
            </p:nvSpPr>
            <p:spPr>
              <a:xfrm>
                <a:off x="2427429" y="3525154"/>
                <a:ext cx="3261810"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sSup>
                            <m:sSupPr>
                              <m:ctrlPr>
                                <a:rPr lang="en-IN" i="1" dirty="0" smtClean="0">
                                  <a:latin typeface="Cambria Math" panose="02040503050406030204" pitchFamily="18" charset="0"/>
                                </a:rPr>
                              </m:ctrlPr>
                            </m:sSupPr>
                            <m:e>
                              <m:r>
                                <m:rPr>
                                  <m:sty m:val="p"/>
                                </m:rPr>
                                <a:rPr lang="en-IN" i="0" dirty="0" smtClean="0">
                                  <a:latin typeface="Cambria Math" panose="02040503050406030204" pitchFamily="18" charset="0"/>
                                </a:rPr>
                                <m:t>X</m:t>
                              </m:r>
                            </m:e>
                            <m:sup>
                              <m:r>
                                <a:rPr lang="en-IN" i="0" dirty="0" smtClean="0">
                                  <a:latin typeface="Cambria Math" panose="02040503050406030204" pitchFamily="18" charset="0"/>
                                </a:rPr>
                                <m:t>2</m:t>
                              </m:r>
                            </m:sup>
                          </m:sSup>
                        </m:e>
                      </m:d>
                      <m:r>
                        <a:rPr lang="en-IN" i="0" dirty="0" smtClean="0">
                          <a:latin typeface="Cambria Math" panose="02040503050406030204" pitchFamily="18" charset="0"/>
                        </a:rPr>
                        <m:t>−</m:t>
                      </m:r>
                      <m:sSup>
                        <m:sSupPr>
                          <m:ctrlPr>
                            <a:rPr lang="en-IN" i="1" dirty="0">
                              <a:latin typeface="Cambria Math" panose="02040503050406030204" pitchFamily="18" charset="0"/>
                            </a:rPr>
                          </m:ctrlPr>
                        </m:sSupPr>
                        <m:e>
                          <m:d>
                            <m:dPr>
                              <m:begChr m:val="["/>
                              <m:endChr m:val="]"/>
                              <m:ctrlPr>
                                <a:rPr lang="en-IN" i="1" dirty="0">
                                  <a:latin typeface="Cambria Math" panose="02040503050406030204" pitchFamily="18" charset="0"/>
                                </a:rPr>
                              </m:ctrlPr>
                            </m:dPr>
                            <m:e>
                              <m:r>
                                <m:rPr>
                                  <m:sty m:val="p"/>
                                </m:rPr>
                                <a:rPr lang="en-IN" i="0" dirty="0">
                                  <a:latin typeface="Cambria Math" panose="02040503050406030204" pitchFamily="18" charset="0"/>
                                </a:rPr>
                                <m:t>E</m:t>
                              </m:r>
                              <m:d>
                                <m:dPr>
                                  <m:ctrlPr>
                                    <a:rPr lang="en-IN" i="1" dirty="0">
                                      <a:latin typeface="Cambria Math" panose="02040503050406030204" pitchFamily="18" charset="0"/>
                                    </a:rPr>
                                  </m:ctrlPr>
                                </m:dPr>
                                <m:e>
                                  <m:r>
                                    <m:rPr>
                                      <m:sty m:val="p"/>
                                    </m:rPr>
                                    <a:rPr lang="en-IN" i="0" dirty="0">
                                      <a:latin typeface="Cambria Math" panose="02040503050406030204" pitchFamily="18" charset="0"/>
                                    </a:rPr>
                                    <m:t>X</m:t>
                                  </m:r>
                                </m:e>
                              </m:d>
                            </m:e>
                          </m:d>
                        </m:e>
                        <m:sup>
                          <m:r>
                            <a:rPr lang="en-IN" i="0" dirty="0">
                              <a:latin typeface="Cambria Math" panose="02040503050406030204" pitchFamily="18" charset="0"/>
                            </a:rPr>
                            <m:t>2</m:t>
                          </m:r>
                        </m:sup>
                      </m:sSup>
                    </m:oMath>
                  </m:oMathPara>
                </a14:m>
                <a:endParaRPr lang="en-IN" dirty="0"/>
              </a:p>
            </p:txBody>
          </p:sp>
        </mc:Choice>
        <mc:Fallback xmlns="">
          <p:sp>
            <p:nvSpPr>
              <p:cNvPr id="32" name="TextBox 31">
                <a:extLst>
                  <a:ext uri="{FF2B5EF4-FFF2-40B4-BE49-F238E27FC236}">
                    <a16:creationId xmlns:a16="http://schemas.microsoft.com/office/drawing/2014/main" id="{FCE9FBC9-1B94-4405-A825-61CDAE6524B9}"/>
                  </a:ext>
                </a:extLst>
              </p:cNvPr>
              <p:cNvSpPr txBox="1">
                <a:spLocks noRot="1" noChangeAspect="1" noMove="1" noResize="1" noEditPoints="1" noAdjustHandles="1" noChangeArrowheads="1" noChangeShapeType="1" noTextEdit="1"/>
              </p:cNvSpPr>
              <p:nvPr/>
            </p:nvSpPr>
            <p:spPr>
              <a:xfrm>
                <a:off x="2427429" y="3525154"/>
                <a:ext cx="3261810"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5CDD0C77-9AE7-4762-83C8-D2A419577D02}"/>
                  </a:ext>
                </a:extLst>
              </p:cNvPr>
              <p:cNvSpPr txBox="1"/>
              <p:nvPr/>
            </p:nvSpPr>
            <p:spPr>
              <a:xfrm>
                <a:off x="1873250" y="4130419"/>
                <a:ext cx="55418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25</m:t>
                      </m:r>
                    </m:oMath>
                  </m:oMathPara>
                </a14:m>
                <a:endParaRPr lang="en-IN" sz="2800" dirty="0">
                  <a:solidFill>
                    <a:srgbClr val="002060"/>
                  </a:solidFill>
                </a:endParaRPr>
              </a:p>
            </p:txBody>
          </p:sp>
        </mc:Choice>
        <mc:Fallback xmlns="">
          <p:sp>
            <p:nvSpPr>
              <p:cNvPr id="33" name="TextBox 32">
                <a:extLst>
                  <a:ext uri="{FF2B5EF4-FFF2-40B4-BE49-F238E27FC236}">
                    <a16:creationId xmlns:a16="http://schemas.microsoft.com/office/drawing/2014/main" id="{5CDD0C77-9AE7-4762-83C8-D2A419577D02}"/>
                  </a:ext>
                </a:extLst>
              </p:cNvPr>
              <p:cNvSpPr txBox="1">
                <a:spLocks noRot="1" noChangeAspect="1" noMove="1" noResize="1" noEditPoints="1" noAdjustHandles="1" noChangeArrowheads="1" noChangeShapeType="1" noTextEdit="1"/>
              </p:cNvSpPr>
              <p:nvPr/>
            </p:nvSpPr>
            <p:spPr>
              <a:xfrm>
                <a:off x="1873250" y="4130419"/>
                <a:ext cx="554180"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D018F4F-37CC-47C0-9E29-A377C1ECF6BA}"/>
                  </a:ext>
                </a:extLst>
              </p:cNvPr>
              <p:cNvSpPr txBox="1"/>
              <p:nvPr/>
            </p:nvSpPr>
            <p:spPr>
              <a:xfrm>
                <a:off x="2427429" y="4130419"/>
                <a:ext cx="3261810"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sSup>
                            <m:sSupPr>
                              <m:ctrlPr>
                                <a:rPr lang="en-IN" i="1" dirty="0" smtClean="0">
                                  <a:latin typeface="Cambria Math" panose="02040503050406030204" pitchFamily="18" charset="0"/>
                                </a:rPr>
                              </m:ctrlPr>
                            </m:sSupPr>
                            <m:e>
                              <m:r>
                                <m:rPr>
                                  <m:sty m:val="p"/>
                                </m:rPr>
                                <a:rPr lang="en-IN" i="0" dirty="0" smtClean="0">
                                  <a:latin typeface="Cambria Math" panose="02040503050406030204" pitchFamily="18" charset="0"/>
                                </a:rPr>
                                <m:t>X</m:t>
                              </m:r>
                            </m:e>
                            <m:sup>
                              <m:r>
                                <a:rPr lang="en-IN" i="0" dirty="0" smtClean="0">
                                  <a:latin typeface="Cambria Math" panose="02040503050406030204" pitchFamily="18" charset="0"/>
                                </a:rPr>
                                <m:t>2</m:t>
                              </m:r>
                            </m:sup>
                          </m:sSup>
                        </m:e>
                      </m:d>
                      <m:r>
                        <a:rPr lang="en-IN" i="0" dirty="0" smtClean="0">
                          <a:latin typeface="Cambria Math" panose="02040503050406030204" pitchFamily="18" charset="0"/>
                        </a:rPr>
                        <m:t>−</m:t>
                      </m:r>
                      <m:sSup>
                        <m:sSupPr>
                          <m:ctrlPr>
                            <a:rPr lang="en-IN" i="1" dirty="0">
                              <a:latin typeface="Cambria Math" panose="02040503050406030204" pitchFamily="18" charset="0"/>
                            </a:rPr>
                          </m:ctrlPr>
                        </m:sSupPr>
                        <m:e>
                          <m:d>
                            <m:dPr>
                              <m:begChr m:val="["/>
                              <m:endChr m:val="]"/>
                              <m:ctrlPr>
                                <a:rPr lang="en-IN" i="1" dirty="0">
                                  <a:latin typeface="Cambria Math" panose="02040503050406030204" pitchFamily="18" charset="0"/>
                                </a:rPr>
                              </m:ctrlPr>
                            </m:dPr>
                            <m:e>
                              <m:r>
                                <a:rPr lang="en-IN" b="0" i="0" dirty="0" smtClean="0">
                                  <a:latin typeface="Cambria Math" panose="02040503050406030204" pitchFamily="18" charset="0"/>
                                </a:rPr>
                                <m:t>5</m:t>
                              </m:r>
                            </m:e>
                          </m:d>
                        </m:e>
                        <m:sup>
                          <m:r>
                            <a:rPr lang="en-IN" i="0" dirty="0">
                              <a:latin typeface="Cambria Math" panose="02040503050406030204" pitchFamily="18" charset="0"/>
                            </a:rPr>
                            <m:t>2</m:t>
                          </m:r>
                        </m:sup>
                      </m:sSup>
                    </m:oMath>
                  </m:oMathPara>
                </a14:m>
                <a:endParaRPr lang="en-IN" dirty="0"/>
              </a:p>
            </p:txBody>
          </p:sp>
        </mc:Choice>
        <mc:Fallback xmlns="">
          <p:sp>
            <p:nvSpPr>
              <p:cNvPr id="34" name="TextBox 33">
                <a:extLst>
                  <a:ext uri="{FF2B5EF4-FFF2-40B4-BE49-F238E27FC236}">
                    <a16:creationId xmlns:a16="http://schemas.microsoft.com/office/drawing/2014/main" id="{8D018F4F-37CC-47C0-9E29-A377C1ECF6BA}"/>
                  </a:ext>
                </a:extLst>
              </p:cNvPr>
              <p:cNvSpPr txBox="1">
                <a:spLocks noRot="1" noChangeAspect="1" noMove="1" noResize="1" noEditPoints="1" noAdjustHandles="1" noChangeArrowheads="1" noChangeShapeType="1" noTextEdit="1"/>
              </p:cNvSpPr>
              <p:nvPr/>
            </p:nvSpPr>
            <p:spPr>
              <a:xfrm>
                <a:off x="2427429" y="4130419"/>
                <a:ext cx="3261810"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933C38E2-7176-47F5-84E8-F1E8D5F5E576}"/>
                  </a:ext>
                </a:extLst>
              </p:cNvPr>
              <p:cNvSpPr txBox="1"/>
              <p:nvPr/>
            </p:nvSpPr>
            <p:spPr>
              <a:xfrm>
                <a:off x="1456642" y="4735684"/>
                <a:ext cx="104525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dirty="0" smtClean="0">
                          <a:solidFill>
                            <a:srgbClr val="002060"/>
                          </a:solidFill>
                          <a:latin typeface="Cambria Math" panose="02040503050406030204" pitchFamily="18" charset="0"/>
                        </a:rPr>
                        <m:t>E</m:t>
                      </m:r>
                      <m:d>
                        <m:dPr>
                          <m:ctrlPr>
                            <a:rPr lang="en-IN" sz="2800" i="1" dirty="0">
                              <a:solidFill>
                                <a:srgbClr val="002060"/>
                              </a:solidFill>
                              <a:latin typeface="Cambria Math" panose="02040503050406030204" pitchFamily="18" charset="0"/>
                            </a:rPr>
                          </m:ctrlPr>
                        </m:dPr>
                        <m:e>
                          <m:sSup>
                            <m:sSupPr>
                              <m:ctrlPr>
                                <a:rPr lang="en-IN" sz="2800" i="1" dirty="0">
                                  <a:solidFill>
                                    <a:srgbClr val="002060"/>
                                  </a:solidFill>
                                  <a:latin typeface="Cambria Math" panose="02040503050406030204" pitchFamily="18" charset="0"/>
                                </a:rPr>
                              </m:ctrlPr>
                            </m:sSupPr>
                            <m:e>
                              <m:r>
                                <m:rPr>
                                  <m:sty m:val="p"/>
                                </m:rPr>
                                <a:rPr lang="en-IN" sz="2800" i="0" dirty="0">
                                  <a:solidFill>
                                    <a:srgbClr val="002060"/>
                                  </a:solidFill>
                                  <a:latin typeface="Cambria Math" panose="02040503050406030204" pitchFamily="18" charset="0"/>
                                </a:rPr>
                                <m:t>X</m:t>
                              </m:r>
                            </m:e>
                            <m:sup>
                              <m:r>
                                <a:rPr lang="en-IN" sz="2800" i="0" dirty="0">
                                  <a:solidFill>
                                    <a:srgbClr val="002060"/>
                                  </a:solidFill>
                                  <a:latin typeface="Cambria Math" panose="02040503050406030204" pitchFamily="18" charset="0"/>
                                </a:rPr>
                                <m:t>2</m:t>
                              </m:r>
                            </m:sup>
                          </m:sSup>
                        </m:e>
                      </m:d>
                    </m:oMath>
                  </m:oMathPara>
                </a14:m>
                <a:endParaRPr lang="en-IN" sz="2800" dirty="0">
                  <a:solidFill>
                    <a:srgbClr val="002060"/>
                  </a:solidFill>
                </a:endParaRPr>
              </a:p>
            </p:txBody>
          </p:sp>
        </mc:Choice>
        <mc:Fallback xmlns="">
          <p:sp>
            <p:nvSpPr>
              <p:cNvPr id="35" name="TextBox 34">
                <a:extLst>
                  <a:ext uri="{FF2B5EF4-FFF2-40B4-BE49-F238E27FC236}">
                    <a16:creationId xmlns:a16="http://schemas.microsoft.com/office/drawing/2014/main" id="{933C38E2-7176-47F5-84E8-F1E8D5F5E576}"/>
                  </a:ext>
                </a:extLst>
              </p:cNvPr>
              <p:cNvSpPr txBox="1">
                <a:spLocks noRot="1" noChangeAspect="1" noMove="1" noResize="1" noEditPoints="1" noAdjustHandles="1" noChangeArrowheads="1" noChangeShapeType="1" noTextEdit="1"/>
              </p:cNvSpPr>
              <p:nvPr/>
            </p:nvSpPr>
            <p:spPr>
              <a:xfrm>
                <a:off x="1456642" y="4735684"/>
                <a:ext cx="1045257"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EA8A96F8-CC5A-4CE9-944E-C888B1FC5B9F}"/>
                  </a:ext>
                </a:extLst>
              </p:cNvPr>
              <p:cNvSpPr txBox="1"/>
              <p:nvPr/>
            </p:nvSpPr>
            <p:spPr>
              <a:xfrm>
                <a:off x="2427429" y="4731813"/>
                <a:ext cx="3261810"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=25+25</m:t>
                      </m:r>
                    </m:oMath>
                  </m:oMathPara>
                </a14:m>
                <a:endParaRPr lang="en-IN" dirty="0"/>
              </a:p>
            </p:txBody>
          </p:sp>
        </mc:Choice>
        <mc:Fallback xmlns="">
          <p:sp>
            <p:nvSpPr>
              <p:cNvPr id="36" name="TextBox 35">
                <a:extLst>
                  <a:ext uri="{FF2B5EF4-FFF2-40B4-BE49-F238E27FC236}">
                    <a16:creationId xmlns:a16="http://schemas.microsoft.com/office/drawing/2014/main" id="{EA8A96F8-CC5A-4CE9-944E-C888B1FC5B9F}"/>
                  </a:ext>
                </a:extLst>
              </p:cNvPr>
              <p:cNvSpPr txBox="1">
                <a:spLocks noRot="1" noChangeAspect="1" noMove="1" noResize="1" noEditPoints="1" noAdjustHandles="1" noChangeArrowheads="1" noChangeShapeType="1" noTextEdit="1"/>
              </p:cNvSpPr>
              <p:nvPr/>
            </p:nvSpPr>
            <p:spPr>
              <a:xfrm>
                <a:off x="2427429" y="4731813"/>
                <a:ext cx="3261810"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323D67B6-0FD6-46B1-A5C4-50E5C3BA8B16}"/>
                  </a:ext>
                </a:extLst>
              </p:cNvPr>
              <p:cNvSpPr txBox="1"/>
              <p:nvPr/>
            </p:nvSpPr>
            <p:spPr>
              <a:xfrm>
                <a:off x="1456642" y="5347927"/>
                <a:ext cx="104525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dirty="0" smtClean="0">
                          <a:solidFill>
                            <a:srgbClr val="002060"/>
                          </a:solidFill>
                          <a:latin typeface="Cambria Math" panose="02040503050406030204" pitchFamily="18" charset="0"/>
                        </a:rPr>
                        <m:t>E</m:t>
                      </m:r>
                      <m:d>
                        <m:dPr>
                          <m:ctrlPr>
                            <a:rPr lang="en-IN" sz="2800" i="1" dirty="0">
                              <a:solidFill>
                                <a:srgbClr val="002060"/>
                              </a:solidFill>
                              <a:latin typeface="Cambria Math" panose="02040503050406030204" pitchFamily="18" charset="0"/>
                            </a:rPr>
                          </m:ctrlPr>
                        </m:dPr>
                        <m:e>
                          <m:sSup>
                            <m:sSupPr>
                              <m:ctrlPr>
                                <a:rPr lang="en-IN" sz="2800" i="1" dirty="0">
                                  <a:solidFill>
                                    <a:srgbClr val="002060"/>
                                  </a:solidFill>
                                  <a:latin typeface="Cambria Math" panose="02040503050406030204" pitchFamily="18" charset="0"/>
                                </a:rPr>
                              </m:ctrlPr>
                            </m:sSupPr>
                            <m:e>
                              <m:r>
                                <m:rPr>
                                  <m:sty m:val="p"/>
                                </m:rPr>
                                <a:rPr lang="en-IN" sz="2800" i="0" dirty="0">
                                  <a:solidFill>
                                    <a:srgbClr val="002060"/>
                                  </a:solidFill>
                                  <a:latin typeface="Cambria Math" panose="02040503050406030204" pitchFamily="18" charset="0"/>
                                </a:rPr>
                                <m:t>X</m:t>
                              </m:r>
                            </m:e>
                            <m:sup>
                              <m:r>
                                <a:rPr lang="en-IN" sz="2800" i="0" dirty="0">
                                  <a:solidFill>
                                    <a:srgbClr val="002060"/>
                                  </a:solidFill>
                                  <a:latin typeface="Cambria Math" panose="02040503050406030204" pitchFamily="18" charset="0"/>
                                </a:rPr>
                                <m:t>2</m:t>
                              </m:r>
                            </m:sup>
                          </m:sSup>
                        </m:e>
                      </m:d>
                    </m:oMath>
                  </m:oMathPara>
                </a14:m>
                <a:endParaRPr lang="en-IN" sz="2800" dirty="0">
                  <a:solidFill>
                    <a:srgbClr val="002060"/>
                  </a:solidFill>
                </a:endParaRPr>
              </a:p>
            </p:txBody>
          </p:sp>
        </mc:Choice>
        <mc:Fallback xmlns="">
          <p:sp>
            <p:nvSpPr>
              <p:cNvPr id="37" name="TextBox 36">
                <a:extLst>
                  <a:ext uri="{FF2B5EF4-FFF2-40B4-BE49-F238E27FC236}">
                    <a16:creationId xmlns:a16="http://schemas.microsoft.com/office/drawing/2014/main" id="{323D67B6-0FD6-46B1-A5C4-50E5C3BA8B16}"/>
                  </a:ext>
                </a:extLst>
              </p:cNvPr>
              <p:cNvSpPr txBox="1">
                <a:spLocks noRot="1" noChangeAspect="1" noMove="1" noResize="1" noEditPoints="1" noAdjustHandles="1" noChangeArrowheads="1" noChangeShapeType="1" noTextEdit="1"/>
              </p:cNvSpPr>
              <p:nvPr/>
            </p:nvSpPr>
            <p:spPr>
              <a:xfrm>
                <a:off x="1456642" y="5347927"/>
                <a:ext cx="1045257"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F18F885-53D3-480C-B988-F49DA9E3D03B}"/>
                  </a:ext>
                </a:extLst>
              </p:cNvPr>
              <p:cNvSpPr txBox="1"/>
              <p:nvPr/>
            </p:nvSpPr>
            <p:spPr>
              <a:xfrm>
                <a:off x="2427429" y="5350159"/>
                <a:ext cx="957121"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=50</m:t>
                      </m:r>
                    </m:oMath>
                  </m:oMathPara>
                </a14:m>
                <a:endParaRPr lang="en-IN" dirty="0"/>
              </a:p>
            </p:txBody>
          </p:sp>
        </mc:Choice>
        <mc:Fallback xmlns="">
          <p:sp>
            <p:nvSpPr>
              <p:cNvPr id="39" name="TextBox 38">
                <a:extLst>
                  <a:ext uri="{FF2B5EF4-FFF2-40B4-BE49-F238E27FC236}">
                    <a16:creationId xmlns:a16="http://schemas.microsoft.com/office/drawing/2014/main" id="{9F18F885-53D3-480C-B988-F49DA9E3D03B}"/>
                  </a:ext>
                </a:extLst>
              </p:cNvPr>
              <p:cNvSpPr txBox="1">
                <a:spLocks noRot="1" noChangeAspect="1" noMove="1" noResize="1" noEditPoints="1" noAdjustHandles="1" noChangeArrowheads="1" noChangeShapeType="1" noTextEdit="1"/>
              </p:cNvSpPr>
              <p:nvPr/>
            </p:nvSpPr>
            <p:spPr>
              <a:xfrm>
                <a:off x="2427429" y="5350159"/>
                <a:ext cx="957121" cy="523220"/>
              </a:xfrm>
              <a:prstGeom prst="rect">
                <a:avLst/>
              </a:prstGeom>
              <a:blipFill>
                <a:blip r:embed="rId16"/>
                <a:stretch>
                  <a:fillRect/>
                </a:stretch>
              </a:blipFill>
            </p:spPr>
            <p:txBody>
              <a:bodyPr/>
              <a:lstStyle/>
              <a:p>
                <a:r>
                  <a:rPr lang="en-IN">
                    <a:noFill/>
                  </a:rPr>
                  <a:t> </a:t>
                </a:r>
              </a:p>
            </p:txBody>
          </p:sp>
        </mc:Fallback>
      </mc:AlternateContent>
      <p:cxnSp>
        <p:nvCxnSpPr>
          <p:cNvPr id="40" name="Straight Connector 39">
            <a:extLst>
              <a:ext uri="{FF2B5EF4-FFF2-40B4-BE49-F238E27FC236}">
                <a16:creationId xmlns:a16="http://schemas.microsoft.com/office/drawing/2014/main" id="{D47C78B8-0B21-449A-AB8C-10B2BFFFAB42}"/>
              </a:ext>
            </a:extLst>
          </p:cNvPr>
          <p:cNvCxnSpPr>
            <a:cxnSpLocks/>
          </p:cNvCxnSpPr>
          <p:nvPr/>
        </p:nvCxnSpPr>
        <p:spPr>
          <a:xfrm>
            <a:off x="5528030" y="2930589"/>
            <a:ext cx="0" cy="34461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E514F0BA-CCF9-46C4-B5A4-11D858625DB1}"/>
              </a:ext>
            </a:extLst>
          </p:cNvPr>
          <p:cNvSpPr txBox="1"/>
          <p:nvPr/>
        </p:nvSpPr>
        <p:spPr>
          <a:xfrm>
            <a:off x="5689240" y="2860720"/>
            <a:ext cx="974732" cy="523220"/>
          </a:xfrm>
          <a:prstGeom prst="rect">
            <a:avLst/>
          </a:prstGeom>
          <a:noFill/>
        </p:spPr>
        <p:txBody>
          <a:bodyPr wrap="square">
            <a:spAutoFit/>
          </a:bodyPr>
          <a:lstStyle/>
          <a:p>
            <a:r>
              <a:rPr lang="en-IN" sz="2800">
                <a:solidFill>
                  <a:srgbClr val="002060"/>
                </a:solidFill>
                <a:latin typeface="+mj-lt"/>
              </a:rPr>
              <a:t>Now,</a:t>
            </a:r>
            <a:endParaRPr lang="en-IN" sz="2800" dirty="0">
              <a:solidFill>
                <a:srgbClr val="002060"/>
              </a:solidFill>
              <a:latin typeface="+mj-lt"/>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2A7D0DD0-B62B-4CBF-8C15-253E75391F16}"/>
                  </a:ext>
                </a:extLst>
              </p:cNvPr>
              <p:cNvSpPr txBox="1"/>
              <p:nvPr/>
            </p:nvSpPr>
            <p:spPr>
              <a:xfrm>
                <a:off x="5689239" y="3473949"/>
                <a:ext cx="193710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dirty="0" smtClean="0">
                          <a:solidFill>
                            <a:srgbClr val="002060"/>
                          </a:solidFill>
                          <a:latin typeface="Cambria Math" panose="02040503050406030204" pitchFamily="18" charset="0"/>
                        </a:rPr>
                        <m:t>E</m:t>
                      </m:r>
                      <m:sSup>
                        <m:sSupPr>
                          <m:ctrlPr>
                            <a:rPr lang="en-IN" sz="2800" i="1" dirty="0" smtClean="0">
                              <a:solidFill>
                                <a:srgbClr val="002060"/>
                              </a:solidFill>
                              <a:latin typeface="Cambria Math" panose="02040503050406030204" pitchFamily="18" charset="0"/>
                            </a:rPr>
                          </m:ctrlPr>
                        </m:sSupPr>
                        <m:e>
                          <m:d>
                            <m:dPr>
                              <m:ctrlPr>
                                <a:rPr lang="en-IN" sz="2800" i="1" dirty="0" smtClean="0">
                                  <a:solidFill>
                                    <a:srgbClr val="002060"/>
                                  </a:solidFill>
                                  <a:latin typeface="Cambria Math" panose="02040503050406030204" pitchFamily="18" charset="0"/>
                                </a:rPr>
                              </m:ctrlPr>
                            </m:dPr>
                            <m:e>
                              <m:r>
                                <a:rPr lang="en-IN" sz="2800" i="0" dirty="0" smtClean="0">
                                  <a:solidFill>
                                    <a:srgbClr val="002060"/>
                                  </a:solidFill>
                                  <a:latin typeface="Cambria Math" panose="02040503050406030204" pitchFamily="18" charset="0"/>
                                </a:rPr>
                                <m:t>2</m:t>
                              </m:r>
                              <m:r>
                                <m:rPr>
                                  <m:sty m:val="p"/>
                                </m:rPr>
                                <a:rPr lang="en-IN" sz="2800" i="0" dirty="0" smtClean="0">
                                  <a:solidFill>
                                    <a:srgbClr val="002060"/>
                                  </a:solidFill>
                                  <a:latin typeface="Cambria Math" panose="02040503050406030204" pitchFamily="18" charset="0"/>
                                </a:rPr>
                                <m:t>X</m:t>
                              </m:r>
                              <m:r>
                                <a:rPr lang="en-IN" sz="2800" i="0" dirty="0" smtClean="0">
                                  <a:solidFill>
                                    <a:srgbClr val="002060"/>
                                  </a:solidFill>
                                  <a:latin typeface="Cambria Math" panose="02040503050406030204" pitchFamily="18" charset="0"/>
                                </a:rPr>
                                <m:t>+5</m:t>
                              </m:r>
                            </m:e>
                          </m:d>
                        </m:e>
                        <m:sup>
                          <m:r>
                            <a:rPr lang="en-IN" sz="2800" i="0" dirty="0" smtClean="0">
                              <a:solidFill>
                                <a:srgbClr val="002060"/>
                              </a:solidFill>
                              <a:latin typeface="Cambria Math" panose="02040503050406030204" pitchFamily="18" charset="0"/>
                            </a:rPr>
                            <m:t>2</m:t>
                          </m:r>
                        </m:sup>
                      </m:sSup>
                    </m:oMath>
                  </m:oMathPara>
                </a14:m>
                <a:endParaRPr lang="en-IN" sz="2800" dirty="0">
                  <a:solidFill>
                    <a:srgbClr val="002060"/>
                  </a:solidFill>
                  <a:latin typeface="+mj-lt"/>
                </a:endParaRPr>
              </a:p>
            </p:txBody>
          </p:sp>
        </mc:Choice>
        <mc:Fallback xmlns="">
          <p:sp>
            <p:nvSpPr>
              <p:cNvPr id="42" name="TextBox 41">
                <a:extLst>
                  <a:ext uri="{FF2B5EF4-FFF2-40B4-BE49-F238E27FC236}">
                    <a16:creationId xmlns:a16="http://schemas.microsoft.com/office/drawing/2014/main" id="{2A7D0DD0-B62B-4CBF-8C15-253E75391F16}"/>
                  </a:ext>
                </a:extLst>
              </p:cNvPr>
              <p:cNvSpPr txBox="1">
                <a:spLocks noRot="1" noChangeAspect="1" noMove="1" noResize="1" noEditPoints="1" noAdjustHandles="1" noChangeArrowheads="1" noChangeShapeType="1" noTextEdit="1"/>
              </p:cNvSpPr>
              <p:nvPr/>
            </p:nvSpPr>
            <p:spPr>
              <a:xfrm>
                <a:off x="5689239" y="3473949"/>
                <a:ext cx="1937107"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01C00946-6A4B-4DA9-BE8F-7FFF1101C017}"/>
                  </a:ext>
                </a:extLst>
              </p:cNvPr>
              <p:cNvSpPr txBox="1"/>
              <p:nvPr/>
            </p:nvSpPr>
            <p:spPr>
              <a:xfrm>
                <a:off x="7510788" y="3473949"/>
                <a:ext cx="361724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m:rPr>
                          <m:sty m:val="p"/>
                        </m:rPr>
                        <a:rPr lang="en-IN" sz="2800" i="0" dirty="0" smtClean="0">
                          <a:solidFill>
                            <a:srgbClr val="002060"/>
                          </a:solidFill>
                          <a:latin typeface="Cambria Math" panose="02040503050406030204" pitchFamily="18" charset="0"/>
                        </a:rPr>
                        <m:t>E</m:t>
                      </m:r>
                      <m:d>
                        <m:dPr>
                          <m:ctrlPr>
                            <a:rPr lang="en-IN" sz="280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4</m:t>
                          </m:r>
                          <m:sSup>
                            <m:sSupPr>
                              <m:ctrlPr>
                                <a:rPr lang="en-IN" sz="2800" b="0" i="1" dirty="0" smtClean="0">
                                  <a:solidFill>
                                    <a:srgbClr val="002060"/>
                                  </a:solidFill>
                                  <a:latin typeface="Cambria Math" panose="02040503050406030204" pitchFamily="18" charset="0"/>
                                </a:rPr>
                              </m:ctrlPr>
                            </m:sSupPr>
                            <m:e>
                              <m:r>
                                <m:rPr>
                                  <m:sty m:val="p"/>
                                </m:rPr>
                                <a:rPr lang="en-IN" sz="2800" i="0" dirty="0" smtClean="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2</m:t>
                              </m:r>
                            </m:sup>
                          </m:sSup>
                          <m:r>
                            <a:rPr lang="en-IN" sz="2800" b="0" i="0" dirty="0" smtClean="0">
                              <a:solidFill>
                                <a:srgbClr val="002060"/>
                              </a:solidFill>
                              <a:latin typeface="Cambria Math" panose="02040503050406030204" pitchFamily="18" charset="0"/>
                            </a:rPr>
                            <m:t>+20</m:t>
                          </m:r>
                          <m:r>
                            <m:rPr>
                              <m:sty m:val="p"/>
                            </m:rPr>
                            <a:rPr lang="en-IN" sz="2800" b="0" i="0" dirty="0" smtClean="0">
                              <a:solidFill>
                                <a:srgbClr val="002060"/>
                              </a:solidFill>
                              <a:latin typeface="Cambria Math" panose="02040503050406030204" pitchFamily="18" charset="0"/>
                            </a:rPr>
                            <m:t>X</m:t>
                          </m:r>
                          <m:r>
                            <a:rPr lang="en-IN" sz="2800" i="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2</m:t>
                          </m:r>
                          <m:r>
                            <a:rPr lang="en-IN" sz="2800" i="0" dirty="0" smtClean="0">
                              <a:solidFill>
                                <a:srgbClr val="002060"/>
                              </a:solidFill>
                              <a:latin typeface="Cambria Math" panose="02040503050406030204" pitchFamily="18" charset="0"/>
                            </a:rPr>
                            <m:t>5</m:t>
                          </m:r>
                        </m:e>
                      </m:d>
                    </m:oMath>
                  </m:oMathPara>
                </a14:m>
                <a:endParaRPr lang="en-IN" sz="2800" dirty="0">
                  <a:solidFill>
                    <a:srgbClr val="002060"/>
                  </a:solidFill>
                  <a:latin typeface="+mj-lt"/>
                </a:endParaRPr>
              </a:p>
            </p:txBody>
          </p:sp>
        </mc:Choice>
        <mc:Fallback xmlns="">
          <p:sp>
            <p:nvSpPr>
              <p:cNvPr id="43" name="TextBox 42">
                <a:extLst>
                  <a:ext uri="{FF2B5EF4-FFF2-40B4-BE49-F238E27FC236}">
                    <a16:creationId xmlns:a16="http://schemas.microsoft.com/office/drawing/2014/main" id="{01C00946-6A4B-4DA9-BE8F-7FFF1101C017}"/>
                  </a:ext>
                </a:extLst>
              </p:cNvPr>
              <p:cNvSpPr txBox="1">
                <a:spLocks noRot="1" noChangeAspect="1" noMove="1" noResize="1" noEditPoints="1" noAdjustHandles="1" noChangeArrowheads="1" noChangeShapeType="1" noTextEdit="1"/>
              </p:cNvSpPr>
              <p:nvPr/>
            </p:nvSpPr>
            <p:spPr>
              <a:xfrm>
                <a:off x="7510788" y="3473949"/>
                <a:ext cx="3617241"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740DD78E-2D3E-4E11-967B-D018D8381BF3}"/>
                  </a:ext>
                </a:extLst>
              </p:cNvPr>
              <p:cNvSpPr txBox="1"/>
              <p:nvPr/>
            </p:nvSpPr>
            <p:spPr>
              <a:xfrm>
                <a:off x="7510788" y="4097686"/>
                <a:ext cx="426210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dirty="0">
                          <a:solidFill>
                            <a:srgbClr val="002060"/>
                          </a:solidFill>
                          <a:latin typeface="Cambria Math" panose="02040503050406030204" pitchFamily="18" charset="0"/>
                        </a:rPr>
                        <m:t>4</m:t>
                      </m:r>
                      <m:r>
                        <a:rPr lang="en-IN" sz="2800" b="0" i="1" dirty="0" smtClean="0">
                          <a:solidFill>
                            <a:srgbClr val="002060"/>
                          </a:solidFill>
                          <a:latin typeface="Cambria Math" panose="02040503050406030204" pitchFamily="18" charset="0"/>
                        </a:rPr>
                        <m:t> </m:t>
                      </m:r>
                      <m:r>
                        <m:rPr>
                          <m:sty m:val="p"/>
                        </m:rPr>
                        <a:rPr lang="en-IN" sz="2800" i="0" dirty="0" smtClean="0">
                          <a:solidFill>
                            <a:srgbClr val="002060"/>
                          </a:solidFill>
                          <a:latin typeface="Cambria Math" panose="02040503050406030204" pitchFamily="18" charset="0"/>
                        </a:rPr>
                        <m:t>E</m:t>
                      </m:r>
                      <m:d>
                        <m:dPr>
                          <m:ctrlPr>
                            <a:rPr lang="en-IN" sz="2800" i="1" dirty="0" smtClean="0">
                              <a:solidFill>
                                <a:srgbClr val="002060"/>
                              </a:solidFill>
                              <a:latin typeface="Cambria Math" panose="02040503050406030204" pitchFamily="18" charset="0"/>
                            </a:rPr>
                          </m:ctrlPr>
                        </m:dPr>
                        <m:e>
                          <m:sSup>
                            <m:sSupPr>
                              <m:ctrlPr>
                                <a:rPr lang="en-IN" sz="2800" b="0" i="1" dirty="0" smtClean="0">
                                  <a:solidFill>
                                    <a:srgbClr val="002060"/>
                                  </a:solidFill>
                                  <a:latin typeface="Cambria Math" panose="02040503050406030204" pitchFamily="18" charset="0"/>
                                </a:rPr>
                              </m:ctrlPr>
                            </m:sSupPr>
                            <m:e>
                              <m:r>
                                <m:rPr>
                                  <m:sty m:val="p"/>
                                </m:rPr>
                                <a:rPr lang="en-IN" sz="2800" i="0" dirty="0" smtClean="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2</m:t>
                              </m:r>
                            </m:sup>
                          </m:sSup>
                        </m:e>
                      </m:d>
                      <m:r>
                        <a:rPr lang="en-IN" sz="2800" dirty="0">
                          <a:solidFill>
                            <a:srgbClr val="002060"/>
                          </a:solidFill>
                          <a:latin typeface="Cambria Math" panose="02040503050406030204" pitchFamily="18" charset="0"/>
                        </a:rPr>
                        <m:t>+20</m:t>
                      </m:r>
                      <m:r>
                        <a:rPr lang="en-IN" sz="2800" i="1" dirty="0">
                          <a:solidFill>
                            <a:srgbClr val="002060"/>
                          </a:solidFill>
                          <a:latin typeface="Cambria Math" panose="02040503050406030204" pitchFamily="18" charset="0"/>
                        </a:rPr>
                        <m:t> </m:t>
                      </m:r>
                      <m:r>
                        <m:rPr>
                          <m:sty m:val="p"/>
                        </m:rPr>
                        <a:rPr lang="en-IN" sz="2800" dirty="0">
                          <a:solidFill>
                            <a:srgbClr val="002060"/>
                          </a:solidFill>
                          <a:latin typeface="Cambria Math" panose="02040503050406030204" pitchFamily="18" charset="0"/>
                        </a:rPr>
                        <m:t>E</m:t>
                      </m:r>
                      <m:d>
                        <m:dPr>
                          <m:ctrlPr>
                            <a:rPr lang="en-IN" sz="2800" b="0" i="1" dirty="0" smtClean="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e>
                      </m:d>
                      <m:r>
                        <a:rPr lang="en-IN" sz="2800" dirty="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2</m:t>
                      </m:r>
                      <m:r>
                        <a:rPr lang="en-IN" sz="2800" dirty="0">
                          <a:solidFill>
                            <a:srgbClr val="002060"/>
                          </a:solidFill>
                          <a:latin typeface="Cambria Math" panose="02040503050406030204" pitchFamily="18" charset="0"/>
                        </a:rPr>
                        <m:t>5</m:t>
                      </m:r>
                    </m:oMath>
                  </m:oMathPara>
                </a14:m>
                <a:endParaRPr lang="en-IN" sz="2800" dirty="0">
                  <a:solidFill>
                    <a:srgbClr val="002060"/>
                  </a:solidFill>
                  <a:latin typeface="+mj-lt"/>
                </a:endParaRPr>
              </a:p>
            </p:txBody>
          </p:sp>
        </mc:Choice>
        <mc:Fallback xmlns="">
          <p:sp>
            <p:nvSpPr>
              <p:cNvPr id="44" name="TextBox 43">
                <a:extLst>
                  <a:ext uri="{FF2B5EF4-FFF2-40B4-BE49-F238E27FC236}">
                    <a16:creationId xmlns:a16="http://schemas.microsoft.com/office/drawing/2014/main" id="{740DD78E-2D3E-4E11-967B-D018D8381BF3}"/>
                  </a:ext>
                </a:extLst>
              </p:cNvPr>
              <p:cNvSpPr txBox="1">
                <a:spLocks noRot="1" noChangeAspect="1" noMove="1" noResize="1" noEditPoints="1" noAdjustHandles="1" noChangeArrowheads="1" noChangeShapeType="1" noTextEdit="1"/>
              </p:cNvSpPr>
              <p:nvPr/>
            </p:nvSpPr>
            <p:spPr>
              <a:xfrm>
                <a:off x="7510788" y="4097686"/>
                <a:ext cx="4262109"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9AB9C57-A6E6-4C97-80EC-85AA05CC0F27}"/>
                  </a:ext>
                </a:extLst>
              </p:cNvPr>
              <p:cNvSpPr txBox="1"/>
              <p:nvPr/>
            </p:nvSpPr>
            <p:spPr>
              <a:xfrm>
                <a:off x="7510788" y="4721423"/>
                <a:ext cx="426210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dirty="0">
                          <a:solidFill>
                            <a:srgbClr val="002060"/>
                          </a:solidFill>
                          <a:latin typeface="Cambria Math" panose="02040503050406030204" pitchFamily="18" charset="0"/>
                        </a:rPr>
                        <m:t>4</m:t>
                      </m:r>
                      <m:r>
                        <a:rPr lang="en-IN" sz="2800" b="0" i="1" dirty="0" smtClean="0">
                          <a:solidFill>
                            <a:srgbClr val="002060"/>
                          </a:solidFill>
                          <a:latin typeface="Cambria Math" panose="02040503050406030204" pitchFamily="18" charset="0"/>
                        </a:rPr>
                        <m:t> </m:t>
                      </m:r>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50</m:t>
                          </m:r>
                        </m:e>
                      </m:d>
                      <m:r>
                        <a:rPr lang="en-IN" sz="2800" dirty="0">
                          <a:solidFill>
                            <a:srgbClr val="002060"/>
                          </a:solidFill>
                          <a:latin typeface="Cambria Math" panose="02040503050406030204" pitchFamily="18" charset="0"/>
                        </a:rPr>
                        <m:t>+20</m:t>
                      </m:r>
                      <m:r>
                        <a:rPr lang="en-IN" sz="2800" i="1" dirty="0">
                          <a:solidFill>
                            <a:srgbClr val="002060"/>
                          </a:solidFill>
                          <a:latin typeface="Cambria Math" panose="02040503050406030204" pitchFamily="18" charset="0"/>
                        </a:rPr>
                        <m:t> </m:t>
                      </m:r>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5</m:t>
                          </m:r>
                        </m:e>
                      </m:d>
                      <m:r>
                        <a:rPr lang="en-IN" sz="2800" dirty="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2</m:t>
                      </m:r>
                      <m:r>
                        <a:rPr lang="en-IN" sz="2800" dirty="0">
                          <a:solidFill>
                            <a:srgbClr val="002060"/>
                          </a:solidFill>
                          <a:latin typeface="Cambria Math" panose="02040503050406030204" pitchFamily="18" charset="0"/>
                        </a:rPr>
                        <m:t>5</m:t>
                      </m:r>
                    </m:oMath>
                  </m:oMathPara>
                </a14:m>
                <a:endParaRPr lang="en-IN" sz="2800" dirty="0">
                  <a:solidFill>
                    <a:srgbClr val="002060"/>
                  </a:solidFill>
                  <a:latin typeface="+mj-lt"/>
                </a:endParaRPr>
              </a:p>
            </p:txBody>
          </p:sp>
        </mc:Choice>
        <mc:Fallback xmlns="">
          <p:sp>
            <p:nvSpPr>
              <p:cNvPr id="45" name="TextBox 44">
                <a:extLst>
                  <a:ext uri="{FF2B5EF4-FFF2-40B4-BE49-F238E27FC236}">
                    <a16:creationId xmlns:a16="http://schemas.microsoft.com/office/drawing/2014/main" id="{79AB9C57-A6E6-4C97-80EC-85AA05CC0F27}"/>
                  </a:ext>
                </a:extLst>
              </p:cNvPr>
              <p:cNvSpPr txBox="1">
                <a:spLocks noRot="1" noChangeAspect="1" noMove="1" noResize="1" noEditPoints="1" noAdjustHandles="1" noChangeArrowheads="1" noChangeShapeType="1" noTextEdit="1"/>
              </p:cNvSpPr>
              <p:nvPr/>
            </p:nvSpPr>
            <p:spPr>
              <a:xfrm>
                <a:off x="7510788" y="4721423"/>
                <a:ext cx="4262109"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2A1B481-7969-40DA-86B2-9B9A3326A7E0}"/>
                  </a:ext>
                </a:extLst>
              </p:cNvPr>
              <p:cNvSpPr txBox="1"/>
              <p:nvPr/>
            </p:nvSpPr>
            <p:spPr>
              <a:xfrm>
                <a:off x="7510788" y="5345160"/>
                <a:ext cx="426210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dirty="0">
                          <a:solidFill>
                            <a:srgbClr val="002060"/>
                          </a:solidFill>
                          <a:latin typeface="Cambria Math" panose="02040503050406030204" pitchFamily="18" charset="0"/>
                        </a:rPr>
                        <m:t>325</m:t>
                      </m:r>
                    </m:oMath>
                  </m:oMathPara>
                </a14:m>
                <a:endParaRPr lang="en-IN" sz="2800" dirty="0">
                  <a:solidFill>
                    <a:srgbClr val="002060"/>
                  </a:solidFill>
                  <a:latin typeface="+mj-lt"/>
                </a:endParaRPr>
              </a:p>
            </p:txBody>
          </p:sp>
        </mc:Choice>
        <mc:Fallback xmlns="">
          <p:sp>
            <p:nvSpPr>
              <p:cNvPr id="46" name="TextBox 45">
                <a:extLst>
                  <a:ext uri="{FF2B5EF4-FFF2-40B4-BE49-F238E27FC236}">
                    <a16:creationId xmlns:a16="http://schemas.microsoft.com/office/drawing/2014/main" id="{42A1B481-7969-40DA-86B2-9B9A3326A7E0}"/>
                  </a:ext>
                </a:extLst>
              </p:cNvPr>
              <p:cNvSpPr txBox="1">
                <a:spLocks noRot="1" noChangeAspect="1" noMove="1" noResize="1" noEditPoints="1" noAdjustHandles="1" noChangeArrowheads="1" noChangeShapeType="1" noTextEdit="1"/>
              </p:cNvSpPr>
              <p:nvPr/>
            </p:nvSpPr>
            <p:spPr>
              <a:xfrm>
                <a:off x="7510788" y="5345160"/>
                <a:ext cx="4262109" cy="523220"/>
              </a:xfrm>
              <a:prstGeom prst="rect">
                <a:avLst/>
              </a:prstGeom>
              <a:blipFill>
                <a:blip r:embed="rId21"/>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616043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nodeType="clickEffect">
                                  <p:stCondLst>
                                    <p:cond delay="0"/>
                                  </p:stCondLst>
                                  <p:childTnLst>
                                    <p:set>
                                      <p:cBhvr>
                                        <p:cTn id="74" dur="1" fill="hold">
                                          <p:stCondLst>
                                            <p:cond delay="0"/>
                                          </p:stCondLst>
                                        </p:cTn>
                                        <p:tgtEl>
                                          <p:spTgt spid="40"/>
                                        </p:tgtEl>
                                        <p:attrNameLst>
                                          <p:attrName>style.visibility</p:attrName>
                                        </p:attrNameLst>
                                      </p:cBhvr>
                                      <p:to>
                                        <p:strVal val="visible"/>
                                      </p:to>
                                    </p:set>
                                    <p:animEffect transition="in" filter="wipe(up)">
                                      <p:cBhvr>
                                        <p:cTn id="75" dur="500"/>
                                        <p:tgtEl>
                                          <p:spTgt spid="40"/>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41"/>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42"/>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43"/>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44"/>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45"/>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5" grpId="0"/>
      <p:bldP spid="18" grpId="0"/>
      <p:bldP spid="22" grpId="0"/>
      <p:bldP spid="30" grpId="0"/>
      <p:bldP spid="31" grpId="0"/>
      <p:bldP spid="16" grpId="0"/>
      <p:bldP spid="25" grpId="0"/>
      <p:bldP spid="26" grpId="0"/>
      <p:bldP spid="29" grpId="0"/>
      <p:bldP spid="32" grpId="0"/>
      <p:bldP spid="33" grpId="0"/>
      <p:bldP spid="34" grpId="0"/>
      <p:bldP spid="35" grpId="0"/>
      <p:bldP spid="36" grpId="0"/>
      <p:bldP spid="37" grpId="0"/>
      <p:bldP spid="39" grpId="0"/>
      <p:bldP spid="41" grpId="0"/>
      <p:bldP spid="42" grpId="0"/>
      <p:bldP spid="43" grpId="0"/>
      <p:bldP spid="44" grpId="0"/>
      <p:bldP spid="45" grpId="0"/>
      <p:bldP spid="46" grpId="0"/>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8" y="867840"/>
                <a:ext cx="11929645" cy="2568284"/>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US" dirty="0"/>
                  <a:t>The following table gives the probabilities that a certain computer will malfunction </a:t>
                </a:r>
                <a14:m>
                  <m:oMath xmlns:m="http://schemas.openxmlformats.org/officeDocument/2006/math">
                    <m:r>
                      <a:rPr lang="en-US">
                        <a:latin typeface="Cambria Math" panose="02040503050406030204" pitchFamily="18" charset="0"/>
                      </a:rPr>
                      <m:t>0,</m:t>
                    </m:r>
                    <m:r>
                      <a:rPr lang="en-US" i="1">
                        <a:latin typeface="Cambria Math" panose="02040503050406030204" pitchFamily="18" charset="0"/>
                      </a:rPr>
                      <m:t> </m:t>
                    </m:r>
                    <m:r>
                      <a:rPr lang="en-US">
                        <a:latin typeface="Cambria Math" panose="02040503050406030204" pitchFamily="18" charset="0"/>
                      </a:rPr>
                      <m:t> 1,</m:t>
                    </m:r>
                    <m:r>
                      <a:rPr lang="en-US" i="1">
                        <a:latin typeface="Cambria Math" panose="02040503050406030204" pitchFamily="18" charset="0"/>
                      </a:rPr>
                      <m:t> </m:t>
                    </m:r>
                    <m:r>
                      <a:rPr lang="en-US">
                        <a:latin typeface="Cambria Math" panose="02040503050406030204" pitchFamily="18" charset="0"/>
                      </a:rPr>
                      <m:t> 2,</m:t>
                    </m:r>
                    <m:r>
                      <a:rPr lang="en-US" i="1">
                        <a:latin typeface="Cambria Math" panose="02040503050406030204" pitchFamily="18" charset="0"/>
                      </a:rPr>
                      <m:t> </m:t>
                    </m:r>
                    <m:r>
                      <a:rPr lang="en-US">
                        <a:latin typeface="Cambria Math" panose="02040503050406030204" pitchFamily="18" charset="0"/>
                      </a:rPr>
                      <m:t> 3,</m:t>
                    </m:r>
                    <m:r>
                      <a:rPr lang="en-US" i="1">
                        <a:latin typeface="Cambria Math" panose="02040503050406030204" pitchFamily="18" charset="0"/>
                      </a:rPr>
                      <m:t> </m:t>
                    </m:r>
                    <m:r>
                      <a:rPr lang="en-US">
                        <a:latin typeface="Cambria Math" panose="02040503050406030204" pitchFamily="18" charset="0"/>
                      </a:rPr>
                      <m:t> 4,</m:t>
                    </m:r>
                    <m:r>
                      <a:rPr lang="en-US" i="1">
                        <a:latin typeface="Cambria Math" panose="02040503050406030204" pitchFamily="18" charset="0"/>
                      </a:rPr>
                      <m:t> </m:t>
                    </m:r>
                    <m:r>
                      <a:rPr lang="en-US">
                        <a:latin typeface="Cambria Math" panose="02040503050406030204" pitchFamily="18" charset="0"/>
                      </a:rPr>
                      <m:t> 5</m:t>
                    </m:r>
                  </m:oMath>
                </a14:m>
                <a:r>
                  <a:rPr lang="en-US" dirty="0"/>
                  <a:t> or </a:t>
                </a:r>
                <a14:m>
                  <m:oMath xmlns:m="http://schemas.openxmlformats.org/officeDocument/2006/math">
                    <m:r>
                      <a:rPr lang="en-US">
                        <a:latin typeface="Cambria Math" panose="02040503050406030204" pitchFamily="18" charset="0"/>
                      </a:rPr>
                      <m:t>6</m:t>
                    </m:r>
                  </m:oMath>
                </a14:m>
                <a:r>
                  <a:rPr lang="en-US" dirty="0"/>
                  <a:t> times on any one day.</a:t>
                </a:r>
                <a:endParaRPr lang="en-GB"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8" y="867840"/>
                <a:ext cx="11929645" cy="2568284"/>
              </a:xfrm>
              <a:prstGeom prst="rect">
                <a:avLst/>
              </a:prstGeom>
              <a:blipFill>
                <a:blip r:embed="rId16"/>
                <a:stretch>
                  <a:fillRect l="-1074" t="-2133"/>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6 ⇝ Example 3</a:t>
            </a:r>
            <a:endParaRPr lang="en-US" dirty="0"/>
          </a:p>
        </p:txBody>
      </p:sp>
      <p:sp>
        <p:nvSpPr>
          <p:cNvPr id="4" name="Content Placeholder 2"/>
          <p:cNvSpPr txBox="1">
            <a:spLocks/>
          </p:cNvSpPr>
          <p:nvPr/>
        </p:nvSpPr>
        <p:spPr>
          <a:xfrm>
            <a:off x="131178" y="3719052"/>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nvGraphicFramePr>
            <p:xfrm>
              <a:off x="252406" y="1862096"/>
              <a:ext cx="11507798" cy="1080000"/>
            </p:xfrm>
            <a:graphic>
              <a:graphicData uri="http://schemas.openxmlformats.org/drawingml/2006/table">
                <a:tbl>
                  <a:tblPr firstRow="1" bandRow="1">
                    <a:tableStyleId>{E8B1032C-EA38-4F05-BA0D-38AFFFC7BED3}</a:tableStyleId>
                  </a:tblPr>
                  <a:tblGrid>
                    <a:gridCol w="3927708">
                      <a:extLst>
                        <a:ext uri="{9D8B030D-6E8A-4147-A177-3AD203B41FA5}">
                          <a16:colId xmlns:a16="http://schemas.microsoft.com/office/drawing/2014/main" val="2160788424"/>
                        </a:ext>
                      </a:extLst>
                    </a:gridCol>
                    <a:gridCol w="1082870">
                      <a:extLst>
                        <a:ext uri="{9D8B030D-6E8A-4147-A177-3AD203B41FA5}">
                          <a16:colId xmlns:a16="http://schemas.microsoft.com/office/drawing/2014/main" val="3481490857"/>
                        </a:ext>
                      </a:extLst>
                    </a:gridCol>
                    <a:gridCol w="1082870">
                      <a:extLst>
                        <a:ext uri="{9D8B030D-6E8A-4147-A177-3AD203B41FA5}">
                          <a16:colId xmlns:a16="http://schemas.microsoft.com/office/drawing/2014/main" val="1291606709"/>
                        </a:ext>
                      </a:extLst>
                    </a:gridCol>
                    <a:gridCol w="1082870">
                      <a:extLst>
                        <a:ext uri="{9D8B030D-6E8A-4147-A177-3AD203B41FA5}">
                          <a16:colId xmlns:a16="http://schemas.microsoft.com/office/drawing/2014/main" val="1336429719"/>
                        </a:ext>
                      </a:extLst>
                    </a:gridCol>
                    <a:gridCol w="1082870">
                      <a:extLst>
                        <a:ext uri="{9D8B030D-6E8A-4147-A177-3AD203B41FA5}">
                          <a16:colId xmlns:a16="http://schemas.microsoft.com/office/drawing/2014/main" val="2548766450"/>
                        </a:ext>
                      </a:extLst>
                    </a:gridCol>
                    <a:gridCol w="1082870">
                      <a:extLst>
                        <a:ext uri="{9D8B030D-6E8A-4147-A177-3AD203B41FA5}">
                          <a16:colId xmlns:a16="http://schemas.microsoft.com/office/drawing/2014/main" val="2208636898"/>
                        </a:ext>
                      </a:extLst>
                    </a:gridCol>
                    <a:gridCol w="1082870">
                      <a:extLst>
                        <a:ext uri="{9D8B030D-6E8A-4147-A177-3AD203B41FA5}">
                          <a16:colId xmlns:a16="http://schemas.microsoft.com/office/drawing/2014/main" val="1962852765"/>
                        </a:ext>
                      </a:extLst>
                    </a:gridCol>
                    <a:gridCol w="1082870">
                      <a:extLst>
                        <a:ext uri="{9D8B030D-6E8A-4147-A177-3AD203B41FA5}">
                          <a16:colId xmlns:a16="http://schemas.microsoft.com/office/drawing/2014/main" val="2281907699"/>
                        </a:ext>
                      </a:extLst>
                    </a:gridCol>
                  </a:tblGrid>
                  <a:tr h="540000">
                    <a:tc>
                      <a:txBody>
                        <a:bodyPr/>
                        <a:lstStyle/>
                        <a:p>
                          <a:pPr algn="ctr"/>
                          <a:r>
                            <a:rPr lang="en-US" sz="2800" b="0" i="0" kern="1200" dirty="0">
                              <a:solidFill>
                                <a:schemeClr val="bg1"/>
                              </a:solidFill>
                              <a:effectLst/>
                              <a:latin typeface="+mj-lt"/>
                              <a:ea typeface="+mn-ea"/>
                              <a:cs typeface="+mn-cs"/>
                            </a:rPr>
                            <a:t>Number of malfunctions </a:t>
                          </a:r>
                          <a14:m>
                            <m:oMath xmlns:m="http://schemas.openxmlformats.org/officeDocument/2006/math">
                              <m:r>
                                <m:rPr>
                                  <m:sty m:val="p"/>
                                </m:rPr>
                                <a:rPr lang="en-US" sz="2800" b="0" i="0" kern="1200" smtClean="0">
                                  <a:solidFill>
                                    <a:schemeClr val="bg1"/>
                                  </a:solidFill>
                                  <a:effectLst/>
                                  <a:latin typeface="Cambria Math" panose="02040503050406030204" pitchFamily="18" charset="0"/>
                                  <a:ea typeface="+mn-ea"/>
                                  <a:cs typeface="+mn-cs"/>
                                </a:rPr>
                                <m:t>x</m:t>
                              </m:r>
                            </m:oMath>
                          </a14:m>
                          <a:endParaRPr lang="en-IN" sz="2800" b="0" i="0" dirty="0">
                            <a:solidFill>
                              <a:schemeClr val="bg1"/>
                            </a:solidFill>
                            <a:latin typeface="Cambria Math" panose="02040503050406030204" pitchFamily="18" charset="0"/>
                            <a:ea typeface="Cambria Math" panose="02040503050406030204" pitchFamily="18"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a:t>
                          </a: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1</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2</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3</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4</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5</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6</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15006325"/>
                      </a:ext>
                    </a:extLst>
                  </a:tr>
                  <a:tr h="540000">
                    <a:tc>
                      <a:txBody>
                        <a:bodyPr/>
                        <a:lstStyle/>
                        <a:p>
                          <a:pPr algn="ctr"/>
                          <a:r>
                            <a:rPr lang="en-US" sz="2800" b="0" i="0" kern="1200" dirty="0">
                              <a:solidFill>
                                <a:schemeClr val="bg1"/>
                              </a:solidFill>
                              <a:effectLst/>
                              <a:latin typeface="+mj-lt"/>
                              <a:ea typeface="+mn-ea"/>
                              <a:cs typeface="+mn-cs"/>
                            </a:rPr>
                            <a:t>Probability </a:t>
                          </a:r>
                          <a14:m>
                            <m:oMath xmlns:m="http://schemas.openxmlformats.org/officeDocument/2006/math">
                              <m:r>
                                <m:rPr>
                                  <m:sty m:val="p"/>
                                </m:rPr>
                                <a:rPr lang="en-US" sz="2800" b="0" i="0" kern="1200" dirty="0" smtClean="0">
                                  <a:solidFill>
                                    <a:schemeClr val="bg1"/>
                                  </a:solidFill>
                                  <a:effectLst/>
                                  <a:latin typeface="Cambria Math" panose="02040503050406030204" pitchFamily="18" charset="0"/>
                                  <a:ea typeface="+mn-ea"/>
                                  <a:cs typeface="+mn-cs"/>
                                </a:rPr>
                                <m:t>p</m:t>
                              </m:r>
                              <m:d>
                                <m:dPr>
                                  <m:ctrlPr>
                                    <a:rPr lang="en-US" sz="2800" b="0" i="1" kern="1200" dirty="0" smtClean="0">
                                      <a:solidFill>
                                        <a:schemeClr val="bg1"/>
                                      </a:solidFill>
                                      <a:effectLst/>
                                      <a:latin typeface="Cambria Math" panose="02040503050406030204" pitchFamily="18" charset="0"/>
                                      <a:ea typeface="+mn-ea"/>
                                      <a:cs typeface="+mn-cs"/>
                                    </a:rPr>
                                  </m:ctrlPr>
                                </m:dPr>
                                <m:e>
                                  <m:r>
                                    <m:rPr>
                                      <m:sty m:val="p"/>
                                    </m:rPr>
                                    <a:rPr lang="en-US" sz="2800" b="0" i="0" kern="1200" dirty="0" smtClean="0">
                                      <a:solidFill>
                                        <a:schemeClr val="bg1"/>
                                      </a:solidFill>
                                      <a:effectLst/>
                                      <a:latin typeface="Cambria Math" panose="02040503050406030204" pitchFamily="18" charset="0"/>
                                      <a:ea typeface="+mn-ea"/>
                                      <a:cs typeface="+mn-cs"/>
                                    </a:rPr>
                                    <m:t>x</m:t>
                                  </m:r>
                                </m:e>
                              </m:d>
                            </m:oMath>
                          </a14:m>
                          <a:endParaRPr lang="en-IN" sz="2800" b="0" i="0" dirty="0">
                            <a:solidFill>
                              <a:schemeClr val="bg1"/>
                            </a:solidFill>
                            <a:latin typeface="Cambria Math" panose="02040503050406030204" pitchFamily="18" charset="0"/>
                            <a:ea typeface="Cambria Math" panose="02040503050406030204" pitchFamily="18"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0.17</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0.29</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0.27</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0.16</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0.07</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0.03</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0.01</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Choice>
        <mc:Fallback xmlns="">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extLst>
                  <p:ext uri="{D42A27DB-BD31-4B8C-83A1-F6EECF244321}">
                    <p14:modId xmlns:p14="http://schemas.microsoft.com/office/powerpoint/2010/main" val="1690036668"/>
                  </p:ext>
                </p:extLst>
              </p:nvPr>
            </p:nvGraphicFramePr>
            <p:xfrm>
              <a:off x="252406" y="1862096"/>
              <a:ext cx="11507798" cy="1080000"/>
            </p:xfrm>
            <a:graphic>
              <a:graphicData uri="http://schemas.openxmlformats.org/drawingml/2006/table">
                <a:tbl>
                  <a:tblPr firstRow="1" bandRow="1">
                    <a:tableStyleId>{E8B1032C-EA38-4F05-BA0D-38AFFFC7BED3}</a:tableStyleId>
                  </a:tblPr>
                  <a:tblGrid>
                    <a:gridCol w="3927708">
                      <a:extLst>
                        <a:ext uri="{9D8B030D-6E8A-4147-A177-3AD203B41FA5}">
                          <a16:colId xmlns:a16="http://schemas.microsoft.com/office/drawing/2014/main" val="2160788424"/>
                        </a:ext>
                      </a:extLst>
                    </a:gridCol>
                    <a:gridCol w="1082870">
                      <a:extLst>
                        <a:ext uri="{9D8B030D-6E8A-4147-A177-3AD203B41FA5}">
                          <a16:colId xmlns:a16="http://schemas.microsoft.com/office/drawing/2014/main" val="3481490857"/>
                        </a:ext>
                      </a:extLst>
                    </a:gridCol>
                    <a:gridCol w="1082870">
                      <a:extLst>
                        <a:ext uri="{9D8B030D-6E8A-4147-A177-3AD203B41FA5}">
                          <a16:colId xmlns:a16="http://schemas.microsoft.com/office/drawing/2014/main" val="1291606709"/>
                        </a:ext>
                      </a:extLst>
                    </a:gridCol>
                    <a:gridCol w="1082870">
                      <a:extLst>
                        <a:ext uri="{9D8B030D-6E8A-4147-A177-3AD203B41FA5}">
                          <a16:colId xmlns:a16="http://schemas.microsoft.com/office/drawing/2014/main" val="1336429719"/>
                        </a:ext>
                      </a:extLst>
                    </a:gridCol>
                    <a:gridCol w="1082870">
                      <a:extLst>
                        <a:ext uri="{9D8B030D-6E8A-4147-A177-3AD203B41FA5}">
                          <a16:colId xmlns:a16="http://schemas.microsoft.com/office/drawing/2014/main" val="2548766450"/>
                        </a:ext>
                      </a:extLst>
                    </a:gridCol>
                    <a:gridCol w="1082870">
                      <a:extLst>
                        <a:ext uri="{9D8B030D-6E8A-4147-A177-3AD203B41FA5}">
                          <a16:colId xmlns:a16="http://schemas.microsoft.com/office/drawing/2014/main" val="2208636898"/>
                        </a:ext>
                      </a:extLst>
                    </a:gridCol>
                    <a:gridCol w="1082870">
                      <a:extLst>
                        <a:ext uri="{9D8B030D-6E8A-4147-A177-3AD203B41FA5}">
                          <a16:colId xmlns:a16="http://schemas.microsoft.com/office/drawing/2014/main" val="1962852765"/>
                        </a:ext>
                      </a:extLst>
                    </a:gridCol>
                    <a:gridCol w="1082870">
                      <a:extLst>
                        <a:ext uri="{9D8B030D-6E8A-4147-A177-3AD203B41FA5}">
                          <a16:colId xmlns:a16="http://schemas.microsoft.com/office/drawing/2014/main" val="2281907699"/>
                        </a:ext>
                      </a:extLst>
                    </a:gridCol>
                  </a:tblGrid>
                  <a:tr h="540000">
                    <a:tc>
                      <a:txBody>
                        <a:bodyPr/>
                        <a:lstStyle/>
                        <a:p>
                          <a:endParaRPr lang="en-US"/>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17"/>
                          <a:stretch>
                            <a:fillRect l="-465" t="-8989" r="-193798" b="-130337"/>
                          </a:stretch>
                        </a:blipFill>
                      </a:tcPr>
                    </a:tc>
                    <a:tc>
                      <a:txBody>
                        <a:bodyPr/>
                        <a:lstStyle/>
                        <a:p>
                          <a:pPr marL="0" marR="0" algn="ctr">
                            <a:spcBef>
                              <a:spcPts val="0"/>
                            </a:spcBef>
                            <a:spcAft>
                              <a:spcPts val="0"/>
                            </a:spcAft>
                          </a:pPr>
                          <a:r>
                            <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a:t>
                          </a: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1</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2</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3</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4</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5</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6</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15006325"/>
                      </a:ext>
                    </a:extLst>
                  </a:tr>
                  <a:tr h="540000">
                    <a:tc>
                      <a:txBody>
                        <a:bodyPr/>
                        <a:lstStyle/>
                        <a:p>
                          <a:endParaRPr lang="en-US"/>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17"/>
                          <a:stretch>
                            <a:fillRect l="-465" t="-108989" r="-193798" b="-30337"/>
                          </a:stretch>
                        </a:blip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0.17</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0.29</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0.27</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0.16</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0.07</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0.03</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0.01</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Fallback>
      </mc:AlternateContent>
      <p:sp>
        <p:nvSpPr>
          <p:cNvPr id="8" name="TextBox 7">
            <a:extLst>
              <a:ext uri="{FF2B5EF4-FFF2-40B4-BE49-F238E27FC236}">
                <a16:creationId xmlns:a16="http://schemas.microsoft.com/office/drawing/2014/main" id="{8BB3F576-7738-4872-8F34-73C18E96D683}"/>
              </a:ext>
            </a:extLst>
          </p:cNvPr>
          <p:cNvSpPr txBox="1"/>
          <p:nvPr/>
        </p:nvSpPr>
        <p:spPr>
          <a:xfrm>
            <a:off x="160927" y="2935206"/>
            <a:ext cx="8314328" cy="523220"/>
          </a:xfrm>
          <a:prstGeom prst="rect">
            <a:avLst/>
          </a:prstGeom>
          <a:noFill/>
        </p:spPr>
        <p:txBody>
          <a:bodyPr wrap="square">
            <a:spAutoFit/>
          </a:bodyPr>
          <a:lstStyle/>
          <a:p>
            <a:r>
              <a:rPr lang="en-GB" sz="2800" dirty="0">
                <a:solidFill>
                  <a:schemeClr val="bg1"/>
                </a:solidFill>
                <a:latin typeface="+mj-lt"/>
              </a:rPr>
              <a:t>Find the mean and variance of this probability distribution.</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6C9A99C2-FF34-4E16-AA75-5F8DB6F34A66}"/>
                  </a:ext>
                </a:extLst>
              </p:cNvPr>
              <p:cNvSpPr txBox="1"/>
              <p:nvPr/>
            </p:nvSpPr>
            <p:spPr>
              <a:xfrm>
                <a:off x="1576712" y="3717709"/>
                <a:ext cx="10221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E</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oMath>
                  </m:oMathPara>
                </a14:m>
                <a:endParaRPr lang="en-IN" sz="2800" dirty="0">
                  <a:solidFill>
                    <a:srgbClr val="002060"/>
                  </a:solidFill>
                  <a:latin typeface="+mj-lt"/>
                </a:endParaRPr>
              </a:p>
            </p:txBody>
          </p:sp>
        </mc:Choice>
        <mc:Fallback xmlns="">
          <p:sp>
            <p:nvSpPr>
              <p:cNvPr id="27" name="TextBox 26">
                <a:extLst>
                  <a:ext uri="{FF2B5EF4-FFF2-40B4-BE49-F238E27FC236}">
                    <a16:creationId xmlns:a16="http://schemas.microsoft.com/office/drawing/2014/main" id="{6C9A99C2-FF34-4E16-AA75-5F8DB6F34A66}"/>
                  </a:ext>
                </a:extLst>
              </p:cNvPr>
              <p:cNvSpPr txBox="1">
                <a:spLocks noRot="1" noChangeAspect="1" noMove="1" noResize="1" noEditPoints="1" noAdjustHandles="1" noChangeArrowheads="1" noChangeShapeType="1" noTextEdit="1"/>
              </p:cNvSpPr>
              <p:nvPr/>
            </p:nvSpPr>
            <p:spPr>
              <a:xfrm>
                <a:off x="1576712" y="3717709"/>
                <a:ext cx="1022167"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52ED52A-64B6-41EA-84BA-F7F0BC49E97A}"/>
                  </a:ext>
                </a:extLst>
              </p:cNvPr>
              <p:cNvSpPr txBox="1"/>
              <p:nvPr/>
            </p:nvSpPr>
            <p:spPr>
              <a:xfrm>
                <a:off x="2380393" y="4616250"/>
                <a:ext cx="9811607" cy="1169551"/>
              </a:xfrm>
              <a:prstGeom prst="rect">
                <a:avLst/>
              </a:prstGeom>
              <a:noFill/>
            </p:spPr>
            <p:txBody>
              <a:bodyPr wrap="square">
                <a:spAutoFit/>
              </a:bodyPr>
              <a:lstStyle/>
              <a:p>
                <a:pPr>
                  <a:lnSpc>
                    <a:spcPct val="125000"/>
                  </a:lnSpc>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m:t>
                          </m:r>
                        </m:e>
                      </m:d>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0.17</m:t>
                          </m:r>
                        </m:e>
                      </m:d>
                      <m:r>
                        <a:rPr lang="en-IN" sz="2800" dirty="0" smtClean="0">
                          <a:solidFill>
                            <a:srgbClr val="002060"/>
                          </a:solidFill>
                          <a:latin typeface="Cambria Math" panose="02040503050406030204" pitchFamily="18" charset="0"/>
                        </a:rPr>
                        <m:t>+</m:t>
                      </m:r>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1</m:t>
                          </m:r>
                        </m:e>
                      </m:d>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0.29</m:t>
                          </m:r>
                        </m:e>
                      </m:d>
                      <m:r>
                        <a:rPr lang="en-IN" sz="2800" dirty="0" smtClean="0">
                          <a:solidFill>
                            <a:srgbClr val="002060"/>
                          </a:solidFill>
                          <a:latin typeface="Cambria Math" panose="02040503050406030204" pitchFamily="18" charset="0"/>
                        </a:rPr>
                        <m:t>+</m:t>
                      </m:r>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2</m:t>
                          </m:r>
                        </m:e>
                      </m:d>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0.27</m:t>
                          </m:r>
                        </m:e>
                      </m:d>
                      <m:r>
                        <a:rPr lang="en-IN" sz="2800" dirty="0" smtClean="0">
                          <a:solidFill>
                            <a:srgbClr val="002060"/>
                          </a:solidFill>
                          <a:latin typeface="Cambria Math" panose="02040503050406030204" pitchFamily="18" charset="0"/>
                        </a:rPr>
                        <m:t>+</m:t>
                      </m:r>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3</m:t>
                          </m:r>
                        </m:e>
                      </m:d>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0.16</m:t>
                          </m:r>
                        </m:e>
                      </m:d>
                      <m:r>
                        <a:rPr lang="en-IN" sz="2800" dirty="0" smtClean="0">
                          <a:solidFill>
                            <a:srgbClr val="002060"/>
                          </a:solidFill>
                          <a:latin typeface="Cambria Math" panose="02040503050406030204" pitchFamily="18" charset="0"/>
                        </a:rPr>
                        <m:t>+</m:t>
                      </m:r>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4</m:t>
                          </m:r>
                        </m:e>
                      </m:d>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0.07</m:t>
                          </m:r>
                        </m:e>
                      </m:d>
                    </m:oMath>
                  </m:oMathPara>
                </a14:m>
                <a:endParaRPr lang="en-IN" sz="2800" i="1" dirty="0">
                  <a:solidFill>
                    <a:srgbClr val="002060"/>
                  </a:solidFill>
                  <a:latin typeface="Cambria Math" panose="02040503050406030204" pitchFamily="18" charset="0"/>
                </a:endParaRPr>
              </a:p>
              <a:p>
                <a:pPr marL="6008688">
                  <a:lnSpc>
                    <a:spcPct val="125000"/>
                  </a:lnSpc>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5</m:t>
                          </m:r>
                        </m:e>
                      </m:d>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0.03</m:t>
                          </m:r>
                        </m:e>
                      </m:d>
                      <m:r>
                        <a:rPr lang="en-IN" sz="2800" dirty="0" smtClean="0">
                          <a:solidFill>
                            <a:srgbClr val="002060"/>
                          </a:solidFill>
                          <a:latin typeface="Cambria Math" panose="02040503050406030204" pitchFamily="18" charset="0"/>
                        </a:rPr>
                        <m:t>+</m:t>
                      </m:r>
                      <m:d>
                        <m:dPr>
                          <m:ctrlPr>
                            <a:rPr lang="en-IN" sz="2800" i="1" dirty="0">
                              <a:solidFill>
                                <a:srgbClr val="002060"/>
                              </a:solidFill>
                              <a:latin typeface="Cambria Math" panose="02040503050406030204" pitchFamily="18" charset="0"/>
                            </a:rPr>
                          </m:ctrlPr>
                        </m:dPr>
                        <m:e>
                          <m:r>
                            <a:rPr lang="en-IN" sz="2800" dirty="0">
                              <a:solidFill>
                                <a:srgbClr val="002060"/>
                              </a:solidFill>
                              <a:latin typeface="Cambria Math" panose="02040503050406030204" pitchFamily="18" charset="0"/>
                            </a:rPr>
                            <m:t>6</m:t>
                          </m:r>
                        </m:e>
                      </m:d>
                      <m:d>
                        <m:dPr>
                          <m:ctrlPr>
                            <a:rPr lang="en-IN" sz="2800" i="1" dirty="0">
                              <a:solidFill>
                                <a:srgbClr val="002060"/>
                              </a:solidFill>
                              <a:latin typeface="Cambria Math" panose="02040503050406030204" pitchFamily="18" charset="0"/>
                            </a:rPr>
                          </m:ctrlPr>
                        </m:dPr>
                        <m:e>
                          <m:r>
                            <a:rPr lang="en-IN" sz="2800" dirty="0">
                              <a:solidFill>
                                <a:srgbClr val="002060"/>
                              </a:solidFill>
                              <a:latin typeface="Cambria Math" panose="02040503050406030204" pitchFamily="18" charset="0"/>
                            </a:rPr>
                            <m:t>0.01</m:t>
                          </m:r>
                        </m:e>
                      </m:d>
                    </m:oMath>
                  </m:oMathPara>
                </a14:m>
                <a:endParaRPr lang="en-IN" sz="2800" dirty="0">
                  <a:solidFill>
                    <a:srgbClr val="002060"/>
                  </a:solidFill>
                  <a:latin typeface="+mj-lt"/>
                </a:endParaRPr>
              </a:p>
            </p:txBody>
          </p:sp>
        </mc:Choice>
        <mc:Fallback xmlns="">
          <p:sp>
            <p:nvSpPr>
              <p:cNvPr id="28" name="TextBox 27">
                <a:extLst>
                  <a:ext uri="{FF2B5EF4-FFF2-40B4-BE49-F238E27FC236}">
                    <a16:creationId xmlns:a16="http://schemas.microsoft.com/office/drawing/2014/main" id="{552ED52A-64B6-41EA-84BA-F7F0BC49E97A}"/>
                  </a:ext>
                </a:extLst>
              </p:cNvPr>
              <p:cNvSpPr txBox="1">
                <a:spLocks noRot="1" noChangeAspect="1" noMove="1" noResize="1" noEditPoints="1" noAdjustHandles="1" noChangeArrowheads="1" noChangeShapeType="1" noTextEdit="1"/>
              </p:cNvSpPr>
              <p:nvPr/>
            </p:nvSpPr>
            <p:spPr>
              <a:xfrm>
                <a:off x="2380393" y="4616250"/>
                <a:ext cx="9811607" cy="1169551"/>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9858AAE0-91C8-49BD-A442-2AFB01386DEB}"/>
                  </a:ext>
                </a:extLst>
              </p:cNvPr>
              <p:cNvSpPr txBox="1"/>
              <p:nvPr/>
            </p:nvSpPr>
            <p:spPr>
              <a:xfrm>
                <a:off x="2380393" y="5990160"/>
                <a:ext cx="7431215"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i="0" dirty="0" smtClean="0">
                          <a:latin typeface="Cambria Math" panose="02040503050406030204" pitchFamily="18" charset="0"/>
                        </a:rPr>
                        <m:t>=</m:t>
                      </m:r>
                      <m:r>
                        <a:rPr lang="en-IN" dirty="0">
                          <a:latin typeface="Cambria Math" panose="02040503050406030204" pitchFamily="18" charset="0"/>
                        </a:rPr>
                        <m:t>0+0.29+0.54+0.48+0.28+0.15+0.06</m:t>
                      </m:r>
                    </m:oMath>
                  </m:oMathPara>
                </a14:m>
                <a:endParaRPr lang="en-IN" dirty="0"/>
              </a:p>
            </p:txBody>
          </p:sp>
        </mc:Choice>
        <mc:Fallback xmlns="">
          <p:sp>
            <p:nvSpPr>
              <p:cNvPr id="29" name="TextBox 28">
                <a:extLst>
                  <a:ext uri="{FF2B5EF4-FFF2-40B4-BE49-F238E27FC236}">
                    <a16:creationId xmlns:a16="http://schemas.microsoft.com/office/drawing/2014/main" id="{9858AAE0-91C8-49BD-A442-2AFB01386DEB}"/>
                  </a:ext>
                </a:extLst>
              </p:cNvPr>
              <p:cNvSpPr txBox="1">
                <a:spLocks noRot="1" noChangeAspect="1" noMove="1" noResize="1" noEditPoints="1" noAdjustHandles="1" noChangeArrowheads="1" noChangeShapeType="1" noTextEdit="1"/>
              </p:cNvSpPr>
              <p:nvPr/>
            </p:nvSpPr>
            <p:spPr>
              <a:xfrm>
                <a:off x="2380393" y="5990160"/>
                <a:ext cx="7431215"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7C0869A-61F2-46D9-98A3-30A969143807}"/>
                  </a:ext>
                </a:extLst>
              </p:cNvPr>
              <p:cNvSpPr txBox="1"/>
              <p:nvPr/>
            </p:nvSpPr>
            <p:spPr>
              <a:xfrm>
                <a:off x="2380393" y="3479843"/>
                <a:ext cx="2762520" cy="113787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chr m:val="∑"/>
                          <m:supHide m:val="on"/>
                          <m:ctrlPr>
                            <a:rPr lang="en-IN" sz="2800" b="0" i="1" dirty="0" smtClean="0">
                              <a:solidFill>
                                <a:srgbClr val="002060"/>
                              </a:solidFill>
                              <a:latin typeface="Cambria Math" panose="02040503050406030204" pitchFamily="18" charset="0"/>
                            </a:rPr>
                          </m:ctrlPr>
                        </m:naryPr>
                        <m:sub>
                          <m:r>
                            <m:rPr>
                              <m:sty m:val="p"/>
                              <m:brk m:alnAt="7"/>
                            </m:rPr>
                            <a:rPr lang="en-IN" sz="2800" b="0" i="0" dirty="0" smtClean="0">
                              <a:solidFill>
                                <a:srgbClr val="002060"/>
                              </a:solidFill>
                              <a:latin typeface="Cambria Math" panose="02040503050406030204" pitchFamily="18" charset="0"/>
                            </a:rPr>
                            <m:t>x</m:t>
                          </m:r>
                          <m:r>
                            <a:rPr lang="en-IN" sz="2800" i="0" dirty="0">
                              <a:solidFill>
                                <a:srgbClr val="002060"/>
                              </a:solidFill>
                              <a:latin typeface="Cambria Math" panose="02040503050406030204" pitchFamily="18" charset="0"/>
                            </a:rPr>
                            <m:t> ∈ </m:t>
                          </m:r>
                          <m:r>
                            <m:rPr>
                              <m:sty m:val="p"/>
                            </m:rPr>
                            <a:rPr lang="en-IN" sz="2800" i="0" dirty="0">
                              <a:solidFill>
                                <a:srgbClr val="002060"/>
                              </a:solidFill>
                              <a:latin typeface="Cambria Math" panose="02040503050406030204" pitchFamily="18" charset="0"/>
                            </a:rPr>
                            <m:t>X</m:t>
                          </m:r>
                        </m:sub>
                        <m:sup/>
                        <m:e>
                          <m:r>
                            <m:rPr>
                              <m:sty m:val="p"/>
                            </m:rPr>
                            <a:rPr lang="en-IN" sz="2800" b="0" i="0" dirty="0" smtClean="0">
                              <a:solidFill>
                                <a:srgbClr val="002060"/>
                              </a:solidFill>
                              <a:latin typeface="Cambria Math" panose="02040503050406030204" pitchFamily="18" charset="0"/>
                            </a:rPr>
                            <m:t>x</m:t>
                          </m:r>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oMath>
                  </m:oMathPara>
                </a14:m>
                <a:endParaRPr lang="en-IN" sz="2800" dirty="0">
                  <a:solidFill>
                    <a:srgbClr val="002060"/>
                  </a:solidFill>
                  <a:latin typeface="+mj-lt"/>
                </a:endParaRPr>
              </a:p>
            </p:txBody>
          </p:sp>
        </mc:Choice>
        <mc:Fallback xmlns="">
          <p:sp>
            <p:nvSpPr>
              <p:cNvPr id="30" name="TextBox 29">
                <a:extLst>
                  <a:ext uri="{FF2B5EF4-FFF2-40B4-BE49-F238E27FC236}">
                    <a16:creationId xmlns:a16="http://schemas.microsoft.com/office/drawing/2014/main" id="{87C0869A-61F2-46D9-98A3-30A969143807}"/>
                  </a:ext>
                </a:extLst>
              </p:cNvPr>
              <p:cNvSpPr txBox="1">
                <a:spLocks noRot="1" noChangeAspect="1" noMove="1" noResize="1" noEditPoints="1" noAdjustHandles="1" noChangeArrowheads="1" noChangeShapeType="1" noTextEdit="1"/>
              </p:cNvSpPr>
              <p:nvPr/>
            </p:nvSpPr>
            <p:spPr>
              <a:xfrm>
                <a:off x="2380393" y="3479843"/>
                <a:ext cx="2762520" cy="1137876"/>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E362A024-876E-457D-A842-E9A3B087B7C9}"/>
                  </a:ext>
                </a:extLst>
              </p:cNvPr>
              <p:cNvSpPr txBox="1"/>
              <p:nvPr/>
            </p:nvSpPr>
            <p:spPr>
              <a:xfrm>
                <a:off x="9621108" y="5990160"/>
                <a:ext cx="107410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i="1" dirty="0">
                          <a:latin typeface="Cambria Math" panose="02040503050406030204" pitchFamily="18" charset="0"/>
                        </a:rPr>
                        <m:t>=1.8</m:t>
                      </m:r>
                    </m:oMath>
                  </m:oMathPara>
                </a14:m>
                <a:endParaRPr/>
              </a:p>
            </p:txBody>
          </p:sp>
        </mc:Choice>
        <mc:Fallback xmlns="">
          <p:sp>
            <p:nvSpPr>
              <p:cNvPr id="31" name="TextBox 30">
                <a:extLst>
                  <a:ext uri="{FF2B5EF4-FFF2-40B4-BE49-F238E27FC236}">
                    <a16:creationId xmlns:a16="http://schemas.microsoft.com/office/drawing/2014/main" id="{E362A024-876E-457D-A842-E9A3B087B7C9}"/>
                  </a:ext>
                </a:extLst>
              </p:cNvPr>
              <p:cNvSpPr txBox="1">
                <a:spLocks noRot="1" noChangeAspect="1" noMove="1" noResize="1" noEditPoints="1" noAdjustHandles="1" noChangeArrowheads="1" noChangeShapeType="1" noTextEdit="1"/>
              </p:cNvSpPr>
              <p:nvPr/>
            </p:nvSpPr>
            <p:spPr>
              <a:xfrm>
                <a:off x="9621108" y="5990160"/>
                <a:ext cx="1074104" cy="523220"/>
              </a:xfrm>
              <a:prstGeom prst="rect">
                <a:avLst/>
              </a:prstGeom>
              <a:blipFill>
                <a:blip r:embed="rId2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538673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7" grpId="0"/>
      <p:bldP spid="28" grpId="0"/>
      <p:bldP spid="29" grpId="0"/>
      <p:bldP spid="30" grpId="0"/>
      <p:bldP spid="31" grpId="0"/>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6 ⇝ Example 3 (</a:t>
            </a:r>
            <a:r>
              <a:rPr lang="en-IN" dirty="0"/>
              <a:t>Continue</a:t>
            </a:r>
            <a:r>
              <a:rPr lang="en-GB" dirty="0"/>
              <a:t>)</a:t>
            </a:r>
            <a:endParaRPr lang="en-US" dirty="0"/>
          </a:p>
        </p:txBody>
      </p:sp>
      <mc:AlternateContent xmlns:mc="http://schemas.openxmlformats.org/markup-compatibility/2006" xmlns:a14="http://schemas.microsoft.com/office/drawing/2010/main">
        <mc:Choice Requires="a14">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nvGraphicFramePr>
            <p:xfrm>
              <a:off x="1493381" y="867556"/>
              <a:ext cx="10442803" cy="980052"/>
            </p:xfrm>
            <a:graphic>
              <a:graphicData uri="http://schemas.openxmlformats.org/drawingml/2006/table">
                <a:tbl>
                  <a:tblPr firstRow="1" bandRow="1">
                    <a:tableStyleId>{E8B1032C-EA38-4F05-BA0D-38AFFFC7BED3}</a:tableStyleId>
                  </a:tblPr>
                  <a:tblGrid>
                    <a:gridCol w="3564218">
                      <a:extLst>
                        <a:ext uri="{9D8B030D-6E8A-4147-A177-3AD203B41FA5}">
                          <a16:colId xmlns:a16="http://schemas.microsoft.com/office/drawing/2014/main" val="2160788424"/>
                        </a:ext>
                      </a:extLst>
                    </a:gridCol>
                    <a:gridCol w="982655">
                      <a:extLst>
                        <a:ext uri="{9D8B030D-6E8A-4147-A177-3AD203B41FA5}">
                          <a16:colId xmlns:a16="http://schemas.microsoft.com/office/drawing/2014/main" val="3481490857"/>
                        </a:ext>
                      </a:extLst>
                    </a:gridCol>
                    <a:gridCol w="982655">
                      <a:extLst>
                        <a:ext uri="{9D8B030D-6E8A-4147-A177-3AD203B41FA5}">
                          <a16:colId xmlns:a16="http://schemas.microsoft.com/office/drawing/2014/main" val="1291606709"/>
                        </a:ext>
                      </a:extLst>
                    </a:gridCol>
                    <a:gridCol w="982655">
                      <a:extLst>
                        <a:ext uri="{9D8B030D-6E8A-4147-A177-3AD203B41FA5}">
                          <a16:colId xmlns:a16="http://schemas.microsoft.com/office/drawing/2014/main" val="1336429719"/>
                        </a:ext>
                      </a:extLst>
                    </a:gridCol>
                    <a:gridCol w="982655">
                      <a:extLst>
                        <a:ext uri="{9D8B030D-6E8A-4147-A177-3AD203B41FA5}">
                          <a16:colId xmlns:a16="http://schemas.microsoft.com/office/drawing/2014/main" val="2548766450"/>
                        </a:ext>
                      </a:extLst>
                    </a:gridCol>
                    <a:gridCol w="982655">
                      <a:extLst>
                        <a:ext uri="{9D8B030D-6E8A-4147-A177-3AD203B41FA5}">
                          <a16:colId xmlns:a16="http://schemas.microsoft.com/office/drawing/2014/main" val="2208636898"/>
                        </a:ext>
                      </a:extLst>
                    </a:gridCol>
                    <a:gridCol w="982655">
                      <a:extLst>
                        <a:ext uri="{9D8B030D-6E8A-4147-A177-3AD203B41FA5}">
                          <a16:colId xmlns:a16="http://schemas.microsoft.com/office/drawing/2014/main" val="1962852765"/>
                        </a:ext>
                      </a:extLst>
                    </a:gridCol>
                    <a:gridCol w="982655">
                      <a:extLst>
                        <a:ext uri="{9D8B030D-6E8A-4147-A177-3AD203B41FA5}">
                          <a16:colId xmlns:a16="http://schemas.microsoft.com/office/drawing/2014/main" val="2281907699"/>
                        </a:ext>
                      </a:extLst>
                    </a:gridCol>
                  </a:tblGrid>
                  <a:tr h="490026">
                    <a:tc>
                      <a:txBody>
                        <a:bodyPr/>
                        <a:lstStyle/>
                        <a:p>
                          <a:pPr algn="ctr"/>
                          <a:r>
                            <a:rPr lang="en-US" sz="2600" b="0" i="0" kern="1200" dirty="0">
                              <a:solidFill>
                                <a:srgbClr val="002060"/>
                              </a:solidFill>
                              <a:effectLst/>
                              <a:latin typeface="+mj-lt"/>
                              <a:ea typeface="+mn-ea"/>
                              <a:cs typeface="+mn-cs"/>
                            </a:rPr>
                            <a:t>Number of malfunctions </a:t>
                          </a:r>
                          <a14:m>
                            <m:oMath xmlns:m="http://schemas.openxmlformats.org/officeDocument/2006/math">
                              <m:r>
                                <m:rPr>
                                  <m:sty m:val="p"/>
                                </m:rPr>
                                <a:rPr lang="en-US" sz="2600" b="0" i="0" kern="1200" smtClean="0">
                                  <a:solidFill>
                                    <a:srgbClr val="002060"/>
                                  </a:solidFill>
                                  <a:effectLst/>
                                  <a:latin typeface="Cambria Math" panose="02040503050406030204" pitchFamily="18" charset="0"/>
                                  <a:ea typeface="+mn-ea"/>
                                  <a:cs typeface="+mn-cs"/>
                                </a:rPr>
                                <m:t>x</m:t>
                              </m:r>
                            </m:oMath>
                          </a14:m>
                          <a:endParaRPr lang="en-IN" sz="2600" b="0" i="0" dirty="0">
                            <a:solidFill>
                              <a:srgbClr val="002060"/>
                            </a:solidFill>
                            <a:latin typeface="Cambria Math" panose="02040503050406030204" pitchFamily="18" charset="0"/>
                            <a:ea typeface="Cambria Math" panose="02040503050406030204" pitchFamily="18" charset="0"/>
                          </a:endParaRPr>
                        </a:p>
                      </a:txBody>
                      <a:tcPr marL="82977" marR="82977" marT="41489" marB="414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a:t>
                          </a: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1</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2</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3</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4</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5</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6</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5006325"/>
                      </a:ext>
                    </a:extLst>
                  </a:tr>
                  <a:tr h="490026">
                    <a:tc>
                      <a:txBody>
                        <a:bodyPr/>
                        <a:lstStyle/>
                        <a:p>
                          <a:pPr algn="ctr"/>
                          <a:r>
                            <a:rPr lang="en-US" sz="2600" b="0" i="0" kern="1200" dirty="0">
                              <a:solidFill>
                                <a:srgbClr val="002060"/>
                              </a:solidFill>
                              <a:effectLst/>
                              <a:latin typeface="+mj-lt"/>
                              <a:ea typeface="+mn-ea"/>
                              <a:cs typeface="+mn-cs"/>
                            </a:rPr>
                            <a:t>Probability </a:t>
                          </a:r>
                          <a14:m>
                            <m:oMath xmlns:m="http://schemas.openxmlformats.org/officeDocument/2006/math">
                              <m:r>
                                <m:rPr>
                                  <m:sty m:val="p"/>
                                </m:rPr>
                                <a:rPr lang="en-US" sz="2600" b="0" i="0" kern="1200" dirty="0" smtClean="0">
                                  <a:solidFill>
                                    <a:srgbClr val="002060"/>
                                  </a:solidFill>
                                  <a:effectLst/>
                                  <a:latin typeface="Cambria Math" panose="02040503050406030204" pitchFamily="18" charset="0"/>
                                  <a:ea typeface="+mn-ea"/>
                                  <a:cs typeface="+mn-cs"/>
                                </a:rPr>
                                <m:t>p</m:t>
                              </m:r>
                              <m:d>
                                <m:dPr>
                                  <m:ctrlPr>
                                    <a:rPr lang="en-US" sz="2600" b="0" i="1" kern="1200" dirty="0" smtClean="0">
                                      <a:solidFill>
                                        <a:srgbClr val="002060"/>
                                      </a:solidFill>
                                      <a:effectLst/>
                                      <a:latin typeface="Cambria Math" panose="02040503050406030204" pitchFamily="18" charset="0"/>
                                      <a:ea typeface="+mn-ea"/>
                                      <a:cs typeface="+mn-cs"/>
                                    </a:rPr>
                                  </m:ctrlPr>
                                </m:dPr>
                                <m:e>
                                  <m:r>
                                    <m:rPr>
                                      <m:sty m:val="p"/>
                                    </m:rPr>
                                    <a:rPr lang="en-US" sz="2600" b="0" i="0" kern="1200" dirty="0" smtClean="0">
                                      <a:solidFill>
                                        <a:srgbClr val="002060"/>
                                      </a:solidFill>
                                      <a:effectLst/>
                                      <a:latin typeface="Cambria Math" panose="02040503050406030204" pitchFamily="18" charset="0"/>
                                      <a:ea typeface="+mn-ea"/>
                                      <a:cs typeface="+mn-cs"/>
                                    </a:rPr>
                                    <m:t>x</m:t>
                                  </m:r>
                                </m:e>
                              </m:d>
                            </m:oMath>
                          </a14:m>
                          <a:endParaRPr lang="en-IN" sz="2600" b="0" i="0" dirty="0">
                            <a:solidFill>
                              <a:srgbClr val="002060"/>
                            </a:solidFill>
                            <a:latin typeface="Cambria Math" panose="02040503050406030204" pitchFamily="18" charset="0"/>
                            <a:ea typeface="Cambria Math" panose="02040503050406030204" pitchFamily="18" charset="0"/>
                          </a:endParaRPr>
                        </a:p>
                      </a:txBody>
                      <a:tcPr marL="82977" marR="82977" marT="41489" marB="414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0.17</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0.29</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0.27</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0.16</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0.07</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0.03</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0.01</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Choice>
        <mc:Fallback xmlns="">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extLst>
                  <p:ext uri="{D42A27DB-BD31-4B8C-83A1-F6EECF244321}">
                    <p14:modId xmlns:p14="http://schemas.microsoft.com/office/powerpoint/2010/main" val="3348706053"/>
                  </p:ext>
                </p:extLst>
              </p:nvPr>
            </p:nvGraphicFramePr>
            <p:xfrm>
              <a:off x="1493381" y="867556"/>
              <a:ext cx="10442803" cy="980052"/>
            </p:xfrm>
            <a:graphic>
              <a:graphicData uri="http://schemas.openxmlformats.org/drawingml/2006/table">
                <a:tbl>
                  <a:tblPr firstRow="1" bandRow="1">
                    <a:tableStyleId>{E8B1032C-EA38-4F05-BA0D-38AFFFC7BED3}</a:tableStyleId>
                  </a:tblPr>
                  <a:tblGrid>
                    <a:gridCol w="3564218">
                      <a:extLst>
                        <a:ext uri="{9D8B030D-6E8A-4147-A177-3AD203B41FA5}">
                          <a16:colId xmlns:a16="http://schemas.microsoft.com/office/drawing/2014/main" val="2160788424"/>
                        </a:ext>
                      </a:extLst>
                    </a:gridCol>
                    <a:gridCol w="982655">
                      <a:extLst>
                        <a:ext uri="{9D8B030D-6E8A-4147-A177-3AD203B41FA5}">
                          <a16:colId xmlns:a16="http://schemas.microsoft.com/office/drawing/2014/main" val="3481490857"/>
                        </a:ext>
                      </a:extLst>
                    </a:gridCol>
                    <a:gridCol w="982655">
                      <a:extLst>
                        <a:ext uri="{9D8B030D-6E8A-4147-A177-3AD203B41FA5}">
                          <a16:colId xmlns:a16="http://schemas.microsoft.com/office/drawing/2014/main" val="1291606709"/>
                        </a:ext>
                      </a:extLst>
                    </a:gridCol>
                    <a:gridCol w="982655">
                      <a:extLst>
                        <a:ext uri="{9D8B030D-6E8A-4147-A177-3AD203B41FA5}">
                          <a16:colId xmlns:a16="http://schemas.microsoft.com/office/drawing/2014/main" val="1336429719"/>
                        </a:ext>
                      </a:extLst>
                    </a:gridCol>
                    <a:gridCol w="982655">
                      <a:extLst>
                        <a:ext uri="{9D8B030D-6E8A-4147-A177-3AD203B41FA5}">
                          <a16:colId xmlns:a16="http://schemas.microsoft.com/office/drawing/2014/main" val="2548766450"/>
                        </a:ext>
                      </a:extLst>
                    </a:gridCol>
                    <a:gridCol w="982655">
                      <a:extLst>
                        <a:ext uri="{9D8B030D-6E8A-4147-A177-3AD203B41FA5}">
                          <a16:colId xmlns:a16="http://schemas.microsoft.com/office/drawing/2014/main" val="2208636898"/>
                        </a:ext>
                      </a:extLst>
                    </a:gridCol>
                    <a:gridCol w="982655">
                      <a:extLst>
                        <a:ext uri="{9D8B030D-6E8A-4147-A177-3AD203B41FA5}">
                          <a16:colId xmlns:a16="http://schemas.microsoft.com/office/drawing/2014/main" val="1962852765"/>
                        </a:ext>
                      </a:extLst>
                    </a:gridCol>
                    <a:gridCol w="982655">
                      <a:extLst>
                        <a:ext uri="{9D8B030D-6E8A-4147-A177-3AD203B41FA5}">
                          <a16:colId xmlns:a16="http://schemas.microsoft.com/office/drawing/2014/main" val="2281907699"/>
                        </a:ext>
                      </a:extLst>
                    </a:gridCol>
                  </a:tblGrid>
                  <a:tr h="490026">
                    <a:tc>
                      <a:txBody>
                        <a:bodyPr/>
                        <a:lstStyle/>
                        <a:p>
                          <a:endParaRPr lang="en-US"/>
                        </a:p>
                      </a:txBody>
                      <a:tcPr marL="82977" marR="82977" marT="41489" marB="414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171" t="-11111" r="-193504" b="-130864"/>
                          </a:stretch>
                        </a:blipFill>
                      </a:tcPr>
                    </a:tc>
                    <a:tc>
                      <a:txBody>
                        <a:bodyPr/>
                        <a:lstStyle/>
                        <a:p>
                          <a:pPr marL="0" marR="0" algn="ctr">
                            <a:spcBef>
                              <a:spcPts val="0"/>
                            </a:spcBef>
                            <a:spcAft>
                              <a:spcPts val="0"/>
                            </a:spcAft>
                          </a:pPr>
                          <a:r>
                            <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a:t>
                          </a: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1</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2</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3</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4</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5</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6</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5006325"/>
                      </a:ext>
                    </a:extLst>
                  </a:tr>
                  <a:tr h="490026">
                    <a:tc>
                      <a:txBody>
                        <a:bodyPr/>
                        <a:lstStyle/>
                        <a:p>
                          <a:endParaRPr lang="en-US"/>
                        </a:p>
                      </a:txBody>
                      <a:tcPr marL="82977" marR="82977" marT="41489" marB="414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171" t="-111111" r="-193504" b="-30864"/>
                          </a:stretch>
                        </a:blip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0.17</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0.29</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0.27</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0.16</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0.07</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0.03</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0.01</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6C9A99C2-FF34-4E16-AA75-5F8DB6F34A66}"/>
                  </a:ext>
                </a:extLst>
              </p:cNvPr>
              <p:cNvSpPr txBox="1"/>
              <p:nvPr/>
            </p:nvSpPr>
            <p:spPr>
              <a:xfrm>
                <a:off x="1358226" y="2954308"/>
                <a:ext cx="10221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E</m:t>
                      </m:r>
                      <m:d>
                        <m:dPr>
                          <m:ctrlPr>
                            <a:rPr lang="en-IN" sz="2800" b="0" i="1" dirty="0" smtClean="0">
                              <a:solidFill>
                                <a:srgbClr val="002060"/>
                              </a:solidFill>
                              <a:latin typeface="Cambria Math" panose="02040503050406030204" pitchFamily="18" charset="0"/>
                            </a:rPr>
                          </m:ctrlPr>
                        </m:dPr>
                        <m:e>
                          <m:sSup>
                            <m:sSupPr>
                              <m:ctrlPr>
                                <a:rPr lang="en-IN" sz="2800" b="0" i="1" dirty="0" smtClean="0">
                                  <a:solidFill>
                                    <a:srgbClr val="002060"/>
                                  </a:solidFill>
                                  <a:latin typeface="Cambria Math" panose="02040503050406030204" pitchFamily="18" charset="0"/>
                                </a:rPr>
                              </m:ctrlPr>
                            </m:sSupPr>
                            <m:e>
                              <m:r>
                                <m:rPr>
                                  <m:sty m:val="p"/>
                                </m:rPr>
                                <a:rPr lang="en-IN" sz="2800" b="0" i="0" dirty="0" smtClean="0">
                                  <a:solidFill>
                                    <a:srgbClr val="002060"/>
                                  </a:solidFill>
                                  <a:latin typeface="Cambria Math" panose="02040503050406030204" pitchFamily="18" charset="0"/>
                                </a:rPr>
                                <m:t>X</m:t>
                              </m:r>
                            </m:e>
                            <m:sup>
                              <m:r>
                                <a:rPr lang="en-IN" sz="2800" b="0" i="1" dirty="0" smtClean="0">
                                  <a:solidFill>
                                    <a:srgbClr val="002060"/>
                                  </a:solidFill>
                                  <a:latin typeface="Cambria Math" panose="02040503050406030204" pitchFamily="18" charset="0"/>
                                </a:rPr>
                                <m:t>2</m:t>
                              </m:r>
                            </m:sup>
                          </m:sSup>
                        </m:e>
                      </m:d>
                    </m:oMath>
                  </m:oMathPara>
                </a14:m>
                <a:endParaRPr lang="en-IN" sz="2800" dirty="0">
                  <a:solidFill>
                    <a:srgbClr val="002060"/>
                  </a:solidFill>
                  <a:latin typeface="+mj-lt"/>
                </a:endParaRPr>
              </a:p>
            </p:txBody>
          </p:sp>
        </mc:Choice>
        <mc:Fallback xmlns="">
          <p:sp>
            <p:nvSpPr>
              <p:cNvPr id="27" name="TextBox 26">
                <a:extLst>
                  <a:ext uri="{FF2B5EF4-FFF2-40B4-BE49-F238E27FC236}">
                    <a16:creationId xmlns:a16="http://schemas.microsoft.com/office/drawing/2014/main" id="{6C9A99C2-FF34-4E16-AA75-5F8DB6F34A66}"/>
                  </a:ext>
                </a:extLst>
              </p:cNvPr>
              <p:cNvSpPr txBox="1">
                <a:spLocks noRot="1" noChangeAspect="1" noMove="1" noResize="1" noEditPoints="1" noAdjustHandles="1" noChangeArrowheads="1" noChangeShapeType="1" noTextEdit="1"/>
              </p:cNvSpPr>
              <p:nvPr/>
            </p:nvSpPr>
            <p:spPr>
              <a:xfrm>
                <a:off x="1358226" y="2954308"/>
                <a:ext cx="1022167"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52ED52A-64B6-41EA-84BA-F7F0BC49E97A}"/>
                  </a:ext>
                </a:extLst>
              </p:cNvPr>
              <p:cNvSpPr txBox="1"/>
              <p:nvPr/>
            </p:nvSpPr>
            <p:spPr>
              <a:xfrm>
                <a:off x="2380393" y="3912642"/>
                <a:ext cx="9811607" cy="1169551"/>
              </a:xfrm>
              <a:prstGeom prst="rect">
                <a:avLst/>
              </a:prstGeom>
              <a:noFill/>
            </p:spPr>
            <p:txBody>
              <a:bodyPr wrap="square">
                <a:spAutoFit/>
              </a:bodyPr>
              <a:lstStyle/>
              <a:p>
                <a:pPr>
                  <a:lnSpc>
                    <a:spcPct val="125000"/>
                  </a:lnSpc>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m:t>
                          </m:r>
                        </m:e>
                      </m:d>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0.17</m:t>
                          </m:r>
                        </m:e>
                      </m:d>
                      <m:r>
                        <a:rPr lang="en-IN" sz="2800" dirty="0" smtClean="0">
                          <a:solidFill>
                            <a:srgbClr val="002060"/>
                          </a:solidFill>
                          <a:latin typeface="Cambria Math" panose="02040503050406030204" pitchFamily="18" charset="0"/>
                        </a:rPr>
                        <m:t>+</m:t>
                      </m:r>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1</m:t>
                          </m:r>
                        </m:e>
                      </m:d>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0.29</m:t>
                          </m:r>
                        </m:e>
                      </m:d>
                      <m:r>
                        <a:rPr lang="en-IN" sz="2800" dirty="0" smtClean="0">
                          <a:solidFill>
                            <a:srgbClr val="002060"/>
                          </a:solidFill>
                          <a:latin typeface="Cambria Math" panose="02040503050406030204" pitchFamily="18" charset="0"/>
                        </a:rPr>
                        <m:t>+</m:t>
                      </m:r>
                      <m:d>
                        <m:dPr>
                          <m:ctrlPr>
                            <a:rPr lang="en-IN" sz="280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4</m:t>
                          </m:r>
                        </m:e>
                      </m:d>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0.27</m:t>
                          </m:r>
                        </m:e>
                      </m:d>
                      <m:r>
                        <a:rPr lang="en-IN" sz="2800" dirty="0" smtClean="0">
                          <a:solidFill>
                            <a:srgbClr val="002060"/>
                          </a:solidFill>
                          <a:latin typeface="Cambria Math" panose="02040503050406030204" pitchFamily="18" charset="0"/>
                        </a:rPr>
                        <m:t>+</m:t>
                      </m:r>
                      <m:d>
                        <m:dPr>
                          <m:ctrlPr>
                            <a:rPr lang="en-IN" sz="280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9</m:t>
                          </m:r>
                        </m:e>
                      </m:d>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0.16</m:t>
                          </m:r>
                        </m:e>
                      </m:d>
                      <m:r>
                        <a:rPr lang="en-IN" sz="2800" dirty="0" smtClean="0">
                          <a:solidFill>
                            <a:srgbClr val="002060"/>
                          </a:solidFill>
                          <a:latin typeface="Cambria Math" panose="02040503050406030204" pitchFamily="18" charset="0"/>
                        </a:rPr>
                        <m:t>+</m:t>
                      </m:r>
                      <m:d>
                        <m:dPr>
                          <m:ctrlPr>
                            <a:rPr lang="en-IN" sz="280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16</m:t>
                          </m:r>
                        </m:e>
                      </m:d>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0.07</m:t>
                          </m:r>
                        </m:e>
                      </m:d>
                    </m:oMath>
                  </m:oMathPara>
                </a14:m>
                <a:endParaRPr lang="en-IN" sz="2800" i="1" dirty="0">
                  <a:solidFill>
                    <a:srgbClr val="002060"/>
                  </a:solidFill>
                  <a:latin typeface="Cambria Math" panose="02040503050406030204" pitchFamily="18" charset="0"/>
                </a:endParaRPr>
              </a:p>
              <a:p>
                <a:pPr marL="5470525">
                  <a:lnSpc>
                    <a:spcPct val="125000"/>
                  </a:lnSpc>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d>
                        <m:dPr>
                          <m:ctrlPr>
                            <a:rPr lang="en-IN" sz="280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25</m:t>
                          </m:r>
                        </m:e>
                      </m:d>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0.03</m:t>
                          </m:r>
                        </m:e>
                      </m:d>
                      <m:r>
                        <a:rPr lang="en-IN" sz="2800" dirty="0" smtClean="0">
                          <a:solidFill>
                            <a:srgbClr val="002060"/>
                          </a:solidFill>
                          <a:latin typeface="Cambria Math" panose="02040503050406030204" pitchFamily="18" charset="0"/>
                        </a:rPr>
                        <m:t>+</m:t>
                      </m:r>
                      <m:d>
                        <m:dPr>
                          <m:ctrlPr>
                            <a:rPr lang="en-IN" sz="2800" i="1" dirty="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3</m:t>
                          </m:r>
                          <m:r>
                            <a:rPr lang="en-IN" sz="2800" dirty="0">
                              <a:solidFill>
                                <a:srgbClr val="002060"/>
                              </a:solidFill>
                              <a:latin typeface="Cambria Math" panose="02040503050406030204" pitchFamily="18" charset="0"/>
                            </a:rPr>
                            <m:t>6</m:t>
                          </m:r>
                        </m:e>
                      </m:d>
                      <m:d>
                        <m:dPr>
                          <m:ctrlPr>
                            <a:rPr lang="en-IN" sz="2800" i="1" dirty="0">
                              <a:solidFill>
                                <a:srgbClr val="002060"/>
                              </a:solidFill>
                              <a:latin typeface="Cambria Math" panose="02040503050406030204" pitchFamily="18" charset="0"/>
                            </a:rPr>
                          </m:ctrlPr>
                        </m:dPr>
                        <m:e>
                          <m:r>
                            <a:rPr lang="en-IN" sz="2800" dirty="0">
                              <a:solidFill>
                                <a:srgbClr val="002060"/>
                              </a:solidFill>
                              <a:latin typeface="Cambria Math" panose="02040503050406030204" pitchFamily="18" charset="0"/>
                            </a:rPr>
                            <m:t>0.01</m:t>
                          </m:r>
                        </m:e>
                      </m:d>
                    </m:oMath>
                  </m:oMathPara>
                </a14:m>
                <a:endParaRPr lang="en-IN" sz="2800" dirty="0">
                  <a:solidFill>
                    <a:srgbClr val="002060"/>
                  </a:solidFill>
                  <a:latin typeface="+mj-lt"/>
                </a:endParaRPr>
              </a:p>
            </p:txBody>
          </p:sp>
        </mc:Choice>
        <mc:Fallback xmlns="">
          <p:sp>
            <p:nvSpPr>
              <p:cNvPr id="28" name="TextBox 27">
                <a:extLst>
                  <a:ext uri="{FF2B5EF4-FFF2-40B4-BE49-F238E27FC236}">
                    <a16:creationId xmlns:a16="http://schemas.microsoft.com/office/drawing/2014/main" id="{552ED52A-64B6-41EA-84BA-F7F0BC49E97A}"/>
                  </a:ext>
                </a:extLst>
              </p:cNvPr>
              <p:cNvSpPr txBox="1">
                <a:spLocks noRot="1" noChangeAspect="1" noMove="1" noResize="1" noEditPoints="1" noAdjustHandles="1" noChangeArrowheads="1" noChangeShapeType="1" noTextEdit="1"/>
              </p:cNvSpPr>
              <p:nvPr/>
            </p:nvSpPr>
            <p:spPr>
              <a:xfrm>
                <a:off x="2380393" y="3912642"/>
                <a:ext cx="9811607" cy="1169551"/>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9858AAE0-91C8-49BD-A442-2AFB01386DEB}"/>
                  </a:ext>
                </a:extLst>
              </p:cNvPr>
              <p:cNvSpPr txBox="1"/>
              <p:nvPr/>
            </p:nvSpPr>
            <p:spPr>
              <a:xfrm>
                <a:off x="2380393" y="5164419"/>
                <a:ext cx="7431215"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a:rPr lang="en-IN" dirty="0">
                          <a:latin typeface="Cambria Math" panose="02040503050406030204" pitchFamily="18" charset="0"/>
                        </a:rPr>
                        <m:t>0+0.29+1.08+1.44+1.12+0.75+0.36</m:t>
                      </m:r>
                    </m:oMath>
                  </m:oMathPara>
                </a14:m>
                <a:endParaRPr lang="en-IN" dirty="0"/>
              </a:p>
            </p:txBody>
          </p:sp>
        </mc:Choice>
        <mc:Fallback xmlns="">
          <p:sp>
            <p:nvSpPr>
              <p:cNvPr id="29" name="TextBox 28">
                <a:extLst>
                  <a:ext uri="{FF2B5EF4-FFF2-40B4-BE49-F238E27FC236}">
                    <a16:creationId xmlns:a16="http://schemas.microsoft.com/office/drawing/2014/main" id="{9858AAE0-91C8-49BD-A442-2AFB01386DEB}"/>
                  </a:ext>
                </a:extLst>
              </p:cNvPr>
              <p:cNvSpPr txBox="1">
                <a:spLocks noRot="1" noChangeAspect="1" noMove="1" noResize="1" noEditPoints="1" noAdjustHandles="1" noChangeArrowheads="1" noChangeShapeType="1" noTextEdit="1"/>
              </p:cNvSpPr>
              <p:nvPr/>
            </p:nvSpPr>
            <p:spPr>
              <a:xfrm>
                <a:off x="2380393" y="5164419"/>
                <a:ext cx="7431215"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7C0869A-61F2-46D9-98A3-30A969143807}"/>
                  </a:ext>
                </a:extLst>
              </p:cNvPr>
              <p:cNvSpPr txBox="1"/>
              <p:nvPr/>
            </p:nvSpPr>
            <p:spPr>
              <a:xfrm>
                <a:off x="2380393" y="2708292"/>
                <a:ext cx="2762520" cy="113787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chr m:val="∑"/>
                          <m:supHide m:val="on"/>
                          <m:ctrlPr>
                            <a:rPr lang="en-IN" sz="2800" b="0" i="1" dirty="0" smtClean="0">
                              <a:solidFill>
                                <a:srgbClr val="002060"/>
                              </a:solidFill>
                              <a:latin typeface="Cambria Math" panose="02040503050406030204" pitchFamily="18" charset="0"/>
                            </a:rPr>
                          </m:ctrlPr>
                        </m:naryPr>
                        <m:sub>
                          <m:r>
                            <m:rPr>
                              <m:sty m:val="p"/>
                              <m:brk m:alnAt="7"/>
                            </m:rPr>
                            <a:rPr lang="en-IN" sz="2800" b="0" i="0" dirty="0" smtClean="0">
                              <a:solidFill>
                                <a:srgbClr val="002060"/>
                              </a:solidFill>
                              <a:latin typeface="Cambria Math" panose="02040503050406030204" pitchFamily="18" charset="0"/>
                            </a:rPr>
                            <m:t>x</m:t>
                          </m:r>
                          <m:r>
                            <a:rPr lang="en-IN" sz="2800" i="0" dirty="0">
                              <a:solidFill>
                                <a:srgbClr val="002060"/>
                              </a:solidFill>
                              <a:latin typeface="Cambria Math" panose="02040503050406030204" pitchFamily="18" charset="0"/>
                            </a:rPr>
                            <m:t> ∈ </m:t>
                          </m:r>
                          <m:r>
                            <m:rPr>
                              <m:sty m:val="p"/>
                            </m:rPr>
                            <a:rPr lang="en-IN" sz="2800" i="0" dirty="0">
                              <a:solidFill>
                                <a:srgbClr val="002060"/>
                              </a:solidFill>
                              <a:latin typeface="Cambria Math" panose="02040503050406030204" pitchFamily="18" charset="0"/>
                            </a:rPr>
                            <m:t>X</m:t>
                          </m:r>
                        </m:sub>
                        <m:sup/>
                        <m:e>
                          <m:sSup>
                            <m:sSupPr>
                              <m:ctrlPr>
                                <a:rPr lang="en-IN" sz="2800" b="0" i="1" dirty="0" smtClean="0">
                                  <a:solidFill>
                                    <a:srgbClr val="002060"/>
                                  </a:solidFill>
                                  <a:latin typeface="Cambria Math" panose="02040503050406030204" pitchFamily="18" charset="0"/>
                                </a:rPr>
                              </m:ctrlPr>
                            </m:sSupPr>
                            <m:e>
                              <m:r>
                                <m:rPr>
                                  <m:sty m:val="p"/>
                                </m:rPr>
                                <a:rPr lang="en-IN" sz="2800" b="0" i="0" dirty="0" smtClean="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2</m:t>
                              </m:r>
                            </m:sup>
                          </m:sSup>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oMath>
                  </m:oMathPara>
                </a14:m>
                <a:endParaRPr lang="en-IN" sz="2800" dirty="0">
                  <a:solidFill>
                    <a:srgbClr val="002060"/>
                  </a:solidFill>
                  <a:latin typeface="+mj-lt"/>
                </a:endParaRPr>
              </a:p>
            </p:txBody>
          </p:sp>
        </mc:Choice>
        <mc:Fallback xmlns="">
          <p:sp>
            <p:nvSpPr>
              <p:cNvPr id="30" name="TextBox 29">
                <a:extLst>
                  <a:ext uri="{FF2B5EF4-FFF2-40B4-BE49-F238E27FC236}">
                    <a16:creationId xmlns:a16="http://schemas.microsoft.com/office/drawing/2014/main" id="{87C0869A-61F2-46D9-98A3-30A969143807}"/>
                  </a:ext>
                </a:extLst>
              </p:cNvPr>
              <p:cNvSpPr txBox="1">
                <a:spLocks noRot="1" noChangeAspect="1" noMove="1" noResize="1" noEditPoints="1" noAdjustHandles="1" noChangeArrowheads="1" noChangeShapeType="1" noTextEdit="1"/>
              </p:cNvSpPr>
              <p:nvPr/>
            </p:nvSpPr>
            <p:spPr>
              <a:xfrm>
                <a:off x="2380393" y="2708292"/>
                <a:ext cx="2762520" cy="1137876"/>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E362A024-876E-457D-A842-E9A3B087B7C9}"/>
                  </a:ext>
                </a:extLst>
              </p:cNvPr>
              <p:cNvSpPr txBox="1"/>
              <p:nvPr/>
            </p:nvSpPr>
            <p:spPr>
              <a:xfrm>
                <a:off x="2380393" y="5824881"/>
                <a:ext cx="130986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=5.04</m:t>
                      </m:r>
                    </m:oMath>
                  </m:oMathPara>
                </a14:m>
                <a:endParaRPr dirty="0"/>
              </a:p>
            </p:txBody>
          </p:sp>
        </mc:Choice>
        <mc:Fallback xmlns="">
          <p:sp>
            <p:nvSpPr>
              <p:cNvPr id="31" name="TextBox 30">
                <a:extLst>
                  <a:ext uri="{FF2B5EF4-FFF2-40B4-BE49-F238E27FC236}">
                    <a16:creationId xmlns:a16="http://schemas.microsoft.com/office/drawing/2014/main" id="{E362A024-876E-457D-A842-E9A3B087B7C9}"/>
                  </a:ext>
                </a:extLst>
              </p:cNvPr>
              <p:cNvSpPr txBox="1">
                <a:spLocks noRot="1" noChangeAspect="1" noMove="1" noResize="1" noEditPoints="1" noAdjustHandles="1" noChangeArrowheads="1" noChangeShapeType="1" noTextEdit="1"/>
              </p:cNvSpPr>
              <p:nvPr/>
            </p:nvSpPr>
            <p:spPr>
              <a:xfrm>
                <a:off x="2380393" y="5824881"/>
                <a:ext cx="1309864"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0226161-D675-4FC4-8ADA-DFAA672A2DB7}"/>
                  </a:ext>
                </a:extLst>
              </p:cNvPr>
              <p:cNvSpPr txBox="1"/>
              <p:nvPr/>
            </p:nvSpPr>
            <p:spPr>
              <a:xfrm>
                <a:off x="1358225" y="2068188"/>
                <a:ext cx="10221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E</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oMath>
                  </m:oMathPara>
                </a14:m>
                <a:endParaRPr lang="en-IN" sz="2800" dirty="0">
                  <a:solidFill>
                    <a:srgbClr val="002060"/>
                  </a:solidFill>
                  <a:latin typeface="+mj-lt"/>
                </a:endParaRPr>
              </a:p>
            </p:txBody>
          </p:sp>
        </mc:Choice>
        <mc:Fallback xmlns="">
          <p:sp>
            <p:nvSpPr>
              <p:cNvPr id="11" name="TextBox 10">
                <a:extLst>
                  <a:ext uri="{FF2B5EF4-FFF2-40B4-BE49-F238E27FC236}">
                    <a16:creationId xmlns:a16="http://schemas.microsoft.com/office/drawing/2014/main" id="{F0226161-D675-4FC4-8ADA-DFAA672A2DB7}"/>
                  </a:ext>
                </a:extLst>
              </p:cNvPr>
              <p:cNvSpPr txBox="1">
                <a:spLocks noRot="1" noChangeAspect="1" noMove="1" noResize="1" noEditPoints="1" noAdjustHandles="1" noChangeArrowheads="1" noChangeShapeType="1" noTextEdit="1"/>
              </p:cNvSpPr>
              <p:nvPr/>
            </p:nvSpPr>
            <p:spPr>
              <a:xfrm>
                <a:off x="1358225" y="2068188"/>
                <a:ext cx="1022167"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DC59A38-8104-4569-BAC5-62E490739D8E}"/>
                  </a:ext>
                </a:extLst>
              </p:cNvPr>
              <p:cNvSpPr txBox="1"/>
              <p:nvPr/>
            </p:nvSpPr>
            <p:spPr>
              <a:xfrm>
                <a:off x="2152650" y="2068188"/>
                <a:ext cx="107410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i="1" dirty="0">
                          <a:latin typeface="Cambria Math" panose="02040503050406030204" pitchFamily="18" charset="0"/>
                        </a:rPr>
                        <m:t>=1.8</m:t>
                      </m:r>
                    </m:oMath>
                  </m:oMathPara>
                </a14:m>
                <a:endParaRPr dirty="0"/>
              </a:p>
            </p:txBody>
          </p:sp>
        </mc:Choice>
        <mc:Fallback xmlns="">
          <p:sp>
            <p:nvSpPr>
              <p:cNvPr id="14" name="TextBox 13">
                <a:extLst>
                  <a:ext uri="{FF2B5EF4-FFF2-40B4-BE49-F238E27FC236}">
                    <a16:creationId xmlns:a16="http://schemas.microsoft.com/office/drawing/2014/main" id="{3DC59A38-8104-4569-BAC5-62E490739D8E}"/>
                  </a:ext>
                </a:extLst>
              </p:cNvPr>
              <p:cNvSpPr txBox="1">
                <a:spLocks noRot="1" noChangeAspect="1" noMove="1" noResize="1" noEditPoints="1" noAdjustHandles="1" noChangeArrowheads="1" noChangeShapeType="1" noTextEdit="1"/>
              </p:cNvSpPr>
              <p:nvPr/>
            </p:nvSpPr>
            <p:spPr>
              <a:xfrm>
                <a:off x="2152650" y="2068188"/>
                <a:ext cx="1074104" cy="523220"/>
              </a:xfrm>
              <a:prstGeom prst="rect">
                <a:avLst/>
              </a:prstGeom>
              <a:blipFill>
                <a:blip r:embed="rId1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8468930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30" grpId="0"/>
      <p:bldP spid="31" grpId="0"/>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6 ⇝ Example 3 (</a:t>
            </a:r>
            <a:r>
              <a:rPr lang="en-IN" dirty="0"/>
              <a:t>Continue</a:t>
            </a:r>
            <a:r>
              <a:rPr lang="en-GB" dirty="0"/>
              <a:t>)</a:t>
            </a:r>
            <a:endParaRPr lang="en-US" dirty="0"/>
          </a:p>
        </p:txBody>
      </p:sp>
      <mc:AlternateContent xmlns:mc="http://schemas.openxmlformats.org/markup-compatibility/2006" xmlns:a14="http://schemas.microsoft.com/office/drawing/2010/main">
        <mc:Choice Requires="a14">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nvGraphicFramePr>
            <p:xfrm>
              <a:off x="1493381" y="867556"/>
              <a:ext cx="10442803" cy="980052"/>
            </p:xfrm>
            <a:graphic>
              <a:graphicData uri="http://schemas.openxmlformats.org/drawingml/2006/table">
                <a:tbl>
                  <a:tblPr firstRow="1" bandRow="1">
                    <a:tableStyleId>{E8B1032C-EA38-4F05-BA0D-38AFFFC7BED3}</a:tableStyleId>
                  </a:tblPr>
                  <a:tblGrid>
                    <a:gridCol w="3564218">
                      <a:extLst>
                        <a:ext uri="{9D8B030D-6E8A-4147-A177-3AD203B41FA5}">
                          <a16:colId xmlns:a16="http://schemas.microsoft.com/office/drawing/2014/main" val="2160788424"/>
                        </a:ext>
                      </a:extLst>
                    </a:gridCol>
                    <a:gridCol w="982655">
                      <a:extLst>
                        <a:ext uri="{9D8B030D-6E8A-4147-A177-3AD203B41FA5}">
                          <a16:colId xmlns:a16="http://schemas.microsoft.com/office/drawing/2014/main" val="3481490857"/>
                        </a:ext>
                      </a:extLst>
                    </a:gridCol>
                    <a:gridCol w="982655">
                      <a:extLst>
                        <a:ext uri="{9D8B030D-6E8A-4147-A177-3AD203B41FA5}">
                          <a16:colId xmlns:a16="http://schemas.microsoft.com/office/drawing/2014/main" val="1291606709"/>
                        </a:ext>
                      </a:extLst>
                    </a:gridCol>
                    <a:gridCol w="982655">
                      <a:extLst>
                        <a:ext uri="{9D8B030D-6E8A-4147-A177-3AD203B41FA5}">
                          <a16:colId xmlns:a16="http://schemas.microsoft.com/office/drawing/2014/main" val="1336429719"/>
                        </a:ext>
                      </a:extLst>
                    </a:gridCol>
                    <a:gridCol w="982655">
                      <a:extLst>
                        <a:ext uri="{9D8B030D-6E8A-4147-A177-3AD203B41FA5}">
                          <a16:colId xmlns:a16="http://schemas.microsoft.com/office/drawing/2014/main" val="2548766450"/>
                        </a:ext>
                      </a:extLst>
                    </a:gridCol>
                    <a:gridCol w="982655">
                      <a:extLst>
                        <a:ext uri="{9D8B030D-6E8A-4147-A177-3AD203B41FA5}">
                          <a16:colId xmlns:a16="http://schemas.microsoft.com/office/drawing/2014/main" val="2208636898"/>
                        </a:ext>
                      </a:extLst>
                    </a:gridCol>
                    <a:gridCol w="982655">
                      <a:extLst>
                        <a:ext uri="{9D8B030D-6E8A-4147-A177-3AD203B41FA5}">
                          <a16:colId xmlns:a16="http://schemas.microsoft.com/office/drawing/2014/main" val="1962852765"/>
                        </a:ext>
                      </a:extLst>
                    </a:gridCol>
                    <a:gridCol w="982655">
                      <a:extLst>
                        <a:ext uri="{9D8B030D-6E8A-4147-A177-3AD203B41FA5}">
                          <a16:colId xmlns:a16="http://schemas.microsoft.com/office/drawing/2014/main" val="2281907699"/>
                        </a:ext>
                      </a:extLst>
                    </a:gridCol>
                  </a:tblGrid>
                  <a:tr h="490026">
                    <a:tc>
                      <a:txBody>
                        <a:bodyPr/>
                        <a:lstStyle/>
                        <a:p>
                          <a:pPr algn="ctr"/>
                          <a:r>
                            <a:rPr lang="en-US" sz="2600" b="0" i="0" kern="1200" dirty="0">
                              <a:solidFill>
                                <a:srgbClr val="002060"/>
                              </a:solidFill>
                              <a:effectLst/>
                              <a:latin typeface="+mj-lt"/>
                              <a:ea typeface="+mn-ea"/>
                              <a:cs typeface="+mn-cs"/>
                            </a:rPr>
                            <a:t>Number of malfunctions </a:t>
                          </a:r>
                          <a14:m>
                            <m:oMath xmlns:m="http://schemas.openxmlformats.org/officeDocument/2006/math">
                              <m:r>
                                <m:rPr>
                                  <m:sty m:val="p"/>
                                </m:rPr>
                                <a:rPr lang="en-US" sz="2600" b="0" i="0" kern="1200" smtClean="0">
                                  <a:solidFill>
                                    <a:srgbClr val="002060"/>
                                  </a:solidFill>
                                  <a:effectLst/>
                                  <a:latin typeface="Cambria Math" panose="02040503050406030204" pitchFamily="18" charset="0"/>
                                  <a:ea typeface="+mn-ea"/>
                                  <a:cs typeface="+mn-cs"/>
                                </a:rPr>
                                <m:t>x</m:t>
                              </m:r>
                            </m:oMath>
                          </a14:m>
                          <a:endParaRPr lang="en-IN" sz="2600" b="0" i="0" dirty="0">
                            <a:solidFill>
                              <a:srgbClr val="002060"/>
                            </a:solidFill>
                            <a:latin typeface="Cambria Math" panose="02040503050406030204" pitchFamily="18" charset="0"/>
                            <a:ea typeface="Cambria Math" panose="02040503050406030204" pitchFamily="18" charset="0"/>
                          </a:endParaRPr>
                        </a:p>
                      </a:txBody>
                      <a:tcPr marL="82977" marR="82977" marT="41489" marB="414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a:t>
                          </a: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1</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2</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3</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4</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5</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6</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5006325"/>
                      </a:ext>
                    </a:extLst>
                  </a:tr>
                  <a:tr h="490026">
                    <a:tc>
                      <a:txBody>
                        <a:bodyPr/>
                        <a:lstStyle/>
                        <a:p>
                          <a:pPr algn="ctr"/>
                          <a:r>
                            <a:rPr lang="en-US" sz="2600" b="0" i="0" kern="1200" dirty="0">
                              <a:solidFill>
                                <a:srgbClr val="002060"/>
                              </a:solidFill>
                              <a:effectLst/>
                              <a:latin typeface="+mj-lt"/>
                              <a:ea typeface="+mn-ea"/>
                              <a:cs typeface="+mn-cs"/>
                            </a:rPr>
                            <a:t>Probability </a:t>
                          </a:r>
                          <a14:m>
                            <m:oMath xmlns:m="http://schemas.openxmlformats.org/officeDocument/2006/math">
                              <m:r>
                                <m:rPr>
                                  <m:sty m:val="p"/>
                                </m:rPr>
                                <a:rPr lang="en-US" sz="2600" b="0" i="0" kern="1200" dirty="0" smtClean="0">
                                  <a:solidFill>
                                    <a:srgbClr val="002060"/>
                                  </a:solidFill>
                                  <a:effectLst/>
                                  <a:latin typeface="Cambria Math" panose="02040503050406030204" pitchFamily="18" charset="0"/>
                                  <a:ea typeface="+mn-ea"/>
                                  <a:cs typeface="+mn-cs"/>
                                </a:rPr>
                                <m:t>p</m:t>
                              </m:r>
                              <m:d>
                                <m:dPr>
                                  <m:ctrlPr>
                                    <a:rPr lang="en-US" sz="2600" b="0" i="1" kern="1200" dirty="0" smtClean="0">
                                      <a:solidFill>
                                        <a:srgbClr val="002060"/>
                                      </a:solidFill>
                                      <a:effectLst/>
                                      <a:latin typeface="Cambria Math" panose="02040503050406030204" pitchFamily="18" charset="0"/>
                                      <a:ea typeface="+mn-ea"/>
                                      <a:cs typeface="+mn-cs"/>
                                    </a:rPr>
                                  </m:ctrlPr>
                                </m:dPr>
                                <m:e>
                                  <m:r>
                                    <m:rPr>
                                      <m:sty m:val="p"/>
                                    </m:rPr>
                                    <a:rPr lang="en-US" sz="2600" b="0" i="0" kern="1200" dirty="0" smtClean="0">
                                      <a:solidFill>
                                        <a:srgbClr val="002060"/>
                                      </a:solidFill>
                                      <a:effectLst/>
                                      <a:latin typeface="Cambria Math" panose="02040503050406030204" pitchFamily="18" charset="0"/>
                                      <a:ea typeface="+mn-ea"/>
                                      <a:cs typeface="+mn-cs"/>
                                    </a:rPr>
                                    <m:t>x</m:t>
                                  </m:r>
                                </m:e>
                              </m:d>
                            </m:oMath>
                          </a14:m>
                          <a:endParaRPr lang="en-IN" sz="2600" b="0" i="0" dirty="0">
                            <a:solidFill>
                              <a:srgbClr val="002060"/>
                            </a:solidFill>
                            <a:latin typeface="Cambria Math" panose="02040503050406030204" pitchFamily="18" charset="0"/>
                            <a:ea typeface="Cambria Math" panose="02040503050406030204" pitchFamily="18" charset="0"/>
                          </a:endParaRPr>
                        </a:p>
                      </a:txBody>
                      <a:tcPr marL="82977" marR="82977" marT="41489" marB="414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0.17</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0.29</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0.27</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0.16</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0.07</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0.03</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0.01</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Choice>
        <mc:Fallback xmlns="">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nvGraphicFramePr>
            <p:xfrm>
              <a:off x="1493381" y="867556"/>
              <a:ext cx="10442803" cy="980052"/>
            </p:xfrm>
            <a:graphic>
              <a:graphicData uri="http://schemas.openxmlformats.org/drawingml/2006/table">
                <a:tbl>
                  <a:tblPr firstRow="1" bandRow="1">
                    <a:tableStyleId>{E8B1032C-EA38-4F05-BA0D-38AFFFC7BED3}</a:tableStyleId>
                  </a:tblPr>
                  <a:tblGrid>
                    <a:gridCol w="3564218">
                      <a:extLst>
                        <a:ext uri="{9D8B030D-6E8A-4147-A177-3AD203B41FA5}">
                          <a16:colId xmlns:a16="http://schemas.microsoft.com/office/drawing/2014/main" val="2160788424"/>
                        </a:ext>
                      </a:extLst>
                    </a:gridCol>
                    <a:gridCol w="982655">
                      <a:extLst>
                        <a:ext uri="{9D8B030D-6E8A-4147-A177-3AD203B41FA5}">
                          <a16:colId xmlns:a16="http://schemas.microsoft.com/office/drawing/2014/main" val="3481490857"/>
                        </a:ext>
                      </a:extLst>
                    </a:gridCol>
                    <a:gridCol w="982655">
                      <a:extLst>
                        <a:ext uri="{9D8B030D-6E8A-4147-A177-3AD203B41FA5}">
                          <a16:colId xmlns:a16="http://schemas.microsoft.com/office/drawing/2014/main" val="1291606709"/>
                        </a:ext>
                      </a:extLst>
                    </a:gridCol>
                    <a:gridCol w="982655">
                      <a:extLst>
                        <a:ext uri="{9D8B030D-6E8A-4147-A177-3AD203B41FA5}">
                          <a16:colId xmlns:a16="http://schemas.microsoft.com/office/drawing/2014/main" val="1336429719"/>
                        </a:ext>
                      </a:extLst>
                    </a:gridCol>
                    <a:gridCol w="982655">
                      <a:extLst>
                        <a:ext uri="{9D8B030D-6E8A-4147-A177-3AD203B41FA5}">
                          <a16:colId xmlns:a16="http://schemas.microsoft.com/office/drawing/2014/main" val="2548766450"/>
                        </a:ext>
                      </a:extLst>
                    </a:gridCol>
                    <a:gridCol w="982655">
                      <a:extLst>
                        <a:ext uri="{9D8B030D-6E8A-4147-A177-3AD203B41FA5}">
                          <a16:colId xmlns:a16="http://schemas.microsoft.com/office/drawing/2014/main" val="2208636898"/>
                        </a:ext>
                      </a:extLst>
                    </a:gridCol>
                    <a:gridCol w="982655">
                      <a:extLst>
                        <a:ext uri="{9D8B030D-6E8A-4147-A177-3AD203B41FA5}">
                          <a16:colId xmlns:a16="http://schemas.microsoft.com/office/drawing/2014/main" val="1962852765"/>
                        </a:ext>
                      </a:extLst>
                    </a:gridCol>
                    <a:gridCol w="982655">
                      <a:extLst>
                        <a:ext uri="{9D8B030D-6E8A-4147-A177-3AD203B41FA5}">
                          <a16:colId xmlns:a16="http://schemas.microsoft.com/office/drawing/2014/main" val="2281907699"/>
                        </a:ext>
                      </a:extLst>
                    </a:gridCol>
                  </a:tblGrid>
                  <a:tr h="490026">
                    <a:tc>
                      <a:txBody>
                        <a:bodyPr/>
                        <a:lstStyle/>
                        <a:p>
                          <a:endParaRPr lang="en-US"/>
                        </a:p>
                      </a:txBody>
                      <a:tcPr marL="82977" marR="82977" marT="41489" marB="414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71" t="-11111" r="-193504" b="-130864"/>
                          </a:stretch>
                        </a:blipFill>
                      </a:tcPr>
                    </a:tc>
                    <a:tc>
                      <a:txBody>
                        <a:bodyPr/>
                        <a:lstStyle/>
                        <a:p>
                          <a:pPr marL="0" marR="0" algn="ctr">
                            <a:spcBef>
                              <a:spcPts val="0"/>
                            </a:spcBef>
                            <a:spcAft>
                              <a:spcPts val="0"/>
                            </a:spcAft>
                          </a:pPr>
                          <a:r>
                            <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a:t>
                          </a: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1</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2</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3</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4</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5</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6</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5006325"/>
                      </a:ext>
                    </a:extLst>
                  </a:tr>
                  <a:tr h="490026">
                    <a:tc>
                      <a:txBody>
                        <a:bodyPr/>
                        <a:lstStyle/>
                        <a:p>
                          <a:endParaRPr lang="en-US"/>
                        </a:p>
                      </a:txBody>
                      <a:tcPr marL="82977" marR="82977" marT="41489" marB="414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71" t="-111111" r="-193504" b="-30864"/>
                          </a:stretch>
                        </a:blip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0.17</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0.29</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0.27</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0.16</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0.07</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0.03</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0.01</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6C9A99C2-FF34-4E16-AA75-5F8DB6F34A66}"/>
                  </a:ext>
                </a:extLst>
              </p:cNvPr>
              <p:cNvSpPr txBox="1"/>
              <p:nvPr/>
            </p:nvSpPr>
            <p:spPr>
              <a:xfrm>
                <a:off x="3985800" y="2068188"/>
                <a:ext cx="10221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E</m:t>
                      </m:r>
                      <m:d>
                        <m:dPr>
                          <m:ctrlPr>
                            <a:rPr lang="en-IN" sz="2800" b="0" i="1" dirty="0" smtClean="0">
                              <a:solidFill>
                                <a:srgbClr val="002060"/>
                              </a:solidFill>
                              <a:latin typeface="Cambria Math" panose="02040503050406030204" pitchFamily="18" charset="0"/>
                            </a:rPr>
                          </m:ctrlPr>
                        </m:dPr>
                        <m:e>
                          <m:sSup>
                            <m:sSupPr>
                              <m:ctrlPr>
                                <a:rPr lang="en-IN" sz="2800" b="0" i="1" dirty="0" smtClean="0">
                                  <a:solidFill>
                                    <a:srgbClr val="002060"/>
                                  </a:solidFill>
                                  <a:latin typeface="Cambria Math" panose="02040503050406030204" pitchFamily="18" charset="0"/>
                                </a:rPr>
                              </m:ctrlPr>
                            </m:sSupPr>
                            <m:e>
                              <m:r>
                                <m:rPr>
                                  <m:sty m:val="p"/>
                                </m:rPr>
                                <a:rPr lang="en-IN" sz="2800" b="0" i="0" dirty="0" smtClean="0">
                                  <a:solidFill>
                                    <a:srgbClr val="002060"/>
                                  </a:solidFill>
                                  <a:latin typeface="Cambria Math" panose="02040503050406030204" pitchFamily="18" charset="0"/>
                                </a:rPr>
                                <m:t>X</m:t>
                              </m:r>
                            </m:e>
                            <m:sup>
                              <m:r>
                                <a:rPr lang="en-IN" sz="2800" b="0" i="1" dirty="0" smtClean="0">
                                  <a:solidFill>
                                    <a:srgbClr val="002060"/>
                                  </a:solidFill>
                                  <a:latin typeface="Cambria Math" panose="02040503050406030204" pitchFamily="18" charset="0"/>
                                </a:rPr>
                                <m:t>2</m:t>
                              </m:r>
                            </m:sup>
                          </m:sSup>
                        </m:e>
                      </m:d>
                    </m:oMath>
                  </m:oMathPara>
                </a14:m>
                <a:endParaRPr lang="en-IN" sz="2800" dirty="0">
                  <a:solidFill>
                    <a:srgbClr val="002060"/>
                  </a:solidFill>
                  <a:latin typeface="+mj-lt"/>
                </a:endParaRPr>
              </a:p>
            </p:txBody>
          </p:sp>
        </mc:Choice>
        <mc:Fallback xmlns="">
          <p:sp>
            <p:nvSpPr>
              <p:cNvPr id="27" name="TextBox 26">
                <a:extLst>
                  <a:ext uri="{FF2B5EF4-FFF2-40B4-BE49-F238E27FC236}">
                    <a16:creationId xmlns:a16="http://schemas.microsoft.com/office/drawing/2014/main" id="{6C9A99C2-FF34-4E16-AA75-5F8DB6F34A66}"/>
                  </a:ext>
                </a:extLst>
              </p:cNvPr>
              <p:cNvSpPr txBox="1">
                <a:spLocks noRot="1" noChangeAspect="1" noMove="1" noResize="1" noEditPoints="1" noAdjustHandles="1" noChangeArrowheads="1" noChangeShapeType="1" noTextEdit="1"/>
              </p:cNvSpPr>
              <p:nvPr/>
            </p:nvSpPr>
            <p:spPr>
              <a:xfrm>
                <a:off x="3985800" y="2068188"/>
                <a:ext cx="1022167"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E362A024-876E-457D-A842-E9A3B087B7C9}"/>
                  </a:ext>
                </a:extLst>
              </p:cNvPr>
              <p:cNvSpPr txBox="1"/>
              <p:nvPr/>
            </p:nvSpPr>
            <p:spPr>
              <a:xfrm>
                <a:off x="5007967" y="2068188"/>
                <a:ext cx="130986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=5.04</m:t>
                      </m:r>
                    </m:oMath>
                  </m:oMathPara>
                </a14:m>
                <a:endParaRPr dirty="0"/>
              </a:p>
            </p:txBody>
          </p:sp>
        </mc:Choice>
        <mc:Fallback xmlns="">
          <p:sp>
            <p:nvSpPr>
              <p:cNvPr id="31" name="TextBox 30">
                <a:extLst>
                  <a:ext uri="{FF2B5EF4-FFF2-40B4-BE49-F238E27FC236}">
                    <a16:creationId xmlns:a16="http://schemas.microsoft.com/office/drawing/2014/main" id="{E362A024-876E-457D-A842-E9A3B087B7C9}"/>
                  </a:ext>
                </a:extLst>
              </p:cNvPr>
              <p:cNvSpPr txBox="1">
                <a:spLocks noRot="1" noChangeAspect="1" noMove="1" noResize="1" noEditPoints="1" noAdjustHandles="1" noChangeArrowheads="1" noChangeShapeType="1" noTextEdit="1"/>
              </p:cNvSpPr>
              <p:nvPr/>
            </p:nvSpPr>
            <p:spPr>
              <a:xfrm>
                <a:off x="5007967" y="2068188"/>
                <a:ext cx="1309864"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32B72C2-4BE3-4949-BA4F-0FFF6B99BD69}"/>
                  </a:ext>
                </a:extLst>
              </p:cNvPr>
              <p:cNvSpPr txBox="1"/>
              <p:nvPr/>
            </p:nvSpPr>
            <p:spPr>
              <a:xfrm>
                <a:off x="1358225" y="2068188"/>
                <a:ext cx="10221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E</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oMath>
                  </m:oMathPara>
                </a14:m>
                <a:endParaRPr lang="en-IN" sz="2800" dirty="0">
                  <a:solidFill>
                    <a:srgbClr val="002060"/>
                  </a:solidFill>
                  <a:latin typeface="+mj-lt"/>
                </a:endParaRPr>
              </a:p>
            </p:txBody>
          </p:sp>
        </mc:Choice>
        <mc:Fallback xmlns="">
          <p:sp>
            <p:nvSpPr>
              <p:cNvPr id="12" name="TextBox 11">
                <a:extLst>
                  <a:ext uri="{FF2B5EF4-FFF2-40B4-BE49-F238E27FC236}">
                    <a16:creationId xmlns:a16="http://schemas.microsoft.com/office/drawing/2014/main" id="{732B72C2-4BE3-4949-BA4F-0FFF6B99BD69}"/>
                  </a:ext>
                </a:extLst>
              </p:cNvPr>
              <p:cNvSpPr txBox="1">
                <a:spLocks noRot="1" noChangeAspect="1" noMove="1" noResize="1" noEditPoints="1" noAdjustHandles="1" noChangeArrowheads="1" noChangeShapeType="1" noTextEdit="1"/>
              </p:cNvSpPr>
              <p:nvPr/>
            </p:nvSpPr>
            <p:spPr>
              <a:xfrm>
                <a:off x="1358225" y="2068188"/>
                <a:ext cx="1022167"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3928F82-0234-4E50-92DE-E87879950209}"/>
                  </a:ext>
                </a:extLst>
              </p:cNvPr>
              <p:cNvSpPr txBox="1"/>
              <p:nvPr/>
            </p:nvSpPr>
            <p:spPr>
              <a:xfrm>
                <a:off x="2152650" y="2068188"/>
                <a:ext cx="107410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i="1" dirty="0">
                          <a:latin typeface="Cambria Math" panose="02040503050406030204" pitchFamily="18" charset="0"/>
                        </a:rPr>
                        <m:t>=1.8</m:t>
                      </m:r>
                    </m:oMath>
                  </m:oMathPara>
                </a14:m>
                <a:endParaRPr dirty="0"/>
              </a:p>
            </p:txBody>
          </p:sp>
        </mc:Choice>
        <mc:Fallback xmlns="">
          <p:sp>
            <p:nvSpPr>
              <p:cNvPr id="13" name="TextBox 12">
                <a:extLst>
                  <a:ext uri="{FF2B5EF4-FFF2-40B4-BE49-F238E27FC236}">
                    <a16:creationId xmlns:a16="http://schemas.microsoft.com/office/drawing/2014/main" id="{A3928F82-0234-4E50-92DE-E87879950209}"/>
                  </a:ext>
                </a:extLst>
              </p:cNvPr>
              <p:cNvSpPr txBox="1">
                <a:spLocks noRot="1" noChangeAspect="1" noMove="1" noResize="1" noEditPoints="1" noAdjustHandles="1" noChangeArrowheads="1" noChangeShapeType="1" noTextEdit="1"/>
              </p:cNvSpPr>
              <p:nvPr/>
            </p:nvSpPr>
            <p:spPr>
              <a:xfrm>
                <a:off x="2152650" y="2068188"/>
                <a:ext cx="1074104"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78D2717-0176-4670-B307-2892AD651751}"/>
                  </a:ext>
                </a:extLst>
              </p:cNvPr>
              <p:cNvSpPr txBox="1"/>
              <p:nvPr/>
            </p:nvSpPr>
            <p:spPr>
              <a:xfrm>
                <a:off x="1358225" y="2955685"/>
                <a:ext cx="83321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rgbClr val="002060"/>
                          </a:solidFill>
                          <a:latin typeface="Cambria Math" panose="02040503050406030204" pitchFamily="18" charset="0"/>
                        </a:rPr>
                        <m:t>V</m:t>
                      </m:r>
                      <m:d>
                        <m:dPr>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X</m:t>
                          </m:r>
                        </m:e>
                      </m:d>
                    </m:oMath>
                  </m:oMathPara>
                </a14:m>
                <a:endParaRPr lang="en-IN" sz="2800" dirty="0">
                  <a:solidFill>
                    <a:srgbClr val="002060"/>
                  </a:solidFill>
                </a:endParaRPr>
              </a:p>
            </p:txBody>
          </p:sp>
        </mc:Choice>
        <mc:Fallback xmlns="">
          <p:sp>
            <p:nvSpPr>
              <p:cNvPr id="11" name="TextBox 10">
                <a:extLst>
                  <a:ext uri="{FF2B5EF4-FFF2-40B4-BE49-F238E27FC236}">
                    <a16:creationId xmlns:a16="http://schemas.microsoft.com/office/drawing/2014/main" id="{578D2717-0176-4670-B307-2892AD651751}"/>
                  </a:ext>
                </a:extLst>
              </p:cNvPr>
              <p:cNvSpPr txBox="1">
                <a:spLocks noRot="1" noChangeAspect="1" noMove="1" noResize="1" noEditPoints="1" noAdjustHandles="1" noChangeArrowheads="1" noChangeShapeType="1" noTextEdit="1"/>
              </p:cNvSpPr>
              <p:nvPr/>
            </p:nvSpPr>
            <p:spPr>
              <a:xfrm>
                <a:off x="1358225" y="2955685"/>
                <a:ext cx="833211"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A418A8B-9D3C-44D7-92A4-687C8662FF7D}"/>
                  </a:ext>
                </a:extLst>
              </p:cNvPr>
              <p:cNvSpPr txBox="1"/>
              <p:nvPr/>
            </p:nvSpPr>
            <p:spPr>
              <a:xfrm>
                <a:off x="2191436" y="2955685"/>
                <a:ext cx="3115350"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sSup>
                            <m:sSupPr>
                              <m:ctrlPr>
                                <a:rPr lang="en-IN" i="1" dirty="0" smtClean="0">
                                  <a:latin typeface="Cambria Math" panose="02040503050406030204" pitchFamily="18" charset="0"/>
                                </a:rPr>
                              </m:ctrlPr>
                            </m:sSupPr>
                            <m:e>
                              <m:r>
                                <m:rPr>
                                  <m:sty m:val="p"/>
                                </m:rPr>
                                <a:rPr lang="en-IN" i="0" dirty="0" smtClean="0">
                                  <a:latin typeface="Cambria Math" panose="02040503050406030204" pitchFamily="18" charset="0"/>
                                </a:rPr>
                                <m:t>X</m:t>
                              </m:r>
                            </m:e>
                            <m:sup>
                              <m:r>
                                <a:rPr lang="en-IN" i="0" dirty="0" smtClean="0">
                                  <a:latin typeface="Cambria Math" panose="02040503050406030204" pitchFamily="18" charset="0"/>
                                </a:rPr>
                                <m:t>2</m:t>
                              </m:r>
                            </m:sup>
                          </m:sSup>
                        </m:e>
                      </m:d>
                      <m:r>
                        <a:rPr lang="en-IN" i="0" dirty="0" smtClean="0">
                          <a:latin typeface="Cambria Math" panose="02040503050406030204" pitchFamily="18" charset="0"/>
                        </a:rPr>
                        <m:t>−</m:t>
                      </m:r>
                      <m:sSup>
                        <m:sSupPr>
                          <m:ctrlPr>
                            <a:rPr lang="en-IN" i="1" dirty="0">
                              <a:latin typeface="Cambria Math" panose="02040503050406030204" pitchFamily="18" charset="0"/>
                            </a:rPr>
                          </m:ctrlPr>
                        </m:sSupPr>
                        <m:e>
                          <m:d>
                            <m:dPr>
                              <m:begChr m:val="["/>
                              <m:endChr m:val="]"/>
                              <m:ctrlPr>
                                <a:rPr lang="en-IN" i="1" dirty="0">
                                  <a:latin typeface="Cambria Math" panose="02040503050406030204" pitchFamily="18" charset="0"/>
                                </a:rPr>
                              </m:ctrlPr>
                            </m:dPr>
                            <m:e>
                              <m:r>
                                <m:rPr>
                                  <m:sty m:val="p"/>
                                </m:rPr>
                                <a:rPr lang="en-IN" i="0" dirty="0">
                                  <a:latin typeface="Cambria Math" panose="02040503050406030204" pitchFamily="18" charset="0"/>
                                </a:rPr>
                                <m:t>E</m:t>
                              </m:r>
                              <m:d>
                                <m:dPr>
                                  <m:ctrlPr>
                                    <a:rPr lang="en-IN" i="1" dirty="0">
                                      <a:latin typeface="Cambria Math" panose="02040503050406030204" pitchFamily="18" charset="0"/>
                                    </a:rPr>
                                  </m:ctrlPr>
                                </m:dPr>
                                <m:e>
                                  <m:r>
                                    <m:rPr>
                                      <m:sty m:val="p"/>
                                    </m:rPr>
                                    <a:rPr lang="en-IN" i="0" dirty="0">
                                      <a:latin typeface="Cambria Math" panose="02040503050406030204" pitchFamily="18" charset="0"/>
                                    </a:rPr>
                                    <m:t>X</m:t>
                                  </m:r>
                                </m:e>
                              </m:d>
                            </m:e>
                          </m:d>
                        </m:e>
                        <m:sup>
                          <m:r>
                            <a:rPr lang="en-IN" i="0" dirty="0">
                              <a:latin typeface="Cambria Math" panose="02040503050406030204" pitchFamily="18" charset="0"/>
                            </a:rPr>
                            <m:t>2</m:t>
                          </m:r>
                        </m:sup>
                      </m:sSup>
                    </m:oMath>
                  </m:oMathPara>
                </a14:m>
                <a:endParaRPr lang="en-IN" dirty="0"/>
              </a:p>
            </p:txBody>
          </p:sp>
        </mc:Choice>
        <mc:Fallback xmlns="">
          <p:sp>
            <p:nvSpPr>
              <p:cNvPr id="14" name="TextBox 13">
                <a:extLst>
                  <a:ext uri="{FF2B5EF4-FFF2-40B4-BE49-F238E27FC236}">
                    <a16:creationId xmlns:a16="http://schemas.microsoft.com/office/drawing/2014/main" id="{3A418A8B-9D3C-44D7-92A4-687C8662FF7D}"/>
                  </a:ext>
                </a:extLst>
              </p:cNvPr>
              <p:cNvSpPr txBox="1">
                <a:spLocks noRot="1" noChangeAspect="1" noMove="1" noResize="1" noEditPoints="1" noAdjustHandles="1" noChangeArrowheads="1" noChangeShapeType="1" noTextEdit="1"/>
              </p:cNvSpPr>
              <p:nvPr/>
            </p:nvSpPr>
            <p:spPr>
              <a:xfrm>
                <a:off x="2191436" y="2955685"/>
                <a:ext cx="3115350"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92C3D63-3AAC-4224-9D81-7BCDA8967AF0}"/>
                  </a:ext>
                </a:extLst>
              </p:cNvPr>
              <p:cNvSpPr txBox="1"/>
              <p:nvPr/>
            </p:nvSpPr>
            <p:spPr>
              <a:xfrm>
                <a:off x="2191436" y="3709296"/>
                <a:ext cx="2641821"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a:rPr lang="en-IN" i="1" dirty="0">
                          <a:latin typeface="Cambria Math" panose="02040503050406030204" pitchFamily="18" charset="0"/>
                        </a:rPr>
                        <m:t>5.04</m:t>
                      </m:r>
                      <m:r>
                        <a:rPr lang="en-IN" i="0" dirty="0" smtClean="0">
                          <a:latin typeface="Cambria Math" panose="02040503050406030204" pitchFamily="18" charset="0"/>
                        </a:rPr>
                        <m:t>−</m:t>
                      </m:r>
                      <m:sSup>
                        <m:sSupPr>
                          <m:ctrlPr>
                            <a:rPr lang="en-IN" i="1" dirty="0">
                              <a:latin typeface="Cambria Math" panose="02040503050406030204" pitchFamily="18" charset="0"/>
                            </a:rPr>
                          </m:ctrlPr>
                        </m:sSupPr>
                        <m:e>
                          <m:d>
                            <m:dPr>
                              <m:begChr m:val="["/>
                              <m:endChr m:val="]"/>
                              <m:ctrlPr>
                                <a:rPr lang="en-IN" i="1" dirty="0">
                                  <a:latin typeface="Cambria Math" panose="02040503050406030204" pitchFamily="18" charset="0"/>
                                </a:rPr>
                              </m:ctrlPr>
                            </m:dPr>
                            <m:e>
                              <m:r>
                                <a:rPr lang="en-IN" i="1" dirty="0">
                                  <a:latin typeface="Cambria Math" panose="02040503050406030204" pitchFamily="18" charset="0"/>
                                </a:rPr>
                                <m:t>1.8</m:t>
                              </m:r>
                            </m:e>
                          </m:d>
                        </m:e>
                        <m:sup>
                          <m:r>
                            <a:rPr lang="en-IN" i="0" dirty="0">
                              <a:latin typeface="Cambria Math" panose="02040503050406030204" pitchFamily="18" charset="0"/>
                            </a:rPr>
                            <m:t>2</m:t>
                          </m:r>
                        </m:sup>
                      </m:sSup>
                    </m:oMath>
                  </m:oMathPara>
                </a14:m>
                <a:endParaRPr lang="en-IN" dirty="0"/>
              </a:p>
            </p:txBody>
          </p:sp>
        </mc:Choice>
        <mc:Fallback xmlns="">
          <p:sp>
            <p:nvSpPr>
              <p:cNvPr id="15" name="TextBox 14">
                <a:extLst>
                  <a:ext uri="{FF2B5EF4-FFF2-40B4-BE49-F238E27FC236}">
                    <a16:creationId xmlns:a16="http://schemas.microsoft.com/office/drawing/2014/main" id="{D92C3D63-3AAC-4224-9D81-7BCDA8967AF0}"/>
                  </a:ext>
                </a:extLst>
              </p:cNvPr>
              <p:cNvSpPr txBox="1">
                <a:spLocks noRot="1" noChangeAspect="1" noMove="1" noResize="1" noEditPoints="1" noAdjustHandles="1" noChangeArrowheads="1" noChangeShapeType="1" noTextEdit="1"/>
              </p:cNvSpPr>
              <p:nvPr/>
            </p:nvSpPr>
            <p:spPr>
              <a:xfrm>
                <a:off x="2191436" y="3709296"/>
                <a:ext cx="2641821"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2E9CB16-EB8A-484F-8AFF-BDA0726CE486}"/>
                  </a:ext>
                </a:extLst>
              </p:cNvPr>
              <p:cNvSpPr txBox="1"/>
              <p:nvPr/>
            </p:nvSpPr>
            <p:spPr>
              <a:xfrm>
                <a:off x="2191436" y="4462907"/>
                <a:ext cx="1035318"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=1.8</m:t>
                      </m:r>
                    </m:oMath>
                  </m:oMathPara>
                </a14:m>
                <a:endParaRPr lang="en-IN" dirty="0"/>
              </a:p>
            </p:txBody>
          </p:sp>
        </mc:Choice>
        <mc:Fallback xmlns="">
          <p:sp>
            <p:nvSpPr>
              <p:cNvPr id="16" name="TextBox 15">
                <a:extLst>
                  <a:ext uri="{FF2B5EF4-FFF2-40B4-BE49-F238E27FC236}">
                    <a16:creationId xmlns:a16="http://schemas.microsoft.com/office/drawing/2014/main" id="{22E9CB16-EB8A-484F-8AFF-BDA0726CE486}"/>
                  </a:ext>
                </a:extLst>
              </p:cNvPr>
              <p:cNvSpPr txBox="1">
                <a:spLocks noRot="1" noChangeAspect="1" noMove="1" noResize="1" noEditPoints="1" noAdjustHandles="1" noChangeArrowheads="1" noChangeShapeType="1" noTextEdit="1"/>
              </p:cNvSpPr>
              <p:nvPr/>
            </p:nvSpPr>
            <p:spPr>
              <a:xfrm>
                <a:off x="2191436" y="4462907"/>
                <a:ext cx="1035318" cy="523220"/>
              </a:xfrm>
              <a:prstGeom prst="rect">
                <a:avLst/>
              </a:prstGeom>
              <a:blipFill>
                <a:blip r:embed="rId11"/>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0994651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5" grpId="0"/>
      <p:bldP spid="16" grpId="0"/>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8" y="867839"/>
                <a:ext cx="11929645" cy="12240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14:m>
                  <m:oMath xmlns:m="http://schemas.openxmlformats.org/officeDocument/2006/math">
                    <m:r>
                      <a:rPr lang="en-GB" i="1" dirty="0" smtClean="0">
                        <a:latin typeface="Cambria Math" panose="02040503050406030204" pitchFamily="18" charset="0"/>
                      </a:rPr>
                      <m:t>4</m:t>
                    </m:r>
                  </m:oMath>
                </a14:m>
                <a:r>
                  <a:rPr lang="en-GB" dirty="0"/>
                  <a:t> raw mangoes are mixed accidentally with the </a:t>
                </a:r>
                <a14:m>
                  <m:oMath xmlns:m="http://schemas.openxmlformats.org/officeDocument/2006/math">
                    <m:r>
                      <a:rPr lang="en-GB" i="0" dirty="0" smtClean="0">
                        <a:latin typeface="Cambria Math" panose="02040503050406030204" pitchFamily="18" charset="0"/>
                      </a:rPr>
                      <m:t>16</m:t>
                    </m:r>
                  </m:oMath>
                </a14:m>
                <a:r>
                  <a:rPr lang="en-GB" dirty="0"/>
                  <a:t> ripe mangoes. Find the probability distribution of the raw mangoes in a draw of </a:t>
                </a:r>
                <a14:m>
                  <m:oMath xmlns:m="http://schemas.openxmlformats.org/officeDocument/2006/math">
                    <m:r>
                      <a:rPr lang="en-GB" i="1" dirty="0" smtClean="0">
                        <a:latin typeface="Cambria Math" panose="02040503050406030204" pitchFamily="18" charset="0"/>
                      </a:rPr>
                      <m:t>2</m:t>
                    </m:r>
                  </m:oMath>
                </a14:m>
                <a:r>
                  <a:rPr lang="en-GB" dirty="0"/>
                  <a:t> mangoes.</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8" y="867839"/>
                <a:ext cx="11929645" cy="1224000"/>
              </a:xfrm>
              <a:prstGeom prst="rect">
                <a:avLst/>
              </a:prstGeom>
              <a:blipFill>
                <a:blip r:embed="rId22"/>
                <a:stretch>
                  <a:fillRect l="-1074" r="-1074" b="-4975"/>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6 ⇝ Example 4</a:t>
            </a:r>
            <a:endParaRPr lang="en-US" dirty="0"/>
          </a:p>
        </p:txBody>
      </p:sp>
      <p:sp>
        <p:nvSpPr>
          <p:cNvPr id="4" name="Content Placeholder 2"/>
          <p:cNvSpPr txBox="1">
            <a:spLocks/>
          </p:cNvSpPr>
          <p:nvPr/>
        </p:nvSpPr>
        <p:spPr>
          <a:xfrm>
            <a:off x="131178" y="2248477"/>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16" name="TextBox 15">
            <a:extLst>
              <a:ext uri="{FF2B5EF4-FFF2-40B4-BE49-F238E27FC236}">
                <a16:creationId xmlns:a16="http://schemas.microsoft.com/office/drawing/2014/main" id="{0576DB33-DF6D-47CB-85E8-136660B8533E}"/>
              </a:ext>
            </a:extLst>
          </p:cNvPr>
          <p:cNvSpPr txBox="1"/>
          <p:nvPr/>
        </p:nvSpPr>
        <p:spPr>
          <a:xfrm>
            <a:off x="1576712" y="2251362"/>
            <a:ext cx="2480938" cy="523220"/>
          </a:xfrm>
          <a:prstGeom prst="rect">
            <a:avLst/>
          </a:prstGeom>
          <a:noFill/>
        </p:spPr>
        <p:txBody>
          <a:bodyPr wrap="square">
            <a:spAutoFit/>
          </a:bodyPr>
          <a:lstStyle/>
          <a:p>
            <a:r>
              <a:rPr lang="en-IN" sz="2800" dirty="0">
                <a:solidFill>
                  <a:srgbClr val="002060"/>
                </a:solidFill>
                <a:latin typeface="+mj-lt"/>
              </a:rPr>
              <a:t>Total Mangoes: </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79E407A-8D82-4EBA-9273-1966D733EE03}"/>
                  </a:ext>
                </a:extLst>
              </p:cNvPr>
              <p:cNvSpPr txBox="1"/>
              <p:nvPr/>
            </p:nvSpPr>
            <p:spPr>
              <a:xfrm>
                <a:off x="3913512" y="2251362"/>
                <a:ext cx="975988" cy="523220"/>
              </a:xfrm>
              <a:prstGeom prst="rect">
                <a:avLst/>
              </a:prstGeom>
              <a:noFill/>
            </p:spPr>
            <p:txBody>
              <a:bodyPr wrap="square">
                <a:spAutoFit/>
              </a:bodyPr>
              <a:lstStyle/>
              <a:p>
                <a14:m>
                  <m:oMath xmlns:m="http://schemas.openxmlformats.org/officeDocument/2006/math">
                    <m:r>
                      <a:rPr lang="en-IN" sz="2800" i="1" dirty="0" smtClean="0">
                        <a:solidFill>
                          <a:srgbClr val="002060"/>
                        </a:solidFill>
                        <a:latin typeface="Cambria Math" panose="02040503050406030204" pitchFamily="18" charset="0"/>
                      </a:rPr>
                      <m:t>4</m:t>
                    </m:r>
                  </m:oMath>
                </a14:m>
                <a:r>
                  <a:rPr lang="en-IN" sz="2800" dirty="0">
                    <a:solidFill>
                      <a:srgbClr val="002060"/>
                    </a:solidFill>
                    <a:latin typeface="+mj-lt"/>
                  </a:rPr>
                  <a:t> raw</a:t>
                </a:r>
              </a:p>
            </p:txBody>
          </p:sp>
        </mc:Choice>
        <mc:Fallback xmlns="">
          <p:sp>
            <p:nvSpPr>
              <p:cNvPr id="28" name="TextBox 27">
                <a:extLst>
                  <a:ext uri="{FF2B5EF4-FFF2-40B4-BE49-F238E27FC236}">
                    <a16:creationId xmlns:a16="http://schemas.microsoft.com/office/drawing/2014/main" id="{779E407A-8D82-4EBA-9273-1966D733EE03}"/>
                  </a:ext>
                </a:extLst>
              </p:cNvPr>
              <p:cNvSpPr txBox="1">
                <a:spLocks noRot="1" noChangeAspect="1" noMove="1" noResize="1" noEditPoints="1" noAdjustHandles="1" noChangeArrowheads="1" noChangeShapeType="1" noTextEdit="1"/>
              </p:cNvSpPr>
              <p:nvPr/>
            </p:nvSpPr>
            <p:spPr>
              <a:xfrm>
                <a:off x="3913512" y="2251362"/>
                <a:ext cx="975988" cy="523220"/>
              </a:xfrm>
              <a:prstGeom prst="rect">
                <a:avLst/>
              </a:prstGeom>
              <a:blipFill>
                <a:blip r:embed="rId23"/>
                <a:stretch>
                  <a:fillRect t="-10465" r="-1062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13DEE7A5-DEC1-4B54-A782-B2670DBE6D5A}"/>
                  </a:ext>
                </a:extLst>
              </p:cNvPr>
              <p:cNvSpPr txBox="1"/>
              <p:nvPr/>
            </p:nvSpPr>
            <p:spPr>
              <a:xfrm>
                <a:off x="4830394" y="2251362"/>
                <a:ext cx="55092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38" name="TextBox 37">
                <a:extLst>
                  <a:ext uri="{FF2B5EF4-FFF2-40B4-BE49-F238E27FC236}">
                    <a16:creationId xmlns:a16="http://schemas.microsoft.com/office/drawing/2014/main" id="{13DEE7A5-DEC1-4B54-A782-B2670DBE6D5A}"/>
                  </a:ext>
                </a:extLst>
              </p:cNvPr>
              <p:cNvSpPr txBox="1">
                <a:spLocks noRot="1" noChangeAspect="1" noMove="1" noResize="1" noEditPoints="1" noAdjustHandles="1" noChangeArrowheads="1" noChangeShapeType="1" noTextEdit="1"/>
              </p:cNvSpPr>
              <p:nvPr/>
            </p:nvSpPr>
            <p:spPr>
              <a:xfrm>
                <a:off x="4830394" y="2251362"/>
                <a:ext cx="550921" cy="523220"/>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A32E6170-D576-48A3-9B63-457FB98977B4}"/>
                  </a:ext>
                </a:extLst>
              </p:cNvPr>
              <p:cNvSpPr txBox="1"/>
              <p:nvPr/>
            </p:nvSpPr>
            <p:spPr>
              <a:xfrm>
                <a:off x="5322208" y="2251362"/>
                <a:ext cx="1248397" cy="523220"/>
              </a:xfrm>
              <a:prstGeom prst="rect">
                <a:avLst/>
              </a:prstGeom>
              <a:noFill/>
            </p:spPr>
            <p:txBody>
              <a:bodyPr wrap="square">
                <a:spAutoFit/>
              </a:bodyPr>
              <a:lstStyle/>
              <a:p>
                <a14:m>
                  <m:oMath xmlns:m="http://schemas.openxmlformats.org/officeDocument/2006/math">
                    <m:r>
                      <a:rPr lang="en-IN" sz="2800" b="0" i="1" dirty="0" smtClean="0">
                        <a:solidFill>
                          <a:srgbClr val="002060"/>
                        </a:solidFill>
                        <a:latin typeface="Cambria Math" panose="02040503050406030204" pitchFamily="18" charset="0"/>
                      </a:rPr>
                      <m:t>16</m:t>
                    </m:r>
                  </m:oMath>
                </a14:m>
                <a:r>
                  <a:rPr lang="en-IN" sz="2800" dirty="0">
                    <a:solidFill>
                      <a:srgbClr val="002060"/>
                    </a:solidFill>
                    <a:latin typeface="+mj-lt"/>
                  </a:rPr>
                  <a:t> ripe</a:t>
                </a:r>
              </a:p>
            </p:txBody>
          </p:sp>
        </mc:Choice>
        <mc:Fallback xmlns="">
          <p:sp>
            <p:nvSpPr>
              <p:cNvPr id="47" name="TextBox 46">
                <a:extLst>
                  <a:ext uri="{FF2B5EF4-FFF2-40B4-BE49-F238E27FC236}">
                    <a16:creationId xmlns:a16="http://schemas.microsoft.com/office/drawing/2014/main" id="{A32E6170-D576-48A3-9B63-457FB98977B4}"/>
                  </a:ext>
                </a:extLst>
              </p:cNvPr>
              <p:cNvSpPr txBox="1">
                <a:spLocks noRot="1" noChangeAspect="1" noMove="1" noResize="1" noEditPoints="1" noAdjustHandles="1" noChangeArrowheads="1" noChangeShapeType="1" noTextEdit="1"/>
              </p:cNvSpPr>
              <p:nvPr/>
            </p:nvSpPr>
            <p:spPr>
              <a:xfrm>
                <a:off x="5322208" y="2251362"/>
                <a:ext cx="1248397" cy="523220"/>
              </a:xfrm>
              <a:prstGeom prst="rect">
                <a:avLst/>
              </a:prstGeom>
              <a:blipFill>
                <a:blip r:embed="rId25"/>
                <a:stretch>
                  <a:fillRect t="-10465" r="-4390"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120DF272-5B91-4698-BE31-7BB5952407F7}"/>
                  </a:ext>
                </a:extLst>
              </p:cNvPr>
              <p:cNvSpPr txBox="1"/>
              <p:nvPr/>
            </p:nvSpPr>
            <p:spPr>
              <a:xfrm>
                <a:off x="6452392" y="2251362"/>
                <a:ext cx="55092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48" name="TextBox 47">
                <a:extLst>
                  <a:ext uri="{FF2B5EF4-FFF2-40B4-BE49-F238E27FC236}">
                    <a16:creationId xmlns:a16="http://schemas.microsoft.com/office/drawing/2014/main" id="{120DF272-5B91-4698-BE31-7BB5952407F7}"/>
                  </a:ext>
                </a:extLst>
              </p:cNvPr>
              <p:cNvSpPr txBox="1">
                <a:spLocks noRot="1" noChangeAspect="1" noMove="1" noResize="1" noEditPoints="1" noAdjustHandles="1" noChangeArrowheads="1" noChangeShapeType="1" noTextEdit="1"/>
              </p:cNvSpPr>
              <p:nvPr/>
            </p:nvSpPr>
            <p:spPr>
              <a:xfrm>
                <a:off x="6452392" y="2251362"/>
                <a:ext cx="550921" cy="523220"/>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76A82CFF-2904-4E70-BE83-E26BC53DA9EF}"/>
                  </a:ext>
                </a:extLst>
              </p:cNvPr>
              <p:cNvSpPr txBox="1"/>
              <p:nvPr/>
            </p:nvSpPr>
            <p:spPr>
              <a:xfrm>
                <a:off x="6912883" y="2251362"/>
                <a:ext cx="5737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20</m:t>
                      </m:r>
                    </m:oMath>
                  </m:oMathPara>
                </a14:m>
                <a:endParaRPr lang="en-IN" sz="2800" dirty="0">
                  <a:solidFill>
                    <a:srgbClr val="002060"/>
                  </a:solidFill>
                  <a:latin typeface="+mj-lt"/>
                </a:endParaRPr>
              </a:p>
            </p:txBody>
          </p:sp>
        </mc:Choice>
        <mc:Fallback xmlns="">
          <p:sp>
            <p:nvSpPr>
              <p:cNvPr id="49" name="TextBox 48">
                <a:extLst>
                  <a:ext uri="{FF2B5EF4-FFF2-40B4-BE49-F238E27FC236}">
                    <a16:creationId xmlns:a16="http://schemas.microsoft.com/office/drawing/2014/main" id="{76A82CFF-2904-4E70-BE83-E26BC53DA9EF}"/>
                  </a:ext>
                </a:extLst>
              </p:cNvPr>
              <p:cNvSpPr txBox="1">
                <a:spLocks noRot="1" noChangeAspect="1" noMove="1" noResize="1" noEditPoints="1" noAdjustHandles="1" noChangeArrowheads="1" noChangeShapeType="1" noTextEdit="1"/>
              </p:cNvSpPr>
              <p:nvPr/>
            </p:nvSpPr>
            <p:spPr>
              <a:xfrm>
                <a:off x="6912883" y="2251362"/>
                <a:ext cx="573767" cy="523220"/>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F3996BC8-C7BC-44FB-A601-C51743900090}"/>
                  </a:ext>
                </a:extLst>
              </p:cNvPr>
              <p:cNvSpPr txBox="1"/>
              <p:nvPr/>
            </p:nvSpPr>
            <p:spPr>
              <a:xfrm>
                <a:off x="1576712" y="2766713"/>
                <a:ext cx="9691363" cy="523220"/>
              </a:xfrm>
              <a:prstGeom prst="rect">
                <a:avLst/>
              </a:prstGeom>
              <a:noFill/>
            </p:spPr>
            <p:txBody>
              <a:bodyPr wrap="square">
                <a:spAutoFit/>
              </a:bodyPr>
              <a:lstStyle/>
              <a:p>
                <a:r>
                  <a:rPr lang="en-GB" sz="2800" dirty="0">
                    <a:solidFill>
                      <a:srgbClr val="002060"/>
                    </a:solidFill>
                    <a:latin typeface="+mj-lt"/>
                  </a:rPr>
                  <a:t>Let </a:t>
                </a:r>
                <a14:m>
                  <m:oMath xmlns:m="http://schemas.openxmlformats.org/officeDocument/2006/math">
                    <m:r>
                      <m:rPr>
                        <m:sty m:val="p"/>
                      </m:rPr>
                      <a:rPr lang="en-GB" sz="2800" i="0" dirty="0" smtClean="0">
                        <a:solidFill>
                          <a:srgbClr val="002060"/>
                        </a:solidFill>
                        <a:latin typeface="Cambria Math" panose="02040503050406030204" pitchFamily="18" charset="0"/>
                      </a:rPr>
                      <m:t>X</m:t>
                    </m:r>
                  </m:oMath>
                </a14:m>
                <a:r>
                  <a:rPr lang="en-GB" sz="2800" dirty="0">
                    <a:solidFill>
                      <a:srgbClr val="002060"/>
                    </a:solidFill>
                    <a:latin typeface="+mj-lt"/>
                  </a:rPr>
                  <a:t> represent the number of raw mangoes in a draw of </a:t>
                </a:r>
                <a14:m>
                  <m:oMath xmlns:m="http://schemas.openxmlformats.org/officeDocument/2006/math">
                    <m:r>
                      <a:rPr lang="en-GB" sz="2800" i="1" dirty="0" smtClean="0">
                        <a:solidFill>
                          <a:srgbClr val="002060"/>
                        </a:solidFill>
                        <a:latin typeface="Cambria Math" panose="02040503050406030204" pitchFamily="18" charset="0"/>
                      </a:rPr>
                      <m:t>2</m:t>
                    </m:r>
                  </m:oMath>
                </a14:m>
                <a:r>
                  <a:rPr lang="en-GB" sz="2800" dirty="0">
                    <a:solidFill>
                      <a:srgbClr val="002060"/>
                    </a:solidFill>
                    <a:latin typeface="+mj-lt"/>
                  </a:rPr>
                  <a:t> mangoes.</a:t>
                </a:r>
                <a:endParaRPr lang="en-IN" sz="2800" dirty="0">
                  <a:solidFill>
                    <a:srgbClr val="002060"/>
                  </a:solidFill>
                  <a:latin typeface="+mj-lt"/>
                </a:endParaRPr>
              </a:p>
            </p:txBody>
          </p:sp>
        </mc:Choice>
        <mc:Fallback xmlns="">
          <p:sp>
            <p:nvSpPr>
              <p:cNvPr id="50" name="TextBox 49">
                <a:extLst>
                  <a:ext uri="{FF2B5EF4-FFF2-40B4-BE49-F238E27FC236}">
                    <a16:creationId xmlns:a16="http://schemas.microsoft.com/office/drawing/2014/main" id="{F3996BC8-C7BC-44FB-A601-C51743900090}"/>
                  </a:ext>
                </a:extLst>
              </p:cNvPr>
              <p:cNvSpPr txBox="1">
                <a:spLocks noRot="1" noChangeAspect="1" noMove="1" noResize="1" noEditPoints="1" noAdjustHandles="1" noChangeArrowheads="1" noChangeShapeType="1" noTextEdit="1"/>
              </p:cNvSpPr>
              <p:nvPr/>
            </p:nvSpPr>
            <p:spPr>
              <a:xfrm>
                <a:off x="1576712" y="2766713"/>
                <a:ext cx="9691363" cy="523220"/>
              </a:xfrm>
              <a:prstGeom prst="rect">
                <a:avLst/>
              </a:prstGeom>
              <a:blipFill>
                <a:blip r:embed="rId28"/>
                <a:stretch>
                  <a:fillRect l="-1322" t="-11628" r="-37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0F2C9955-B13C-42A7-AA31-6618A5E966EB}"/>
                  </a:ext>
                </a:extLst>
              </p:cNvPr>
              <p:cNvSpPr txBox="1"/>
              <p:nvPr/>
            </p:nvSpPr>
            <p:spPr>
              <a:xfrm>
                <a:off x="1576712" y="3282064"/>
                <a:ext cx="4646288" cy="523220"/>
              </a:xfrm>
              <a:prstGeom prst="rect">
                <a:avLst/>
              </a:prstGeom>
              <a:noFill/>
            </p:spPr>
            <p:txBody>
              <a:bodyPr wrap="square">
                <a:spAutoFit/>
              </a:bodyPr>
              <a:lstStyle/>
              <a:p>
                <a:r>
                  <a:rPr lang="en-GB" sz="2800" dirty="0">
                    <a:solidFill>
                      <a:srgbClr val="002060"/>
                    </a:solidFill>
                    <a:latin typeface="+mj-lt"/>
                  </a:rPr>
                  <a:t>Possible values of </a:t>
                </a:r>
                <a14:m>
                  <m:oMath xmlns:m="http://schemas.openxmlformats.org/officeDocument/2006/math">
                    <m:r>
                      <m:rPr>
                        <m:sty m:val="p"/>
                      </m:rPr>
                      <a:rPr lang="en-GB" sz="2800" i="0" dirty="0" smtClean="0">
                        <a:solidFill>
                          <a:srgbClr val="002060"/>
                        </a:solidFill>
                        <a:latin typeface="Cambria Math" panose="02040503050406030204" pitchFamily="18" charset="0"/>
                      </a:rPr>
                      <m:t>X</m:t>
                    </m:r>
                  </m:oMath>
                </a14:m>
                <a:r>
                  <a:rPr lang="en-GB" sz="2800" dirty="0">
                    <a:solidFill>
                      <a:srgbClr val="002060"/>
                    </a:solidFill>
                    <a:latin typeface="+mj-lt"/>
                  </a:rPr>
                  <a:t> are </a:t>
                </a:r>
                <a14:m>
                  <m:oMath xmlns:m="http://schemas.openxmlformats.org/officeDocument/2006/math">
                    <m:r>
                      <a:rPr lang="en-GB" sz="2800" i="1" dirty="0" smtClean="0">
                        <a:solidFill>
                          <a:srgbClr val="002060"/>
                        </a:solidFill>
                        <a:latin typeface="Cambria Math" panose="02040503050406030204" pitchFamily="18" charset="0"/>
                      </a:rPr>
                      <m:t>0</m:t>
                    </m:r>
                    <m:r>
                      <a:rPr lang="en-IN" sz="2800" b="0" i="1" dirty="0" smtClean="0">
                        <a:solidFill>
                          <a:srgbClr val="002060"/>
                        </a:solidFill>
                        <a:latin typeface="Cambria Math" panose="02040503050406030204" pitchFamily="18" charset="0"/>
                      </a:rPr>
                      <m:t>, </m:t>
                    </m:r>
                    <m:r>
                      <a:rPr lang="en-GB" sz="2800" i="1" dirty="0" smtClean="0">
                        <a:solidFill>
                          <a:srgbClr val="002060"/>
                        </a:solidFill>
                        <a:latin typeface="Cambria Math" panose="02040503050406030204" pitchFamily="18" charset="0"/>
                      </a:rPr>
                      <m:t>1</m:t>
                    </m:r>
                    <m:r>
                      <a:rPr lang="en-IN" sz="2800" i="1" dirty="0">
                        <a:solidFill>
                          <a:srgbClr val="002060"/>
                        </a:solidFill>
                        <a:latin typeface="Cambria Math" panose="02040503050406030204" pitchFamily="18" charset="0"/>
                      </a:rPr>
                      <m:t>, </m:t>
                    </m:r>
                    <m:r>
                      <a:rPr lang="en-GB" sz="2800" i="1" dirty="0" smtClean="0">
                        <a:solidFill>
                          <a:srgbClr val="002060"/>
                        </a:solidFill>
                        <a:latin typeface="Cambria Math" panose="02040503050406030204" pitchFamily="18" charset="0"/>
                      </a:rPr>
                      <m:t>2</m:t>
                    </m:r>
                  </m:oMath>
                </a14:m>
                <a:r>
                  <a:rPr lang="en-GB" sz="2800" dirty="0">
                    <a:solidFill>
                      <a:srgbClr val="002060"/>
                    </a:solidFill>
                    <a:latin typeface="+mj-lt"/>
                  </a:rPr>
                  <a:t>.</a:t>
                </a:r>
                <a:endParaRPr lang="en-IN" sz="2800" dirty="0">
                  <a:solidFill>
                    <a:srgbClr val="002060"/>
                  </a:solidFill>
                  <a:latin typeface="+mj-lt"/>
                </a:endParaRPr>
              </a:p>
            </p:txBody>
          </p:sp>
        </mc:Choice>
        <mc:Fallback xmlns="">
          <p:sp>
            <p:nvSpPr>
              <p:cNvPr id="54" name="TextBox 53">
                <a:extLst>
                  <a:ext uri="{FF2B5EF4-FFF2-40B4-BE49-F238E27FC236}">
                    <a16:creationId xmlns:a16="http://schemas.microsoft.com/office/drawing/2014/main" id="{0F2C9955-B13C-42A7-AA31-6618A5E966EB}"/>
                  </a:ext>
                </a:extLst>
              </p:cNvPr>
              <p:cNvSpPr txBox="1">
                <a:spLocks noRot="1" noChangeAspect="1" noMove="1" noResize="1" noEditPoints="1" noAdjustHandles="1" noChangeArrowheads="1" noChangeShapeType="1" noTextEdit="1"/>
              </p:cNvSpPr>
              <p:nvPr/>
            </p:nvSpPr>
            <p:spPr>
              <a:xfrm>
                <a:off x="1576712" y="3282064"/>
                <a:ext cx="4646288" cy="523220"/>
              </a:xfrm>
              <a:prstGeom prst="rect">
                <a:avLst/>
              </a:prstGeom>
              <a:blipFill>
                <a:blip r:embed="rId29"/>
                <a:stretch>
                  <a:fillRect l="-2756" t="-10465" r="-1969" b="-32558"/>
                </a:stretch>
              </a:blipFill>
            </p:spPr>
            <p:txBody>
              <a:bodyPr/>
              <a:lstStyle/>
              <a:p>
                <a:r>
                  <a:rPr lang="en-IN">
                    <a:noFill/>
                  </a:rPr>
                  <a:t> </a:t>
                </a:r>
              </a:p>
            </p:txBody>
          </p:sp>
        </mc:Fallback>
      </mc:AlternateContent>
      <p:sp>
        <p:nvSpPr>
          <p:cNvPr id="55" name="TextBox 54">
            <a:extLst>
              <a:ext uri="{FF2B5EF4-FFF2-40B4-BE49-F238E27FC236}">
                <a16:creationId xmlns:a16="http://schemas.microsoft.com/office/drawing/2014/main" id="{999C635D-FA7F-4A24-9DA7-BA99BB3935D6}"/>
              </a:ext>
            </a:extLst>
          </p:cNvPr>
          <p:cNvSpPr txBox="1"/>
          <p:nvPr/>
        </p:nvSpPr>
        <p:spPr>
          <a:xfrm>
            <a:off x="1576712" y="3995025"/>
            <a:ext cx="658488" cy="523220"/>
          </a:xfrm>
          <a:prstGeom prst="rect">
            <a:avLst/>
          </a:prstGeom>
          <a:noFill/>
        </p:spPr>
        <p:txBody>
          <a:bodyPr wrap="square">
            <a:spAutoFit/>
          </a:bodyPr>
          <a:lstStyle/>
          <a:p>
            <a:r>
              <a:rPr lang="en-IN" sz="2800" dirty="0">
                <a:solidFill>
                  <a:srgbClr val="002060"/>
                </a:solidFill>
                <a:latin typeface="+mj-lt"/>
              </a:rPr>
              <a:t>For</a:t>
            </a: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5566B3FD-AC16-4EBD-9570-2ACAF64FD1A3}"/>
                  </a:ext>
                </a:extLst>
              </p:cNvPr>
              <p:cNvSpPr txBox="1"/>
              <p:nvPr/>
            </p:nvSpPr>
            <p:spPr>
              <a:xfrm>
                <a:off x="2144124" y="3995025"/>
                <a:ext cx="110308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=0</m:t>
                      </m:r>
                    </m:oMath>
                  </m:oMathPara>
                </a14:m>
                <a:endParaRPr lang="en-IN" sz="2800" dirty="0">
                  <a:solidFill>
                    <a:srgbClr val="002060"/>
                  </a:solidFill>
                  <a:latin typeface="+mj-lt"/>
                </a:endParaRPr>
              </a:p>
            </p:txBody>
          </p:sp>
        </mc:Choice>
        <mc:Fallback xmlns="">
          <p:sp>
            <p:nvSpPr>
              <p:cNvPr id="56" name="TextBox 55">
                <a:extLst>
                  <a:ext uri="{FF2B5EF4-FFF2-40B4-BE49-F238E27FC236}">
                    <a16:creationId xmlns:a16="http://schemas.microsoft.com/office/drawing/2014/main" id="{5566B3FD-AC16-4EBD-9570-2ACAF64FD1A3}"/>
                  </a:ext>
                </a:extLst>
              </p:cNvPr>
              <p:cNvSpPr txBox="1">
                <a:spLocks noRot="1" noChangeAspect="1" noMove="1" noResize="1" noEditPoints="1" noAdjustHandles="1" noChangeArrowheads="1" noChangeShapeType="1" noTextEdit="1"/>
              </p:cNvSpPr>
              <p:nvPr/>
            </p:nvSpPr>
            <p:spPr>
              <a:xfrm>
                <a:off x="2144124" y="3995025"/>
                <a:ext cx="1103086" cy="523220"/>
              </a:xfrm>
              <a:prstGeom prst="rect">
                <a:avLst/>
              </a:prstGeom>
              <a:blipFill>
                <a:blip r:embed="rId3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E0942FBF-33EA-46D7-8335-82CA703EF690}"/>
                  </a:ext>
                </a:extLst>
              </p:cNvPr>
              <p:cNvSpPr txBox="1"/>
              <p:nvPr/>
            </p:nvSpPr>
            <p:spPr>
              <a:xfrm>
                <a:off x="1594218" y="4834793"/>
                <a:ext cx="154722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=0</m:t>
                          </m:r>
                        </m:e>
                      </m:d>
                    </m:oMath>
                  </m:oMathPara>
                </a14:m>
                <a:endParaRPr lang="en-IN" sz="2800" dirty="0">
                  <a:solidFill>
                    <a:srgbClr val="002060"/>
                  </a:solidFill>
                  <a:latin typeface="+mj-lt"/>
                </a:endParaRPr>
              </a:p>
            </p:txBody>
          </p:sp>
        </mc:Choice>
        <mc:Fallback xmlns="">
          <p:sp>
            <p:nvSpPr>
              <p:cNvPr id="57" name="TextBox 56">
                <a:extLst>
                  <a:ext uri="{FF2B5EF4-FFF2-40B4-BE49-F238E27FC236}">
                    <a16:creationId xmlns:a16="http://schemas.microsoft.com/office/drawing/2014/main" id="{E0942FBF-33EA-46D7-8335-82CA703EF690}"/>
                  </a:ext>
                </a:extLst>
              </p:cNvPr>
              <p:cNvSpPr txBox="1">
                <a:spLocks noRot="1" noChangeAspect="1" noMove="1" noResize="1" noEditPoints="1" noAdjustHandles="1" noChangeArrowheads="1" noChangeShapeType="1" noTextEdit="1"/>
              </p:cNvSpPr>
              <p:nvPr/>
            </p:nvSpPr>
            <p:spPr>
              <a:xfrm>
                <a:off x="1594218" y="4834793"/>
                <a:ext cx="1547223" cy="523220"/>
              </a:xfrm>
              <a:prstGeom prst="rect">
                <a:avLst/>
              </a:prstGeom>
              <a:blipFill>
                <a:blip r:embed="rId3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B2BC9B17-0D16-4239-9A8E-9384EE4D6401}"/>
                  </a:ext>
                </a:extLst>
              </p:cNvPr>
              <p:cNvSpPr txBox="1"/>
              <p:nvPr/>
            </p:nvSpPr>
            <p:spPr>
              <a:xfrm>
                <a:off x="2991588" y="4582641"/>
                <a:ext cx="1409918" cy="102752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16</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e>
                          </m:sPre>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i="1">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20</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r>
                                <a:rPr lang="en-IN" sz="2800" i="1">
                                  <a:solidFill>
                                    <a:srgbClr val="002060"/>
                                  </a:solidFill>
                                  <a:latin typeface="Cambria Math" panose="02040503050406030204" pitchFamily="18" charset="0"/>
                                </a:rPr>
                                <m:t> </m:t>
                              </m:r>
                            </m:e>
                          </m:sPre>
                        </m:den>
                      </m:f>
                    </m:oMath>
                  </m:oMathPara>
                </a14:m>
                <a:endParaRPr lang="en-IN" sz="2800" dirty="0">
                  <a:solidFill>
                    <a:srgbClr val="002060"/>
                  </a:solidFill>
                  <a:latin typeface="+mj-lt"/>
                </a:endParaRPr>
              </a:p>
            </p:txBody>
          </p:sp>
        </mc:Choice>
        <mc:Fallback xmlns="">
          <p:sp>
            <p:nvSpPr>
              <p:cNvPr id="58" name="TextBox 57">
                <a:extLst>
                  <a:ext uri="{FF2B5EF4-FFF2-40B4-BE49-F238E27FC236}">
                    <a16:creationId xmlns:a16="http://schemas.microsoft.com/office/drawing/2014/main" id="{B2BC9B17-0D16-4239-9A8E-9384EE4D6401}"/>
                  </a:ext>
                </a:extLst>
              </p:cNvPr>
              <p:cNvSpPr txBox="1">
                <a:spLocks noRot="1" noChangeAspect="1" noMove="1" noResize="1" noEditPoints="1" noAdjustHandles="1" noChangeArrowheads="1" noChangeShapeType="1" noTextEdit="1"/>
              </p:cNvSpPr>
              <p:nvPr/>
            </p:nvSpPr>
            <p:spPr>
              <a:xfrm>
                <a:off x="2991588" y="4582641"/>
                <a:ext cx="1409918" cy="1027525"/>
              </a:xfrm>
              <a:prstGeom prst="rect">
                <a:avLst/>
              </a:prstGeom>
              <a:blipFill>
                <a:blip r:embed="rId3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FE6E43E1-84DB-4A8B-BB51-0D0C9AB8F4BA}"/>
                  </a:ext>
                </a:extLst>
              </p:cNvPr>
              <p:cNvSpPr txBox="1"/>
              <p:nvPr/>
            </p:nvSpPr>
            <p:spPr>
              <a:xfrm>
                <a:off x="3233625" y="3995025"/>
                <a:ext cx="2565252" cy="523220"/>
              </a:xfrm>
              <a:prstGeom prst="rect">
                <a:avLst/>
              </a:prstGeom>
              <a:noFill/>
            </p:spPr>
            <p:txBody>
              <a:bodyPr wrap="square">
                <a:spAutoFit/>
              </a:bodyPr>
              <a:lstStyle/>
              <a:p>
                <a:r>
                  <a:rPr lang="en-IN" sz="2800" dirty="0">
                    <a:solidFill>
                      <a:srgbClr val="002060"/>
                    </a:solidFill>
                    <a:latin typeface="+mj-lt"/>
                  </a:rPr>
                  <a:t>(</a:t>
                </a:r>
                <a14:m>
                  <m:oMath xmlns:m="http://schemas.openxmlformats.org/officeDocument/2006/math">
                    <m:r>
                      <a:rPr lang="en-IN" sz="2800" i="1" dirty="0" smtClean="0">
                        <a:solidFill>
                          <a:srgbClr val="002060"/>
                        </a:solidFill>
                        <a:latin typeface="Cambria Math" panose="02040503050406030204" pitchFamily="18" charset="0"/>
                      </a:rPr>
                      <m:t>0</m:t>
                    </m:r>
                  </m:oMath>
                </a14:m>
                <a:r>
                  <a:rPr lang="en-IN" sz="2800" dirty="0">
                    <a:solidFill>
                      <a:srgbClr val="002060"/>
                    </a:solidFill>
                    <a:latin typeface="+mj-lt"/>
                  </a:rPr>
                  <a:t> raw mangoes)</a:t>
                </a:r>
              </a:p>
            </p:txBody>
          </p:sp>
        </mc:Choice>
        <mc:Fallback xmlns="">
          <p:sp>
            <p:nvSpPr>
              <p:cNvPr id="59" name="TextBox 58">
                <a:extLst>
                  <a:ext uri="{FF2B5EF4-FFF2-40B4-BE49-F238E27FC236}">
                    <a16:creationId xmlns:a16="http://schemas.microsoft.com/office/drawing/2014/main" id="{FE6E43E1-84DB-4A8B-BB51-0D0C9AB8F4BA}"/>
                  </a:ext>
                </a:extLst>
              </p:cNvPr>
              <p:cNvSpPr txBox="1">
                <a:spLocks noRot="1" noChangeAspect="1" noMove="1" noResize="1" noEditPoints="1" noAdjustHandles="1" noChangeArrowheads="1" noChangeShapeType="1" noTextEdit="1"/>
              </p:cNvSpPr>
              <p:nvPr/>
            </p:nvSpPr>
            <p:spPr>
              <a:xfrm>
                <a:off x="3233625" y="3995025"/>
                <a:ext cx="2565252" cy="523220"/>
              </a:xfrm>
              <a:prstGeom prst="rect">
                <a:avLst/>
              </a:prstGeom>
              <a:blipFill>
                <a:blip r:embed="rId36"/>
                <a:stretch>
                  <a:fillRect l="-4751" t="-10465" r="-213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0AEC931F-7D01-4601-815E-0072FFF820DB}"/>
                  </a:ext>
                </a:extLst>
              </p:cNvPr>
              <p:cNvSpPr txBox="1"/>
              <p:nvPr/>
            </p:nvSpPr>
            <p:spPr>
              <a:xfrm>
                <a:off x="4388958" y="4646825"/>
                <a:ext cx="122806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2</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9 </m:t>
                          </m:r>
                        </m:den>
                      </m:f>
                    </m:oMath>
                  </m:oMathPara>
                </a14:m>
                <a:endParaRPr lang="en-IN" sz="2800" dirty="0">
                  <a:solidFill>
                    <a:srgbClr val="002060"/>
                  </a:solidFill>
                  <a:latin typeface="+mj-lt"/>
                </a:endParaRPr>
              </a:p>
            </p:txBody>
          </p:sp>
        </mc:Choice>
        <mc:Fallback xmlns="">
          <p:sp>
            <p:nvSpPr>
              <p:cNvPr id="60" name="TextBox 59">
                <a:extLst>
                  <a:ext uri="{FF2B5EF4-FFF2-40B4-BE49-F238E27FC236}">
                    <a16:creationId xmlns:a16="http://schemas.microsoft.com/office/drawing/2014/main" id="{0AEC931F-7D01-4601-815E-0072FFF820DB}"/>
                  </a:ext>
                </a:extLst>
              </p:cNvPr>
              <p:cNvSpPr txBox="1">
                <a:spLocks noRot="1" noChangeAspect="1" noMove="1" noResize="1" noEditPoints="1" noAdjustHandles="1" noChangeArrowheads="1" noChangeShapeType="1" noTextEdit="1"/>
              </p:cNvSpPr>
              <p:nvPr/>
            </p:nvSpPr>
            <p:spPr>
              <a:xfrm>
                <a:off x="4388958" y="4646825"/>
                <a:ext cx="1228069" cy="899157"/>
              </a:xfrm>
              <a:prstGeom prst="rect">
                <a:avLst/>
              </a:prstGeom>
              <a:blipFill>
                <a:blip r:embed="rId37"/>
                <a:stretch>
                  <a:fillRect/>
                </a:stretch>
              </a:blipFill>
            </p:spPr>
            <p:txBody>
              <a:bodyPr/>
              <a:lstStyle/>
              <a:p>
                <a:r>
                  <a:rPr lang="en-IN">
                    <a:noFill/>
                  </a:rPr>
                  <a:t> </a:t>
                </a:r>
              </a:p>
            </p:txBody>
          </p:sp>
        </mc:Fallback>
      </mc:AlternateContent>
      <p:cxnSp>
        <p:nvCxnSpPr>
          <p:cNvPr id="61" name="Straight Connector 60">
            <a:extLst>
              <a:ext uri="{FF2B5EF4-FFF2-40B4-BE49-F238E27FC236}">
                <a16:creationId xmlns:a16="http://schemas.microsoft.com/office/drawing/2014/main" id="{42374664-F837-4367-9CA3-C9B24720A9E2}"/>
              </a:ext>
            </a:extLst>
          </p:cNvPr>
          <p:cNvCxnSpPr>
            <a:cxnSpLocks/>
          </p:cNvCxnSpPr>
          <p:nvPr/>
        </p:nvCxnSpPr>
        <p:spPr>
          <a:xfrm>
            <a:off x="5982439" y="3958477"/>
            <a:ext cx="0" cy="175263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25C41280-5652-4F3F-B78A-D38B95324579}"/>
              </a:ext>
            </a:extLst>
          </p:cNvPr>
          <p:cNvSpPr txBox="1"/>
          <p:nvPr/>
        </p:nvSpPr>
        <p:spPr>
          <a:xfrm>
            <a:off x="6193065" y="3995025"/>
            <a:ext cx="658488" cy="523220"/>
          </a:xfrm>
          <a:prstGeom prst="rect">
            <a:avLst/>
          </a:prstGeom>
          <a:noFill/>
        </p:spPr>
        <p:txBody>
          <a:bodyPr wrap="square">
            <a:spAutoFit/>
          </a:bodyPr>
          <a:lstStyle/>
          <a:p>
            <a:r>
              <a:rPr lang="en-IN" sz="2800" dirty="0">
                <a:solidFill>
                  <a:srgbClr val="002060"/>
                </a:solidFill>
                <a:latin typeface="+mj-lt"/>
              </a:rPr>
              <a:t>For</a:t>
            </a:r>
          </a:p>
        </p:txBody>
      </p: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A1FFBFB3-9DB5-4C06-8134-79824CE8C194}"/>
                  </a:ext>
                </a:extLst>
              </p:cNvPr>
              <p:cNvSpPr txBox="1"/>
              <p:nvPr/>
            </p:nvSpPr>
            <p:spPr>
              <a:xfrm>
                <a:off x="6760477" y="3995025"/>
                <a:ext cx="110308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=1</m:t>
                      </m:r>
                    </m:oMath>
                  </m:oMathPara>
                </a14:m>
                <a:endParaRPr lang="en-IN" sz="2800" dirty="0">
                  <a:solidFill>
                    <a:srgbClr val="002060"/>
                  </a:solidFill>
                  <a:latin typeface="+mj-lt"/>
                </a:endParaRPr>
              </a:p>
            </p:txBody>
          </p:sp>
        </mc:Choice>
        <mc:Fallback xmlns="">
          <p:sp>
            <p:nvSpPr>
              <p:cNvPr id="63" name="TextBox 62">
                <a:extLst>
                  <a:ext uri="{FF2B5EF4-FFF2-40B4-BE49-F238E27FC236}">
                    <a16:creationId xmlns:a16="http://schemas.microsoft.com/office/drawing/2014/main" id="{A1FFBFB3-9DB5-4C06-8134-79824CE8C194}"/>
                  </a:ext>
                </a:extLst>
              </p:cNvPr>
              <p:cNvSpPr txBox="1">
                <a:spLocks noRot="1" noChangeAspect="1" noMove="1" noResize="1" noEditPoints="1" noAdjustHandles="1" noChangeArrowheads="1" noChangeShapeType="1" noTextEdit="1"/>
              </p:cNvSpPr>
              <p:nvPr/>
            </p:nvSpPr>
            <p:spPr>
              <a:xfrm>
                <a:off x="6760477" y="3995025"/>
                <a:ext cx="1103086" cy="523220"/>
              </a:xfrm>
              <a:prstGeom prst="rect">
                <a:avLst/>
              </a:prstGeom>
              <a:blipFill>
                <a:blip r:embed="rId3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FD51EDE1-81D3-4924-B1C6-8D3A8D66011C}"/>
                  </a:ext>
                </a:extLst>
              </p:cNvPr>
              <p:cNvSpPr txBox="1"/>
              <p:nvPr/>
            </p:nvSpPr>
            <p:spPr>
              <a:xfrm>
                <a:off x="6210571" y="4834793"/>
                <a:ext cx="154722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=1</m:t>
                          </m:r>
                        </m:e>
                      </m:d>
                    </m:oMath>
                  </m:oMathPara>
                </a14:m>
                <a:endParaRPr lang="en-IN" sz="2800" dirty="0">
                  <a:solidFill>
                    <a:srgbClr val="002060"/>
                  </a:solidFill>
                  <a:latin typeface="+mj-lt"/>
                </a:endParaRPr>
              </a:p>
            </p:txBody>
          </p:sp>
        </mc:Choice>
        <mc:Fallback xmlns="">
          <p:sp>
            <p:nvSpPr>
              <p:cNvPr id="64" name="TextBox 63">
                <a:extLst>
                  <a:ext uri="{FF2B5EF4-FFF2-40B4-BE49-F238E27FC236}">
                    <a16:creationId xmlns:a16="http://schemas.microsoft.com/office/drawing/2014/main" id="{FD51EDE1-81D3-4924-B1C6-8D3A8D66011C}"/>
                  </a:ext>
                </a:extLst>
              </p:cNvPr>
              <p:cNvSpPr txBox="1">
                <a:spLocks noRot="1" noChangeAspect="1" noMove="1" noResize="1" noEditPoints="1" noAdjustHandles="1" noChangeArrowheads="1" noChangeShapeType="1" noTextEdit="1"/>
              </p:cNvSpPr>
              <p:nvPr/>
            </p:nvSpPr>
            <p:spPr>
              <a:xfrm>
                <a:off x="6210571" y="4834793"/>
                <a:ext cx="1547223" cy="523220"/>
              </a:xfrm>
              <a:prstGeom prst="rect">
                <a:avLst/>
              </a:prstGeom>
              <a:blipFill>
                <a:blip r:embed="rId3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EAA956D2-B2F8-444E-8BA4-9406C2944A04}"/>
                  </a:ext>
                </a:extLst>
              </p:cNvPr>
              <p:cNvSpPr txBox="1"/>
              <p:nvPr/>
            </p:nvSpPr>
            <p:spPr>
              <a:xfrm>
                <a:off x="7607940" y="4582641"/>
                <a:ext cx="2807287" cy="102752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4</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b="0" i="0" smtClean="0">
                                      <a:solidFill>
                                        <a:srgbClr val="002060"/>
                                      </a:solidFill>
                                      <a:latin typeface="Cambria Math" panose="02040503050406030204" pitchFamily="18" charset="0"/>
                                    </a:rPr>
                                    <m:t>1</m:t>
                                  </m:r>
                                </m:sub>
                              </m:sSub>
                            </m:e>
                          </m:sPre>
                          <m:r>
                            <a:rPr lang="en-IN" sz="2800" i="1">
                              <a:solidFill>
                                <a:srgbClr val="002060"/>
                              </a:solidFill>
                              <a:latin typeface="Cambria Math" panose="02040503050406030204" pitchFamily="18" charset="0"/>
                            </a:rPr>
                            <m:t>×</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16</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b="0" i="0" smtClean="0">
                                      <a:solidFill>
                                        <a:srgbClr val="002060"/>
                                      </a:solidFill>
                                      <a:latin typeface="Cambria Math" panose="02040503050406030204" pitchFamily="18" charset="0"/>
                                    </a:rPr>
                                    <m:t>1</m:t>
                                  </m:r>
                                </m:sub>
                              </m:sSub>
                            </m:e>
                          </m:sPre>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i="1">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20</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r>
                                <a:rPr lang="en-IN" sz="2800" i="1">
                                  <a:solidFill>
                                    <a:srgbClr val="002060"/>
                                  </a:solidFill>
                                  <a:latin typeface="Cambria Math" panose="02040503050406030204" pitchFamily="18" charset="0"/>
                                </a:rPr>
                                <m:t> </m:t>
                              </m:r>
                            </m:e>
                          </m:sPre>
                        </m:den>
                      </m:f>
                    </m:oMath>
                  </m:oMathPara>
                </a14:m>
                <a:endParaRPr lang="en-IN" sz="2800" dirty="0">
                  <a:solidFill>
                    <a:srgbClr val="002060"/>
                  </a:solidFill>
                  <a:latin typeface="+mj-lt"/>
                </a:endParaRPr>
              </a:p>
            </p:txBody>
          </p:sp>
        </mc:Choice>
        <mc:Fallback xmlns="">
          <p:sp>
            <p:nvSpPr>
              <p:cNvPr id="65" name="TextBox 64">
                <a:extLst>
                  <a:ext uri="{FF2B5EF4-FFF2-40B4-BE49-F238E27FC236}">
                    <a16:creationId xmlns:a16="http://schemas.microsoft.com/office/drawing/2014/main" id="{EAA956D2-B2F8-444E-8BA4-9406C2944A04}"/>
                  </a:ext>
                </a:extLst>
              </p:cNvPr>
              <p:cNvSpPr txBox="1">
                <a:spLocks noRot="1" noChangeAspect="1" noMove="1" noResize="1" noEditPoints="1" noAdjustHandles="1" noChangeArrowheads="1" noChangeShapeType="1" noTextEdit="1"/>
              </p:cNvSpPr>
              <p:nvPr/>
            </p:nvSpPr>
            <p:spPr>
              <a:xfrm>
                <a:off x="7607940" y="4582641"/>
                <a:ext cx="2807287" cy="1027525"/>
              </a:xfrm>
              <a:prstGeom prst="rect">
                <a:avLst/>
              </a:prstGeom>
              <a:blipFill>
                <a:blip r:embed="rId4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088D6CC0-A5F4-42D8-B2C8-1A2DC163D706}"/>
                  </a:ext>
                </a:extLst>
              </p:cNvPr>
              <p:cNvSpPr txBox="1"/>
              <p:nvPr/>
            </p:nvSpPr>
            <p:spPr>
              <a:xfrm>
                <a:off x="7849978" y="3995025"/>
                <a:ext cx="2565252" cy="523220"/>
              </a:xfrm>
              <a:prstGeom prst="rect">
                <a:avLst/>
              </a:prstGeom>
              <a:noFill/>
            </p:spPr>
            <p:txBody>
              <a:bodyPr wrap="square">
                <a:spAutoFit/>
              </a:bodyPr>
              <a:lstStyle/>
              <a:p>
                <a:r>
                  <a:rPr lang="en-IN" sz="2800" dirty="0">
                    <a:solidFill>
                      <a:srgbClr val="002060"/>
                    </a:solidFill>
                    <a:latin typeface="+mj-lt"/>
                  </a:rPr>
                  <a:t>(</a:t>
                </a:r>
                <a14:m>
                  <m:oMath xmlns:m="http://schemas.openxmlformats.org/officeDocument/2006/math">
                    <m:r>
                      <a:rPr lang="en-IN" sz="2800" b="0" i="1" dirty="0" smtClean="0">
                        <a:solidFill>
                          <a:srgbClr val="002060"/>
                        </a:solidFill>
                        <a:latin typeface="Cambria Math" panose="02040503050406030204" pitchFamily="18" charset="0"/>
                      </a:rPr>
                      <m:t>1</m:t>
                    </m:r>
                  </m:oMath>
                </a14:m>
                <a:r>
                  <a:rPr lang="en-IN" sz="2800" dirty="0">
                    <a:solidFill>
                      <a:srgbClr val="002060"/>
                    </a:solidFill>
                    <a:latin typeface="+mj-lt"/>
                  </a:rPr>
                  <a:t> raw mangoes)</a:t>
                </a:r>
              </a:p>
            </p:txBody>
          </p:sp>
        </mc:Choice>
        <mc:Fallback xmlns="">
          <p:sp>
            <p:nvSpPr>
              <p:cNvPr id="66" name="TextBox 65">
                <a:extLst>
                  <a:ext uri="{FF2B5EF4-FFF2-40B4-BE49-F238E27FC236}">
                    <a16:creationId xmlns:a16="http://schemas.microsoft.com/office/drawing/2014/main" id="{088D6CC0-A5F4-42D8-B2C8-1A2DC163D706}"/>
                  </a:ext>
                </a:extLst>
              </p:cNvPr>
              <p:cNvSpPr txBox="1">
                <a:spLocks noRot="1" noChangeAspect="1" noMove="1" noResize="1" noEditPoints="1" noAdjustHandles="1" noChangeArrowheads="1" noChangeShapeType="1" noTextEdit="1"/>
              </p:cNvSpPr>
              <p:nvPr/>
            </p:nvSpPr>
            <p:spPr>
              <a:xfrm>
                <a:off x="7849978" y="3995025"/>
                <a:ext cx="2565252" cy="523220"/>
              </a:xfrm>
              <a:prstGeom prst="rect">
                <a:avLst/>
              </a:prstGeom>
              <a:blipFill>
                <a:blip r:embed="rId41"/>
                <a:stretch>
                  <a:fillRect l="-4988" t="-10465" r="-1900"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C7C48CC3-B74C-4CC5-8196-3455F37BA0CD}"/>
                  </a:ext>
                </a:extLst>
              </p:cNvPr>
              <p:cNvSpPr txBox="1"/>
              <p:nvPr/>
            </p:nvSpPr>
            <p:spPr>
              <a:xfrm>
                <a:off x="9862777" y="4646825"/>
                <a:ext cx="122806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3</m:t>
                          </m:r>
                          <m:r>
                            <a:rPr lang="en-IN" sz="2800" b="0" i="1" smtClean="0">
                              <a:solidFill>
                                <a:srgbClr val="002060"/>
                              </a:solidFill>
                              <a:latin typeface="Cambria Math" panose="02040503050406030204" pitchFamily="18" charset="0"/>
                            </a:rPr>
                            <m:t>2</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9</m:t>
                          </m:r>
                          <m:r>
                            <a:rPr lang="en-IN" sz="2800" b="0" i="1" smtClean="0">
                              <a:solidFill>
                                <a:srgbClr val="002060"/>
                              </a:solidFill>
                              <a:latin typeface="Cambria Math" panose="02040503050406030204" pitchFamily="18" charset="0"/>
                            </a:rPr>
                            <m:t>5 </m:t>
                          </m:r>
                        </m:den>
                      </m:f>
                    </m:oMath>
                  </m:oMathPara>
                </a14:m>
                <a:endParaRPr lang="en-IN" sz="2800" dirty="0">
                  <a:solidFill>
                    <a:srgbClr val="002060"/>
                  </a:solidFill>
                  <a:latin typeface="+mj-lt"/>
                </a:endParaRPr>
              </a:p>
            </p:txBody>
          </p:sp>
        </mc:Choice>
        <mc:Fallback xmlns="">
          <p:sp>
            <p:nvSpPr>
              <p:cNvPr id="67" name="TextBox 66">
                <a:extLst>
                  <a:ext uri="{FF2B5EF4-FFF2-40B4-BE49-F238E27FC236}">
                    <a16:creationId xmlns:a16="http://schemas.microsoft.com/office/drawing/2014/main" id="{C7C48CC3-B74C-4CC5-8196-3455F37BA0CD}"/>
                  </a:ext>
                </a:extLst>
              </p:cNvPr>
              <p:cNvSpPr txBox="1">
                <a:spLocks noRot="1" noChangeAspect="1" noMove="1" noResize="1" noEditPoints="1" noAdjustHandles="1" noChangeArrowheads="1" noChangeShapeType="1" noTextEdit="1"/>
              </p:cNvSpPr>
              <p:nvPr/>
            </p:nvSpPr>
            <p:spPr>
              <a:xfrm>
                <a:off x="9862777" y="4646825"/>
                <a:ext cx="1228069" cy="899157"/>
              </a:xfrm>
              <a:prstGeom prst="rect">
                <a:avLst/>
              </a:prstGeom>
              <a:blipFill>
                <a:blip r:embed="rId4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216059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61"/>
                                        </p:tgtEl>
                                        <p:attrNameLst>
                                          <p:attrName>style.visibility</p:attrName>
                                        </p:attrNameLst>
                                      </p:cBhvr>
                                      <p:to>
                                        <p:strVal val="visible"/>
                                      </p:to>
                                    </p:set>
                                    <p:animEffect transition="in" filter="wipe(up)">
                                      <p:cBhvr>
                                        <p:cTn id="67" dur="500"/>
                                        <p:tgtEl>
                                          <p:spTgt spid="61"/>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62"/>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63"/>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66"/>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64"/>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65"/>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6" grpId="0"/>
      <p:bldP spid="28" grpId="0"/>
      <p:bldP spid="38" grpId="0"/>
      <p:bldP spid="47" grpId="0"/>
      <p:bldP spid="48" grpId="0"/>
      <p:bldP spid="49" grpId="0"/>
      <p:bldP spid="50" grpId="0"/>
      <p:bldP spid="54" grpId="0"/>
      <p:bldP spid="55" grpId="0"/>
      <p:bldP spid="56" grpId="0"/>
      <p:bldP spid="57" grpId="0"/>
      <p:bldP spid="58" grpId="0"/>
      <p:bldP spid="59" grpId="0"/>
      <p:bldP spid="60" grpId="0"/>
      <p:bldP spid="62" grpId="0"/>
      <p:bldP spid="63" grpId="0"/>
      <p:bldP spid="64" grpId="0"/>
      <p:bldP spid="65" grpId="0"/>
      <p:bldP spid="66" grpId="0"/>
      <p:bldP spid="67" grpId="0"/>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6 ⇝ Example 4 (Continue)</a:t>
            </a:r>
            <a:endParaRPr lang="en-US" dirty="0"/>
          </a:p>
        </p:txBody>
      </p:sp>
      <p:sp>
        <p:nvSpPr>
          <p:cNvPr id="16" name="TextBox 15">
            <a:extLst>
              <a:ext uri="{FF2B5EF4-FFF2-40B4-BE49-F238E27FC236}">
                <a16:creationId xmlns:a16="http://schemas.microsoft.com/office/drawing/2014/main" id="{0576DB33-DF6D-47CB-85E8-136660B8533E}"/>
              </a:ext>
            </a:extLst>
          </p:cNvPr>
          <p:cNvSpPr txBox="1"/>
          <p:nvPr/>
        </p:nvSpPr>
        <p:spPr>
          <a:xfrm>
            <a:off x="1576712" y="860712"/>
            <a:ext cx="2480938" cy="523220"/>
          </a:xfrm>
          <a:prstGeom prst="rect">
            <a:avLst/>
          </a:prstGeom>
          <a:noFill/>
        </p:spPr>
        <p:txBody>
          <a:bodyPr wrap="square">
            <a:spAutoFit/>
          </a:bodyPr>
          <a:lstStyle/>
          <a:p>
            <a:r>
              <a:rPr lang="en-IN" sz="2800" dirty="0">
                <a:solidFill>
                  <a:srgbClr val="002060"/>
                </a:solidFill>
                <a:latin typeface="+mj-lt"/>
              </a:rPr>
              <a:t>Total Mangoes: </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79E407A-8D82-4EBA-9273-1966D733EE03}"/>
                  </a:ext>
                </a:extLst>
              </p:cNvPr>
              <p:cNvSpPr txBox="1"/>
              <p:nvPr/>
            </p:nvSpPr>
            <p:spPr>
              <a:xfrm>
                <a:off x="3913512" y="860712"/>
                <a:ext cx="975988" cy="523220"/>
              </a:xfrm>
              <a:prstGeom prst="rect">
                <a:avLst/>
              </a:prstGeom>
              <a:noFill/>
            </p:spPr>
            <p:txBody>
              <a:bodyPr wrap="square">
                <a:spAutoFit/>
              </a:bodyPr>
              <a:lstStyle/>
              <a:p>
                <a14:m>
                  <m:oMath xmlns:m="http://schemas.openxmlformats.org/officeDocument/2006/math">
                    <m:r>
                      <a:rPr lang="en-IN" sz="2800" i="1" dirty="0" smtClean="0">
                        <a:solidFill>
                          <a:srgbClr val="002060"/>
                        </a:solidFill>
                        <a:latin typeface="Cambria Math" panose="02040503050406030204" pitchFamily="18" charset="0"/>
                      </a:rPr>
                      <m:t>4</m:t>
                    </m:r>
                  </m:oMath>
                </a14:m>
                <a:r>
                  <a:rPr lang="en-IN" sz="2800" dirty="0">
                    <a:solidFill>
                      <a:srgbClr val="002060"/>
                    </a:solidFill>
                    <a:latin typeface="+mj-lt"/>
                  </a:rPr>
                  <a:t> raw</a:t>
                </a:r>
              </a:p>
            </p:txBody>
          </p:sp>
        </mc:Choice>
        <mc:Fallback xmlns="">
          <p:sp>
            <p:nvSpPr>
              <p:cNvPr id="28" name="TextBox 27">
                <a:extLst>
                  <a:ext uri="{FF2B5EF4-FFF2-40B4-BE49-F238E27FC236}">
                    <a16:creationId xmlns:a16="http://schemas.microsoft.com/office/drawing/2014/main" id="{779E407A-8D82-4EBA-9273-1966D733EE03}"/>
                  </a:ext>
                </a:extLst>
              </p:cNvPr>
              <p:cNvSpPr txBox="1">
                <a:spLocks noRot="1" noChangeAspect="1" noMove="1" noResize="1" noEditPoints="1" noAdjustHandles="1" noChangeArrowheads="1" noChangeShapeType="1" noTextEdit="1"/>
              </p:cNvSpPr>
              <p:nvPr/>
            </p:nvSpPr>
            <p:spPr>
              <a:xfrm>
                <a:off x="3913512" y="860712"/>
                <a:ext cx="975988" cy="523220"/>
              </a:xfrm>
              <a:prstGeom prst="rect">
                <a:avLst/>
              </a:prstGeom>
              <a:blipFill>
                <a:blip r:embed="rId3"/>
                <a:stretch>
                  <a:fillRect t="-10465" r="-1062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13DEE7A5-DEC1-4B54-A782-B2670DBE6D5A}"/>
                  </a:ext>
                </a:extLst>
              </p:cNvPr>
              <p:cNvSpPr txBox="1"/>
              <p:nvPr/>
            </p:nvSpPr>
            <p:spPr>
              <a:xfrm>
                <a:off x="4830394" y="860712"/>
                <a:ext cx="55092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38" name="TextBox 37">
                <a:extLst>
                  <a:ext uri="{FF2B5EF4-FFF2-40B4-BE49-F238E27FC236}">
                    <a16:creationId xmlns:a16="http://schemas.microsoft.com/office/drawing/2014/main" id="{13DEE7A5-DEC1-4B54-A782-B2670DBE6D5A}"/>
                  </a:ext>
                </a:extLst>
              </p:cNvPr>
              <p:cNvSpPr txBox="1">
                <a:spLocks noRot="1" noChangeAspect="1" noMove="1" noResize="1" noEditPoints="1" noAdjustHandles="1" noChangeArrowheads="1" noChangeShapeType="1" noTextEdit="1"/>
              </p:cNvSpPr>
              <p:nvPr/>
            </p:nvSpPr>
            <p:spPr>
              <a:xfrm>
                <a:off x="4830394" y="860712"/>
                <a:ext cx="550921"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A32E6170-D576-48A3-9B63-457FB98977B4}"/>
                  </a:ext>
                </a:extLst>
              </p:cNvPr>
              <p:cNvSpPr txBox="1"/>
              <p:nvPr/>
            </p:nvSpPr>
            <p:spPr>
              <a:xfrm>
                <a:off x="5322208" y="860712"/>
                <a:ext cx="1248397" cy="523220"/>
              </a:xfrm>
              <a:prstGeom prst="rect">
                <a:avLst/>
              </a:prstGeom>
              <a:noFill/>
            </p:spPr>
            <p:txBody>
              <a:bodyPr wrap="square">
                <a:spAutoFit/>
              </a:bodyPr>
              <a:lstStyle/>
              <a:p>
                <a14:m>
                  <m:oMath xmlns:m="http://schemas.openxmlformats.org/officeDocument/2006/math">
                    <m:r>
                      <a:rPr lang="en-IN" sz="2800" b="0" i="1" dirty="0" smtClean="0">
                        <a:solidFill>
                          <a:srgbClr val="002060"/>
                        </a:solidFill>
                        <a:latin typeface="Cambria Math" panose="02040503050406030204" pitchFamily="18" charset="0"/>
                      </a:rPr>
                      <m:t>16</m:t>
                    </m:r>
                  </m:oMath>
                </a14:m>
                <a:r>
                  <a:rPr lang="en-IN" sz="2800" dirty="0">
                    <a:solidFill>
                      <a:srgbClr val="002060"/>
                    </a:solidFill>
                    <a:latin typeface="+mj-lt"/>
                  </a:rPr>
                  <a:t> ripe</a:t>
                </a:r>
              </a:p>
            </p:txBody>
          </p:sp>
        </mc:Choice>
        <mc:Fallback xmlns="">
          <p:sp>
            <p:nvSpPr>
              <p:cNvPr id="47" name="TextBox 46">
                <a:extLst>
                  <a:ext uri="{FF2B5EF4-FFF2-40B4-BE49-F238E27FC236}">
                    <a16:creationId xmlns:a16="http://schemas.microsoft.com/office/drawing/2014/main" id="{A32E6170-D576-48A3-9B63-457FB98977B4}"/>
                  </a:ext>
                </a:extLst>
              </p:cNvPr>
              <p:cNvSpPr txBox="1">
                <a:spLocks noRot="1" noChangeAspect="1" noMove="1" noResize="1" noEditPoints="1" noAdjustHandles="1" noChangeArrowheads="1" noChangeShapeType="1" noTextEdit="1"/>
              </p:cNvSpPr>
              <p:nvPr/>
            </p:nvSpPr>
            <p:spPr>
              <a:xfrm>
                <a:off x="5322208" y="860712"/>
                <a:ext cx="1248397" cy="523220"/>
              </a:xfrm>
              <a:prstGeom prst="rect">
                <a:avLst/>
              </a:prstGeom>
              <a:blipFill>
                <a:blip r:embed="rId5"/>
                <a:stretch>
                  <a:fillRect t="-10465" r="-4390"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120DF272-5B91-4698-BE31-7BB5952407F7}"/>
                  </a:ext>
                </a:extLst>
              </p:cNvPr>
              <p:cNvSpPr txBox="1"/>
              <p:nvPr/>
            </p:nvSpPr>
            <p:spPr>
              <a:xfrm>
                <a:off x="6452392" y="860712"/>
                <a:ext cx="55092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48" name="TextBox 47">
                <a:extLst>
                  <a:ext uri="{FF2B5EF4-FFF2-40B4-BE49-F238E27FC236}">
                    <a16:creationId xmlns:a16="http://schemas.microsoft.com/office/drawing/2014/main" id="{120DF272-5B91-4698-BE31-7BB5952407F7}"/>
                  </a:ext>
                </a:extLst>
              </p:cNvPr>
              <p:cNvSpPr txBox="1">
                <a:spLocks noRot="1" noChangeAspect="1" noMove="1" noResize="1" noEditPoints="1" noAdjustHandles="1" noChangeArrowheads="1" noChangeShapeType="1" noTextEdit="1"/>
              </p:cNvSpPr>
              <p:nvPr/>
            </p:nvSpPr>
            <p:spPr>
              <a:xfrm>
                <a:off x="6452392" y="860712"/>
                <a:ext cx="550921"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76A82CFF-2904-4E70-BE83-E26BC53DA9EF}"/>
                  </a:ext>
                </a:extLst>
              </p:cNvPr>
              <p:cNvSpPr txBox="1"/>
              <p:nvPr/>
            </p:nvSpPr>
            <p:spPr>
              <a:xfrm>
                <a:off x="6912883" y="860712"/>
                <a:ext cx="5737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20</m:t>
                      </m:r>
                    </m:oMath>
                  </m:oMathPara>
                </a14:m>
                <a:endParaRPr lang="en-IN" sz="2800" dirty="0">
                  <a:solidFill>
                    <a:srgbClr val="002060"/>
                  </a:solidFill>
                  <a:latin typeface="+mj-lt"/>
                </a:endParaRPr>
              </a:p>
            </p:txBody>
          </p:sp>
        </mc:Choice>
        <mc:Fallback xmlns="">
          <p:sp>
            <p:nvSpPr>
              <p:cNvPr id="49" name="TextBox 48">
                <a:extLst>
                  <a:ext uri="{FF2B5EF4-FFF2-40B4-BE49-F238E27FC236}">
                    <a16:creationId xmlns:a16="http://schemas.microsoft.com/office/drawing/2014/main" id="{76A82CFF-2904-4E70-BE83-E26BC53DA9EF}"/>
                  </a:ext>
                </a:extLst>
              </p:cNvPr>
              <p:cNvSpPr txBox="1">
                <a:spLocks noRot="1" noChangeAspect="1" noMove="1" noResize="1" noEditPoints="1" noAdjustHandles="1" noChangeArrowheads="1" noChangeShapeType="1" noTextEdit="1"/>
              </p:cNvSpPr>
              <p:nvPr/>
            </p:nvSpPr>
            <p:spPr>
              <a:xfrm>
                <a:off x="6912883" y="860712"/>
                <a:ext cx="573767" cy="523220"/>
              </a:xfrm>
              <a:prstGeom prst="rect">
                <a:avLst/>
              </a:prstGeom>
              <a:blipFill>
                <a:blip r:embed="rId7"/>
                <a:stretch>
                  <a:fillRect/>
                </a:stretch>
              </a:blipFill>
            </p:spPr>
            <p:txBody>
              <a:bodyPr/>
              <a:lstStyle/>
              <a:p>
                <a:r>
                  <a:rPr lang="en-IN">
                    <a:noFill/>
                  </a:rPr>
                  <a:t> </a:t>
                </a:r>
              </a:p>
            </p:txBody>
          </p:sp>
        </mc:Fallback>
      </mc:AlternateContent>
      <p:sp>
        <p:nvSpPr>
          <p:cNvPr id="55" name="TextBox 54">
            <a:extLst>
              <a:ext uri="{FF2B5EF4-FFF2-40B4-BE49-F238E27FC236}">
                <a16:creationId xmlns:a16="http://schemas.microsoft.com/office/drawing/2014/main" id="{999C635D-FA7F-4A24-9DA7-BA99BB3935D6}"/>
              </a:ext>
            </a:extLst>
          </p:cNvPr>
          <p:cNvSpPr txBox="1"/>
          <p:nvPr/>
        </p:nvSpPr>
        <p:spPr>
          <a:xfrm>
            <a:off x="1576712" y="1653839"/>
            <a:ext cx="658488" cy="523220"/>
          </a:xfrm>
          <a:prstGeom prst="rect">
            <a:avLst/>
          </a:prstGeom>
          <a:noFill/>
        </p:spPr>
        <p:txBody>
          <a:bodyPr wrap="square">
            <a:spAutoFit/>
          </a:bodyPr>
          <a:lstStyle/>
          <a:p>
            <a:r>
              <a:rPr lang="en-IN" sz="2800" dirty="0">
                <a:solidFill>
                  <a:srgbClr val="002060"/>
                </a:solidFill>
                <a:latin typeface="+mj-lt"/>
              </a:rPr>
              <a:t>For</a:t>
            </a: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5566B3FD-AC16-4EBD-9570-2ACAF64FD1A3}"/>
                  </a:ext>
                </a:extLst>
              </p:cNvPr>
              <p:cNvSpPr txBox="1"/>
              <p:nvPr/>
            </p:nvSpPr>
            <p:spPr>
              <a:xfrm>
                <a:off x="2144124" y="1653839"/>
                <a:ext cx="110308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=2</m:t>
                      </m:r>
                    </m:oMath>
                  </m:oMathPara>
                </a14:m>
                <a:endParaRPr lang="en-IN" sz="2800" dirty="0">
                  <a:solidFill>
                    <a:srgbClr val="002060"/>
                  </a:solidFill>
                  <a:latin typeface="+mj-lt"/>
                </a:endParaRPr>
              </a:p>
            </p:txBody>
          </p:sp>
        </mc:Choice>
        <mc:Fallback xmlns="">
          <p:sp>
            <p:nvSpPr>
              <p:cNvPr id="56" name="TextBox 55">
                <a:extLst>
                  <a:ext uri="{FF2B5EF4-FFF2-40B4-BE49-F238E27FC236}">
                    <a16:creationId xmlns:a16="http://schemas.microsoft.com/office/drawing/2014/main" id="{5566B3FD-AC16-4EBD-9570-2ACAF64FD1A3}"/>
                  </a:ext>
                </a:extLst>
              </p:cNvPr>
              <p:cNvSpPr txBox="1">
                <a:spLocks noRot="1" noChangeAspect="1" noMove="1" noResize="1" noEditPoints="1" noAdjustHandles="1" noChangeArrowheads="1" noChangeShapeType="1" noTextEdit="1"/>
              </p:cNvSpPr>
              <p:nvPr/>
            </p:nvSpPr>
            <p:spPr>
              <a:xfrm>
                <a:off x="2144124" y="1653839"/>
                <a:ext cx="1103086"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E0942FBF-33EA-46D7-8335-82CA703EF690}"/>
                  </a:ext>
                </a:extLst>
              </p:cNvPr>
              <p:cNvSpPr txBox="1"/>
              <p:nvPr/>
            </p:nvSpPr>
            <p:spPr>
              <a:xfrm>
                <a:off x="1594218" y="2493607"/>
                <a:ext cx="154722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=2</m:t>
                          </m:r>
                        </m:e>
                      </m:d>
                    </m:oMath>
                  </m:oMathPara>
                </a14:m>
                <a:endParaRPr lang="en-IN" sz="2800" dirty="0">
                  <a:solidFill>
                    <a:srgbClr val="002060"/>
                  </a:solidFill>
                  <a:latin typeface="+mj-lt"/>
                </a:endParaRPr>
              </a:p>
            </p:txBody>
          </p:sp>
        </mc:Choice>
        <mc:Fallback xmlns="">
          <p:sp>
            <p:nvSpPr>
              <p:cNvPr id="57" name="TextBox 56">
                <a:extLst>
                  <a:ext uri="{FF2B5EF4-FFF2-40B4-BE49-F238E27FC236}">
                    <a16:creationId xmlns:a16="http://schemas.microsoft.com/office/drawing/2014/main" id="{E0942FBF-33EA-46D7-8335-82CA703EF690}"/>
                  </a:ext>
                </a:extLst>
              </p:cNvPr>
              <p:cNvSpPr txBox="1">
                <a:spLocks noRot="1" noChangeAspect="1" noMove="1" noResize="1" noEditPoints="1" noAdjustHandles="1" noChangeArrowheads="1" noChangeShapeType="1" noTextEdit="1"/>
              </p:cNvSpPr>
              <p:nvPr/>
            </p:nvSpPr>
            <p:spPr>
              <a:xfrm>
                <a:off x="1594218" y="2493607"/>
                <a:ext cx="1547223"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B2BC9B17-0D16-4239-9A8E-9384EE4D6401}"/>
                  </a:ext>
                </a:extLst>
              </p:cNvPr>
              <p:cNvSpPr txBox="1"/>
              <p:nvPr/>
            </p:nvSpPr>
            <p:spPr>
              <a:xfrm>
                <a:off x="2991588" y="2241455"/>
                <a:ext cx="1409918" cy="102752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4</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e>
                          </m:sPre>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i="1">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20</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r>
                                <a:rPr lang="en-IN" sz="2800" i="1">
                                  <a:solidFill>
                                    <a:srgbClr val="002060"/>
                                  </a:solidFill>
                                  <a:latin typeface="Cambria Math" panose="02040503050406030204" pitchFamily="18" charset="0"/>
                                </a:rPr>
                                <m:t> </m:t>
                              </m:r>
                            </m:e>
                          </m:sPre>
                        </m:den>
                      </m:f>
                    </m:oMath>
                  </m:oMathPara>
                </a14:m>
                <a:endParaRPr lang="en-IN" sz="2800" dirty="0">
                  <a:solidFill>
                    <a:srgbClr val="002060"/>
                  </a:solidFill>
                  <a:latin typeface="+mj-lt"/>
                </a:endParaRPr>
              </a:p>
            </p:txBody>
          </p:sp>
        </mc:Choice>
        <mc:Fallback xmlns="">
          <p:sp>
            <p:nvSpPr>
              <p:cNvPr id="58" name="TextBox 57">
                <a:extLst>
                  <a:ext uri="{FF2B5EF4-FFF2-40B4-BE49-F238E27FC236}">
                    <a16:creationId xmlns:a16="http://schemas.microsoft.com/office/drawing/2014/main" id="{B2BC9B17-0D16-4239-9A8E-9384EE4D6401}"/>
                  </a:ext>
                </a:extLst>
              </p:cNvPr>
              <p:cNvSpPr txBox="1">
                <a:spLocks noRot="1" noChangeAspect="1" noMove="1" noResize="1" noEditPoints="1" noAdjustHandles="1" noChangeArrowheads="1" noChangeShapeType="1" noTextEdit="1"/>
              </p:cNvSpPr>
              <p:nvPr/>
            </p:nvSpPr>
            <p:spPr>
              <a:xfrm>
                <a:off x="2991588" y="2241455"/>
                <a:ext cx="1409918" cy="1027525"/>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FE6E43E1-84DB-4A8B-BB51-0D0C9AB8F4BA}"/>
                  </a:ext>
                </a:extLst>
              </p:cNvPr>
              <p:cNvSpPr txBox="1"/>
              <p:nvPr/>
            </p:nvSpPr>
            <p:spPr>
              <a:xfrm>
                <a:off x="3233625" y="1653839"/>
                <a:ext cx="2565252" cy="523220"/>
              </a:xfrm>
              <a:prstGeom prst="rect">
                <a:avLst/>
              </a:prstGeom>
              <a:noFill/>
            </p:spPr>
            <p:txBody>
              <a:bodyPr wrap="square">
                <a:spAutoFit/>
              </a:bodyPr>
              <a:lstStyle/>
              <a:p>
                <a:r>
                  <a:rPr lang="en-IN" sz="2800" dirty="0">
                    <a:solidFill>
                      <a:srgbClr val="002060"/>
                    </a:solidFill>
                    <a:latin typeface="+mj-lt"/>
                  </a:rPr>
                  <a:t>(</a:t>
                </a:r>
                <a14:m>
                  <m:oMath xmlns:m="http://schemas.openxmlformats.org/officeDocument/2006/math">
                    <m:r>
                      <a:rPr lang="en-IN" sz="2800" b="0" i="1" dirty="0" smtClean="0">
                        <a:solidFill>
                          <a:srgbClr val="002060"/>
                        </a:solidFill>
                        <a:latin typeface="Cambria Math" panose="02040503050406030204" pitchFamily="18" charset="0"/>
                      </a:rPr>
                      <m:t>2</m:t>
                    </m:r>
                  </m:oMath>
                </a14:m>
                <a:r>
                  <a:rPr lang="en-IN" sz="2800" dirty="0">
                    <a:solidFill>
                      <a:srgbClr val="002060"/>
                    </a:solidFill>
                    <a:latin typeface="+mj-lt"/>
                  </a:rPr>
                  <a:t> raw mangoes)</a:t>
                </a:r>
              </a:p>
            </p:txBody>
          </p:sp>
        </mc:Choice>
        <mc:Fallback xmlns="">
          <p:sp>
            <p:nvSpPr>
              <p:cNvPr id="59" name="TextBox 58">
                <a:extLst>
                  <a:ext uri="{FF2B5EF4-FFF2-40B4-BE49-F238E27FC236}">
                    <a16:creationId xmlns:a16="http://schemas.microsoft.com/office/drawing/2014/main" id="{FE6E43E1-84DB-4A8B-BB51-0D0C9AB8F4BA}"/>
                  </a:ext>
                </a:extLst>
              </p:cNvPr>
              <p:cNvSpPr txBox="1">
                <a:spLocks noRot="1" noChangeAspect="1" noMove="1" noResize="1" noEditPoints="1" noAdjustHandles="1" noChangeArrowheads="1" noChangeShapeType="1" noTextEdit="1"/>
              </p:cNvSpPr>
              <p:nvPr/>
            </p:nvSpPr>
            <p:spPr>
              <a:xfrm>
                <a:off x="3233625" y="1653839"/>
                <a:ext cx="2565252" cy="523220"/>
              </a:xfrm>
              <a:prstGeom prst="rect">
                <a:avLst/>
              </a:prstGeom>
              <a:blipFill>
                <a:blip r:embed="rId11"/>
                <a:stretch>
                  <a:fillRect l="-4751" t="-10465" r="-213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0AEC931F-7D01-4601-815E-0072FFF820DB}"/>
                  </a:ext>
                </a:extLst>
              </p:cNvPr>
              <p:cNvSpPr txBox="1"/>
              <p:nvPr/>
            </p:nvSpPr>
            <p:spPr>
              <a:xfrm>
                <a:off x="4388958" y="2305639"/>
                <a:ext cx="122806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3</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9</m:t>
                          </m:r>
                          <m:r>
                            <a:rPr lang="en-IN" sz="2800" b="0" i="1" smtClean="0">
                              <a:solidFill>
                                <a:srgbClr val="002060"/>
                              </a:solidFill>
                              <a:latin typeface="Cambria Math" panose="02040503050406030204" pitchFamily="18" charset="0"/>
                            </a:rPr>
                            <m:t>5 </m:t>
                          </m:r>
                        </m:den>
                      </m:f>
                    </m:oMath>
                  </m:oMathPara>
                </a14:m>
                <a:endParaRPr lang="en-IN" sz="2800" dirty="0">
                  <a:solidFill>
                    <a:srgbClr val="002060"/>
                  </a:solidFill>
                  <a:latin typeface="+mj-lt"/>
                </a:endParaRPr>
              </a:p>
            </p:txBody>
          </p:sp>
        </mc:Choice>
        <mc:Fallback xmlns="">
          <p:sp>
            <p:nvSpPr>
              <p:cNvPr id="60" name="TextBox 59">
                <a:extLst>
                  <a:ext uri="{FF2B5EF4-FFF2-40B4-BE49-F238E27FC236}">
                    <a16:creationId xmlns:a16="http://schemas.microsoft.com/office/drawing/2014/main" id="{0AEC931F-7D01-4601-815E-0072FFF820DB}"/>
                  </a:ext>
                </a:extLst>
              </p:cNvPr>
              <p:cNvSpPr txBox="1">
                <a:spLocks noRot="1" noChangeAspect="1" noMove="1" noResize="1" noEditPoints="1" noAdjustHandles="1" noChangeArrowheads="1" noChangeShapeType="1" noTextEdit="1"/>
              </p:cNvSpPr>
              <p:nvPr/>
            </p:nvSpPr>
            <p:spPr>
              <a:xfrm>
                <a:off x="4388958" y="2305639"/>
                <a:ext cx="1228069" cy="899157"/>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B95F0A5-2315-4B61-8AE5-B322C93CA6DE}"/>
                  </a:ext>
                </a:extLst>
              </p:cNvPr>
              <p:cNvSpPr txBox="1"/>
              <p:nvPr/>
            </p:nvSpPr>
            <p:spPr>
              <a:xfrm>
                <a:off x="9350997" y="1051112"/>
                <a:ext cx="154722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=0</m:t>
                          </m:r>
                        </m:e>
                      </m:d>
                    </m:oMath>
                  </m:oMathPara>
                </a14:m>
                <a:endParaRPr lang="en-IN" sz="2800" dirty="0">
                  <a:solidFill>
                    <a:srgbClr val="002060"/>
                  </a:solidFill>
                  <a:latin typeface="+mj-lt"/>
                </a:endParaRPr>
              </a:p>
            </p:txBody>
          </p:sp>
        </mc:Choice>
        <mc:Fallback xmlns="">
          <p:sp>
            <p:nvSpPr>
              <p:cNvPr id="26" name="TextBox 25">
                <a:extLst>
                  <a:ext uri="{FF2B5EF4-FFF2-40B4-BE49-F238E27FC236}">
                    <a16:creationId xmlns:a16="http://schemas.microsoft.com/office/drawing/2014/main" id="{0B95F0A5-2315-4B61-8AE5-B322C93CA6DE}"/>
                  </a:ext>
                </a:extLst>
              </p:cNvPr>
              <p:cNvSpPr txBox="1">
                <a:spLocks noRot="1" noChangeAspect="1" noMove="1" noResize="1" noEditPoints="1" noAdjustHandles="1" noChangeArrowheads="1" noChangeShapeType="1" noTextEdit="1"/>
              </p:cNvSpPr>
              <p:nvPr/>
            </p:nvSpPr>
            <p:spPr>
              <a:xfrm>
                <a:off x="9350997" y="1051112"/>
                <a:ext cx="1547223"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6A54EC1-14D9-475A-8827-EDDC01D68763}"/>
                  </a:ext>
                </a:extLst>
              </p:cNvPr>
              <p:cNvSpPr txBox="1"/>
              <p:nvPr/>
            </p:nvSpPr>
            <p:spPr>
              <a:xfrm>
                <a:off x="10839291" y="863144"/>
                <a:ext cx="122806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2</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9 </m:t>
                          </m:r>
                        </m:den>
                      </m:f>
                    </m:oMath>
                  </m:oMathPara>
                </a14:m>
                <a:endParaRPr lang="en-IN" sz="2800" dirty="0">
                  <a:solidFill>
                    <a:srgbClr val="002060"/>
                  </a:solidFill>
                  <a:latin typeface="+mj-lt"/>
                </a:endParaRPr>
              </a:p>
            </p:txBody>
          </p:sp>
        </mc:Choice>
        <mc:Fallback xmlns="">
          <p:sp>
            <p:nvSpPr>
              <p:cNvPr id="27" name="TextBox 26">
                <a:extLst>
                  <a:ext uri="{FF2B5EF4-FFF2-40B4-BE49-F238E27FC236}">
                    <a16:creationId xmlns:a16="http://schemas.microsoft.com/office/drawing/2014/main" id="{A6A54EC1-14D9-475A-8827-EDDC01D68763}"/>
                  </a:ext>
                </a:extLst>
              </p:cNvPr>
              <p:cNvSpPr txBox="1">
                <a:spLocks noRot="1" noChangeAspect="1" noMove="1" noResize="1" noEditPoints="1" noAdjustHandles="1" noChangeArrowheads="1" noChangeShapeType="1" noTextEdit="1"/>
              </p:cNvSpPr>
              <p:nvPr/>
            </p:nvSpPr>
            <p:spPr>
              <a:xfrm>
                <a:off x="10839291" y="863144"/>
                <a:ext cx="1228069" cy="899157"/>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11079E3-D98A-4F23-A9B8-E1B6C17FD812}"/>
                  </a:ext>
                </a:extLst>
              </p:cNvPr>
              <p:cNvSpPr txBox="1"/>
              <p:nvPr/>
            </p:nvSpPr>
            <p:spPr>
              <a:xfrm>
                <a:off x="9368268" y="2365027"/>
                <a:ext cx="154722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=1</m:t>
                          </m:r>
                        </m:e>
                      </m:d>
                    </m:oMath>
                  </m:oMathPara>
                </a14:m>
                <a:endParaRPr lang="en-IN" sz="2800" dirty="0">
                  <a:solidFill>
                    <a:srgbClr val="002060"/>
                  </a:solidFill>
                  <a:latin typeface="+mj-lt"/>
                </a:endParaRPr>
              </a:p>
            </p:txBody>
          </p:sp>
        </mc:Choice>
        <mc:Fallback xmlns="">
          <p:sp>
            <p:nvSpPr>
              <p:cNvPr id="29" name="TextBox 28">
                <a:extLst>
                  <a:ext uri="{FF2B5EF4-FFF2-40B4-BE49-F238E27FC236}">
                    <a16:creationId xmlns:a16="http://schemas.microsoft.com/office/drawing/2014/main" id="{311079E3-D98A-4F23-A9B8-E1B6C17FD812}"/>
                  </a:ext>
                </a:extLst>
              </p:cNvPr>
              <p:cNvSpPr txBox="1">
                <a:spLocks noRot="1" noChangeAspect="1" noMove="1" noResize="1" noEditPoints="1" noAdjustHandles="1" noChangeArrowheads="1" noChangeShapeType="1" noTextEdit="1"/>
              </p:cNvSpPr>
              <p:nvPr/>
            </p:nvSpPr>
            <p:spPr>
              <a:xfrm>
                <a:off x="9368268" y="2365027"/>
                <a:ext cx="1547223"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11B19C5-54F6-4884-84EC-82923A9E4117}"/>
                  </a:ext>
                </a:extLst>
              </p:cNvPr>
              <p:cNvSpPr txBox="1"/>
              <p:nvPr/>
            </p:nvSpPr>
            <p:spPr>
              <a:xfrm>
                <a:off x="10839291" y="2177059"/>
                <a:ext cx="122806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3</m:t>
                          </m:r>
                          <m:r>
                            <a:rPr lang="en-IN" sz="2800" b="0" i="1" smtClean="0">
                              <a:solidFill>
                                <a:srgbClr val="002060"/>
                              </a:solidFill>
                              <a:latin typeface="Cambria Math" panose="02040503050406030204" pitchFamily="18" charset="0"/>
                            </a:rPr>
                            <m:t>2</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9</m:t>
                          </m:r>
                          <m:r>
                            <a:rPr lang="en-IN" sz="2800" b="0" i="1" smtClean="0">
                              <a:solidFill>
                                <a:srgbClr val="002060"/>
                              </a:solidFill>
                              <a:latin typeface="Cambria Math" panose="02040503050406030204" pitchFamily="18" charset="0"/>
                            </a:rPr>
                            <m:t>5 </m:t>
                          </m:r>
                        </m:den>
                      </m:f>
                    </m:oMath>
                  </m:oMathPara>
                </a14:m>
                <a:endParaRPr lang="en-IN" sz="2800" dirty="0">
                  <a:solidFill>
                    <a:srgbClr val="002060"/>
                  </a:solidFill>
                  <a:latin typeface="+mj-lt"/>
                </a:endParaRPr>
              </a:p>
            </p:txBody>
          </p:sp>
        </mc:Choice>
        <mc:Fallback xmlns="">
          <p:sp>
            <p:nvSpPr>
              <p:cNvPr id="30" name="TextBox 29">
                <a:extLst>
                  <a:ext uri="{FF2B5EF4-FFF2-40B4-BE49-F238E27FC236}">
                    <a16:creationId xmlns:a16="http://schemas.microsoft.com/office/drawing/2014/main" id="{511B19C5-54F6-4884-84EC-82923A9E4117}"/>
                  </a:ext>
                </a:extLst>
              </p:cNvPr>
              <p:cNvSpPr txBox="1">
                <a:spLocks noRot="1" noChangeAspect="1" noMove="1" noResize="1" noEditPoints="1" noAdjustHandles="1" noChangeArrowheads="1" noChangeShapeType="1" noTextEdit="1"/>
              </p:cNvSpPr>
              <p:nvPr/>
            </p:nvSpPr>
            <p:spPr>
              <a:xfrm>
                <a:off x="10839291" y="2177059"/>
                <a:ext cx="1228069" cy="899157"/>
              </a:xfrm>
              <a:prstGeom prst="rect">
                <a:avLst/>
              </a:prstGeom>
              <a:blipFill>
                <a:blip r:embed="rId16"/>
                <a:stretch>
                  <a:fillRect/>
                </a:stretch>
              </a:blipFill>
            </p:spPr>
            <p:txBody>
              <a:bodyPr/>
              <a:lstStyle/>
              <a:p>
                <a:r>
                  <a:rPr lang="en-IN">
                    <a:noFill/>
                  </a:rPr>
                  <a:t> </a:t>
                </a:r>
              </a:p>
            </p:txBody>
          </p:sp>
        </mc:Fallback>
      </mc:AlternateContent>
      <p:graphicFrame>
        <p:nvGraphicFramePr>
          <p:cNvPr id="31" name="Table 2">
            <a:extLst>
              <a:ext uri="{FF2B5EF4-FFF2-40B4-BE49-F238E27FC236}">
                <a16:creationId xmlns:a16="http://schemas.microsoft.com/office/drawing/2014/main" id="{C350D21C-E040-47F3-880D-8010A885E501}"/>
              </a:ext>
            </a:extLst>
          </p:cNvPr>
          <p:cNvGraphicFramePr>
            <a:graphicFrameLocks noGrp="1"/>
          </p:cNvGraphicFramePr>
          <p:nvPr/>
        </p:nvGraphicFramePr>
        <p:xfrm>
          <a:off x="1594218" y="4208376"/>
          <a:ext cx="6348572" cy="1649139"/>
        </p:xfrm>
        <a:graphic>
          <a:graphicData uri="http://schemas.openxmlformats.org/drawingml/2006/table">
            <a:tbl>
              <a:tblPr firstCol="1" bandRow="1">
                <a:tableStyleId>{93296810-A885-4BE3-A3E7-6D5BEEA58F35}</a:tableStyleId>
              </a:tblPr>
              <a:tblGrid>
                <a:gridCol w="2003030">
                  <a:extLst>
                    <a:ext uri="{9D8B030D-6E8A-4147-A177-3AD203B41FA5}">
                      <a16:colId xmlns:a16="http://schemas.microsoft.com/office/drawing/2014/main" val="2280401672"/>
                    </a:ext>
                  </a:extLst>
                </a:gridCol>
                <a:gridCol w="1448514">
                  <a:extLst>
                    <a:ext uri="{9D8B030D-6E8A-4147-A177-3AD203B41FA5}">
                      <a16:colId xmlns:a16="http://schemas.microsoft.com/office/drawing/2014/main" val="3689709473"/>
                    </a:ext>
                  </a:extLst>
                </a:gridCol>
                <a:gridCol w="1448514">
                  <a:extLst>
                    <a:ext uri="{9D8B030D-6E8A-4147-A177-3AD203B41FA5}">
                      <a16:colId xmlns:a16="http://schemas.microsoft.com/office/drawing/2014/main" val="1526058969"/>
                    </a:ext>
                  </a:extLst>
                </a:gridCol>
                <a:gridCol w="1448514">
                  <a:extLst>
                    <a:ext uri="{9D8B030D-6E8A-4147-A177-3AD203B41FA5}">
                      <a16:colId xmlns:a16="http://schemas.microsoft.com/office/drawing/2014/main" val="3685876560"/>
                    </a:ext>
                  </a:extLst>
                </a:gridCol>
              </a:tblGrid>
              <a:tr h="605139">
                <a:tc>
                  <a:txBody>
                    <a:bodyPr/>
                    <a:lstStyle/>
                    <a:p>
                      <a:endParaRPr lang="en-IN" dirty="0">
                        <a:solidFill>
                          <a:srgbClr val="002060"/>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IN" dirty="0">
                        <a:solidFill>
                          <a:srgbClr val="002060"/>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IN" dirty="0">
                        <a:solidFill>
                          <a:srgbClr val="002060"/>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IN" dirty="0">
                        <a:solidFill>
                          <a:srgbClr val="002060"/>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7204194"/>
                  </a:ext>
                </a:extLst>
              </a:tr>
              <a:tr h="1044000">
                <a:tc>
                  <a:txBody>
                    <a:bodyPr/>
                    <a:lstStyle/>
                    <a:p>
                      <a:endParaRPr lang="en-IN" dirty="0">
                        <a:solidFill>
                          <a:srgbClr val="002060"/>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IN" dirty="0">
                        <a:solidFill>
                          <a:srgbClr val="002060"/>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IN" dirty="0">
                        <a:solidFill>
                          <a:srgbClr val="002060"/>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IN" dirty="0">
                        <a:solidFill>
                          <a:srgbClr val="002060"/>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7604946"/>
                  </a:ext>
                </a:extLst>
              </a:tr>
            </a:tbl>
          </a:graphicData>
        </a:graphic>
      </p:graphicFrame>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48095A6-7C77-46DB-A9C8-4DAF31237897}"/>
                  </a:ext>
                </a:extLst>
              </p:cNvPr>
              <p:cNvSpPr txBox="1"/>
              <p:nvPr/>
            </p:nvSpPr>
            <p:spPr>
              <a:xfrm>
                <a:off x="1787098" y="4225980"/>
                <a:ext cx="1669345"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i="0" dirty="0" smtClean="0">
                          <a:solidFill>
                            <a:srgbClr val="002060"/>
                          </a:solidFill>
                          <a:latin typeface="Cambria Math" panose="02040503050406030204" pitchFamily="18" charset="0"/>
                        </a:rPr>
                        <m:t>𝐗</m:t>
                      </m:r>
                    </m:oMath>
                  </m:oMathPara>
                </a14:m>
                <a:endParaRPr lang="en-IN" b="1" dirty="0">
                  <a:solidFill>
                    <a:srgbClr val="002060"/>
                  </a:solidFill>
                </a:endParaRPr>
              </a:p>
            </p:txBody>
          </p:sp>
        </mc:Choice>
        <mc:Fallback xmlns="">
          <p:sp>
            <p:nvSpPr>
              <p:cNvPr id="32" name="TextBox 31">
                <a:extLst>
                  <a:ext uri="{FF2B5EF4-FFF2-40B4-BE49-F238E27FC236}">
                    <a16:creationId xmlns:a16="http://schemas.microsoft.com/office/drawing/2014/main" id="{248095A6-7C77-46DB-A9C8-4DAF31237897}"/>
                  </a:ext>
                </a:extLst>
              </p:cNvPr>
              <p:cNvSpPr txBox="1">
                <a:spLocks noRot="1" noChangeAspect="1" noMove="1" noResize="1" noEditPoints="1" noAdjustHandles="1" noChangeArrowheads="1" noChangeShapeType="1" noTextEdit="1"/>
              </p:cNvSpPr>
              <p:nvPr/>
            </p:nvSpPr>
            <p:spPr>
              <a:xfrm>
                <a:off x="1787098" y="4225980"/>
                <a:ext cx="1669345" cy="523220"/>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4718AE2-A85D-400A-BA60-033A51C62107}"/>
                  </a:ext>
                </a:extLst>
              </p:cNvPr>
              <p:cNvSpPr txBox="1"/>
              <p:nvPr/>
            </p:nvSpPr>
            <p:spPr>
              <a:xfrm>
                <a:off x="1787098" y="5052625"/>
                <a:ext cx="1669345"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dirty="0" smtClean="0">
                          <a:solidFill>
                            <a:srgbClr val="002060"/>
                          </a:solidFill>
                          <a:latin typeface="Cambria Math" panose="02040503050406030204" pitchFamily="18" charset="0"/>
                        </a:rPr>
                        <m:t>𝐏</m:t>
                      </m:r>
                      <m:d>
                        <m:dPr>
                          <m:ctrlPr>
                            <a:rPr lang="en-IN" sz="2800" b="1" i="1" dirty="0">
                              <a:solidFill>
                                <a:srgbClr val="002060"/>
                              </a:solidFill>
                              <a:latin typeface="Cambria Math" panose="02040503050406030204" pitchFamily="18" charset="0"/>
                            </a:rPr>
                          </m:ctrlPr>
                        </m:dPr>
                        <m:e>
                          <m:r>
                            <a:rPr lang="en-IN" sz="2800" b="1" dirty="0">
                              <a:solidFill>
                                <a:srgbClr val="002060"/>
                              </a:solidFill>
                              <a:latin typeface="Cambria Math" panose="02040503050406030204" pitchFamily="18" charset="0"/>
                            </a:rPr>
                            <m:t>𝐗</m:t>
                          </m:r>
                          <m:r>
                            <a:rPr lang="en-IN" sz="2800" b="1" dirty="0">
                              <a:solidFill>
                                <a:srgbClr val="002060"/>
                              </a:solidFill>
                              <a:latin typeface="Cambria Math" panose="02040503050406030204" pitchFamily="18" charset="0"/>
                            </a:rPr>
                            <m:t>=</m:t>
                          </m:r>
                          <m:r>
                            <a:rPr lang="en-IN" sz="2800" b="1" dirty="0">
                              <a:solidFill>
                                <a:srgbClr val="002060"/>
                              </a:solidFill>
                              <a:latin typeface="Cambria Math" panose="02040503050406030204" pitchFamily="18" charset="0"/>
                            </a:rPr>
                            <m:t>𝐱</m:t>
                          </m:r>
                        </m:e>
                      </m:d>
                    </m:oMath>
                  </m:oMathPara>
                </a14:m>
                <a:endParaRPr lang="en-IN" b="1" dirty="0">
                  <a:solidFill>
                    <a:srgbClr val="002060"/>
                  </a:solidFill>
                </a:endParaRPr>
              </a:p>
            </p:txBody>
          </p:sp>
        </mc:Choice>
        <mc:Fallback xmlns="">
          <p:sp>
            <p:nvSpPr>
              <p:cNvPr id="33" name="TextBox 32">
                <a:extLst>
                  <a:ext uri="{FF2B5EF4-FFF2-40B4-BE49-F238E27FC236}">
                    <a16:creationId xmlns:a16="http://schemas.microsoft.com/office/drawing/2014/main" id="{64718AE2-A85D-400A-BA60-033A51C62107}"/>
                  </a:ext>
                </a:extLst>
              </p:cNvPr>
              <p:cNvSpPr txBox="1">
                <a:spLocks noRot="1" noChangeAspect="1" noMove="1" noResize="1" noEditPoints="1" noAdjustHandles="1" noChangeArrowheads="1" noChangeShapeType="1" noTextEdit="1"/>
              </p:cNvSpPr>
              <p:nvPr/>
            </p:nvSpPr>
            <p:spPr>
              <a:xfrm>
                <a:off x="1787098" y="5052625"/>
                <a:ext cx="1669345" cy="523220"/>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A514FB8-0317-44B8-8774-DA8809A4E2BB}"/>
                  </a:ext>
                </a:extLst>
              </p:cNvPr>
              <p:cNvSpPr txBox="1"/>
              <p:nvPr/>
            </p:nvSpPr>
            <p:spPr>
              <a:xfrm>
                <a:off x="3999864" y="4225980"/>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0</m:t>
                      </m:r>
                    </m:oMath>
                  </m:oMathPara>
                </a14:m>
                <a:endParaRPr lang="en-IN" dirty="0">
                  <a:solidFill>
                    <a:srgbClr val="002060"/>
                  </a:solidFill>
                </a:endParaRPr>
              </a:p>
            </p:txBody>
          </p:sp>
        </mc:Choice>
        <mc:Fallback xmlns="">
          <p:sp>
            <p:nvSpPr>
              <p:cNvPr id="34" name="TextBox 33">
                <a:extLst>
                  <a:ext uri="{FF2B5EF4-FFF2-40B4-BE49-F238E27FC236}">
                    <a16:creationId xmlns:a16="http://schemas.microsoft.com/office/drawing/2014/main" id="{FA514FB8-0317-44B8-8774-DA8809A4E2BB}"/>
                  </a:ext>
                </a:extLst>
              </p:cNvPr>
              <p:cNvSpPr txBox="1">
                <a:spLocks noRot="1" noChangeAspect="1" noMove="1" noResize="1" noEditPoints="1" noAdjustHandles="1" noChangeArrowheads="1" noChangeShapeType="1" noTextEdit="1"/>
              </p:cNvSpPr>
              <p:nvPr/>
            </p:nvSpPr>
            <p:spPr>
              <a:xfrm>
                <a:off x="3999864" y="4225980"/>
                <a:ext cx="653612" cy="523220"/>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7D3F3D2-4260-4501-A3E4-881652482146}"/>
                  </a:ext>
                </a:extLst>
              </p:cNvPr>
              <p:cNvSpPr txBox="1"/>
              <p:nvPr/>
            </p:nvSpPr>
            <p:spPr>
              <a:xfrm>
                <a:off x="5449382" y="4225980"/>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1</m:t>
                      </m:r>
                    </m:oMath>
                  </m:oMathPara>
                </a14:m>
                <a:endParaRPr lang="en-IN" dirty="0">
                  <a:solidFill>
                    <a:srgbClr val="002060"/>
                  </a:solidFill>
                </a:endParaRPr>
              </a:p>
            </p:txBody>
          </p:sp>
        </mc:Choice>
        <mc:Fallback xmlns="">
          <p:sp>
            <p:nvSpPr>
              <p:cNvPr id="35" name="TextBox 34">
                <a:extLst>
                  <a:ext uri="{FF2B5EF4-FFF2-40B4-BE49-F238E27FC236}">
                    <a16:creationId xmlns:a16="http://schemas.microsoft.com/office/drawing/2014/main" id="{37D3F3D2-4260-4501-A3E4-881652482146}"/>
                  </a:ext>
                </a:extLst>
              </p:cNvPr>
              <p:cNvSpPr txBox="1">
                <a:spLocks noRot="1" noChangeAspect="1" noMove="1" noResize="1" noEditPoints="1" noAdjustHandles="1" noChangeArrowheads="1" noChangeShapeType="1" noTextEdit="1"/>
              </p:cNvSpPr>
              <p:nvPr/>
            </p:nvSpPr>
            <p:spPr>
              <a:xfrm>
                <a:off x="5449382" y="4225980"/>
                <a:ext cx="653612" cy="523220"/>
              </a:xfrm>
              <a:prstGeom prst="rect">
                <a:avLst/>
              </a:prstGeom>
              <a:blipFill>
                <a:blip r:embed="rId2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654EC449-6C3E-406A-8E18-22C541CE7D37}"/>
                  </a:ext>
                </a:extLst>
              </p:cNvPr>
              <p:cNvSpPr txBox="1"/>
              <p:nvPr/>
            </p:nvSpPr>
            <p:spPr>
              <a:xfrm>
                <a:off x="6898900" y="4225980"/>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2</m:t>
                      </m:r>
                    </m:oMath>
                  </m:oMathPara>
                </a14:m>
                <a:endParaRPr lang="en-IN" dirty="0">
                  <a:solidFill>
                    <a:srgbClr val="002060"/>
                  </a:solidFill>
                </a:endParaRPr>
              </a:p>
            </p:txBody>
          </p:sp>
        </mc:Choice>
        <mc:Fallback xmlns="">
          <p:sp>
            <p:nvSpPr>
              <p:cNvPr id="36" name="TextBox 35">
                <a:extLst>
                  <a:ext uri="{FF2B5EF4-FFF2-40B4-BE49-F238E27FC236}">
                    <a16:creationId xmlns:a16="http://schemas.microsoft.com/office/drawing/2014/main" id="{654EC449-6C3E-406A-8E18-22C541CE7D37}"/>
                  </a:ext>
                </a:extLst>
              </p:cNvPr>
              <p:cNvSpPr txBox="1">
                <a:spLocks noRot="1" noChangeAspect="1" noMove="1" noResize="1" noEditPoints="1" noAdjustHandles="1" noChangeArrowheads="1" noChangeShapeType="1" noTextEdit="1"/>
              </p:cNvSpPr>
              <p:nvPr/>
            </p:nvSpPr>
            <p:spPr>
              <a:xfrm>
                <a:off x="6898900" y="4225980"/>
                <a:ext cx="653612" cy="523220"/>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9069F115-46B5-4BE5-89C1-2A9595ED51BF}"/>
                  </a:ext>
                </a:extLst>
              </p:cNvPr>
              <p:cNvSpPr txBox="1"/>
              <p:nvPr/>
            </p:nvSpPr>
            <p:spPr>
              <a:xfrm>
                <a:off x="3653569" y="4863343"/>
                <a:ext cx="1335143" cy="901785"/>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i="1">
                              <a:solidFill>
                                <a:srgbClr val="002060"/>
                              </a:solidFill>
                              <a:latin typeface="Cambria Math" panose="02040503050406030204" pitchFamily="18" charset="0"/>
                            </a:rPr>
                            <m:t>12</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19 </m:t>
                          </m:r>
                        </m:den>
                      </m:f>
                    </m:oMath>
                  </m:oMathPara>
                </a14:m>
                <a:endParaRPr lang="en-IN" dirty="0">
                  <a:solidFill>
                    <a:srgbClr val="002060"/>
                  </a:solidFill>
                </a:endParaRPr>
              </a:p>
            </p:txBody>
          </p:sp>
        </mc:Choice>
        <mc:Fallback xmlns="">
          <p:sp>
            <p:nvSpPr>
              <p:cNvPr id="37" name="TextBox 36">
                <a:extLst>
                  <a:ext uri="{FF2B5EF4-FFF2-40B4-BE49-F238E27FC236}">
                    <a16:creationId xmlns:a16="http://schemas.microsoft.com/office/drawing/2014/main" id="{9069F115-46B5-4BE5-89C1-2A9595ED51BF}"/>
                  </a:ext>
                </a:extLst>
              </p:cNvPr>
              <p:cNvSpPr txBox="1">
                <a:spLocks noRot="1" noChangeAspect="1" noMove="1" noResize="1" noEditPoints="1" noAdjustHandles="1" noChangeArrowheads="1" noChangeShapeType="1" noTextEdit="1"/>
              </p:cNvSpPr>
              <p:nvPr/>
            </p:nvSpPr>
            <p:spPr>
              <a:xfrm>
                <a:off x="3653569" y="4863343"/>
                <a:ext cx="1335143" cy="901785"/>
              </a:xfrm>
              <a:prstGeom prst="rect">
                <a:avLst/>
              </a:prstGeom>
              <a:blipFill>
                <a:blip r:embed="rId3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6521DAA-3917-4D8C-BA1D-0D22982DD8B7}"/>
                  </a:ext>
                </a:extLst>
              </p:cNvPr>
              <p:cNvSpPr txBox="1"/>
              <p:nvPr/>
            </p:nvSpPr>
            <p:spPr>
              <a:xfrm>
                <a:off x="5104469" y="4863343"/>
                <a:ext cx="1335143" cy="901785"/>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i="1">
                              <a:solidFill>
                                <a:srgbClr val="002060"/>
                              </a:solidFill>
                              <a:latin typeface="Cambria Math" panose="02040503050406030204" pitchFamily="18" charset="0"/>
                            </a:rPr>
                            <m:t>32</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95 </m:t>
                          </m:r>
                        </m:den>
                      </m:f>
                    </m:oMath>
                  </m:oMathPara>
                </a14:m>
                <a:endParaRPr lang="en-IN" dirty="0">
                  <a:solidFill>
                    <a:srgbClr val="002060"/>
                  </a:solidFill>
                </a:endParaRPr>
              </a:p>
            </p:txBody>
          </p:sp>
        </mc:Choice>
        <mc:Fallback xmlns="">
          <p:sp>
            <p:nvSpPr>
              <p:cNvPr id="39" name="TextBox 38">
                <a:extLst>
                  <a:ext uri="{FF2B5EF4-FFF2-40B4-BE49-F238E27FC236}">
                    <a16:creationId xmlns:a16="http://schemas.microsoft.com/office/drawing/2014/main" id="{96521DAA-3917-4D8C-BA1D-0D22982DD8B7}"/>
                  </a:ext>
                </a:extLst>
              </p:cNvPr>
              <p:cNvSpPr txBox="1">
                <a:spLocks noRot="1" noChangeAspect="1" noMove="1" noResize="1" noEditPoints="1" noAdjustHandles="1" noChangeArrowheads="1" noChangeShapeType="1" noTextEdit="1"/>
              </p:cNvSpPr>
              <p:nvPr/>
            </p:nvSpPr>
            <p:spPr>
              <a:xfrm>
                <a:off x="5104469" y="4863343"/>
                <a:ext cx="1335143" cy="901785"/>
              </a:xfrm>
              <a:prstGeom prst="rect">
                <a:avLst/>
              </a:prstGeom>
              <a:blipFill>
                <a:blip r:embed="rId3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117C12B5-31AE-44CA-9C8E-57C0E7C4764E}"/>
                  </a:ext>
                </a:extLst>
              </p:cNvPr>
              <p:cNvSpPr txBox="1"/>
              <p:nvPr/>
            </p:nvSpPr>
            <p:spPr>
              <a:xfrm>
                <a:off x="6555369" y="4863343"/>
                <a:ext cx="1335143" cy="901785"/>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i="1">
                              <a:solidFill>
                                <a:srgbClr val="002060"/>
                              </a:solidFill>
                              <a:latin typeface="Cambria Math" panose="02040503050406030204" pitchFamily="18" charset="0"/>
                            </a:rPr>
                            <m:t>3</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95 </m:t>
                          </m:r>
                        </m:den>
                      </m:f>
                    </m:oMath>
                  </m:oMathPara>
                </a14:m>
                <a:endParaRPr lang="en-IN" dirty="0">
                  <a:solidFill>
                    <a:srgbClr val="002060"/>
                  </a:solidFill>
                </a:endParaRPr>
              </a:p>
            </p:txBody>
          </p:sp>
        </mc:Choice>
        <mc:Fallback xmlns="">
          <p:sp>
            <p:nvSpPr>
              <p:cNvPr id="40" name="TextBox 39">
                <a:extLst>
                  <a:ext uri="{FF2B5EF4-FFF2-40B4-BE49-F238E27FC236}">
                    <a16:creationId xmlns:a16="http://schemas.microsoft.com/office/drawing/2014/main" id="{117C12B5-31AE-44CA-9C8E-57C0E7C4764E}"/>
                  </a:ext>
                </a:extLst>
              </p:cNvPr>
              <p:cNvSpPr txBox="1">
                <a:spLocks noRot="1" noChangeAspect="1" noMove="1" noResize="1" noEditPoints="1" noAdjustHandles="1" noChangeArrowheads="1" noChangeShapeType="1" noTextEdit="1"/>
              </p:cNvSpPr>
              <p:nvPr/>
            </p:nvSpPr>
            <p:spPr>
              <a:xfrm>
                <a:off x="6555369" y="4863343"/>
                <a:ext cx="1335143" cy="901785"/>
              </a:xfrm>
              <a:prstGeom prst="rect">
                <a:avLst/>
              </a:prstGeom>
              <a:blipFill>
                <a:blip r:embed="rId3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8D2D4B55-3514-4F33-94BC-76FEE4506870}"/>
                  </a:ext>
                </a:extLst>
              </p:cNvPr>
              <p:cNvSpPr txBox="1"/>
              <p:nvPr/>
            </p:nvSpPr>
            <p:spPr>
              <a:xfrm>
                <a:off x="1571837" y="3354474"/>
                <a:ext cx="6621780" cy="523220"/>
              </a:xfrm>
              <a:prstGeom prst="rect">
                <a:avLst/>
              </a:prstGeom>
              <a:noFill/>
            </p:spPr>
            <p:txBody>
              <a:bodyPr wrap="square">
                <a:spAutoFit/>
              </a:bodyPr>
              <a:lstStyle/>
              <a:p>
                <a:pPr marR="0">
                  <a:spcBef>
                    <a:spcPts val="0"/>
                  </a:spcBef>
                </a:pPr>
                <a:r>
                  <a:rPr lang="en-GB" sz="2800" dirty="0">
                    <a:solidFill>
                      <a:srgbClr val="002060"/>
                    </a:solidFill>
                    <a:latin typeface="+mj-lt"/>
                    <a:ea typeface="Times New Roman" panose="02020603050405020304" pitchFamily="18" charset="0"/>
                    <a:cs typeface="Shruti" panose="020B0502040204020203" pitchFamily="34" charset="0"/>
                  </a:rPr>
                  <a:t>So, probability distribution of </a:t>
                </a:r>
                <a14:m>
                  <m:oMath xmlns:m="http://schemas.openxmlformats.org/officeDocument/2006/math">
                    <m:r>
                      <m:rPr>
                        <m:sty m:val="p"/>
                      </m:rPr>
                      <a:rPr lang="en-GB" sz="2800" i="0" dirty="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X</m:t>
                    </m:r>
                  </m:oMath>
                </a14:m>
                <a:r>
                  <a:rPr lang="en-GB" sz="2800" dirty="0">
                    <a:solidFill>
                      <a:srgbClr val="002060"/>
                    </a:solidFill>
                    <a:latin typeface="+mj-lt"/>
                    <a:ea typeface="Times New Roman" panose="02020603050405020304" pitchFamily="18" charset="0"/>
                    <a:cs typeface="Shruti" panose="020B0502040204020203" pitchFamily="34" charset="0"/>
                  </a:rPr>
                  <a:t> is as follow:</a:t>
                </a:r>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41" name="TextBox 40">
                <a:extLst>
                  <a:ext uri="{FF2B5EF4-FFF2-40B4-BE49-F238E27FC236}">
                    <a16:creationId xmlns:a16="http://schemas.microsoft.com/office/drawing/2014/main" id="{8D2D4B55-3514-4F33-94BC-76FEE4506870}"/>
                  </a:ext>
                </a:extLst>
              </p:cNvPr>
              <p:cNvSpPr txBox="1">
                <a:spLocks noRot="1" noChangeAspect="1" noMove="1" noResize="1" noEditPoints="1" noAdjustHandles="1" noChangeArrowheads="1" noChangeShapeType="1" noTextEdit="1"/>
              </p:cNvSpPr>
              <p:nvPr/>
            </p:nvSpPr>
            <p:spPr>
              <a:xfrm>
                <a:off x="1571837" y="3354474"/>
                <a:ext cx="6621780" cy="523220"/>
              </a:xfrm>
              <a:prstGeom prst="rect">
                <a:avLst/>
              </a:prstGeom>
              <a:blipFill>
                <a:blip r:embed="rId33"/>
                <a:stretch>
                  <a:fillRect l="-1934" t="-10465" b="-32558"/>
                </a:stretch>
              </a:blipFill>
            </p:spPr>
            <p:txBody>
              <a:bodyPr/>
              <a:lstStyle/>
              <a:p>
                <a:r>
                  <a:rPr lang="en-IN">
                    <a:noFill/>
                  </a:rPr>
                  <a:t> </a:t>
                </a:r>
              </a:p>
            </p:txBody>
          </p:sp>
        </mc:Fallback>
      </mc:AlternateContent>
    </p:spTree>
    <p:extLst>
      <p:ext uri="{BB962C8B-B14F-4D97-AF65-F5344CB8AC3E}">
        <p14:creationId xmlns:p14="http://schemas.microsoft.com/office/powerpoint/2010/main" val="19244443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31"/>
                                        </p:tgtEl>
                                        <p:attrNameLst>
                                          <p:attrName>style.visibility</p:attrName>
                                        </p:attrNameLst>
                                      </p:cBhvr>
                                      <p:to>
                                        <p:strVal val="visible"/>
                                      </p:to>
                                    </p:set>
                                    <p:anim calcmode="lin" valueType="num">
                                      <p:cBhvr>
                                        <p:cTn id="35" dur="500" fill="hold"/>
                                        <p:tgtEl>
                                          <p:spTgt spid="31"/>
                                        </p:tgtEl>
                                        <p:attrNameLst>
                                          <p:attrName>ppt_w</p:attrName>
                                        </p:attrNameLst>
                                      </p:cBhvr>
                                      <p:tavLst>
                                        <p:tav tm="0">
                                          <p:val>
                                            <p:fltVal val="0"/>
                                          </p:val>
                                        </p:tav>
                                        <p:tav tm="100000">
                                          <p:val>
                                            <p:strVal val="#ppt_w"/>
                                          </p:val>
                                        </p:tav>
                                      </p:tavLst>
                                    </p:anim>
                                    <p:anim calcmode="lin" valueType="num">
                                      <p:cBhvr>
                                        <p:cTn id="36" dur="500" fill="hold"/>
                                        <p:tgtEl>
                                          <p:spTgt spid="31"/>
                                        </p:tgtEl>
                                        <p:attrNameLst>
                                          <p:attrName>ppt_h</p:attrName>
                                        </p:attrNameLst>
                                      </p:cBhvr>
                                      <p:tavLst>
                                        <p:tav tm="0">
                                          <p:val>
                                            <p:fltVal val="0"/>
                                          </p:val>
                                        </p:tav>
                                        <p:tav tm="100000">
                                          <p:val>
                                            <p:strVal val="#ppt_h"/>
                                          </p:val>
                                        </p:tav>
                                      </p:tavLst>
                                    </p:anim>
                                    <p:animEffect transition="in" filter="fade">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4"/>
                                        </p:tgtEl>
                                        <p:attrNameLst>
                                          <p:attrName>style.visibility</p:attrName>
                                        </p:attrNameLst>
                                      </p:cBhvr>
                                      <p:to>
                                        <p:strVal val="visible"/>
                                      </p:to>
                                    </p:set>
                                  </p:childTnLst>
                                </p:cTn>
                              </p:par>
                            </p:childTnLst>
                          </p:cTn>
                        </p:par>
                        <p:par>
                          <p:cTn id="46" fill="hold">
                            <p:stCondLst>
                              <p:cond delay="0"/>
                            </p:stCondLst>
                            <p:childTnLst>
                              <p:par>
                                <p:cTn id="47" presetID="1" presetClass="entr" presetSubtype="0" fill="hold" grpId="0" nodeType="afterEffect">
                                  <p:stCondLst>
                                    <p:cond delay="0"/>
                                  </p:stCondLst>
                                  <p:childTnLst>
                                    <p:set>
                                      <p:cBhvr>
                                        <p:cTn id="48" dur="1" fill="hold">
                                          <p:stCondLst>
                                            <p:cond delay="499"/>
                                          </p:stCondLst>
                                        </p:cTn>
                                        <p:tgtEl>
                                          <p:spTgt spid="35"/>
                                        </p:tgtEl>
                                        <p:attrNameLst>
                                          <p:attrName>style.visibility</p:attrName>
                                        </p:attrNameLst>
                                      </p:cBhvr>
                                      <p:to>
                                        <p:strVal val="visible"/>
                                      </p:to>
                                    </p:set>
                                  </p:childTnLst>
                                </p:cTn>
                              </p:par>
                            </p:childTnLst>
                          </p:cTn>
                        </p:par>
                        <p:par>
                          <p:cTn id="49" fill="hold">
                            <p:stCondLst>
                              <p:cond delay="500"/>
                            </p:stCondLst>
                            <p:childTnLst>
                              <p:par>
                                <p:cTn id="50" presetID="1" presetClass="entr" presetSubtype="0" fill="hold" grpId="0" nodeType="afterEffect">
                                  <p:stCondLst>
                                    <p:cond delay="0"/>
                                  </p:stCondLst>
                                  <p:childTnLst>
                                    <p:set>
                                      <p:cBhvr>
                                        <p:cTn id="51" dur="1" fill="hold">
                                          <p:stCondLst>
                                            <p:cond delay="499"/>
                                          </p:stCondLst>
                                        </p:cTn>
                                        <p:tgtEl>
                                          <p:spTgt spid="36"/>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33"/>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37"/>
                                        </p:tgtEl>
                                        <p:attrNameLst>
                                          <p:attrName>style.visibility</p:attrName>
                                        </p:attrNameLst>
                                      </p:cBhvr>
                                      <p:to>
                                        <p:strVal val="visible"/>
                                      </p:to>
                                    </p:set>
                                  </p:childTnLst>
                                </p:cTn>
                              </p:par>
                            </p:childTnLst>
                          </p:cTn>
                        </p:par>
                        <p:par>
                          <p:cTn id="60" fill="hold">
                            <p:stCondLst>
                              <p:cond delay="0"/>
                            </p:stCondLst>
                            <p:childTnLst>
                              <p:par>
                                <p:cTn id="61" presetID="1" presetClass="entr" presetSubtype="0" fill="hold" grpId="0" nodeType="afterEffect">
                                  <p:stCondLst>
                                    <p:cond delay="0"/>
                                  </p:stCondLst>
                                  <p:childTnLst>
                                    <p:set>
                                      <p:cBhvr>
                                        <p:cTn id="62" dur="1" fill="hold">
                                          <p:stCondLst>
                                            <p:cond delay="249"/>
                                          </p:stCondLst>
                                        </p:cTn>
                                        <p:tgtEl>
                                          <p:spTgt spid="39"/>
                                        </p:tgtEl>
                                        <p:attrNameLst>
                                          <p:attrName>style.visibility</p:attrName>
                                        </p:attrNameLst>
                                      </p:cBhvr>
                                      <p:to>
                                        <p:strVal val="visible"/>
                                      </p:to>
                                    </p:set>
                                  </p:childTnLst>
                                </p:cTn>
                              </p:par>
                            </p:childTnLst>
                          </p:cTn>
                        </p:par>
                        <p:par>
                          <p:cTn id="63" fill="hold">
                            <p:stCondLst>
                              <p:cond delay="250"/>
                            </p:stCondLst>
                            <p:childTnLst>
                              <p:par>
                                <p:cTn id="64" presetID="1" presetClass="entr" presetSubtype="0" fill="hold" grpId="0" nodeType="afterEffect">
                                  <p:stCondLst>
                                    <p:cond delay="0"/>
                                  </p:stCondLst>
                                  <p:childTnLst>
                                    <p:set>
                                      <p:cBhvr>
                                        <p:cTn id="65" dur="1" fill="hold">
                                          <p:stCondLst>
                                            <p:cond delay="249"/>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6" grpId="0"/>
      <p:bldP spid="57" grpId="0"/>
      <p:bldP spid="58" grpId="0"/>
      <p:bldP spid="59" grpId="0"/>
      <p:bldP spid="60" grpId="0"/>
      <p:bldP spid="32" grpId="0"/>
      <p:bldP spid="33" grpId="0"/>
      <p:bldP spid="34" grpId="0"/>
      <p:bldP spid="35" grpId="0"/>
      <p:bldP spid="36" grpId="0"/>
      <p:bldP spid="37" grpId="0"/>
      <p:bldP spid="39" grpId="0"/>
      <p:bldP spid="40" grpId="0"/>
      <p:bldP spid="41" grpId="0"/>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8"/>
                <a:ext cx="11929645" cy="1663091"/>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0000"/>
                  </a:lnSpc>
                  <a:tabLst>
                    <a:tab pos="0" algn="l"/>
                    <a:tab pos="447675" algn="l"/>
                  </a:tabLst>
                </a:pPr>
                <a:r>
                  <a:rPr lang="en-GB" dirty="0">
                    <a:latin typeface="+mj-lt"/>
                    <a:ea typeface="Calibri" panose="020F0502020204030204" pitchFamily="34" charset="0"/>
                    <a:cs typeface="Shruti" panose="020B0502040204020203" pitchFamily="34" charset="0"/>
                  </a:rPr>
                  <a:t>There are </a:t>
                </a:r>
                <a14:m>
                  <m:oMath xmlns:m="http://schemas.openxmlformats.org/officeDocument/2006/math">
                    <m:r>
                      <a:rPr lang="en-GB" i="1" dirty="0" smtClean="0">
                        <a:latin typeface="Cambria Math" panose="02040503050406030204" pitchFamily="18" charset="0"/>
                        <a:ea typeface="Calibri" panose="020F0502020204030204" pitchFamily="34" charset="0"/>
                        <a:cs typeface="Shruti" panose="020B0502040204020203" pitchFamily="34" charset="0"/>
                      </a:rPr>
                      <m:t>3</m:t>
                    </m:r>
                  </m:oMath>
                </a14:m>
                <a:r>
                  <a:rPr lang="en-GB" dirty="0">
                    <a:latin typeface="+mj-lt"/>
                    <a:ea typeface="Calibri" panose="020F0502020204030204" pitchFamily="34" charset="0"/>
                    <a:cs typeface="Shruti" panose="020B0502040204020203" pitchFamily="34" charset="0"/>
                  </a:rPr>
                  <a:t> red and </a:t>
                </a:r>
                <a14:m>
                  <m:oMath xmlns:m="http://schemas.openxmlformats.org/officeDocument/2006/math">
                    <m:r>
                      <a:rPr lang="en-GB" i="1" dirty="0" smtClean="0">
                        <a:latin typeface="Cambria Math" panose="02040503050406030204" pitchFamily="18" charset="0"/>
                        <a:ea typeface="Calibri" panose="020F0502020204030204" pitchFamily="34" charset="0"/>
                        <a:cs typeface="Shruti" panose="020B0502040204020203" pitchFamily="34" charset="0"/>
                      </a:rPr>
                      <m:t>2</m:t>
                    </m:r>
                  </m:oMath>
                </a14:m>
                <a:r>
                  <a:rPr lang="en-GB" dirty="0">
                    <a:latin typeface="+mj-lt"/>
                    <a:ea typeface="Calibri" panose="020F0502020204030204" pitchFamily="34" charset="0"/>
                    <a:cs typeface="Shruti" panose="020B0502040204020203" pitchFamily="34" charset="0"/>
                  </a:rPr>
                  <a:t> white balls in a box and </a:t>
                </a:r>
                <a14:m>
                  <m:oMath xmlns:m="http://schemas.openxmlformats.org/officeDocument/2006/math">
                    <m:r>
                      <a:rPr lang="en-GB" i="1" dirty="0" smtClean="0">
                        <a:latin typeface="Cambria Math" panose="02040503050406030204" pitchFamily="18" charset="0"/>
                        <a:ea typeface="Calibri" panose="020F0502020204030204" pitchFamily="34" charset="0"/>
                        <a:cs typeface="Shruti" panose="020B0502040204020203" pitchFamily="34" charset="0"/>
                      </a:rPr>
                      <m:t>2</m:t>
                    </m:r>
                  </m:oMath>
                </a14:m>
                <a:r>
                  <a:rPr lang="en-GB" dirty="0">
                    <a:latin typeface="+mj-lt"/>
                    <a:ea typeface="Calibri" panose="020F0502020204030204" pitchFamily="34" charset="0"/>
                    <a:cs typeface="Shruti" panose="020B0502040204020203" pitchFamily="34" charset="0"/>
                  </a:rPr>
                  <a:t> balls are taken at random from it. A person gets Rs. </a:t>
                </a:r>
                <a14:m>
                  <m:oMath xmlns:m="http://schemas.openxmlformats.org/officeDocument/2006/math">
                    <m:r>
                      <a:rPr lang="en-GB" i="1" dirty="0" smtClean="0">
                        <a:latin typeface="Cambria Math" panose="02040503050406030204" pitchFamily="18" charset="0"/>
                        <a:ea typeface="Calibri" panose="020F0502020204030204" pitchFamily="34" charset="0"/>
                        <a:cs typeface="Shruti" panose="020B0502040204020203" pitchFamily="34" charset="0"/>
                      </a:rPr>
                      <m:t>20</m:t>
                    </m:r>
                  </m:oMath>
                </a14:m>
                <a:r>
                  <a:rPr lang="en-GB" dirty="0">
                    <a:latin typeface="+mj-lt"/>
                    <a:ea typeface="Calibri" panose="020F0502020204030204" pitchFamily="34" charset="0"/>
                    <a:cs typeface="Shruti" panose="020B0502040204020203" pitchFamily="34" charset="0"/>
                  </a:rPr>
                  <a:t> for each red ball and Rs. </a:t>
                </a:r>
                <a14:m>
                  <m:oMath xmlns:m="http://schemas.openxmlformats.org/officeDocument/2006/math">
                    <m:r>
                      <a:rPr lang="en-GB" i="1" dirty="0" smtClean="0">
                        <a:latin typeface="Cambria Math" panose="02040503050406030204" pitchFamily="18" charset="0"/>
                        <a:ea typeface="Calibri" panose="020F0502020204030204" pitchFamily="34" charset="0"/>
                        <a:cs typeface="Shruti" panose="020B0502040204020203" pitchFamily="34" charset="0"/>
                      </a:rPr>
                      <m:t>10</m:t>
                    </m:r>
                  </m:oMath>
                </a14:m>
                <a:r>
                  <a:rPr lang="en-GB" dirty="0">
                    <a:latin typeface="+mj-lt"/>
                    <a:ea typeface="Calibri" panose="020F0502020204030204" pitchFamily="34" charset="0"/>
                    <a:cs typeface="Shruti" panose="020B0502040204020203" pitchFamily="34" charset="0"/>
                  </a:rPr>
                  <a:t> for each white ball. Find his expected gain.</a:t>
                </a:r>
                <a:endParaRPr lang="en-IN" dirty="0">
                  <a:solidFill>
                    <a:schemeClr val="bg1"/>
                  </a:solidFill>
                  <a:effectLst/>
                  <a:latin typeface="+mj-lt"/>
                  <a:ea typeface="Calibri" panose="020F0502020204030204" pitchFamily="34" charset="0"/>
                  <a:cs typeface="Shruti" panose="020B0502040204020203" pitchFamily="34" charset="0"/>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8"/>
                <a:ext cx="11929645" cy="1663091"/>
              </a:xfrm>
              <a:prstGeom prst="rect">
                <a:avLst/>
              </a:prstGeom>
              <a:blipFill>
                <a:blip r:embed="rId2"/>
                <a:stretch>
                  <a:fillRect l="-1074" t="-733" r="-1074" b="-5861"/>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6 ⇝ Example 5</a:t>
            </a:r>
            <a:endParaRPr lang="en-US" dirty="0"/>
          </a:p>
        </p:txBody>
      </p:sp>
      <p:sp>
        <p:nvSpPr>
          <p:cNvPr id="4" name="Content Placeholder 2"/>
          <p:cNvSpPr txBox="1">
            <a:spLocks/>
          </p:cNvSpPr>
          <p:nvPr/>
        </p:nvSpPr>
        <p:spPr>
          <a:xfrm>
            <a:off x="114082" y="2687566"/>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21" name="TextBox 20">
            <a:extLst>
              <a:ext uri="{FF2B5EF4-FFF2-40B4-BE49-F238E27FC236}">
                <a16:creationId xmlns:a16="http://schemas.microsoft.com/office/drawing/2014/main" id="{39AB56B1-91F7-4EC3-A8DA-3E4826259CC3}"/>
              </a:ext>
            </a:extLst>
          </p:cNvPr>
          <p:cNvSpPr txBox="1"/>
          <p:nvPr/>
        </p:nvSpPr>
        <p:spPr>
          <a:xfrm>
            <a:off x="1576712" y="2687566"/>
            <a:ext cx="1853463" cy="523220"/>
          </a:xfrm>
          <a:prstGeom prst="rect">
            <a:avLst/>
          </a:prstGeom>
          <a:noFill/>
        </p:spPr>
        <p:txBody>
          <a:bodyPr wrap="square">
            <a:spAutoFit/>
          </a:bodyPr>
          <a:lstStyle/>
          <a:p>
            <a:r>
              <a:rPr lang="en-IN" sz="2800" dirty="0">
                <a:solidFill>
                  <a:srgbClr val="002060"/>
                </a:solidFill>
                <a:latin typeface="+mj-lt"/>
              </a:rPr>
              <a:t>Total balls: </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1C78593A-C600-46B7-B01F-94A7E33EAC11}"/>
                  </a:ext>
                </a:extLst>
              </p:cNvPr>
              <p:cNvSpPr txBox="1"/>
              <p:nvPr/>
            </p:nvSpPr>
            <p:spPr>
              <a:xfrm>
                <a:off x="3278415" y="2687566"/>
                <a:ext cx="975988" cy="523220"/>
              </a:xfrm>
              <a:prstGeom prst="rect">
                <a:avLst/>
              </a:prstGeom>
              <a:noFill/>
            </p:spPr>
            <p:txBody>
              <a:bodyPr wrap="square">
                <a:spAutoFit/>
              </a:bodyPr>
              <a:lstStyle/>
              <a:p>
                <a14:m>
                  <m:oMath xmlns:m="http://schemas.openxmlformats.org/officeDocument/2006/math">
                    <m:r>
                      <a:rPr lang="en-IN" sz="2800" b="0" i="1" dirty="0" smtClean="0">
                        <a:solidFill>
                          <a:srgbClr val="002060"/>
                        </a:solidFill>
                        <a:latin typeface="Cambria Math" panose="02040503050406030204" pitchFamily="18" charset="0"/>
                      </a:rPr>
                      <m:t>3</m:t>
                    </m:r>
                  </m:oMath>
                </a14:m>
                <a:r>
                  <a:rPr lang="en-IN" sz="2800" dirty="0">
                    <a:solidFill>
                      <a:srgbClr val="002060"/>
                    </a:solidFill>
                    <a:latin typeface="+mj-lt"/>
                  </a:rPr>
                  <a:t> red</a:t>
                </a:r>
              </a:p>
            </p:txBody>
          </p:sp>
        </mc:Choice>
        <mc:Fallback xmlns="">
          <p:sp>
            <p:nvSpPr>
              <p:cNvPr id="25" name="TextBox 24">
                <a:extLst>
                  <a:ext uri="{FF2B5EF4-FFF2-40B4-BE49-F238E27FC236}">
                    <a16:creationId xmlns:a16="http://schemas.microsoft.com/office/drawing/2014/main" id="{1C78593A-C600-46B7-B01F-94A7E33EAC11}"/>
                  </a:ext>
                </a:extLst>
              </p:cNvPr>
              <p:cNvSpPr txBox="1">
                <a:spLocks noRot="1" noChangeAspect="1" noMove="1" noResize="1" noEditPoints="1" noAdjustHandles="1" noChangeArrowheads="1" noChangeShapeType="1" noTextEdit="1"/>
              </p:cNvSpPr>
              <p:nvPr/>
            </p:nvSpPr>
            <p:spPr>
              <a:xfrm>
                <a:off x="3278415" y="2687566"/>
                <a:ext cx="975988" cy="523220"/>
              </a:xfrm>
              <a:prstGeom prst="rect">
                <a:avLst/>
              </a:prstGeom>
              <a:blipFill>
                <a:blip r:embed="rId3"/>
                <a:stretch>
                  <a:fillRect t="-11628" r="-437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54EF61E-5A54-4832-ADD3-7C0776259514}"/>
                  </a:ext>
                </a:extLst>
              </p:cNvPr>
              <p:cNvSpPr txBox="1"/>
              <p:nvPr/>
            </p:nvSpPr>
            <p:spPr>
              <a:xfrm>
                <a:off x="4195297" y="2687566"/>
                <a:ext cx="55092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26" name="TextBox 25">
                <a:extLst>
                  <a:ext uri="{FF2B5EF4-FFF2-40B4-BE49-F238E27FC236}">
                    <a16:creationId xmlns:a16="http://schemas.microsoft.com/office/drawing/2014/main" id="{A54EF61E-5A54-4832-ADD3-7C0776259514}"/>
                  </a:ext>
                </a:extLst>
              </p:cNvPr>
              <p:cNvSpPr txBox="1">
                <a:spLocks noRot="1" noChangeAspect="1" noMove="1" noResize="1" noEditPoints="1" noAdjustHandles="1" noChangeArrowheads="1" noChangeShapeType="1" noTextEdit="1"/>
              </p:cNvSpPr>
              <p:nvPr/>
            </p:nvSpPr>
            <p:spPr>
              <a:xfrm>
                <a:off x="4195297" y="2687566"/>
                <a:ext cx="550921"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695FA8B8-230B-4474-85A0-475A8C70C327}"/>
                  </a:ext>
                </a:extLst>
              </p:cNvPr>
              <p:cNvSpPr txBox="1"/>
              <p:nvPr/>
            </p:nvSpPr>
            <p:spPr>
              <a:xfrm>
                <a:off x="4687111" y="2687566"/>
                <a:ext cx="1248397" cy="523220"/>
              </a:xfrm>
              <a:prstGeom prst="rect">
                <a:avLst/>
              </a:prstGeom>
              <a:noFill/>
            </p:spPr>
            <p:txBody>
              <a:bodyPr wrap="square">
                <a:spAutoFit/>
              </a:bodyPr>
              <a:lstStyle/>
              <a:p>
                <a14:m>
                  <m:oMath xmlns:m="http://schemas.openxmlformats.org/officeDocument/2006/math">
                    <m:r>
                      <a:rPr lang="en-IN" sz="2800" b="0" i="1" dirty="0" smtClean="0">
                        <a:solidFill>
                          <a:srgbClr val="002060"/>
                        </a:solidFill>
                        <a:latin typeface="Cambria Math" panose="02040503050406030204" pitchFamily="18" charset="0"/>
                      </a:rPr>
                      <m:t>2</m:t>
                    </m:r>
                  </m:oMath>
                </a14:m>
                <a:r>
                  <a:rPr lang="en-IN" sz="2800" dirty="0">
                    <a:solidFill>
                      <a:srgbClr val="002060"/>
                    </a:solidFill>
                    <a:latin typeface="+mj-lt"/>
                  </a:rPr>
                  <a:t> white</a:t>
                </a:r>
              </a:p>
            </p:txBody>
          </p:sp>
        </mc:Choice>
        <mc:Fallback xmlns="">
          <p:sp>
            <p:nvSpPr>
              <p:cNvPr id="27" name="TextBox 26">
                <a:extLst>
                  <a:ext uri="{FF2B5EF4-FFF2-40B4-BE49-F238E27FC236}">
                    <a16:creationId xmlns:a16="http://schemas.microsoft.com/office/drawing/2014/main" id="{695FA8B8-230B-4474-85A0-475A8C70C327}"/>
                  </a:ext>
                </a:extLst>
              </p:cNvPr>
              <p:cNvSpPr txBox="1">
                <a:spLocks noRot="1" noChangeAspect="1" noMove="1" noResize="1" noEditPoints="1" noAdjustHandles="1" noChangeArrowheads="1" noChangeShapeType="1" noTextEdit="1"/>
              </p:cNvSpPr>
              <p:nvPr/>
            </p:nvSpPr>
            <p:spPr>
              <a:xfrm>
                <a:off x="4687111" y="2687566"/>
                <a:ext cx="1248397" cy="523220"/>
              </a:xfrm>
              <a:prstGeom prst="rect">
                <a:avLst/>
              </a:prstGeom>
              <a:blipFill>
                <a:blip r:embed="rId5"/>
                <a:stretch>
                  <a:fillRect t="-11628" r="-5854"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67F9813-FD35-4991-93B0-E4571962C0C9}"/>
                  </a:ext>
                </a:extLst>
              </p:cNvPr>
              <p:cNvSpPr txBox="1"/>
              <p:nvPr/>
            </p:nvSpPr>
            <p:spPr>
              <a:xfrm>
                <a:off x="5817295" y="2687566"/>
                <a:ext cx="55092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29" name="TextBox 28">
                <a:extLst>
                  <a:ext uri="{FF2B5EF4-FFF2-40B4-BE49-F238E27FC236}">
                    <a16:creationId xmlns:a16="http://schemas.microsoft.com/office/drawing/2014/main" id="{067F9813-FD35-4991-93B0-E4571962C0C9}"/>
                  </a:ext>
                </a:extLst>
              </p:cNvPr>
              <p:cNvSpPr txBox="1">
                <a:spLocks noRot="1" noChangeAspect="1" noMove="1" noResize="1" noEditPoints="1" noAdjustHandles="1" noChangeArrowheads="1" noChangeShapeType="1" noTextEdit="1"/>
              </p:cNvSpPr>
              <p:nvPr/>
            </p:nvSpPr>
            <p:spPr>
              <a:xfrm>
                <a:off x="5817295" y="2687566"/>
                <a:ext cx="550921"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1292D230-C684-4FAF-A94C-63E33CFB5B4C}"/>
                  </a:ext>
                </a:extLst>
              </p:cNvPr>
              <p:cNvSpPr txBox="1"/>
              <p:nvPr/>
            </p:nvSpPr>
            <p:spPr>
              <a:xfrm>
                <a:off x="6277786" y="2687566"/>
                <a:ext cx="5737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5</m:t>
                      </m:r>
                    </m:oMath>
                  </m:oMathPara>
                </a14:m>
                <a:endParaRPr lang="en-IN" sz="2800" dirty="0">
                  <a:solidFill>
                    <a:srgbClr val="002060"/>
                  </a:solidFill>
                  <a:latin typeface="+mj-lt"/>
                </a:endParaRPr>
              </a:p>
            </p:txBody>
          </p:sp>
        </mc:Choice>
        <mc:Fallback xmlns="">
          <p:sp>
            <p:nvSpPr>
              <p:cNvPr id="30" name="TextBox 29">
                <a:extLst>
                  <a:ext uri="{FF2B5EF4-FFF2-40B4-BE49-F238E27FC236}">
                    <a16:creationId xmlns:a16="http://schemas.microsoft.com/office/drawing/2014/main" id="{1292D230-C684-4FAF-A94C-63E33CFB5B4C}"/>
                  </a:ext>
                </a:extLst>
              </p:cNvPr>
              <p:cNvSpPr txBox="1">
                <a:spLocks noRot="1" noChangeAspect="1" noMove="1" noResize="1" noEditPoints="1" noAdjustHandles="1" noChangeArrowheads="1" noChangeShapeType="1" noTextEdit="1"/>
              </p:cNvSpPr>
              <p:nvPr/>
            </p:nvSpPr>
            <p:spPr>
              <a:xfrm>
                <a:off x="6277786" y="2687566"/>
                <a:ext cx="573767"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2D8613D-C637-4F2A-B162-E4E436BA9120}"/>
                  </a:ext>
                </a:extLst>
              </p:cNvPr>
              <p:cNvSpPr txBox="1"/>
              <p:nvPr/>
            </p:nvSpPr>
            <p:spPr>
              <a:xfrm>
                <a:off x="1576712" y="4570855"/>
                <a:ext cx="6415821" cy="523220"/>
              </a:xfrm>
              <a:prstGeom prst="rect">
                <a:avLst/>
              </a:prstGeom>
              <a:noFill/>
            </p:spPr>
            <p:txBody>
              <a:bodyPr wrap="square">
                <a:spAutoFit/>
              </a:bodyPr>
              <a:lstStyle/>
              <a:p>
                <a:r>
                  <a:rPr lang="en-GB" sz="2800" dirty="0">
                    <a:solidFill>
                      <a:srgbClr val="002060"/>
                    </a:solidFill>
                    <a:latin typeface="+mj-lt"/>
                  </a:rPr>
                  <a:t>Let </a:t>
                </a:r>
                <a14:m>
                  <m:oMath xmlns:m="http://schemas.openxmlformats.org/officeDocument/2006/math">
                    <m:r>
                      <m:rPr>
                        <m:sty m:val="p"/>
                      </m:rPr>
                      <a:rPr lang="en-GB" sz="2800" i="0" dirty="0" smtClean="0">
                        <a:solidFill>
                          <a:srgbClr val="002060"/>
                        </a:solidFill>
                        <a:latin typeface="Cambria Math" panose="02040503050406030204" pitchFamily="18" charset="0"/>
                      </a:rPr>
                      <m:t>X</m:t>
                    </m:r>
                  </m:oMath>
                </a14:m>
                <a:r>
                  <a:rPr lang="en-GB" sz="2800" dirty="0">
                    <a:solidFill>
                      <a:srgbClr val="002060"/>
                    </a:solidFill>
                    <a:latin typeface="+mj-lt"/>
                  </a:rPr>
                  <a:t> represent the gain of the person in Rs.</a:t>
                </a:r>
                <a:endParaRPr lang="en-IN" sz="2800" dirty="0">
                  <a:solidFill>
                    <a:srgbClr val="002060"/>
                  </a:solidFill>
                  <a:latin typeface="+mj-lt"/>
                </a:endParaRPr>
              </a:p>
            </p:txBody>
          </p:sp>
        </mc:Choice>
        <mc:Fallback xmlns="">
          <p:sp>
            <p:nvSpPr>
              <p:cNvPr id="31" name="TextBox 30">
                <a:extLst>
                  <a:ext uri="{FF2B5EF4-FFF2-40B4-BE49-F238E27FC236}">
                    <a16:creationId xmlns:a16="http://schemas.microsoft.com/office/drawing/2014/main" id="{B2D8613D-C637-4F2A-B162-E4E436BA9120}"/>
                  </a:ext>
                </a:extLst>
              </p:cNvPr>
              <p:cNvSpPr txBox="1">
                <a:spLocks noRot="1" noChangeAspect="1" noMove="1" noResize="1" noEditPoints="1" noAdjustHandles="1" noChangeArrowheads="1" noChangeShapeType="1" noTextEdit="1"/>
              </p:cNvSpPr>
              <p:nvPr/>
            </p:nvSpPr>
            <p:spPr>
              <a:xfrm>
                <a:off x="1576712" y="4570855"/>
                <a:ext cx="6415821" cy="523220"/>
              </a:xfrm>
              <a:prstGeom prst="rect">
                <a:avLst/>
              </a:prstGeom>
              <a:blipFill>
                <a:blip r:embed="rId20"/>
                <a:stretch>
                  <a:fillRect l="-1996"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720BCA4F-D6BF-4AB5-95A6-167664FC252D}"/>
                  </a:ext>
                </a:extLst>
              </p:cNvPr>
              <p:cNvSpPr txBox="1"/>
              <p:nvPr/>
            </p:nvSpPr>
            <p:spPr>
              <a:xfrm>
                <a:off x="1576711" y="5224175"/>
                <a:ext cx="10368541" cy="523220"/>
              </a:xfrm>
              <a:prstGeom prst="rect">
                <a:avLst/>
              </a:prstGeom>
              <a:noFill/>
            </p:spPr>
            <p:txBody>
              <a:bodyPr wrap="square">
                <a:spAutoFit/>
              </a:bodyPr>
              <a:lstStyle/>
              <a:p>
                <a:r>
                  <a:rPr lang="en-GB" sz="2800" dirty="0">
                    <a:solidFill>
                      <a:srgbClr val="002060"/>
                    </a:solidFill>
                    <a:latin typeface="+mj-lt"/>
                  </a:rPr>
                  <a:t>The possible values of </a:t>
                </a:r>
                <a14:m>
                  <m:oMath xmlns:m="http://schemas.openxmlformats.org/officeDocument/2006/math">
                    <m:r>
                      <m:rPr>
                        <m:sty m:val="p"/>
                      </m:rPr>
                      <a:rPr lang="en-GB" sz="2800" i="0" dirty="0" smtClean="0">
                        <a:solidFill>
                          <a:srgbClr val="002060"/>
                        </a:solidFill>
                        <a:latin typeface="Cambria Math" panose="02040503050406030204" pitchFamily="18" charset="0"/>
                      </a:rPr>
                      <m:t>X</m:t>
                    </m:r>
                  </m:oMath>
                </a14:m>
                <a:r>
                  <a:rPr lang="en-GB" sz="2800" dirty="0">
                    <a:solidFill>
                      <a:srgbClr val="002060"/>
                    </a:solidFill>
                    <a:latin typeface="+mj-lt"/>
                  </a:rPr>
                  <a:t> depend on the combination of balls drawn.</a:t>
                </a:r>
                <a:endParaRPr lang="en-IN" sz="2800" dirty="0">
                  <a:solidFill>
                    <a:srgbClr val="002060"/>
                  </a:solidFill>
                  <a:latin typeface="+mj-lt"/>
                </a:endParaRPr>
              </a:p>
            </p:txBody>
          </p:sp>
        </mc:Choice>
        <mc:Fallback xmlns="">
          <p:sp>
            <p:nvSpPr>
              <p:cNvPr id="32" name="TextBox 31">
                <a:extLst>
                  <a:ext uri="{FF2B5EF4-FFF2-40B4-BE49-F238E27FC236}">
                    <a16:creationId xmlns:a16="http://schemas.microsoft.com/office/drawing/2014/main" id="{720BCA4F-D6BF-4AB5-95A6-167664FC252D}"/>
                  </a:ext>
                </a:extLst>
              </p:cNvPr>
              <p:cNvSpPr txBox="1">
                <a:spLocks noRot="1" noChangeAspect="1" noMove="1" noResize="1" noEditPoints="1" noAdjustHandles="1" noChangeArrowheads="1" noChangeShapeType="1" noTextEdit="1"/>
              </p:cNvSpPr>
              <p:nvPr/>
            </p:nvSpPr>
            <p:spPr>
              <a:xfrm>
                <a:off x="1576711" y="5224175"/>
                <a:ext cx="10368541" cy="523220"/>
              </a:xfrm>
              <a:prstGeom prst="rect">
                <a:avLst/>
              </a:prstGeom>
              <a:blipFill>
                <a:blip r:embed="rId21"/>
                <a:stretch>
                  <a:fillRect l="-1235"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FF9C78E1-3CB5-4F91-BB82-CE7379B8332C}"/>
                  </a:ext>
                </a:extLst>
              </p:cNvPr>
              <p:cNvSpPr txBox="1"/>
              <p:nvPr/>
            </p:nvSpPr>
            <p:spPr>
              <a:xfrm>
                <a:off x="1576712" y="3241524"/>
                <a:ext cx="3642988" cy="523220"/>
              </a:xfrm>
              <a:prstGeom prst="rect">
                <a:avLst/>
              </a:prstGeom>
              <a:noFill/>
            </p:spPr>
            <p:txBody>
              <a:bodyPr wrap="square">
                <a:spAutoFit/>
              </a:bodyPr>
              <a:lstStyle/>
              <a:p>
                <a:r>
                  <a:rPr lang="en-GB" sz="2800" dirty="0">
                    <a:solidFill>
                      <a:srgbClr val="002060"/>
                    </a:solidFill>
                    <a:latin typeface="+mj-lt"/>
                  </a:rPr>
                  <a:t>Gain per red ball: Rs. </a:t>
                </a:r>
                <a14:m>
                  <m:oMath xmlns:m="http://schemas.openxmlformats.org/officeDocument/2006/math">
                    <m:r>
                      <a:rPr lang="en-GB" sz="2800" i="0" dirty="0" smtClean="0">
                        <a:solidFill>
                          <a:srgbClr val="002060"/>
                        </a:solidFill>
                        <a:latin typeface="Cambria Math" panose="02040503050406030204" pitchFamily="18" charset="0"/>
                      </a:rPr>
                      <m:t>20</m:t>
                    </m:r>
                  </m:oMath>
                </a14:m>
                <a:endParaRPr lang="en-IN" sz="2800" dirty="0">
                  <a:solidFill>
                    <a:srgbClr val="002060"/>
                  </a:solidFill>
                  <a:latin typeface="+mj-lt"/>
                </a:endParaRPr>
              </a:p>
            </p:txBody>
          </p:sp>
        </mc:Choice>
        <mc:Fallback xmlns="">
          <p:sp>
            <p:nvSpPr>
              <p:cNvPr id="46" name="TextBox 45">
                <a:extLst>
                  <a:ext uri="{FF2B5EF4-FFF2-40B4-BE49-F238E27FC236}">
                    <a16:creationId xmlns:a16="http://schemas.microsoft.com/office/drawing/2014/main" id="{FF9C78E1-3CB5-4F91-BB82-CE7379B8332C}"/>
                  </a:ext>
                </a:extLst>
              </p:cNvPr>
              <p:cNvSpPr txBox="1">
                <a:spLocks noRot="1" noChangeAspect="1" noMove="1" noResize="1" noEditPoints="1" noAdjustHandles="1" noChangeArrowheads="1" noChangeShapeType="1" noTextEdit="1"/>
              </p:cNvSpPr>
              <p:nvPr/>
            </p:nvSpPr>
            <p:spPr>
              <a:xfrm>
                <a:off x="1576712" y="3241524"/>
                <a:ext cx="3642988" cy="523220"/>
              </a:xfrm>
              <a:prstGeom prst="rect">
                <a:avLst/>
              </a:prstGeom>
              <a:blipFill>
                <a:blip r:embed="rId22"/>
                <a:stretch>
                  <a:fillRect l="-3518"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E748B9DE-AE05-4560-918D-622A490CA532}"/>
                  </a:ext>
                </a:extLst>
              </p:cNvPr>
              <p:cNvSpPr txBox="1"/>
              <p:nvPr/>
            </p:nvSpPr>
            <p:spPr>
              <a:xfrm>
                <a:off x="1576711" y="3795482"/>
                <a:ext cx="4240583" cy="523220"/>
              </a:xfrm>
              <a:prstGeom prst="rect">
                <a:avLst/>
              </a:prstGeom>
              <a:noFill/>
            </p:spPr>
            <p:txBody>
              <a:bodyPr wrap="square">
                <a:spAutoFit/>
              </a:bodyPr>
              <a:lstStyle/>
              <a:p>
                <a:r>
                  <a:rPr lang="en-GB" sz="2800" dirty="0">
                    <a:solidFill>
                      <a:srgbClr val="002060"/>
                    </a:solidFill>
                    <a:latin typeface="+mj-lt"/>
                  </a:rPr>
                  <a:t>Gain per white ball: Rs. </a:t>
                </a:r>
                <a14:m>
                  <m:oMath xmlns:m="http://schemas.openxmlformats.org/officeDocument/2006/math">
                    <m:r>
                      <a:rPr lang="en-GB" sz="2800" i="0" dirty="0" smtClean="0">
                        <a:solidFill>
                          <a:srgbClr val="002060"/>
                        </a:solidFill>
                        <a:latin typeface="Cambria Math" panose="02040503050406030204" pitchFamily="18" charset="0"/>
                      </a:rPr>
                      <m:t>10</m:t>
                    </m:r>
                  </m:oMath>
                </a14:m>
                <a:endParaRPr lang="en-IN" sz="2800" dirty="0">
                  <a:solidFill>
                    <a:srgbClr val="002060"/>
                  </a:solidFill>
                  <a:latin typeface="+mj-lt"/>
                </a:endParaRPr>
              </a:p>
            </p:txBody>
          </p:sp>
        </mc:Choice>
        <mc:Fallback xmlns="">
          <p:sp>
            <p:nvSpPr>
              <p:cNvPr id="47" name="TextBox 46">
                <a:extLst>
                  <a:ext uri="{FF2B5EF4-FFF2-40B4-BE49-F238E27FC236}">
                    <a16:creationId xmlns:a16="http://schemas.microsoft.com/office/drawing/2014/main" id="{E748B9DE-AE05-4560-918D-622A490CA532}"/>
                  </a:ext>
                </a:extLst>
              </p:cNvPr>
              <p:cNvSpPr txBox="1">
                <a:spLocks noRot="1" noChangeAspect="1" noMove="1" noResize="1" noEditPoints="1" noAdjustHandles="1" noChangeArrowheads="1" noChangeShapeType="1" noTextEdit="1"/>
              </p:cNvSpPr>
              <p:nvPr/>
            </p:nvSpPr>
            <p:spPr>
              <a:xfrm>
                <a:off x="1576711" y="3795482"/>
                <a:ext cx="4240583" cy="523220"/>
              </a:xfrm>
              <a:prstGeom prst="rect">
                <a:avLst/>
              </a:prstGeom>
              <a:blipFill>
                <a:blip r:embed="rId23"/>
                <a:stretch>
                  <a:fillRect l="-3022" t="-11765" b="-34118"/>
                </a:stretch>
              </a:blipFill>
            </p:spPr>
            <p:txBody>
              <a:bodyPr/>
              <a:lstStyle/>
              <a:p>
                <a:r>
                  <a:rPr lang="en-IN">
                    <a:noFill/>
                  </a:rPr>
                  <a:t> </a:t>
                </a:r>
              </a:p>
            </p:txBody>
          </p:sp>
        </mc:Fallback>
      </mc:AlternateContent>
    </p:spTree>
    <p:extLst>
      <p:ext uri="{BB962C8B-B14F-4D97-AF65-F5344CB8AC3E}">
        <p14:creationId xmlns:p14="http://schemas.microsoft.com/office/powerpoint/2010/main" val="1618823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1" grpId="0"/>
      <p:bldP spid="25" grpId="0"/>
      <p:bldP spid="26" grpId="0"/>
      <p:bldP spid="27" grpId="0"/>
      <p:bldP spid="29" grpId="0"/>
      <p:bldP spid="30" grpId="0"/>
      <p:bldP spid="31" grpId="0"/>
      <p:bldP spid="32" grpId="0"/>
      <p:bldP spid="46" grpId="0"/>
      <p:bldP spid="47" grpId="0"/>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6 ⇝ Example 5 (Continue)</a:t>
            </a:r>
            <a:endParaRPr lang="en-US" dirty="0"/>
          </a:p>
        </p:txBody>
      </p:sp>
      <p:sp>
        <p:nvSpPr>
          <p:cNvPr id="21" name="TextBox 20">
            <a:extLst>
              <a:ext uri="{FF2B5EF4-FFF2-40B4-BE49-F238E27FC236}">
                <a16:creationId xmlns:a16="http://schemas.microsoft.com/office/drawing/2014/main" id="{39AB56B1-91F7-4EC3-A8DA-3E4826259CC3}"/>
              </a:ext>
            </a:extLst>
          </p:cNvPr>
          <p:cNvSpPr txBox="1"/>
          <p:nvPr/>
        </p:nvSpPr>
        <p:spPr>
          <a:xfrm>
            <a:off x="7117183" y="711201"/>
            <a:ext cx="1853463" cy="523220"/>
          </a:xfrm>
          <a:prstGeom prst="rect">
            <a:avLst/>
          </a:prstGeom>
          <a:noFill/>
        </p:spPr>
        <p:txBody>
          <a:bodyPr wrap="square">
            <a:spAutoFit/>
          </a:bodyPr>
          <a:lstStyle/>
          <a:p>
            <a:r>
              <a:rPr lang="en-IN" sz="2800" dirty="0">
                <a:solidFill>
                  <a:srgbClr val="002060"/>
                </a:solidFill>
                <a:latin typeface="+mj-lt"/>
              </a:rPr>
              <a:t>Total balls: </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1C78593A-C600-46B7-B01F-94A7E33EAC11}"/>
                  </a:ext>
                </a:extLst>
              </p:cNvPr>
              <p:cNvSpPr txBox="1"/>
              <p:nvPr/>
            </p:nvSpPr>
            <p:spPr>
              <a:xfrm>
                <a:off x="8818886" y="711201"/>
                <a:ext cx="975988" cy="523220"/>
              </a:xfrm>
              <a:prstGeom prst="rect">
                <a:avLst/>
              </a:prstGeom>
              <a:noFill/>
            </p:spPr>
            <p:txBody>
              <a:bodyPr wrap="square">
                <a:spAutoFit/>
              </a:bodyPr>
              <a:lstStyle/>
              <a:p>
                <a14:m>
                  <m:oMath xmlns:m="http://schemas.openxmlformats.org/officeDocument/2006/math">
                    <m:r>
                      <a:rPr lang="en-IN" sz="2800" b="0" i="1" dirty="0" smtClean="0">
                        <a:solidFill>
                          <a:srgbClr val="002060"/>
                        </a:solidFill>
                        <a:latin typeface="Cambria Math" panose="02040503050406030204" pitchFamily="18" charset="0"/>
                      </a:rPr>
                      <m:t>3</m:t>
                    </m:r>
                  </m:oMath>
                </a14:m>
                <a:r>
                  <a:rPr lang="en-IN" sz="2800" dirty="0">
                    <a:solidFill>
                      <a:srgbClr val="002060"/>
                    </a:solidFill>
                    <a:latin typeface="+mj-lt"/>
                  </a:rPr>
                  <a:t> red</a:t>
                </a:r>
              </a:p>
            </p:txBody>
          </p:sp>
        </mc:Choice>
        <mc:Fallback xmlns="">
          <p:sp>
            <p:nvSpPr>
              <p:cNvPr id="25" name="TextBox 24">
                <a:extLst>
                  <a:ext uri="{FF2B5EF4-FFF2-40B4-BE49-F238E27FC236}">
                    <a16:creationId xmlns:a16="http://schemas.microsoft.com/office/drawing/2014/main" id="{1C78593A-C600-46B7-B01F-94A7E33EAC11}"/>
                  </a:ext>
                </a:extLst>
              </p:cNvPr>
              <p:cNvSpPr txBox="1">
                <a:spLocks noRot="1" noChangeAspect="1" noMove="1" noResize="1" noEditPoints="1" noAdjustHandles="1" noChangeArrowheads="1" noChangeShapeType="1" noTextEdit="1"/>
              </p:cNvSpPr>
              <p:nvPr/>
            </p:nvSpPr>
            <p:spPr>
              <a:xfrm>
                <a:off x="8818886" y="711201"/>
                <a:ext cx="975988" cy="523220"/>
              </a:xfrm>
              <a:prstGeom prst="rect">
                <a:avLst/>
              </a:prstGeom>
              <a:blipFill>
                <a:blip r:embed="rId2"/>
                <a:stretch>
                  <a:fillRect t="-11765" r="-437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54EF61E-5A54-4832-ADD3-7C0776259514}"/>
                  </a:ext>
                </a:extLst>
              </p:cNvPr>
              <p:cNvSpPr txBox="1"/>
              <p:nvPr/>
            </p:nvSpPr>
            <p:spPr>
              <a:xfrm>
                <a:off x="9735768" y="711201"/>
                <a:ext cx="55092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26" name="TextBox 25">
                <a:extLst>
                  <a:ext uri="{FF2B5EF4-FFF2-40B4-BE49-F238E27FC236}">
                    <a16:creationId xmlns:a16="http://schemas.microsoft.com/office/drawing/2014/main" id="{A54EF61E-5A54-4832-ADD3-7C0776259514}"/>
                  </a:ext>
                </a:extLst>
              </p:cNvPr>
              <p:cNvSpPr txBox="1">
                <a:spLocks noRot="1" noChangeAspect="1" noMove="1" noResize="1" noEditPoints="1" noAdjustHandles="1" noChangeArrowheads="1" noChangeShapeType="1" noTextEdit="1"/>
              </p:cNvSpPr>
              <p:nvPr/>
            </p:nvSpPr>
            <p:spPr>
              <a:xfrm>
                <a:off x="9735768" y="711201"/>
                <a:ext cx="550921"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695FA8B8-230B-4474-85A0-475A8C70C327}"/>
                  </a:ext>
                </a:extLst>
              </p:cNvPr>
              <p:cNvSpPr txBox="1"/>
              <p:nvPr/>
            </p:nvSpPr>
            <p:spPr>
              <a:xfrm>
                <a:off x="10227582" y="711201"/>
                <a:ext cx="1248397" cy="523220"/>
              </a:xfrm>
              <a:prstGeom prst="rect">
                <a:avLst/>
              </a:prstGeom>
              <a:noFill/>
            </p:spPr>
            <p:txBody>
              <a:bodyPr wrap="square">
                <a:spAutoFit/>
              </a:bodyPr>
              <a:lstStyle/>
              <a:p>
                <a14:m>
                  <m:oMath xmlns:m="http://schemas.openxmlformats.org/officeDocument/2006/math">
                    <m:r>
                      <a:rPr lang="en-IN" sz="2800" b="0" i="1" dirty="0" smtClean="0">
                        <a:solidFill>
                          <a:srgbClr val="002060"/>
                        </a:solidFill>
                        <a:latin typeface="Cambria Math" panose="02040503050406030204" pitchFamily="18" charset="0"/>
                      </a:rPr>
                      <m:t>2</m:t>
                    </m:r>
                  </m:oMath>
                </a14:m>
                <a:r>
                  <a:rPr lang="en-IN" sz="2800" dirty="0">
                    <a:solidFill>
                      <a:srgbClr val="002060"/>
                    </a:solidFill>
                    <a:latin typeface="+mj-lt"/>
                  </a:rPr>
                  <a:t> white</a:t>
                </a:r>
              </a:p>
            </p:txBody>
          </p:sp>
        </mc:Choice>
        <mc:Fallback xmlns="">
          <p:sp>
            <p:nvSpPr>
              <p:cNvPr id="27" name="TextBox 26">
                <a:extLst>
                  <a:ext uri="{FF2B5EF4-FFF2-40B4-BE49-F238E27FC236}">
                    <a16:creationId xmlns:a16="http://schemas.microsoft.com/office/drawing/2014/main" id="{695FA8B8-230B-4474-85A0-475A8C70C327}"/>
                  </a:ext>
                </a:extLst>
              </p:cNvPr>
              <p:cNvSpPr txBox="1">
                <a:spLocks noRot="1" noChangeAspect="1" noMove="1" noResize="1" noEditPoints="1" noAdjustHandles="1" noChangeArrowheads="1" noChangeShapeType="1" noTextEdit="1"/>
              </p:cNvSpPr>
              <p:nvPr/>
            </p:nvSpPr>
            <p:spPr>
              <a:xfrm>
                <a:off x="10227582" y="711201"/>
                <a:ext cx="1248397" cy="523220"/>
              </a:xfrm>
              <a:prstGeom prst="rect">
                <a:avLst/>
              </a:prstGeom>
              <a:blipFill>
                <a:blip r:embed="rId4"/>
                <a:stretch>
                  <a:fillRect t="-11765" r="-5854"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67F9813-FD35-4991-93B0-E4571962C0C9}"/>
                  </a:ext>
                </a:extLst>
              </p:cNvPr>
              <p:cNvSpPr txBox="1"/>
              <p:nvPr/>
            </p:nvSpPr>
            <p:spPr>
              <a:xfrm>
                <a:off x="11357766" y="711201"/>
                <a:ext cx="55092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29" name="TextBox 28">
                <a:extLst>
                  <a:ext uri="{FF2B5EF4-FFF2-40B4-BE49-F238E27FC236}">
                    <a16:creationId xmlns:a16="http://schemas.microsoft.com/office/drawing/2014/main" id="{067F9813-FD35-4991-93B0-E4571962C0C9}"/>
                  </a:ext>
                </a:extLst>
              </p:cNvPr>
              <p:cNvSpPr txBox="1">
                <a:spLocks noRot="1" noChangeAspect="1" noMove="1" noResize="1" noEditPoints="1" noAdjustHandles="1" noChangeArrowheads="1" noChangeShapeType="1" noTextEdit="1"/>
              </p:cNvSpPr>
              <p:nvPr/>
            </p:nvSpPr>
            <p:spPr>
              <a:xfrm>
                <a:off x="11357766" y="711201"/>
                <a:ext cx="550921"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1292D230-C684-4FAF-A94C-63E33CFB5B4C}"/>
                  </a:ext>
                </a:extLst>
              </p:cNvPr>
              <p:cNvSpPr txBox="1"/>
              <p:nvPr/>
            </p:nvSpPr>
            <p:spPr>
              <a:xfrm>
                <a:off x="11818258" y="711201"/>
                <a:ext cx="37374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5</m:t>
                      </m:r>
                    </m:oMath>
                  </m:oMathPara>
                </a14:m>
                <a:endParaRPr lang="en-IN" sz="2800" dirty="0">
                  <a:solidFill>
                    <a:srgbClr val="002060"/>
                  </a:solidFill>
                  <a:latin typeface="+mj-lt"/>
                </a:endParaRPr>
              </a:p>
            </p:txBody>
          </p:sp>
        </mc:Choice>
        <mc:Fallback xmlns="">
          <p:sp>
            <p:nvSpPr>
              <p:cNvPr id="30" name="TextBox 29">
                <a:extLst>
                  <a:ext uri="{FF2B5EF4-FFF2-40B4-BE49-F238E27FC236}">
                    <a16:creationId xmlns:a16="http://schemas.microsoft.com/office/drawing/2014/main" id="{1292D230-C684-4FAF-A94C-63E33CFB5B4C}"/>
                  </a:ext>
                </a:extLst>
              </p:cNvPr>
              <p:cNvSpPr txBox="1">
                <a:spLocks noRot="1" noChangeAspect="1" noMove="1" noResize="1" noEditPoints="1" noAdjustHandles="1" noChangeArrowheads="1" noChangeShapeType="1" noTextEdit="1"/>
              </p:cNvSpPr>
              <p:nvPr/>
            </p:nvSpPr>
            <p:spPr>
              <a:xfrm>
                <a:off x="11818258" y="711201"/>
                <a:ext cx="373742"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62587BB-74E3-41AA-998A-71DEF2582BBD}"/>
                  </a:ext>
                </a:extLst>
              </p:cNvPr>
              <p:cNvSpPr txBox="1"/>
              <p:nvPr/>
            </p:nvSpPr>
            <p:spPr>
              <a:xfrm>
                <a:off x="2711914" y="2049070"/>
                <a:ext cx="187808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=40</m:t>
                          </m:r>
                        </m:e>
                      </m:d>
                    </m:oMath>
                  </m:oMathPara>
                </a14:m>
                <a:endParaRPr lang="en-IN" sz="2800" dirty="0">
                  <a:solidFill>
                    <a:srgbClr val="002060"/>
                  </a:solidFill>
                  <a:latin typeface="+mj-lt"/>
                </a:endParaRPr>
              </a:p>
            </p:txBody>
          </p:sp>
        </mc:Choice>
        <mc:Fallback xmlns="">
          <p:sp>
            <p:nvSpPr>
              <p:cNvPr id="35" name="TextBox 34">
                <a:extLst>
                  <a:ext uri="{FF2B5EF4-FFF2-40B4-BE49-F238E27FC236}">
                    <a16:creationId xmlns:a16="http://schemas.microsoft.com/office/drawing/2014/main" id="{262587BB-74E3-41AA-998A-71DEF2582BBD}"/>
                  </a:ext>
                </a:extLst>
              </p:cNvPr>
              <p:cNvSpPr txBox="1">
                <a:spLocks noRot="1" noChangeAspect="1" noMove="1" noResize="1" noEditPoints="1" noAdjustHandles="1" noChangeArrowheads="1" noChangeShapeType="1" noTextEdit="1"/>
              </p:cNvSpPr>
              <p:nvPr/>
            </p:nvSpPr>
            <p:spPr>
              <a:xfrm>
                <a:off x="2711914" y="2049070"/>
                <a:ext cx="1878082"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31203F35-B21E-429F-A309-3EFE0AE21A4B}"/>
                  </a:ext>
                </a:extLst>
              </p:cNvPr>
              <p:cNvSpPr txBox="1"/>
              <p:nvPr/>
            </p:nvSpPr>
            <p:spPr>
              <a:xfrm>
                <a:off x="4343366" y="1768342"/>
                <a:ext cx="1409918" cy="105375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3</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e>
                          </m:sPre>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i="1">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5</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r>
                                <a:rPr lang="en-IN" sz="2800" i="1">
                                  <a:solidFill>
                                    <a:srgbClr val="002060"/>
                                  </a:solidFill>
                                  <a:latin typeface="Cambria Math" panose="02040503050406030204" pitchFamily="18" charset="0"/>
                                </a:rPr>
                                <m:t> </m:t>
                              </m:r>
                            </m:e>
                          </m:sPre>
                        </m:den>
                      </m:f>
                    </m:oMath>
                  </m:oMathPara>
                </a14:m>
                <a:endParaRPr lang="en-IN" sz="2800" dirty="0">
                  <a:solidFill>
                    <a:srgbClr val="002060"/>
                  </a:solidFill>
                  <a:latin typeface="+mj-lt"/>
                </a:endParaRPr>
              </a:p>
            </p:txBody>
          </p:sp>
        </mc:Choice>
        <mc:Fallback xmlns="">
          <p:sp>
            <p:nvSpPr>
              <p:cNvPr id="36" name="TextBox 35">
                <a:extLst>
                  <a:ext uri="{FF2B5EF4-FFF2-40B4-BE49-F238E27FC236}">
                    <a16:creationId xmlns:a16="http://schemas.microsoft.com/office/drawing/2014/main" id="{31203F35-B21E-429F-A309-3EFE0AE21A4B}"/>
                  </a:ext>
                </a:extLst>
              </p:cNvPr>
              <p:cNvSpPr txBox="1">
                <a:spLocks noRot="1" noChangeAspect="1" noMove="1" noResize="1" noEditPoints="1" noAdjustHandles="1" noChangeArrowheads="1" noChangeShapeType="1" noTextEdit="1"/>
              </p:cNvSpPr>
              <p:nvPr/>
            </p:nvSpPr>
            <p:spPr>
              <a:xfrm>
                <a:off x="4343366" y="1768342"/>
                <a:ext cx="1409918" cy="105375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9614DBB-E7B9-4046-83C0-286C892727C5}"/>
                  </a:ext>
                </a:extLst>
              </p:cNvPr>
              <p:cNvSpPr txBox="1"/>
              <p:nvPr/>
            </p:nvSpPr>
            <p:spPr>
              <a:xfrm>
                <a:off x="5674168" y="1861101"/>
                <a:ext cx="122806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3</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0 </m:t>
                          </m:r>
                        </m:den>
                      </m:f>
                    </m:oMath>
                  </m:oMathPara>
                </a14:m>
                <a:endParaRPr lang="en-IN" sz="2800" dirty="0">
                  <a:solidFill>
                    <a:srgbClr val="002060"/>
                  </a:solidFill>
                  <a:latin typeface="+mj-lt"/>
                </a:endParaRPr>
              </a:p>
            </p:txBody>
          </p:sp>
        </mc:Choice>
        <mc:Fallback xmlns="">
          <p:sp>
            <p:nvSpPr>
              <p:cNvPr id="38" name="TextBox 37">
                <a:extLst>
                  <a:ext uri="{FF2B5EF4-FFF2-40B4-BE49-F238E27FC236}">
                    <a16:creationId xmlns:a16="http://schemas.microsoft.com/office/drawing/2014/main" id="{E9614DBB-E7B9-4046-83C0-286C892727C5}"/>
                  </a:ext>
                </a:extLst>
              </p:cNvPr>
              <p:cNvSpPr txBox="1">
                <a:spLocks noRot="1" noChangeAspect="1" noMove="1" noResize="1" noEditPoints="1" noAdjustHandles="1" noChangeArrowheads="1" noChangeShapeType="1" noTextEdit="1"/>
              </p:cNvSpPr>
              <p:nvPr/>
            </p:nvSpPr>
            <p:spPr>
              <a:xfrm>
                <a:off x="5674168" y="1861101"/>
                <a:ext cx="1228069" cy="899157"/>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FF9C78E1-3CB5-4F91-BB82-CE7379B8332C}"/>
                  </a:ext>
                </a:extLst>
              </p:cNvPr>
              <p:cNvSpPr txBox="1"/>
              <p:nvPr/>
            </p:nvSpPr>
            <p:spPr>
              <a:xfrm>
                <a:off x="8675871" y="1245122"/>
                <a:ext cx="3520432" cy="523220"/>
              </a:xfrm>
              <a:prstGeom prst="rect">
                <a:avLst/>
              </a:prstGeom>
              <a:noFill/>
            </p:spPr>
            <p:txBody>
              <a:bodyPr wrap="square">
                <a:spAutoFit/>
              </a:bodyPr>
              <a:lstStyle/>
              <a:p>
                <a:r>
                  <a:rPr lang="en-GB" sz="2800" dirty="0">
                    <a:solidFill>
                      <a:srgbClr val="002060"/>
                    </a:solidFill>
                    <a:latin typeface="+mj-lt"/>
                  </a:rPr>
                  <a:t>Gain per red ball: Rs. </a:t>
                </a:r>
                <a14:m>
                  <m:oMath xmlns:m="http://schemas.openxmlformats.org/officeDocument/2006/math">
                    <m:r>
                      <a:rPr lang="en-GB" sz="2800" i="0" dirty="0" smtClean="0">
                        <a:solidFill>
                          <a:srgbClr val="002060"/>
                        </a:solidFill>
                        <a:latin typeface="Cambria Math" panose="02040503050406030204" pitchFamily="18" charset="0"/>
                      </a:rPr>
                      <m:t>20</m:t>
                    </m:r>
                  </m:oMath>
                </a14:m>
                <a:endParaRPr lang="en-IN" sz="2800" dirty="0">
                  <a:solidFill>
                    <a:srgbClr val="002060"/>
                  </a:solidFill>
                  <a:latin typeface="+mj-lt"/>
                </a:endParaRPr>
              </a:p>
            </p:txBody>
          </p:sp>
        </mc:Choice>
        <mc:Fallback xmlns="">
          <p:sp>
            <p:nvSpPr>
              <p:cNvPr id="46" name="TextBox 45">
                <a:extLst>
                  <a:ext uri="{FF2B5EF4-FFF2-40B4-BE49-F238E27FC236}">
                    <a16:creationId xmlns:a16="http://schemas.microsoft.com/office/drawing/2014/main" id="{FF9C78E1-3CB5-4F91-BB82-CE7379B8332C}"/>
                  </a:ext>
                </a:extLst>
              </p:cNvPr>
              <p:cNvSpPr txBox="1">
                <a:spLocks noRot="1" noChangeAspect="1" noMove="1" noResize="1" noEditPoints="1" noAdjustHandles="1" noChangeArrowheads="1" noChangeShapeType="1" noTextEdit="1"/>
              </p:cNvSpPr>
              <p:nvPr/>
            </p:nvSpPr>
            <p:spPr>
              <a:xfrm>
                <a:off x="8675871" y="1245122"/>
                <a:ext cx="3520432" cy="523220"/>
              </a:xfrm>
              <a:prstGeom prst="rect">
                <a:avLst/>
              </a:prstGeom>
              <a:blipFill>
                <a:blip r:embed="rId17"/>
                <a:stretch>
                  <a:fillRect l="-3460"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E748B9DE-AE05-4560-918D-622A490CA532}"/>
                  </a:ext>
                </a:extLst>
              </p:cNvPr>
              <p:cNvSpPr txBox="1"/>
              <p:nvPr/>
            </p:nvSpPr>
            <p:spPr>
              <a:xfrm>
                <a:off x="8377075" y="1779042"/>
                <a:ext cx="3819228" cy="523220"/>
              </a:xfrm>
              <a:prstGeom prst="rect">
                <a:avLst/>
              </a:prstGeom>
              <a:noFill/>
            </p:spPr>
            <p:txBody>
              <a:bodyPr wrap="square">
                <a:spAutoFit/>
              </a:bodyPr>
              <a:lstStyle/>
              <a:p>
                <a:r>
                  <a:rPr lang="en-GB" sz="2800" dirty="0">
                    <a:solidFill>
                      <a:srgbClr val="002060"/>
                    </a:solidFill>
                    <a:latin typeface="+mj-lt"/>
                  </a:rPr>
                  <a:t>Gain per white ball: Rs. </a:t>
                </a:r>
                <a14:m>
                  <m:oMath xmlns:m="http://schemas.openxmlformats.org/officeDocument/2006/math">
                    <m:r>
                      <a:rPr lang="en-GB" sz="2800" i="0" dirty="0" smtClean="0">
                        <a:solidFill>
                          <a:srgbClr val="002060"/>
                        </a:solidFill>
                        <a:latin typeface="Cambria Math" panose="02040503050406030204" pitchFamily="18" charset="0"/>
                      </a:rPr>
                      <m:t>10</m:t>
                    </m:r>
                  </m:oMath>
                </a14:m>
                <a:endParaRPr lang="en-IN" sz="2800" dirty="0">
                  <a:solidFill>
                    <a:srgbClr val="002060"/>
                  </a:solidFill>
                  <a:latin typeface="+mj-lt"/>
                </a:endParaRPr>
              </a:p>
            </p:txBody>
          </p:sp>
        </mc:Choice>
        <mc:Fallback xmlns="">
          <p:sp>
            <p:nvSpPr>
              <p:cNvPr id="47" name="TextBox 46">
                <a:extLst>
                  <a:ext uri="{FF2B5EF4-FFF2-40B4-BE49-F238E27FC236}">
                    <a16:creationId xmlns:a16="http://schemas.microsoft.com/office/drawing/2014/main" id="{E748B9DE-AE05-4560-918D-622A490CA532}"/>
                  </a:ext>
                </a:extLst>
              </p:cNvPr>
              <p:cNvSpPr txBox="1">
                <a:spLocks noRot="1" noChangeAspect="1" noMove="1" noResize="1" noEditPoints="1" noAdjustHandles="1" noChangeArrowheads="1" noChangeShapeType="1" noTextEdit="1"/>
              </p:cNvSpPr>
              <p:nvPr/>
            </p:nvSpPr>
            <p:spPr>
              <a:xfrm>
                <a:off x="8377075" y="1779042"/>
                <a:ext cx="3819228" cy="523220"/>
              </a:xfrm>
              <a:prstGeom prst="rect">
                <a:avLst/>
              </a:prstGeom>
              <a:blipFill>
                <a:blip r:embed="rId18"/>
                <a:stretch>
                  <a:fillRect l="-3190" t="-11628" b="-32558"/>
                </a:stretch>
              </a:blipFill>
            </p:spPr>
            <p:txBody>
              <a:bodyPr/>
              <a:lstStyle/>
              <a:p>
                <a:r>
                  <a:rPr lang="en-IN">
                    <a:noFill/>
                  </a:rPr>
                  <a:t> </a:t>
                </a:r>
              </a:p>
            </p:txBody>
          </p:sp>
        </mc:Fallback>
      </mc:AlternateContent>
      <p:sp>
        <p:nvSpPr>
          <p:cNvPr id="49" name="TextBox 48">
            <a:extLst>
              <a:ext uri="{FF2B5EF4-FFF2-40B4-BE49-F238E27FC236}">
                <a16:creationId xmlns:a16="http://schemas.microsoft.com/office/drawing/2014/main" id="{6D997A8A-DB1C-44B1-A675-581F96D0579F}"/>
              </a:ext>
            </a:extLst>
          </p:cNvPr>
          <p:cNvSpPr txBox="1"/>
          <p:nvPr/>
        </p:nvSpPr>
        <p:spPr>
          <a:xfrm>
            <a:off x="1577122" y="766139"/>
            <a:ext cx="1224135" cy="523220"/>
          </a:xfrm>
          <a:prstGeom prst="rect">
            <a:avLst/>
          </a:prstGeom>
          <a:noFill/>
        </p:spPr>
        <p:txBody>
          <a:bodyPr wrap="square">
            <a:spAutoFit/>
          </a:bodyPr>
          <a:lstStyle/>
          <a:p>
            <a:r>
              <a:rPr lang="en-IN" sz="2800" b="1" dirty="0">
                <a:solidFill>
                  <a:srgbClr val="002060"/>
                </a:solidFill>
                <a:latin typeface="+mj-lt"/>
              </a:rPr>
              <a:t>Case 1:</a:t>
            </a:r>
          </a:p>
        </p:txBody>
      </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789591D-E0AC-4E5E-8BE8-7136A365E9C5}"/>
                  </a:ext>
                </a:extLst>
              </p:cNvPr>
              <p:cNvSpPr txBox="1"/>
              <p:nvPr/>
            </p:nvSpPr>
            <p:spPr>
              <a:xfrm>
                <a:off x="2711914" y="766139"/>
                <a:ext cx="3026650" cy="523220"/>
              </a:xfrm>
              <a:prstGeom prst="rect">
                <a:avLst/>
              </a:prstGeom>
              <a:noFill/>
            </p:spPr>
            <p:txBody>
              <a:bodyPr wrap="square">
                <a:spAutoFit/>
              </a:bodyPr>
              <a:lstStyle/>
              <a:p>
                <a14:m>
                  <m:oMath xmlns:m="http://schemas.openxmlformats.org/officeDocument/2006/math">
                    <m:r>
                      <a:rPr lang="en-IN" sz="2800" i="1" dirty="0" smtClean="0">
                        <a:solidFill>
                          <a:srgbClr val="002060"/>
                        </a:solidFill>
                        <a:latin typeface="Cambria Math" panose="02040503050406030204" pitchFamily="18" charset="0"/>
                      </a:rPr>
                      <m:t>2</m:t>
                    </m:r>
                  </m:oMath>
                </a14:m>
                <a:r>
                  <a:rPr lang="en-IN" sz="2800" dirty="0">
                    <a:solidFill>
                      <a:srgbClr val="002060"/>
                    </a:solidFill>
                    <a:latin typeface="+mj-lt"/>
                  </a:rPr>
                  <a:t> red balls drawn</a:t>
                </a:r>
              </a:p>
            </p:txBody>
          </p:sp>
        </mc:Choice>
        <mc:Fallback xmlns="">
          <p:sp>
            <p:nvSpPr>
              <p:cNvPr id="50" name="TextBox 49">
                <a:extLst>
                  <a:ext uri="{FF2B5EF4-FFF2-40B4-BE49-F238E27FC236}">
                    <a16:creationId xmlns:a16="http://schemas.microsoft.com/office/drawing/2014/main" id="{E789591D-E0AC-4E5E-8BE8-7136A365E9C5}"/>
                  </a:ext>
                </a:extLst>
              </p:cNvPr>
              <p:cNvSpPr txBox="1">
                <a:spLocks noRot="1" noChangeAspect="1" noMove="1" noResize="1" noEditPoints="1" noAdjustHandles="1" noChangeArrowheads="1" noChangeShapeType="1" noTextEdit="1"/>
              </p:cNvSpPr>
              <p:nvPr/>
            </p:nvSpPr>
            <p:spPr>
              <a:xfrm>
                <a:off x="2711914" y="766139"/>
                <a:ext cx="3026650" cy="523220"/>
              </a:xfrm>
              <a:prstGeom prst="rect">
                <a:avLst/>
              </a:prstGeom>
              <a:blipFill>
                <a:blip r:embed="rId23"/>
                <a:stretch>
                  <a:fillRect t="-11628" b="-32558"/>
                </a:stretch>
              </a:blipFill>
            </p:spPr>
            <p:txBody>
              <a:bodyPr/>
              <a:lstStyle/>
              <a:p>
                <a:r>
                  <a:rPr lang="en-IN">
                    <a:noFill/>
                  </a:rPr>
                  <a:t> </a:t>
                </a:r>
              </a:p>
            </p:txBody>
          </p:sp>
        </mc:Fallback>
      </mc:AlternateContent>
      <p:sp>
        <p:nvSpPr>
          <p:cNvPr id="51" name="TextBox 50">
            <a:extLst>
              <a:ext uri="{FF2B5EF4-FFF2-40B4-BE49-F238E27FC236}">
                <a16:creationId xmlns:a16="http://schemas.microsoft.com/office/drawing/2014/main" id="{30717C3E-1236-4A34-8389-2CDC4A06DB9D}"/>
              </a:ext>
            </a:extLst>
          </p:cNvPr>
          <p:cNvSpPr txBox="1"/>
          <p:nvPr/>
        </p:nvSpPr>
        <p:spPr>
          <a:xfrm>
            <a:off x="2711914" y="1272432"/>
            <a:ext cx="916657" cy="523220"/>
          </a:xfrm>
          <a:prstGeom prst="rect">
            <a:avLst/>
          </a:prstGeom>
          <a:noFill/>
        </p:spPr>
        <p:txBody>
          <a:bodyPr wrap="square">
            <a:spAutoFit/>
          </a:bodyPr>
          <a:lstStyle/>
          <a:p>
            <a:r>
              <a:rPr lang="en-IN" sz="2800" dirty="0">
                <a:solidFill>
                  <a:srgbClr val="002060"/>
                </a:solidFill>
                <a:latin typeface="+mj-lt"/>
              </a:rPr>
              <a:t>Gain</a:t>
            </a: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8A3256E7-2944-4B8E-BF0B-98C78AC42C4E}"/>
                  </a:ext>
                </a:extLst>
              </p:cNvPr>
              <p:cNvSpPr txBox="1"/>
              <p:nvPr/>
            </p:nvSpPr>
            <p:spPr>
              <a:xfrm>
                <a:off x="3472711" y="1272432"/>
                <a:ext cx="916657"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=40</m:t>
                      </m:r>
                    </m:oMath>
                  </m:oMathPara>
                </a14:m>
                <a:endParaRPr lang="en-IN" sz="2800" dirty="0">
                  <a:solidFill>
                    <a:srgbClr val="002060"/>
                  </a:solidFill>
                  <a:latin typeface="+mj-lt"/>
                </a:endParaRPr>
              </a:p>
            </p:txBody>
          </p:sp>
        </mc:Choice>
        <mc:Fallback xmlns="">
          <p:sp>
            <p:nvSpPr>
              <p:cNvPr id="52" name="TextBox 51">
                <a:extLst>
                  <a:ext uri="{FF2B5EF4-FFF2-40B4-BE49-F238E27FC236}">
                    <a16:creationId xmlns:a16="http://schemas.microsoft.com/office/drawing/2014/main" id="{8A3256E7-2944-4B8E-BF0B-98C78AC42C4E}"/>
                  </a:ext>
                </a:extLst>
              </p:cNvPr>
              <p:cNvSpPr txBox="1">
                <a:spLocks noRot="1" noChangeAspect="1" noMove="1" noResize="1" noEditPoints="1" noAdjustHandles="1" noChangeArrowheads="1" noChangeShapeType="1" noTextEdit="1"/>
              </p:cNvSpPr>
              <p:nvPr/>
            </p:nvSpPr>
            <p:spPr>
              <a:xfrm>
                <a:off x="3472711" y="1272432"/>
                <a:ext cx="916657" cy="523220"/>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E5F5E54E-5D91-4F66-99CA-E97BCC5C5D4E}"/>
                  </a:ext>
                </a:extLst>
              </p:cNvPr>
              <p:cNvSpPr txBox="1"/>
              <p:nvPr/>
            </p:nvSpPr>
            <p:spPr>
              <a:xfrm>
                <a:off x="2711914" y="4223878"/>
                <a:ext cx="187808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=20</m:t>
                          </m:r>
                        </m:e>
                      </m:d>
                    </m:oMath>
                  </m:oMathPara>
                </a14:m>
                <a:endParaRPr lang="en-IN" sz="2800" dirty="0">
                  <a:solidFill>
                    <a:srgbClr val="002060"/>
                  </a:solidFill>
                  <a:latin typeface="+mj-lt"/>
                </a:endParaRPr>
              </a:p>
            </p:txBody>
          </p:sp>
        </mc:Choice>
        <mc:Fallback xmlns="">
          <p:sp>
            <p:nvSpPr>
              <p:cNvPr id="53" name="TextBox 52">
                <a:extLst>
                  <a:ext uri="{FF2B5EF4-FFF2-40B4-BE49-F238E27FC236}">
                    <a16:creationId xmlns:a16="http://schemas.microsoft.com/office/drawing/2014/main" id="{E5F5E54E-5D91-4F66-99CA-E97BCC5C5D4E}"/>
                  </a:ext>
                </a:extLst>
              </p:cNvPr>
              <p:cNvSpPr txBox="1">
                <a:spLocks noRot="1" noChangeAspect="1" noMove="1" noResize="1" noEditPoints="1" noAdjustHandles="1" noChangeArrowheads="1" noChangeShapeType="1" noTextEdit="1"/>
              </p:cNvSpPr>
              <p:nvPr/>
            </p:nvSpPr>
            <p:spPr>
              <a:xfrm>
                <a:off x="2711914" y="4223878"/>
                <a:ext cx="1878082" cy="523220"/>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A28EBED5-01CD-4277-BED0-0D1ED3E82F27}"/>
                  </a:ext>
                </a:extLst>
              </p:cNvPr>
              <p:cNvSpPr txBox="1"/>
              <p:nvPr/>
            </p:nvSpPr>
            <p:spPr>
              <a:xfrm>
                <a:off x="4343366" y="3943150"/>
                <a:ext cx="1409918" cy="105375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2</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e>
                          </m:sPre>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i="1">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5</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r>
                                <a:rPr lang="en-IN" sz="2800" i="1">
                                  <a:solidFill>
                                    <a:srgbClr val="002060"/>
                                  </a:solidFill>
                                  <a:latin typeface="Cambria Math" panose="02040503050406030204" pitchFamily="18" charset="0"/>
                                </a:rPr>
                                <m:t> </m:t>
                              </m:r>
                            </m:e>
                          </m:sPre>
                        </m:den>
                      </m:f>
                    </m:oMath>
                  </m:oMathPara>
                </a14:m>
                <a:endParaRPr lang="en-IN" sz="2800" dirty="0">
                  <a:solidFill>
                    <a:srgbClr val="002060"/>
                  </a:solidFill>
                  <a:latin typeface="+mj-lt"/>
                </a:endParaRPr>
              </a:p>
            </p:txBody>
          </p:sp>
        </mc:Choice>
        <mc:Fallback xmlns="">
          <p:sp>
            <p:nvSpPr>
              <p:cNvPr id="54" name="TextBox 53">
                <a:extLst>
                  <a:ext uri="{FF2B5EF4-FFF2-40B4-BE49-F238E27FC236}">
                    <a16:creationId xmlns:a16="http://schemas.microsoft.com/office/drawing/2014/main" id="{A28EBED5-01CD-4277-BED0-0D1ED3E82F27}"/>
                  </a:ext>
                </a:extLst>
              </p:cNvPr>
              <p:cNvSpPr txBox="1">
                <a:spLocks noRot="1" noChangeAspect="1" noMove="1" noResize="1" noEditPoints="1" noAdjustHandles="1" noChangeArrowheads="1" noChangeShapeType="1" noTextEdit="1"/>
              </p:cNvSpPr>
              <p:nvPr/>
            </p:nvSpPr>
            <p:spPr>
              <a:xfrm>
                <a:off x="4343366" y="3943150"/>
                <a:ext cx="1409918" cy="1053750"/>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09950B92-FB8D-48F9-A9AB-51266BDB34C9}"/>
                  </a:ext>
                </a:extLst>
              </p:cNvPr>
              <p:cNvSpPr txBox="1"/>
              <p:nvPr/>
            </p:nvSpPr>
            <p:spPr>
              <a:xfrm>
                <a:off x="5674168" y="4035909"/>
                <a:ext cx="122806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1</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0 </m:t>
                          </m:r>
                        </m:den>
                      </m:f>
                    </m:oMath>
                  </m:oMathPara>
                </a14:m>
                <a:endParaRPr lang="en-IN" sz="2800" dirty="0">
                  <a:solidFill>
                    <a:srgbClr val="002060"/>
                  </a:solidFill>
                  <a:latin typeface="+mj-lt"/>
                </a:endParaRPr>
              </a:p>
            </p:txBody>
          </p:sp>
        </mc:Choice>
        <mc:Fallback xmlns="">
          <p:sp>
            <p:nvSpPr>
              <p:cNvPr id="55" name="TextBox 54">
                <a:extLst>
                  <a:ext uri="{FF2B5EF4-FFF2-40B4-BE49-F238E27FC236}">
                    <a16:creationId xmlns:a16="http://schemas.microsoft.com/office/drawing/2014/main" id="{09950B92-FB8D-48F9-A9AB-51266BDB34C9}"/>
                  </a:ext>
                </a:extLst>
              </p:cNvPr>
              <p:cNvSpPr txBox="1">
                <a:spLocks noRot="1" noChangeAspect="1" noMove="1" noResize="1" noEditPoints="1" noAdjustHandles="1" noChangeArrowheads="1" noChangeShapeType="1" noTextEdit="1"/>
              </p:cNvSpPr>
              <p:nvPr/>
            </p:nvSpPr>
            <p:spPr>
              <a:xfrm>
                <a:off x="5674168" y="4035909"/>
                <a:ext cx="1228069" cy="899157"/>
              </a:xfrm>
              <a:prstGeom prst="rect">
                <a:avLst/>
              </a:prstGeom>
              <a:blipFill>
                <a:blip r:embed="rId27"/>
                <a:stretch>
                  <a:fillRect/>
                </a:stretch>
              </a:blipFill>
            </p:spPr>
            <p:txBody>
              <a:bodyPr/>
              <a:lstStyle/>
              <a:p>
                <a:r>
                  <a:rPr lang="en-IN">
                    <a:noFill/>
                  </a:rPr>
                  <a:t> </a:t>
                </a:r>
              </a:p>
            </p:txBody>
          </p:sp>
        </mc:Fallback>
      </mc:AlternateContent>
      <p:sp>
        <p:nvSpPr>
          <p:cNvPr id="56" name="TextBox 55">
            <a:extLst>
              <a:ext uri="{FF2B5EF4-FFF2-40B4-BE49-F238E27FC236}">
                <a16:creationId xmlns:a16="http://schemas.microsoft.com/office/drawing/2014/main" id="{490137A9-3002-4539-B915-484667A9D6A8}"/>
              </a:ext>
            </a:extLst>
          </p:cNvPr>
          <p:cNvSpPr txBox="1"/>
          <p:nvPr/>
        </p:nvSpPr>
        <p:spPr>
          <a:xfrm>
            <a:off x="1577122" y="2940947"/>
            <a:ext cx="1224135" cy="523220"/>
          </a:xfrm>
          <a:prstGeom prst="rect">
            <a:avLst/>
          </a:prstGeom>
          <a:noFill/>
        </p:spPr>
        <p:txBody>
          <a:bodyPr wrap="square">
            <a:spAutoFit/>
          </a:bodyPr>
          <a:lstStyle/>
          <a:p>
            <a:r>
              <a:rPr lang="en-IN" sz="2800" b="1" dirty="0">
                <a:solidFill>
                  <a:srgbClr val="002060"/>
                </a:solidFill>
                <a:latin typeface="+mj-lt"/>
              </a:rPr>
              <a:t>Case 2:</a:t>
            </a: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57B3F15E-8980-4816-92D6-004F7E864E46}"/>
                  </a:ext>
                </a:extLst>
              </p:cNvPr>
              <p:cNvSpPr txBox="1"/>
              <p:nvPr/>
            </p:nvSpPr>
            <p:spPr>
              <a:xfrm>
                <a:off x="2711914" y="2940947"/>
                <a:ext cx="3384086" cy="523220"/>
              </a:xfrm>
              <a:prstGeom prst="rect">
                <a:avLst/>
              </a:prstGeom>
              <a:noFill/>
            </p:spPr>
            <p:txBody>
              <a:bodyPr wrap="square">
                <a:spAutoFit/>
              </a:bodyPr>
              <a:lstStyle/>
              <a:p>
                <a14:m>
                  <m:oMath xmlns:m="http://schemas.openxmlformats.org/officeDocument/2006/math">
                    <m:r>
                      <a:rPr lang="en-IN" sz="2800" i="1" dirty="0" smtClean="0">
                        <a:solidFill>
                          <a:srgbClr val="002060"/>
                        </a:solidFill>
                        <a:latin typeface="Cambria Math" panose="02040503050406030204" pitchFamily="18" charset="0"/>
                      </a:rPr>
                      <m:t>2</m:t>
                    </m:r>
                  </m:oMath>
                </a14:m>
                <a:r>
                  <a:rPr lang="en-IN" sz="2800" dirty="0">
                    <a:solidFill>
                      <a:srgbClr val="002060"/>
                    </a:solidFill>
                    <a:latin typeface="+mj-lt"/>
                  </a:rPr>
                  <a:t> white balls drawn</a:t>
                </a:r>
              </a:p>
            </p:txBody>
          </p:sp>
        </mc:Choice>
        <mc:Fallback xmlns="">
          <p:sp>
            <p:nvSpPr>
              <p:cNvPr id="57" name="TextBox 56">
                <a:extLst>
                  <a:ext uri="{FF2B5EF4-FFF2-40B4-BE49-F238E27FC236}">
                    <a16:creationId xmlns:a16="http://schemas.microsoft.com/office/drawing/2014/main" id="{57B3F15E-8980-4816-92D6-004F7E864E46}"/>
                  </a:ext>
                </a:extLst>
              </p:cNvPr>
              <p:cNvSpPr txBox="1">
                <a:spLocks noRot="1" noChangeAspect="1" noMove="1" noResize="1" noEditPoints="1" noAdjustHandles="1" noChangeArrowheads="1" noChangeShapeType="1" noTextEdit="1"/>
              </p:cNvSpPr>
              <p:nvPr/>
            </p:nvSpPr>
            <p:spPr>
              <a:xfrm>
                <a:off x="2711914" y="2940947"/>
                <a:ext cx="3384086" cy="523220"/>
              </a:xfrm>
              <a:prstGeom prst="rect">
                <a:avLst/>
              </a:prstGeom>
              <a:blipFill>
                <a:blip r:embed="rId28"/>
                <a:stretch>
                  <a:fillRect t="-10465" b="-32558"/>
                </a:stretch>
              </a:blipFill>
            </p:spPr>
            <p:txBody>
              <a:bodyPr/>
              <a:lstStyle/>
              <a:p>
                <a:r>
                  <a:rPr lang="en-IN">
                    <a:noFill/>
                  </a:rPr>
                  <a:t> </a:t>
                </a:r>
              </a:p>
            </p:txBody>
          </p:sp>
        </mc:Fallback>
      </mc:AlternateContent>
      <p:sp>
        <p:nvSpPr>
          <p:cNvPr id="58" name="TextBox 57">
            <a:extLst>
              <a:ext uri="{FF2B5EF4-FFF2-40B4-BE49-F238E27FC236}">
                <a16:creationId xmlns:a16="http://schemas.microsoft.com/office/drawing/2014/main" id="{4A14A45D-7A35-4ADE-A370-4F25765C7604}"/>
              </a:ext>
            </a:extLst>
          </p:cNvPr>
          <p:cNvSpPr txBox="1"/>
          <p:nvPr/>
        </p:nvSpPr>
        <p:spPr>
          <a:xfrm>
            <a:off x="2711914" y="3447240"/>
            <a:ext cx="916657" cy="523220"/>
          </a:xfrm>
          <a:prstGeom prst="rect">
            <a:avLst/>
          </a:prstGeom>
          <a:noFill/>
        </p:spPr>
        <p:txBody>
          <a:bodyPr wrap="square">
            <a:spAutoFit/>
          </a:bodyPr>
          <a:lstStyle/>
          <a:p>
            <a:r>
              <a:rPr lang="en-IN" sz="2800" dirty="0">
                <a:solidFill>
                  <a:srgbClr val="002060"/>
                </a:solidFill>
                <a:latin typeface="+mj-lt"/>
              </a:rPr>
              <a:t>Gain</a:t>
            </a: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4A33D46C-B531-4C4D-96C6-FAB990D67ED6}"/>
                  </a:ext>
                </a:extLst>
              </p:cNvPr>
              <p:cNvSpPr txBox="1"/>
              <p:nvPr/>
            </p:nvSpPr>
            <p:spPr>
              <a:xfrm>
                <a:off x="3472711" y="3447240"/>
                <a:ext cx="916657"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=20</m:t>
                      </m:r>
                    </m:oMath>
                  </m:oMathPara>
                </a14:m>
                <a:endParaRPr lang="en-IN" sz="2800" dirty="0">
                  <a:solidFill>
                    <a:srgbClr val="002060"/>
                  </a:solidFill>
                  <a:latin typeface="+mj-lt"/>
                </a:endParaRPr>
              </a:p>
            </p:txBody>
          </p:sp>
        </mc:Choice>
        <mc:Fallback xmlns="">
          <p:sp>
            <p:nvSpPr>
              <p:cNvPr id="59" name="TextBox 58">
                <a:extLst>
                  <a:ext uri="{FF2B5EF4-FFF2-40B4-BE49-F238E27FC236}">
                    <a16:creationId xmlns:a16="http://schemas.microsoft.com/office/drawing/2014/main" id="{4A33D46C-B531-4C4D-96C6-FAB990D67ED6}"/>
                  </a:ext>
                </a:extLst>
              </p:cNvPr>
              <p:cNvSpPr txBox="1">
                <a:spLocks noRot="1" noChangeAspect="1" noMove="1" noResize="1" noEditPoints="1" noAdjustHandles="1" noChangeArrowheads="1" noChangeShapeType="1" noTextEdit="1"/>
              </p:cNvSpPr>
              <p:nvPr/>
            </p:nvSpPr>
            <p:spPr>
              <a:xfrm>
                <a:off x="3472711" y="3447240"/>
                <a:ext cx="916657" cy="523220"/>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9E1E79BF-F17F-47E8-84D4-5722F29A25F5}"/>
                  </a:ext>
                </a:extLst>
              </p:cNvPr>
              <p:cNvSpPr txBox="1"/>
              <p:nvPr/>
            </p:nvSpPr>
            <p:spPr>
              <a:xfrm>
                <a:off x="8101447" y="4323917"/>
                <a:ext cx="187808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=30</m:t>
                          </m:r>
                        </m:e>
                      </m:d>
                    </m:oMath>
                  </m:oMathPara>
                </a14:m>
                <a:endParaRPr lang="en-IN" sz="2800" dirty="0">
                  <a:solidFill>
                    <a:srgbClr val="002060"/>
                  </a:solidFill>
                  <a:latin typeface="+mj-lt"/>
                </a:endParaRPr>
              </a:p>
            </p:txBody>
          </p:sp>
        </mc:Choice>
        <mc:Fallback xmlns="">
          <p:sp>
            <p:nvSpPr>
              <p:cNvPr id="60" name="TextBox 59">
                <a:extLst>
                  <a:ext uri="{FF2B5EF4-FFF2-40B4-BE49-F238E27FC236}">
                    <a16:creationId xmlns:a16="http://schemas.microsoft.com/office/drawing/2014/main" id="{9E1E79BF-F17F-47E8-84D4-5722F29A25F5}"/>
                  </a:ext>
                </a:extLst>
              </p:cNvPr>
              <p:cNvSpPr txBox="1">
                <a:spLocks noRot="1" noChangeAspect="1" noMove="1" noResize="1" noEditPoints="1" noAdjustHandles="1" noChangeArrowheads="1" noChangeShapeType="1" noTextEdit="1"/>
              </p:cNvSpPr>
              <p:nvPr/>
            </p:nvSpPr>
            <p:spPr>
              <a:xfrm>
                <a:off x="8101447" y="4323917"/>
                <a:ext cx="1878082" cy="523220"/>
              </a:xfrm>
              <a:prstGeom prst="rect">
                <a:avLst/>
              </a:prstGeom>
              <a:blipFill>
                <a:blip r:embed="rId3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62670E9F-32AC-45F0-8B11-FCCED29AD26F}"/>
                  </a:ext>
                </a:extLst>
              </p:cNvPr>
              <p:cNvSpPr txBox="1"/>
              <p:nvPr/>
            </p:nvSpPr>
            <p:spPr>
              <a:xfrm>
                <a:off x="9732899" y="4043189"/>
                <a:ext cx="2085796" cy="105375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2</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b="0" i="0" smtClean="0">
                                      <a:solidFill>
                                        <a:srgbClr val="002060"/>
                                      </a:solidFill>
                                      <a:latin typeface="Cambria Math" panose="02040503050406030204" pitchFamily="18" charset="0"/>
                                    </a:rPr>
                                    <m:t>1</m:t>
                                  </m:r>
                                </m:sub>
                              </m:sSub>
                            </m:e>
                          </m:sPre>
                          <m:r>
                            <a:rPr lang="en-IN" sz="2800" b="0" i="1" smtClean="0">
                              <a:solidFill>
                                <a:srgbClr val="002060"/>
                              </a:solidFill>
                              <a:latin typeface="Cambria Math" panose="02040503050406030204" pitchFamily="18" charset="0"/>
                            </a:rPr>
                            <m:t>×</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3</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b="0" i="0" smtClean="0">
                                      <a:solidFill>
                                        <a:srgbClr val="002060"/>
                                      </a:solidFill>
                                      <a:latin typeface="Cambria Math" panose="02040503050406030204" pitchFamily="18" charset="0"/>
                                    </a:rPr>
                                    <m:t>1</m:t>
                                  </m:r>
                                </m:sub>
                              </m:sSub>
                            </m:e>
                          </m:sPre>
                        </m:num>
                        <m:den>
                          <m:r>
                            <a:rPr lang="en-IN" sz="2800" i="1">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i="1">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5</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r>
                                <a:rPr lang="en-IN" sz="2800" i="1">
                                  <a:solidFill>
                                    <a:srgbClr val="002060"/>
                                  </a:solidFill>
                                  <a:latin typeface="Cambria Math" panose="02040503050406030204" pitchFamily="18" charset="0"/>
                                </a:rPr>
                                <m:t> </m:t>
                              </m:r>
                            </m:e>
                          </m:sPre>
                        </m:den>
                      </m:f>
                    </m:oMath>
                  </m:oMathPara>
                </a14:m>
                <a:endParaRPr lang="en-IN" sz="2800" dirty="0">
                  <a:solidFill>
                    <a:srgbClr val="002060"/>
                  </a:solidFill>
                  <a:latin typeface="+mj-lt"/>
                </a:endParaRPr>
              </a:p>
            </p:txBody>
          </p:sp>
        </mc:Choice>
        <mc:Fallback xmlns="">
          <p:sp>
            <p:nvSpPr>
              <p:cNvPr id="61" name="TextBox 60">
                <a:extLst>
                  <a:ext uri="{FF2B5EF4-FFF2-40B4-BE49-F238E27FC236}">
                    <a16:creationId xmlns:a16="http://schemas.microsoft.com/office/drawing/2014/main" id="{62670E9F-32AC-45F0-8B11-FCCED29AD26F}"/>
                  </a:ext>
                </a:extLst>
              </p:cNvPr>
              <p:cNvSpPr txBox="1">
                <a:spLocks noRot="1" noChangeAspect="1" noMove="1" noResize="1" noEditPoints="1" noAdjustHandles="1" noChangeArrowheads="1" noChangeShapeType="1" noTextEdit="1"/>
              </p:cNvSpPr>
              <p:nvPr/>
            </p:nvSpPr>
            <p:spPr>
              <a:xfrm>
                <a:off x="9732899" y="4043189"/>
                <a:ext cx="2085796" cy="1053750"/>
              </a:xfrm>
              <a:prstGeom prst="rect">
                <a:avLst/>
              </a:prstGeom>
              <a:blipFill>
                <a:blip r:embed="rId3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21F59262-B346-46BB-910E-05292FCCE1ED}"/>
                  </a:ext>
                </a:extLst>
              </p:cNvPr>
              <p:cNvSpPr txBox="1"/>
              <p:nvPr/>
            </p:nvSpPr>
            <p:spPr>
              <a:xfrm>
                <a:off x="9778901" y="5235552"/>
                <a:ext cx="1228069" cy="91057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3</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5</m:t>
                          </m:r>
                          <m:r>
                            <a:rPr lang="en-IN" sz="2800" b="0" i="1" smtClean="0">
                              <a:solidFill>
                                <a:srgbClr val="002060"/>
                              </a:solidFill>
                              <a:latin typeface="Cambria Math" panose="02040503050406030204" pitchFamily="18" charset="0"/>
                            </a:rPr>
                            <m:t> </m:t>
                          </m:r>
                        </m:den>
                      </m:f>
                    </m:oMath>
                  </m:oMathPara>
                </a14:m>
                <a:endParaRPr lang="en-IN" sz="2800" dirty="0">
                  <a:solidFill>
                    <a:srgbClr val="002060"/>
                  </a:solidFill>
                  <a:latin typeface="+mj-lt"/>
                </a:endParaRPr>
              </a:p>
            </p:txBody>
          </p:sp>
        </mc:Choice>
        <mc:Fallback xmlns="">
          <p:sp>
            <p:nvSpPr>
              <p:cNvPr id="62" name="TextBox 61">
                <a:extLst>
                  <a:ext uri="{FF2B5EF4-FFF2-40B4-BE49-F238E27FC236}">
                    <a16:creationId xmlns:a16="http://schemas.microsoft.com/office/drawing/2014/main" id="{21F59262-B346-46BB-910E-05292FCCE1ED}"/>
                  </a:ext>
                </a:extLst>
              </p:cNvPr>
              <p:cNvSpPr txBox="1">
                <a:spLocks noRot="1" noChangeAspect="1" noMove="1" noResize="1" noEditPoints="1" noAdjustHandles="1" noChangeArrowheads="1" noChangeShapeType="1" noTextEdit="1"/>
              </p:cNvSpPr>
              <p:nvPr/>
            </p:nvSpPr>
            <p:spPr>
              <a:xfrm>
                <a:off x="9778901" y="5235552"/>
                <a:ext cx="1228069" cy="910570"/>
              </a:xfrm>
              <a:prstGeom prst="rect">
                <a:avLst/>
              </a:prstGeom>
              <a:blipFill>
                <a:blip r:embed="rId32"/>
                <a:stretch>
                  <a:fillRect/>
                </a:stretch>
              </a:blipFill>
            </p:spPr>
            <p:txBody>
              <a:bodyPr/>
              <a:lstStyle/>
              <a:p>
                <a:r>
                  <a:rPr lang="en-IN">
                    <a:noFill/>
                  </a:rPr>
                  <a:t> </a:t>
                </a:r>
              </a:p>
            </p:txBody>
          </p:sp>
        </mc:Fallback>
      </mc:AlternateContent>
      <p:sp>
        <p:nvSpPr>
          <p:cNvPr id="63" name="TextBox 62">
            <a:extLst>
              <a:ext uri="{FF2B5EF4-FFF2-40B4-BE49-F238E27FC236}">
                <a16:creationId xmlns:a16="http://schemas.microsoft.com/office/drawing/2014/main" id="{C5CC3962-5465-4769-8910-D3C188C55FAD}"/>
              </a:ext>
            </a:extLst>
          </p:cNvPr>
          <p:cNvSpPr txBox="1"/>
          <p:nvPr/>
        </p:nvSpPr>
        <p:spPr>
          <a:xfrm>
            <a:off x="6966655" y="3040986"/>
            <a:ext cx="1224135" cy="523220"/>
          </a:xfrm>
          <a:prstGeom prst="rect">
            <a:avLst/>
          </a:prstGeom>
          <a:noFill/>
        </p:spPr>
        <p:txBody>
          <a:bodyPr wrap="square">
            <a:spAutoFit/>
          </a:bodyPr>
          <a:lstStyle/>
          <a:p>
            <a:r>
              <a:rPr lang="en-IN" sz="2800" b="1" dirty="0">
                <a:solidFill>
                  <a:srgbClr val="002060"/>
                </a:solidFill>
                <a:latin typeface="+mj-lt"/>
              </a:rPr>
              <a:t>Case 3:</a:t>
            </a:r>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AA7A3618-E44E-4799-9A81-58F198757FE7}"/>
                  </a:ext>
                </a:extLst>
              </p:cNvPr>
              <p:cNvSpPr txBox="1"/>
              <p:nvPr/>
            </p:nvSpPr>
            <p:spPr>
              <a:xfrm>
                <a:off x="8101446" y="3040986"/>
                <a:ext cx="4090553" cy="523220"/>
              </a:xfrm>
              <a:prstGeom prst="rect">
                <a:avLst/>
              </a:prstGeom>
              <a:noFill/>
            </p:spPr>
            <p:txBody>
              <a:bodyPr wrap="square">
                <a:spAutoFit/>
              </a:bodyPr>
              <a:lstStyle/>
              <a:p>
                <a14:m>
                  <m:oMath xmlns:m="http://schemas.openxmlformats.org/officeDocument/2006/math">
                    <m:r>
                      <a:rPr lang="en-IN" sz="2800" i="1" dirty="0" smtClean="0">
                        <a:solidFill>
                          <a:srgbClr val="002060"/>
                        </a:solidFill>
                        <a:latin typeface="Cambria Math" panose="02040503050406030204" pitchFamily="18" charset="0"/>
                      </a:rPr>
                      <m:t>1</m:t>
                    </m:r>
                  </m:oMath>
                </a14:m>
                <a:r>
                  <a:rPr lang="en-IN" sz="2800" dirty="0">
                    <a:solidFill>
                      <a:srgbClr val="002060"/>
                    </a:solidFill>
                    <a:latin typeface="+mj-lt"/>
                  </a:rPr>
                  <a:t> white and 1 red ball drawn</a:t>
                </a:r>
              </a:p>
            </p:txBody>
          </p:sp>
        </mc:Choice>
        <mc:Fallback xmlns="">
          <p:sp>
            <p:nvSpPr>
              <p:cNvPr id="64" name="TextBox 63">
                <a:extLst>
                  <a:ext uri="{FF2B5EF4-FFF2-40B4-BE49-F238E27FC236}">
                    <a16:creationId xmlns:a16="http://schemas.microsoft.com/office/drawing/2014/main" id="{AA7A3618-E44E-4799-9A81-58F198757FE7}"/>
                  </a:ext>
                </a:extLst>
              </p:cNvPr>
              <p:cNvSpPr txBox="1">
                <a:spLocks noRot="1" noChangeAspect="1" noMove="1" noResize="1" noEditPoints="1" noAdjustHandles="1" noChangeArrowheads="1" noChangeShapeType="1" noTextEdit="1"/>
              </p:cNvSpPr>
              <p:nvPr/>
            </p:nvSpPr>
            <p:spPr>
              <a:xfrm>
                <a:off x="8101446" y="3040986"/>
                <a:ext cx="4090553" cy="523220"/>
              </a:xfrm>
              <a:prstGeom prst="rect">
                <a:avLst/>
              </a:prstGeom>
              <a:blipFill>
                <a:blip r:embed="rId33"/>
                <a:stretch>
                  <a:fillRect t="-11628" r="-2385" b="-32558"/>
                </a:stretch>
              </a:blipFill>
            </p:spPr>
            <p:txBody>
              <a:bodyPr/>
              <a:lstStyle/>
              <a:p>
                <a:r>
                  <a:rPr lang="en-IN">
                    <a:noFill/>
                  </a:rPr>
                  <a:t> </a:t>
                </a:r>
              </a:p>
            </p:txBody>
          </p:sp>
        </mc:Fallback>
      </mc:AlternateContent>
      <p:sp>
        <p:nvSpPr>
          <p:cNvPr id="65" name="TextBox 64">
            <a:extLst>
              <a:ext uri="{FF2B5EF4-FFF2-40B4-BE49-F238E27FC236}">
                <a16:creationId xmlns:a16="http://schemas.microsoft.com/office/drawing/2014/main" id="{2BE75BD8-F43D-4ABA-9988-5480E618679A}"/>
              </a:ext>
            </a:extLst>
          </p:cNvPr>
          <p:cNvSpPr txBox="1"/>
          <p:nvPr/>
        </p:nvSpPr>
        <p:spPr>
          <a:xfrm>
            <a:off x="8101447" y="3547279"/>
            <a:ext cx="916657" cy="523220"/>
          </a:xfrm>
          <a:prstGeom prst="rect">
            <a:avLst/>
          </a:prstGeom>
          <a:noFill/>
        </p:spPr>
        <p:txBody>
          <a:bodyPr wrap="square">
            <a:spAutoFit/>
          </a:bodyPr>
          <a:lstStyle/>
          <a:p>
            <a:r>
              <a:rPr lang="en-IN" sz="2800" dirty="0">
                <a:solidFill>
                  <a:srgbClr val="002060"/>
                </a:solidFill>
                <a:latin typeface="+mj-lt"/>
              </a:rPr>
              <a:t>Gain</a:t>
            </a:r>
          </a:p>
        </p:txBody>
      </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4068175D-27D0-490A-828B-30655E2C25D9}"/>
                  </a:ext>
                </a:extLst>
              </p:cNvPr>
              <p:cNvSpPr txBox="1"/>
              <p:nvPr/>
            </p:nvSpPr>
            <p:spPr>
              <a:xfrm>
                <a:off x="8862244" y="3547279"/>
                <a:ext cx="916657"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=30</m:t>
                      </m:r>
                    </m:oMath>
                  </m:oMathPara>
                </a14:m>
                <a:endParaRPr lang="en-IN" sz="2800" dirty="0">
                  <a:solidFill>
                    <a:srgbClr val="002060"/>
                  </a:solidFill>
                  <a:latin typeface="+mj-lt"/>
                </a:endParaRPr>
              </a:p>
            </p:txBody>
          </p:sp>
        </mc:Choice>
        <mc:Fallback xmlns="">
          <p:sp>
            <p:nvSpPr>
              <p:cNvPr id="66" name="TextBox 65">
                <a:extLst>
                  <a:ext uri="{FF2B5EF4-FFF2-40B4-BE49-F238E27FC236}">
                    <a16:creationId xmlns:a16="http://schemas.microsoft.com/office/drawing/2014/main" id="{4068175D-27D0-490A-828B-30655E2C25D9}"/>
                  </a:ext>
                </a:extLst>
              </p:cNvPr>
              <p:cNvSpPr txBox="1">
                <a:spLocks noRot="1" noChangeAspect="1" noMove="1" noResize="1" noEditPoints="1" noAdjustHandles="1" noChangeArrowheads="1" noChangeShapeType="1" noTextEdit="1"/>
              </p:cNvSpPr>
              <p:nvPr/>
            </p:nvSpPr>
            <p:spPr>
              <a:xfrm>
                <a:off x="8862244" y="3547279"/>
                <a:ext cx="916657" cy="523220"/>
              </a:xfrm>
              <a:prstGeom prst="rect">
                <a:avLst/>
              </a:prstGeom>
              <a:blipFill>
                <a:blip r:embed="rId34"/>
                <a:stretch>
                  <a:fillRect/>
                </a:stretch>
              </a:blipFill>
            </p:spPr>
            <p:txBody>
              <a:bodyPr/>
              <a:lstStyle/>
              <a:p>
                <a:r>
                  <a:rPr lang="en-IN">
                    <a:noFill/>
                  </a:rPr>
                  <a:t> </a:t>
                </a:r>
              </a:p>
            </p:txBody>
          </p:sp>
        </mc:Fallback>
      </mc:AlternateContent>
      <p:cxnSp>
        <p:nvCxnSpPr>
          <p:cNvPr id="67" name="Straight Connector 66">
            <a:extLst>
              <a:ext uri="{FF2B5EF4-FFF2-40B4-BE49-F238E27FC236}">
                <a16:creationId xmlns:a16="http://schemas.microsoft.com/office/drawing/2014/main" id="{9C07A516-FB5D-476E-88C0-D4830CDDBC8F}"/>
              </a:ext>
            </a:extLst>
          </p:cNvPr>
          <p:cNvCxnSpPr>
            <a:cxnSpLocks/>
          </p:cNvCxnSpPr>
          <p:nvPr/>
        </p:nvCxnSpPr>
        <p:spPr>
          <a:xfrm>
            <a:off x="6902976" y="2999776"/>
            <a:ext cx="0" cy="332482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43989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1" fill="hold">
                                          <p:stCondLst>
                                            <p:cond delay="0"/>
                                          </p:stCondLst>
                                        </p:cTn>
                                        <p:tgtEl>
                                          <p:spTgt spid="67"/>
                                        </p:tgtEl>
                                        <p:attrNameLst>
                                          <p:attrName>style.visibility</p:attrName>
                                        </p:attrNameLst>
                                      </p:cBhvr>
                                      <p:to>
                                        <p:strVal val="visible"/>
                                      </p:to>
                                    </p:set>
                                    <p:animEffect transition="in" filter="wipe(up)">
                                      <p:cBhvr>
                                        <p:cTn id="63" dur="500"/>
                                        <p:tgtEl>
                                          <p:spTgt spid="67"/>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63"/>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64"/>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65"/>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66"/>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60"/>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61"/>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8" grpId="0"/>
      <p:bldP spid="49" grpId="0"/>
      <p:bldP spid="50" grpId="0"/>
      <p:bldP spid="51" grpId="0"/>
      <p:bldP spid="52" grpId="0"/>
      <p:bldP spid="53" grpId="0"/>
      <p:bldP spid="54" grpId="0"/>
      <p:bldP spid="55" grpId="0"/>
      <p:bldP spid="56" grpId="0"/>
      <p:bldP spid="57" grpId="0"/>
      <p:bldP spid="58" grpId="0"/>
      <p:bldP spid="59" grpId="0"/>
      <p:bldP spid="60" grpId="0"/>
      <p:bldP spid="61" grpId="0"/>
      <p:bldP spid="62" grpId="0"/>
      <p:bldP spid="63" grpId="0"/>
      <p:bldP spid="64" grpId="0"/>
      <p:bldP spid="65" grpId="0"/>
      <p:bldP spid="66" grpId="0"/>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6 ⇝ Example 5 (Continue)</a:t>
            </a:r>
            <a:endParaRPr lang="en-US"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62587BB-74E3-41AA-998A-71DEF2582BBD}"/>
                  </a:ext>
                </a:extLst>
              </p:cNvPr>
              <p:cNvSpPr txBox="1"/>
              <p:nvPr/>
            </p:nvSpPr>
            <p:spPr>
              <a:xfrm>
                <a:off x="7333286" y="992207"/>
                <a:ext cx="187808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=40</m:t>
                          </m:r>
                        </m:e>
                      </m:d>
                    </m:oMath>
                  </m:oMathPara>
                </a14:m>
                <a:endParaRPr lang="en-IN" sz="2800" dirty="0">
                  <a:solidFill>
                    <a:srgbClr val="002060"/>
                  </a:solidFill>
                  <a:latin typeface="+mj-lt"/>
                </a:endParaRPr>
              </a:p>
            </p:txBody>
          </p:sp>
        </mc:Choice>
        <mc:Fallback xmlns="">
          <p:sp>
            <p:nvSpPr>
              <p:cNvPr id="35" name="TextBox 34">
                <a:extLst>
                  <a:ext uri="{FF2B5EF4-FFF2-40B4-BE49-F238E27FC236}">
                    <a16:creationId xmlns:a16="http://schemas.microsoft.com/office/drawing/2014/main" id="{262587BB-74E3-41AA-998A-71DEF2582BBD}"/>
                  </a:ext>
                </a:extLst>
              </p:cNvPr>
              <p:cNvSpPr txBox="1">
                <a:spLocks noRot="1" noChangeAspect="1" noMove="1" noResize="1" noEditPoints="1" noAdjustHandles="1" noChangeArrowheads="1" noChangeShapeType="1" noTextEdit="1"/>
              </p:cNvSpPr>
              <p:nvPr/>
            </p:nvSpPr>
            <p:spPr>
              <a:xfrm>
                <a:off x="7333286" y="992207"/>
                <a:ext cx="1878082"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9614DBB-E7B9-4046-83C0-286C892727C5}"/>
                  </a:ext>
                </a:extLst>
              </p:cNvPr>
              <p:cNvSpPr txBox="1"/>
              <p:nvPr/>
            </p:nvSpPr>
            <p:spPr>
              <a:xfrm>
                <a:off x="8899127" y="775664"/>
                <a:ext cx="122806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3</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0 </m:t>
                          </m:r>
                        </m:den>
                      </m:f>
                    </m:oMath>
                  </m:oMathPara>
                </a14:m>
                <a:endParaRPr lang="en-IN" sz="2800" dirty="0">
                  <a:solidFill>
                    <a:srgbClr val="002060"/>
                  </a:solidFill>
                  <a:latin typeface="+mj-lt"/>
                </a:endParaRPr>
              </a:p>
            </p:txBody>
          </p:sp>
        </mc:Choice>
        <mc:Fallback xmlns="">
          <p:sp>
            <p:nvSpPr>
              <p:cNvPr id="38" name="TextBox 37">
                <a:extLst>
                  <a:ext uri="{FF2B5EF4-FFF2-40B4-BE49-F238E27FC236}">
                    <a16:creationId xmlns:a16="http://schemas.microsoft.com/office/drawing/2014/main" id="{E9614DBB-E7B9-4046-83C0-286C892727C5}"/>
                  </a:ext>
                </a:extLst>
              </p:cNvPr>
              <p:cNvSpPr txBox="1">
                <a:spLocks noRot="1" noChangeAspect="1" noMove="1" noResize="1" noEditPoints="1" noAdjustHandles="1" noChangeArrowheads="1" noChangeShapeType="1" noTextEdit="1"/>
              </p:cNvSpPr>
              <p:nvPr/>
            </p:nvSpPr>
            <p:spPr>
              <a:xfrm>
                <a:off x="8899127" y="775664"/>
                <a:ext cx="1228069" cy="899157"/>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E5F5E54E-5D91-4F66-99CA-E97BCC5C5D4E}"/>
                  </a:ext>
                </a:extLst>
              </p:cNvPr>
              <p:cNvSpPr txBox="1"/>
              <p:nvPr/>
            </p:nvSpPr>
            <p:spPr>
              <a:xfrm>
                <a:off x="1577122" y="992208"/>
                <a:ext cx="187808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=20</m:t>
                          </m:r>
                        </m:e>
                      </m:d>
                    </m:oMath>
                  </m:oMathPara>
                </a14:m>
                <a:endParaRPr lang="en-IN" sz="2800" dirty="0">
                  <a:solidFill>
                    <a:srgbClr val="002060"/>
                  </a:solidFill>
                  <a:latin typeface="+mj-lt"/>
                </a:endParaRPr>
              </a:p>
            </p:txBody>
          </p:sp>
        </mc:Choice>
        <mc:Fallback xmlns="">
          <p:sp>
            <p:nvSpPr>
              <p:cNvPr id="53" name="TextBox 52">
                <a:extLst>
                  <a:ext uri="{FF2B5EF4-FFF2-40B4-BE49-F238E27FC236}">
                    <a16:creationId xmlns:a16="http://schemas.microsoft.com/office/drawing/2014/main" id="{E5F5E54E-5D91-4F66-99CA-E97BCC5C5D4E}"/>
                  </a:ext>
                </a:extLst>
              </p:cNvPr>
              <p:cNvSpPr txBox="1">
                <a:spLocks noRot="1" noChangeAspect="1" noMove="1" noResize="1" noEditPoints="1" noAdjustHandles="1" noChangeArrowheads="1" noChangeShapeType="1" noTextEdit="1"/>
              </p:cNvSpPr>
              <p:nvPr/>
            </p:nvSpPr>
            <p:spPr>
              <a:xfrm>
                <a:off x="1577122" y="992208"/>
                <a:ext cx="1878082"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09950B92-FB8D-48F9-A9AB-51266BDB34C9}"/>
                  </a:ext>
                </a:extLst>
              </p:cNvPr>
              <p:cNvSpPr txBox="1"/>
              <p:nvPr/>
            </p:nvSpPr>
            <p:spPr>
              <a:xfrm>
                <a:off x="3162013" y="766139"/>
                <a:ext cx="122806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1</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0 </m:t>
                          </m:r>
                        </m:den>
                      </m:f>
                    </m:oMath>
                  </m:oMathPara>
                </a14:m>
                <a:endParaRPr lang="en-IN" sz="2800" dirty="0">
                  <a:solidFill>
                    <a:srgbClr val="002060"/>
                  </a:solidFill>
                  <a:latin typeface="+mj-lt"/>
                </a:endParaRPr>
              </a:p>
            </p:txBody>
          </p:sp>
        </mc:Choice>
        <mc:Fallback xmlns="">
          <p:sp>
            <p:nvSpPr>
              <p:cNvPr id="55" name="TextBox 54">
                <a:extLst>
                  <a:ext uri="{FF2B5EF4-FFF2-40B4-BE49-F238E27FC236}">
                    <a16:creationId xmlns:a16="http://schemas.microsoft.com/office/drawing/2014/main" id="{09950B92-FB8D-48F9-A9AB-51266BDB34C9}"/>
                  </a:ext>
                </a:extLst>
              </p:cNvPr>
              <p:cNvSpPr txBox="1">
                <a:spLocks noRot="1" noChangeAspect="1" noMove="1" noResize="1" noEditPoints="1" noAdjustHandles="1" noChangeArrowheads="1" noChangeShapeType="1" noTextEdit="1"/>
              </p:cNvSpPr>
              <p:nvPr/>
            </p:nvSpPr>
            <p:spPr>
              <a:xfrm>
                <a:off x="3162013" y="766139"/>
                <a:ext cx="1228069" cy="899157"/>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9E1E79BF-F17F-47E8-84D4-5722F29A25F5}"/>
                  </a:ext>
                </a:extLst>
              </p:cNvPr>
              <p:cNvSpPr txBox="1"/>
              <p:nvPr/>
            </p:nvSpPr>
            <p:spPr>
              <a:xfrm>
                <a:off x="4539376" y="997914"/>
                <a:ext cx="187808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=30</m:t>
                          </m:r>
                        </m:e>
                      </m:d>
                    </m:oMath>
                  </m:oMathPara>
                </a14:m>
                <a:endParaRPr lang="en-IN" sz="2800" dirty="0">
                  <a:solidFill>
                    <a:srgbClr val="002060"/>
                  </a:solidFill>
                  <a:latin typeface="+mj-lt"/>
                </a:endParaRPr>
              </a:p>
            </p:txBody>
          </p:sp>
        </mc:Choice>
        <mc:Fallback xmlns="">
          <p:sp>
            <p:nvSpPr>
              <p:cNvPr id="60" name="TextBox 59">
                <a:extLst>
                  <a:ext uri="{FF2B5EF4-FFF2-40B4-BE49-F238E27FC236}">
                    <a16:creationId xmlns:a16="http://schemas.microsoft.com/office/drawing/2014/main" id="{9E1E79BF-F17F-47E8-84D4-5722F29A25F5}"/>
                  </a:ext>
                </a:extLst>
              </p:cNvPr>
              <p:cNvSpPr txBox="1">
                <a:spLocks noRot="1" noChangeAspect="1" noMove="1" noResize="1" noEditPoints="1" noAdjustHandles="1" noChangeArrowheads="1" noChangeShapeType="1" noTextEdit="1"/>
              </p:cNvSpPr>
              <p:nvPr/>
            </p:nvSpPr>
            <p:spPr>
              <a:xfrm>
                <a:off x="4539376" y="997914"/>
                <a:ext cx="1878082"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21F59262-B346-46BB-910E-05292FCCE1ED}"/>
                  </a:ext>
                </a:extLst>
              </p:cNvPr>
              <p:cNvSpPr txBox="1"/>
              <p:nvPr/>
            </p:nvSpPr>
            <p:spPr>
              <a:xfrm>
                <a:off x="6152426" y="775664"/>
                <a:ext cx="1228069" cy="91057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3</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5</m:t>
                          </m:r>
                          <m:r>
                            <a:rPr lang="en-IN" sz="2800" b="0" i="1" smtClean="0">
                              <a:solidFill>
                                <a:srgbClr val="002060"/>
                              </a:solidFill>
                              <a:latin typeface="Cambria Math" panose="02040503050406030204" pitchFamily="18" charset="0"/>
                            </a:rPr>
                            <m:t> </m:t>
                          </m:r>
                        </m:den>
                      </m:f>
                    </m:oMath>
                  </m:oMathPara>
                </a14:m>
                <a:endParaRPr lang="en-IN" sz="2800" dirty="0">
                  <a:solidFill>
                    <a:srgbClr val="002060"/>
                  </a:solidFill>
                  <a:latin typeface="+mj-lt"/>
                </a:endParaRPr>
              </a:p>
            </p:txBody>
          </p:sp>
        </mc:Choice>
        <mc:Fallback xmlns="">
          <p:sp>
            <p:nvSpPr>
              <p:cNvPr id="62" name="TextBox 61">
                <a:extLst>
                  <a:ext uri="{FF2B5EF4-FFF2-40B4-BE49-F238E27FC236}">
                    <a16:creationId xmlns:a16="http://schemas.microsoft.com/office/drawing/2014/main" id="{21F59262-B346-46BB-910E-05292FCCE1ED}"/>
                  </a:ext>
                </a:extLst>
              </p:cNvPr>
              <p:cNvSpPr txBox="1">
                <a:spLocks noRot="1" noChangeAspect="1" noMove="1" noResize="1" noEditPoints="1" noAdjustHandles="1" noChangeArrowheads="1" noChangeShapeType="1" noTextEdit="1"/>
              </p:cNvSpPr>
              <p:nvPr/>
            </p:nvSpPr>
            <p:spPr>
              <a:xfrm>
                <a:off x="6152426" y="775664"/>
                <a:ext cx="1228069" cy="910570"/>
              </a:xfrm>
              <a:prstGeom prst="rect">
                <a:avLst/>
              </a:prstGeom>
              <a:blipFill>
                <a:blip r:embed="rId7"/>
                <a:stretch>
                  <a:fillRect/>
                </a:stretch>
              </a:blipFill>
            </p:spPr>
            <p:txBody>
              <a:bodyPr/>
              <a:lstStyle/>
              <a:p>
                <a:r>
                  <a:rPr lang="en-IN">
                    <a:noFill/>
                  </a:rPr>
                  <a:t> </a:t>
                </a:r>
              </a:p>
            </p:txBody>
          </p:sp>
        </mc:Fallback>
      </mc:AlternateContent>
      <p:sp>
        <p:nvSpPr>
          <p:cNvPr id="39" name="TextBox 38">
            <a:extLst>
              <a:ext uri="{FF2B5EF4-FFF2-40B4-BE49-F238E27FC236}">
                <a16:creationId xmlns:a16="http://schemas.microsoft.com/office/drawing/2014/main" id="{BB613594-B41C-4B49-9BC3-80D086293308}"/>
              </a:ext>
            </a:extLst>
          </p:cNvPr>
          <p:cNvSpPr txBox="1"/>
          <p:nvPr/>
        </p:nvSpPr>
        <p:spPr>
          <a:xfrm>
            <a:off x="1577122" y="2416427"/>
            <a:ext cx="2743200" cy="523220"/>
          </a:xfrm>
          <a:prstGeom prst="rect">
            <a:avLst/>
          </a:prstGeom>
          <a:noFill/>
        </p:spPr>
        <p:txBody>
          <a:bodyPr wrap="square">
            <a:spAutoFit/>
          </a:bodyPr>
          <a:lstStyle/>
          <a:p>
            <a:r>
              <a:rPr lang="en-IN" sz="2800" dirty="0">
                <a:solidFill>
                  <a:srgbClr val="002060"/>
                </a:solidFill>
              </a:rPr>
              <a:t>The expected gain</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5929EA63-0746-4896-AFC5-02D87EFFCE2E}"/>
                  </a:ext>
                </a:extLst>
              </p:cNvPr>
              <p:cNvSpPr txBox="1"/>
              <p:nvPr/>
            </p:nvSpPr>
            <p:spPr>
              <a:xfrm>
                <a:off x="1576712" y="3287819"/>
                <a:ext cx="10221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E</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oMath>
                  </m:oMathPara>
                </a14:m>
                <a:endParaRPr lang="en-IN" sz="2800" dirty="0">
                  <a:solidFill>
                    <a:srgbClr val="002060"/>
                  </a:solidFill>
                  <a:latin typeface="+mj-lt"/>
                </a:endParaRPr>
              </a:p>
            </p:txBody>
          </p:sp>
        </mc:Choice>
        <mc:Fallback xmlns="">
          <p:sp>
            <p:nvSpPr>
              <p:cNvPr id="40" name="TextBox 39">
                <a:extLst>
                  <a:ext uri="{FF2B5EF4-FFF2-40B4-BE49-F238E27FC236}">
                    <a16:creationId xmlns:a16="http://schemas.microsoft.com/office/drawing/2014/main" id="{5929EA63-0746-4896-AFC5-02D87EFFCE2E}"/>
                  </a:ext>
                </a:extLst>
              </p:cNvPr>
              <p:cNvSpPr txBox="1">
                <a:spLocks noRot="1" noChangeAspect="1" noMove="1" noResize="1" noEditPoints="1" noAdjustHandles="1" noChangeArrowheads="1" noChangeShapeType="1" noTextEdit="1"/>
              </p:cNvSpPr>
              <p:nvPr/>
            </p:nvSpPr>
            <p:spPr>
              <a:xfrm>
                <a:off x="1576712" y="3287819"/>
                <a:ext cx="1022167"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770BD401-4F32-456C-B015-752FD42EFC40}"/>
                  </a:ext>
                </a:extLst>
              </p:cNvPr>
              <p:cNvSpPr txBox="1"/>
              <p:nvPr/>
            </p:nvSpPr>
            <p:spPr>
              <a:xfrm>
                <a:off x="4667892" y="2909425"/>
                <a:ext cx="8118467" cy="1104148"/>
              </a:xfrm>
              <a:prstGeom prst="rect">
                <a:avLst/>
              </a:prstGeom>
              <a:noFill/>
            </p:spPr>
            <p:txBody>
              <a:bodyPr wrap="square">
                <a:spAutoFit/>
              </a:bodyPr>
              <a:lstStyle/>
              <a:p>
                <a:pPr>
                  <a:lnSpc>
                    <a:spcPct val="125000"/>
                  </a:lnSpc>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dirty="0" smtClean="0">
                          <a:solidFill>
                            <a:srgbClr val="002060"/>
                          </a:solidFill>
                          <a:latin typeface="Cambria Math" panose="02040503050406030204" pitchFamily="18" charset="0"/>
                        </a:rPr>
                        <m:t>​20⋅</m:t>
                      </m:r>
                      <m:f>
                        <m:fPr>
                          <m:ctrlPr>
                            <a:rPr lang="en-IN" sz="2800" i="1" dirty="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10</m:t>
                          </m:r>
                          <m:r>
                            <a:rPr lang="en-IN" sz="2800" b="0" i="1" dirty="0" smtClean="0">
                              <a:solidFill>
                                <a:srgbClr val="002060"/>
                              </a:solidFill>
                              <a:latin typeface="Cambria Math" panose="02040503050406030204" pitchFamily="18" charset="0"/>
                            </a:rPr>
                            <m:t> </m:t>
                          </m:r>
                        </m:den>
                      </m:f>
                      <m:r>
                        <a:rPr lang="en-IN" sz="2800" b="0" i="1"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30⋅</m:t>
                      </m:r>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3</m:t>
                          </m:r>
                        </m:num>
                        <m:den>
                          <m:r>
                            <a:rPr lang="en-IN" sz="2800" b="0" i="0" dirty="0" smtClean="0">
                              <a:solidFill>
                                <a:srgbClr val="002060"/>
                              </a:solidFill>
                              <a:latin typeface="Cambria Math" panose="02040503050406030204" pitchFamily="18" charset="0"/>
                            </a:rPr>
                            <m:t> 5 </m:t>
                          </m:r>
                        </m:den>
                      </m:f>
                      <m:r>
                        <a:rPr lang="en-IN" sz="2800" dirty="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40⋅</m:t>
                      </m:r>
                      <m:f>
                        <m:fPr>
                          <m:ctrlPr>
                            <a:rPr lang="en-IN" sz="2800" i="1" dirty="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3</m:t>
                          </m:r>
                        </m:num>
                        <m:den>
                          <m:r>
                            <a:rPr lang="en-IN" sz="2800" b="0" i="1"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10</m:t>
                          </m:r>
                          <m:r>
                            <a:rPr lang="en-IN" sz="2800" b="0" i="0" dirty="0" smtClean="0">
                              <a:solidFill>
                                <a:srgbClr val="002060"/>
                              </a:solidFill>
                              <a:latin typeface="Cambria Math" panose="02040503050406030204" pitchFamily="18" charset="0"/>
                            </a:rPr>
                            <m:t> </m:t>
                          </m:r>
                        </m:den>
                      </m:f>
                      <m:r>
                        <a:rPr lang="en-IN" sz="2800" dirty="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41" name="TextBox 40">
                <a:extLst>
                  <a:ext uri="{FF2B5EF4-FFF2-40B4-BE49-F238E27FC236}">
                    <a16:creationId xmlns:a16="http://schemas.microsoft.com/office/drawing/2014/main" id="{770BD401-4F32-456C-B015-752FD42EFC40}"/>
                  </a:ext>
                </a:extLst>
              </p:cNvPr>
              <p:cNvSpPr txBox="1">
                <a:spLocks noRot="1" noChangeAspect="1" noMove="1" noResize="1" noEditPoints="1" noAdjustHandles="1" noChangeArrowheads="1" noChangeShapeType="1" noTextEdit="1"/>
              </p:cNvSpPr>
              <p:nvPr/>
            </p:nvSpPr>
            <p:spPr>
              <a:xfrm>
                <a:off x="4667892" y="2909425"/>
                <a:ext cx="8118467" cy="1104148"/>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16818BE6-6998-4F6F-A7FD-ED479F74B973}"/>
                  </a:ext>
                </a:extLst>
              </p:cNvPr>
              <p:cNvSpPr txBox="1"/>
              <p:nvPr/>
            </p:nvSpPr>
            <p:spPr>
              <a:xfrm>
                <a:off x="4667893" y="4328357"/>
                <a:ext cx="2477357"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i="0" dirty="0" smtClean="0">
                          <a:latin typeface="Cambria Math" panose="02040503050406030204" pitchFamily="18" charset="0"/>
                        </a:rPr>
                        <m:t>=</m:t>
                      </m:r>
                      <m:r>
                        <a:rPr lang="en-IN" b="0" i="0" dirty="0" smtClean="0">
                          <a:latin typeface="Cambria Math" panose="02040503050406030204" pitchFamily="18" charset="0"/>
                        </a:rPr>
                        <m:t>2</m:t>
                      </m:r>
                      <m:r>
                        <a:rPr lang="en-IN" dirty="0">
                          <a:latin typeface="Cambria Math" panose="02040503050406030204" pitchFamily="18" charset="0"/>
                        </a:rPr>
                        <m:t>+</m:t>
                      </m:r>
                      <m:r>
                        <a:rPr lang="en-IN" b="0" i="0" dirty="0" smtClean="0">
                          <a:latin typeface="Cambria Math" panose="02040503050406030204" pitchFamily="18" charset="0"/>
                        </a:rPr>
                        <m:t>18</m:t>
                      </m:r>
                      <m:r>
                        <a:rPr lang="en-IN" dirty="0">
                          <a:latin typeface="Cambria Math" panose="02040503050406030204" pitchFamily="18" charset="0"/>
                        </a:rPr>
                        <m:t>+</m:t>
                      </m:r>
                      <m:r>
                        <a:rPr lang="en-IN" b="0" i="0" dirty="0" smtClean="0">
                          <a:latin typeface="Cambria Math" panose="02040503050406030204" pitchFamily="18" charset="0"/>
                        </a:rPr>
                        <m:t>12</m:t>
                      </m:r>
                    </m:oMath>
                  </m:oMathPara>
                </a14:m>
                <a:endParaRPr lang="en-IN" dirty="0"/>
              </a:p>
            </p:txBody>
          </p:sp>
        </mc:Choice>
        <mc:Fallback xmlns="">
          <p:sp>
            <p:nvSpPr>
              <p:cNvPr id="42" name="TextBox 41">
                <a:extLst>
                  <a:ext uri="{FF2B5EF4-FFF2-40B4-BE49-F238E27FC236}">
                    <a16:creationId xmlns:a16="http://schemas.microsoft.com/office/drawing/2014/main" id="{16818BE6-6998-4F6F-A7FD-ED479F74B973}"/>
                  </a:ext>
                </a:extLst>
              </p:cNvPr>
              <p:cNvSpPr txBox="1">
                <a:spLocks noRot="1" noChangeAspect="1" noMove="1" noResize="1" noEditPoints="1" noAdjustHandles="1" noChangeArrowheads="1" noChangeShapeType="1" noTextEdit="1"/>
              </p:cNvSpPr>
              <p:nvPr/>
            </p:nvSpPr>
            <p:spPr>
              <a:xfrm>
                <a:off x="4667893" y="4328357"/>
                <a:ext cx="2477357"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0953212F-E7B8-4155-8ADC-EBE0B44BBA18}"/>
                  </a:ext>
                </a:extLst>
              </p:cNvPr>
              <p:cNvSpPr txBox="1"/>
              <p:nvPr/>
            </p:nvSpPr>
            <p:spPr>
              <a:xfrm>
                <a:off x="2380393" y="3049953"/>
                <a:ext cx="2762520" cy="113787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chr m:val="∑"/>
                          <m:supHide m:val="on"/>
                          <m:ctrlPr>
                            <a:rPr lang="en-IN" sz="2800" b="0" i="1" dirty="0" smtClean="0">
                              <a:solidFill>
                                <a:srgbClr val="002060"/>
                              </a:solidFill>
                              <a:latin typeface="Cambria Math" panose="02040503050406030204" pitchFamily="18" charset="0"/>
                            </a:rPr>
                          </m:ctrlPr>
                        </m:naryPr>
                        <m:sub>
                          <m:r>
                            <m:rPr>
                              <m:sty m:val="p"/>
                              <m:brk m:alnAt="7"/>
                            </m:rPr>
                            <a:rPr lang="en-IN" sz="2800" b="0" i="0" dirty="0" smtClean="0">
                              <a:solidFill>
                                <a:srgbClr val="002060"/>
                              </a:solidFill>
                              <a:latin typeface="Cambria Math" panose="02040503050406030204" pitchFamily="18" charset="0"/>
                            </a:rPr>
                            <m:t>x</m:t>
                          </m:r>
                          <m:r>
                            <a:rPr lang="en-IN" sz="2800" i="0" dirty="0">
                              <a:solidFill>
                                <a:srgbClr val="002060"/>
                              </a:solidFill>
                              <a:latin typeface="Cambria Math" panose="02040503050406030204" pitchFamily="18" charset="0"/>
                            </a:rPr>
                            <m:t> ∈ </m:t>
                          </m:r>
                          <m:r>
                            <m:rPr>
                              <m:sty m:val="p"/>
                            </m:rPr>
                            <a:rPr lang="en-IN" sz="2800" i="0" dirty="0">
                              <a:solidFill>
                                <a:srgbClr val="002060"/>
                              </a:solidFill>
                              <a:latin typeface="Cambria Math" panose="02040503050406030204" pitchFamily="18" charset="0"/>
                            </a:rPr>
                            <m:t>X</m:t>
                          </m:r>
                        </m:sub>
                        <m:sup/>
                        <m:e>
                          <m:r>
                            <m:rPr>
                              <m:sty m:val="p"/>
                            </m:rPr>
                            <a:rPr lang="en-IN" sz="2800" b="0" i="0" dirty="0" smtClean="0">
                              <a:solidFill>
                                <a:srgbClr val="002060"/>
                              </a:solidFill>
                              <a:latin typeface="Cambria Math" panose="02040503050406030204" pitchFamily="18" charset="0"/>
                            </a:rPr>
                            <m:t>x</m:t>
                          </m:r>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oMath>
                  </m:oMathPara>
                </a14:m>
                <a:endParaRPr lang="en-IN" sz="2800" dirty="0">
                  <a:solidFill>
                    <a:srgbClr val="002060"/>
                  </a:solidFill>
                  <a:latin typeface="+mj-lt"/>
                </a:endParaRPr>
              </a:p>
            </p:txBody>
          </p:sp>
        </mc:Choice>
        <mc:Fallback xmlns="">
          <p:sp>
            <p:nvSpPr>
              <p:cNvPr id="43" name="TextBox 42">
                <a:extLst>
                  <a:ext uri="{FF2B5EF4-FFF2-40B4-BE49-F238E27FC236}">
                    <a16:creationId xmlns:a16="http://schemas.microsoft.com/office/drawing/2014/main" id="{0953212F-E7B8-4155-8ADC-EBE0B44BBA18}"/>
                  </a:ext>
                </a:extLst>
              </p:cNvPr>
              <p:cNvSpPr txBox="1">
                <a:spLocks noRot="1" noChangeAspect="1" noMove="1" noResize="1" noEditPoints="1" noAdjustHandles="1" noChangeArrowheads="1" noChangeShapeType="1" noTextEdit="1"/>
              </p:cNvSpPr>
              <p:nvPr/>
            </p:nvSpPr>
            <p:spPr>
              <a:xfrm>
                <a:off x="2380393" y="3049953"/>
                <a:ext cx="2762520" cy="1137876"/>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0A73E695-9020-4772-BB61-C9396CFBBCE3}"/>
                  </a:ext>
                </a:extLst>
              </p:cNvPr>
              <p:cNvSpPr txBox="1"/>
              <p:nvPr/>
            </p:nvSpPr>
            <p:spPr>
              <a:xfrm>
                <a:off x="4605861" y="5166809"/>
                <a:ext cx="107410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i="1" dirty="0" smtClean="0">
                          <a:latin typeface="Cambria Math" panose="02040503050406030204" pitchFamily="18" charset="0"/>
                        </a:rPr>
                        <m:t>=</m:t>
                      </m:r>
                      <m:r>
                        <a:rPr lang="en-IN" b="0" i="1" dirty="0" smtClean="0">
                          <a:latin typeface="Cambria Math" panose="02040503050406030204" pitchFamily="18" charset="0"/>
                        </a:rPr>
                        <m:t>32</m:t>
                      </m:r>
                    </m:oMath>
                  </m:oMathPara>
                </a14:m>
                <a:endParaRPr/>
              </a:p>
            </p:txBody>
          </p:sp>
        </mc:Choice>
        <mc:Fallback xmlns="">
          <p:sp>
            <p:nvSpPr>
              <p:cNvPr id="44" name="TextBox 43">
                <a:extLst>
                  <a:ext uri="{FF2B5EF4-FFF2-40B4-BE49-F238E27FC236}">
                    <a16:creationId xmlns:a16="http://schemas.microsoft.com/office/drawing/2014/main" id="{0A73E695-9020-4772-BB61-C9396CFBBCE3}"/>
                  </a:ext>
                </a:extLst>
              </p:cNvPr>
              <p:cNvSpPr txBox="1">
                <a:spLocks noRot="1" noChangeAspect="1" noMove="1" noResize="1" noEditPoints="1" noAdjustHandles="1" noChangeArrowheads="1" noChangeShapeType="1" noTextEdit="1"/>
              </p:cNvSpPr>
              <p:nvPr/>
            </p:nvSpPr>
            <p:spPr>
              <a:xfrm>
                <a:off x="4605861" y="5166809"/>
                <a:ext cx="1074104" cy="523220"/>
              </a:xfrm>
              <a:prstGeom prst="rect">
                <a:avLst/>
              </a:prstGeom>
              <a:blipFill>
                <a:blip r:embed="rId12"/>
                <a:stretch>
                  <a:fillRect/>
                </a:stretch>
              </a:blipFill>
            </p:spPr>
            <p:txBody>
              <a:bodyPr/>
              <a:lstStyle/>
              <a:p>
                <a:r>
                  <a:rPr lang="en-IN">
                    <a:noFill/>
                  </a:rPr>
                  <a:t> </a:t>
                </a:r>
              </a:p>
            </p:txBody>
          </p:sp>
        </mc:Fallback>
      </mc:AlternateContent>
      <p:sp>
        <p:nvSpPr>
          <p:cNvPr id="45" name="TextBox 44">
            <a:extLst>
              <a:ext uri="{FF2B5EF4-FFF2-40B4-BE49-F238E27FC236}">
                <a16:creationId xmlns:a16="http://schemas.microsoft.com/office/drawing/2014/main" id="{1D785616-6A31-433E-848B-57FC527B9037}"/>
              </a:ext>
            </a:extLst>
          </p:cNvPr>
          <p:cNvSpPr txBox="1"/>
          <p:nvPr/>
        </p:nvSpPr>
        <p:spPr>
          <a:xfrm>
            <a:off x="1577122" y="1866862"/>
            <a:ext cx="1021757" cy="523220"/>
          </a:xfrm>
          <a:prstGeom prst="rect">
            <a:avLst/>
          </a:prstGeom>
          <a:noFill/>
        </p:spPr>
        <p:txBody>
          <a:bodyPr wrap="square">
            <a:spAutoFit/>
          </a:bodyPr>
          <a:lstStyle/>
          <a:p>
            <a:r>
              <a:rPr lang="en-IN" sz="2800" dirty="0">
                <a:solidFill>
                  <a:srgbClr val="002060"/>
                </a:solidFill>
              </a:rPr>
              <a:t>Now,</a:t>
            </a: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1DB22DEA-3569-434D-ACDC-930C8A420544}"/>
                  </a:ext>
                </a:extLst>
              </p:cNvPr>
              <p:cNvSpPr txBox="1"/>
              <p:nvPr/>
            </p:nvSpPr>
            <p:spPr>
              <a:xfrm>
                <a:off x="1576712" y="5864437"/>
                <a:ext cx="6062338"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lgn="just"/>
                <a:r>
                  <a:rPr lang="en-GB" i="0" dirty="0">
                    <a:latin typeface="+mj-lt"/>
                  </a:rPr>
                  <a:t>The expected gain of the person is Rs. </a:t>
                </a:r>
                <a14:m>
                  <m:oMath xmlns:m="http://schemas.openxmlformats.org/officeDocument/2006/math">
                    <m:r>
                      <a:rPr lang="en-GB" i="0" dirty="0" smtClean="0">
                        <a:latin typeface="Cambria Math" panose="02040503050406030204" pitchFamily="18" charset="0"/>
                      </a:rPr>
                      <m:t>32</m:t>
                    </m:r>
                  </m:oMath>
                </a14:m>
                <a:r>
                  <a:rPr lang="en-GB" i="0" dirty="0">
                    <a:latin typeface="+mj-lt"/>
                  </a:rPr>
                  <a:t>.</a:t>
                </a:r>
              </a:p>
            </p:txBody>
          </p:sp>
        </mc:Choice>
        <mc:Fallback xmlns="">
          <p:sp>
            <p:nvSpPr>
              <p:cNvPr id="48" name="TextBox 47">
                <a:extLst>
                  <a:ext uri="{FF2B5EF4-FFF2-40B4-BE49-F238E27FC236}">
                    <a16:creationId xmlns:a16="http://schemas.microsoft.com/office/drawing/2014/main" id="{1DB22DEA-3569-434D-ACDC-930C8A420544}"/>
                  </a:ext>
                </a:extLst>
              </p:cNvPr>
              <p:cNvSpPr txBox="1">
                <a:spLocks noRot="1" noChangeAspect="1" noMove="1" noResize="1" noEditPoints="1" noAdjustHandles="1" noChangeArrowheads="1" noChangeShapeType="1" noTextEdit="1"/>
              </p:cNvSpPr>
              <p:nvPr/>
            </p:nvSpPr>
            <p:spPr>
              <a:xfrm>
                <a:off x="1576712" y="5864437"/>
                <a:ext cx="6062338" cy="523220"/>
              </a:xfrm>
              <a:prstGeom prst="rect">
                <a:avLst/>
              </a:prstGeom>
              <a:blipFill>
                <a:blip r:embed="rId13"/>
                <a:stretch>
                  <a:fillRect l="-2113" t="-10465" r="-905" b="-32558"/>
                </a:stretch>
              </a:blipFill>
            </p:spPr>
            <p:txBody>
              <a:bodyPr/>
              <a:lstStyle/>
              <a:p>
                <a:r>
                  <a:rPr lang="en-IN">
                    <a:noFill/>
                  </a:rPr>
                  <a:t> </a:t>
                </a:r>
              </a:p>
            </p:txBody>
          </p:sp>
        </mc:Fallback>
      </mc:AlternateContent>
    </p:spTree>
    <p:extLst>
      <p:ext uri="{BB962C8B-B14F-4D97-AF65-F5344CB8AC3E}">
        <p14:creationId xmlns:p14="http://schemas.microsoft.com/office/powerpoint/2010/main" val="15960824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1" grpId="0"/>
      <p:bldP spid="42" grpId="0"/>
      <p:bldP spid="43" grpId="0"/>
      <p:bldP spid="44" grpId="0"/>
      <p:bldP spid="45" grpId="0"/>
      <p:bldP spid="48" grpId="0"/>
    </p:bld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21731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0000"/>
                  </a:lnSpc>
                  <a:spcBef>
                    <a:spcPts val="1200"/>
                  </a:spcBef>
                </a:pPr>
                <a:endParaRPr lang="en-GB" dirty="0">
                  <a:latin typeface="+mj-lt"/>
                </a:endParaRPr>
              </a:p>
              <a:p>
                <a:pPr>
                  <a:lnSpc>
                    <a:spcPct val="100000"/>
                  </a:lnSpc>
                  <a:spcBef>
                    <a:spcPts val="600"/>
                  </a:spcBef>
                </a:pPr>
                <a:r>
                  <a:rPr lang="en-GB" dirty="0">
                    <a:latin typeface="+mj-lt"/>
                  </a:rPr>
                  <a:t>A random variable </a:t>
                </a:r>
                <a14:m>
                  <m:oMath xmlns:m="http://schemas.openxmlformats.org/officeDocument/2006/math">
                    <m:r>
                      <m:rPr>
                        <m:sty m:val="p"/>
                      </m:rPr>
                      <a:rPr lang="en-GB" i="0" dirty="0" smtClean="0">
                        <a:latin typeface="Cambria Math" panose="02040503050406030204" pitchFamily="18" charset="0"/>
                      </a:rPr>
                      <m:t>X</m:t>
                    </m:r>
                  </m:oMath>
                </a14:m>
                <a:r>
                  <a:rPr lang="en-GB" dirty="0">
                    <a:latin typeface="+mj-lt"/>
                  </a:rPr>
                  <a:t> has P.D.F</a:t>
                </a:r>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2173100"/>
              </a:xfrm>
              <a:prstGeom prst="rect">
                <a:avLst/>
              </a:prstGeom>
              <a:blipFill>
                <a:blip r:embed="rId2"/>
                <a:stretch>
                  <a:fillRect l="-1074"/>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6 ⇝ Example 6</a:t>
            </a:r>
            <a:endParaRPr lang="en-US" dirty="0"/>
          </a:p>
        </p:txBody>
      </p:sp>
      <p:sp>
        <p:nvSpPr>
          <p:cNvPr id="4" name="Content Placeholder 2"/>
          <p:cNvSpPr txBox="1">
            <a:spLocks/>
          </p:cNvSpPr>
          <p:nvPr/>
        </p:nvSpPr>
        <p:spPr>
          <a:xfrm>
            <a:off x="131176" y="3192968"/>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FDCC6CF-51F9-42EA-9779-CC332507EBDF}"/>
                  </a:ext>
                </a:extLst>
              </p:cNvPr>
              <p:cNvSpPr txBox="1"/>
              <p:nvPr/>
            </p:nvSpPr>
            <p:spPr>
              <a:xfrm>
                <a:off x="1603640" y="3120643"/>
                <a:ext cx="2582196" cy="61414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l-GR" sz="2800" i="0" dirty="0" smtClean="0">
                          <a:solidFill>
                            <a:srgbClr val="002060"/>
                          </a:solidFill>
                          <a:latin typeface="Cambria Math" panose="02040503050406030204" pitchFamily="18" charset="0"/>
                        </a:rPr>
                        <m:t>σ</m:t>
                      </m:r>
                      <m:d>
                        <m:dPr>
                          <m:ctrlPr>
                            <a:rPr lang="el-GR" sz="2800" i="1" dirty="0" smtClean="0">
                              <a:solidFill>
                                <a:srgbClr val="002060"/>
                              </a:solidFill>
                              <a:latin typeface="Cambria Math" panose="02040503050406030204" pitchFamily="18" charset="0"/>
                            </a:rPr>
                          </m:ctrlPr>
                        </m:dPr>
                        <m:e>
                          <m:r>
                            <m:rPr>
                              <m:sty m:val="p"/>
                            </m:rPr>
                            <a:rPr lang="en-IN" sz="2800" i="0" dirty="0">
                              <a:solidFill>
                                <a:srgbClr val="002060"/>
                              </a:solidFill>
                              <a:latin typeface="Cambria Math" panose="02040503050406030204" pitchFamily="18" charset="0"/>
                            </a:rPr>
                            <m:t>X</m:t>
                          </m:r>
                        </m:e>
                      </m:d>
                      <m:r>
                        <a:rPr lang="en-IN" sz="2800" b="0" i="0" dirty="0" smtClean="0">
                          <a:solidFill>
                            <a:srgbClr val="002060"/>
                          </a:solidFill>
                          <a:latin typeface="Cambria Math" panose="02040503050406030204" pitchFamily="18" charset="0"/>
                        </a:rPr>
                        <m:t>=</m:t>
                      </m:r>
                      <m:rad>
                        <m:radPr>
                          <m:degHide m:val="on"/>
                          <m:ctrlPr>
                            <a:rPr lang="en-IN" sz="2800" b="0" i="1" dirty="0" smtClean="0">
                              <a:solidFill>
                                <a:srgbClr val="002060"/>
                              </a:solidFill>
                              <a:latin typeface="Cambria Math" panose="02040503050406030204" pitchFamily="18" charset="0"/>
                            </a:rPr>
                          </m:ctrlPr>
                        </m:radPr>
                        <m:deg/>
                        <m:e>
                          <m:r>
                            <a:rPr lang="en-IN" sz="2800" b="0" i="1" dirty="0" smtClean="0">
                              <a:solidFill>
                                <a:srgbClr val="002060"/>
                              </a:solidFill>
                              <a:latin typeface="Cambria Math" panose="02040503050406030204" pitchFamily="18" charset="0"/>
                            </a:rPr>
                            <m:t> </m:t>
                          </m:r>
                          <m:r>
                            <m:rPr>
                              <m:sty m:val="p"/>
                            </m:rPr>
                            <a:rPr lang="en-IN" sz="2800" dirty="0">
                              <a:solidFill>
                                <a:srgbClr val="002060"/>
                              </a:solidFill>
                              <a:latin typeface="Cambria Math" panose="02040503050406030204" pitchFamily="18" charset="0"/>
                            </a:rPr>
                            <m:t>V</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e>
                          </m:d>
                          <m:r>
                            <a:rPr lang="en-IN" sz="2800" b="0" i="1" dirty="0" smtClean="0">
                              <a:solidFill>
                                <a:srgbClr val="002060"/>
                              </a:solidFill>
                              <a:latin typeface="Cambria Math" panose="02040503050406030204" pitchFamily="18" charset="0"/>
                            </a:rPr>
                            <m:t> </m:t>
                          </m:r>
                        </m:e>
                      </m:rad>
                    </m:oMath>
                  </m:oMathPara>
                </a14:m>
                <a:endParaRPr lang="en-IN" sz="2800" dirty="0">
                  <a:solidFill>
                    <a:srgbClr val="002060"/>
                  </a:solidFill>
                </a:endParaRPr>
              </a:p>
            </p:txBody>
          </p:sp>
        </mc:Choice>
        <mc:Fallback xmlns="">
          <p:sp>
            <p:nvSpPr>
              <p:cNvPr id="12" name="TextBox 11">
                <a:extLst>
                  <a:ext uri="{FF2B5EF4-FFF2-40B4-BE49-F238E27FC236}">
                    <a16:creationId xmlns:a16="http://schemas.microsoft.com/office/drawing/2014/main" id="{6FDCC6CF-51F9-42EA-9779-CC332507EBDF}"/>
                  </a:ext>
                </a:extLst>
              </p:cNvPr>
              <p:cNvSpPr txBox="1">
                <a:spLocks noRot="1" noChangeAspect="1" noMove="1" noResize="1" noEditPoints="1" noAdjustHandles="1" noChangeArrowheads="1" noChangeShapeType="1" noTextEdit="1"/>
              </p:cNvSpPr>
              <p:nvPr/>
            </p:nvSpPr>
            <p:spPr>
              <a:xfrm>
                <a:off x="1603640" y="3120643"/>
                <a:ext cx="2582196" cy="61414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06AFBD4-358A-49D7-853B-D90AA92C2485}"/>
                  </a:ext>
                </a:extLst>
              </p:cNvPr>
              <p:cNvSpPr txBox="1"/>
              <p:nvPr/>
            </p:nvSpPr>
            <p:spPr>
              <a:xfrm>
                <a:off x="2454682" y="4033311"/>
                <a:ext cx="2591620" cy="135165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smtClean="0">
                              <a:solidFill>
                                <a:srgbClr val="002060"/>
                              </a:solidFill>
                              <a:latin typeface="Cambria Math" panose="02040503050406030204" pitchFamily="18" charset="0"/>
                            </a:rPr>
                          </m:ctrlPr>
                        </m:naryPr>
                        <m:sub>
                          <m:r>
                            <m:rPr>
                              <m:brk m:alnAt="24"/>
                            </m:rPr>
                            <a:rPr lang="en-IN" sz="2800" b="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m:t>
                          </m:r>
                        </m:sub>
                        <m:sup>
                          <m:r>
                            <a:rPr lang="en-IN" sz="2800" b="0" i="1" dirty="0">
                              <a:solidFill>
                                <a:srgbClr val="002060"/>
                              </a:solidFill>
                              <a:latin typeface="Cambria Math" panose="02040503050406030204" pitchFamily="18" charset="0"/>
                            </a:rPr>
                            <m:t>∞</m:t>
                          </m:r>
                        </m:sup>
                        <m:e>
                          <m:r>
                            <m:rPr>
                              <m:sty m:val="p"/>
                            </m:rPr>
                            <a:rPr lang="en-IN" sz="2800" b="0" i="0" dirty="0" smtClean="0">
                              <a:solidFill>
                                <a:srgbClr val="002060"/>
                              </a:solidFill>
                              <a:latin typeface="Cambria Math" panose="02040503050406030204" pitchFamily="18" charset="0"/>
                            </a:rPr>
                            <m:t>x</m:t>
                          </m:r>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f</m:t>
                          </m:r>
                          <m:d>
                            <m:dPr>
                              <m:ctrlPr>
                                <a:rPr lang="en-IN" sz="280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r>
                        <m:rPr>
                          <m:sty m:val="p"/>
                        </m:rPr>
                        <a:rPr lang="en-IN" sz="2800" b="0" i="0" dirty="0" smtClean="0">
                          <a:solidFill>
                            <a:srgbClr val="002060"/>
                          </a:solidFill>
                          <a:latin typeface="Cambria Math" panose="02040503050406030204" pitchFamily="18" charset="0"/>
                        </a:rPr>
                        <m:t>dx</m:t>
                      </m:r>
                    </m:oMath>
                  </m:oMathPara>
                </a14:m>
                <a:endParaRPr lang="en-IN" sz="2800" dirty="0">
                  <a:solidFill>
                    <a:srgbClr val="002060"/>
                  </a:solidFill>
                  <a:latin typeface="+mj-lt"/>
                </a:endParaRPr>
              </a:p>
            </p:txBody>
          </p:sp>
        </mc:Choice>
        <mc:Fallback xmlns="">
          <p:sp>
            <p:nvSpPr>
              <p:cNvPr id="15" name="TextBox 14">
                <a:extLst>
                  <a:ext uri="{FF2B5EF4-FFF2-40B4-BE49-F238E27FC236}">
                    <a16:creationId xmlns:a16="http://schemas.microsoft.com/office/drawing/2014/main" id="{606AFBD4-358A-49D7-853B-D90AA92C2485}"/>
                  </a:ext>
                </a:extLst>
              </p:cNvPr>
              <p:cNvSpPr txBox="1">
                <a:spLocks noRot="1" noChangeAspect="1" noMove="1" noResize="1" noEditPoints="1" noAdjustHandles="1" noChangeArrowheads="1" noChangeShapeType="1" noTextEdit="1"/>
              </p:cNvSpPr>
              <p:nvPr/>
            </p:nvSpPr>
            <p:spPr>
              <a:xfrm>
                <a:off x="2454682" y="4033311"/>
                <a:ext cx="2591620" cy="135165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F89230A-5B17-4A2F-AEBB-A96980CB2DC8}"/>
                  </a:ext>
                </a:extLst>
              </p:cNvPr>
              <p:cNvSpPr txBox="1"/>
              <p:nvPr/>
            </p:nvSpPr>
            <p:spPr>
              <a:xfrm>
                <a:off x="4418648" y="864488"/>
                <a:ext cx="5317124" cy="1687834"/>
              </a:xfrm>
              <a:prstGeom prst="rect">
                <a:avLst/>
              </a:prstGeom>
              <a:noFill/>
            </p:spPr>
            <p:txBody>
              <a:bodyPr wrap="square">
                <a:spAutoFit/>
              </a:bodyPr>
              <a:lstStyle/>
              <a:p>
                <a:pPr>
                  <a:lnSpc>
                    <a:spcPct val="100000"/>
                  </a:lnSpc>
                </a:pPr>
                <a14:m>
                  <m:oMathPara xmlns:m="http://schemas.openxmlformats.org/officeDocument/2006/math">
                    <m:oMathParaPr>
                      <m:jc m:val="left"/>
                    </m:oMathParaPr>
                    <m:oMath xmlns:m="http://schemas.openxmlformats.org/officeDocument/2006/math">
                      <m:r>
                        <m:rPr>
                          <m:sty m:val="p"/>
                        </m:rPr>
                        <a:rPr lang="en-GB" sz="2800" i="1" smtClean="0">
                          <a:solidFill>
                            <a:schemeClr val="bg1"/>
                          </a:solidFill>
                          <a:latin typeface="Cambria Math" panose="02040503050406030204" pitchFamily="18" charset="0"/>
                        </a:rPr>
                        <m:t>f</m:t>
                      </m:r>
                      <m:r>
                        <a:rPr lang="en-GB" sz="2800" i="1" smtClean="0">
                          <a:solidFill>
                            <a:schemeClr val="bg1"/>
                          </a:solidFill>
                          <a:latin typeface="Cambria Math" panose="02040503050406030204" pitchFamily="18" charset="0"/>
                        </a:rPr>
                        <m:t>(</m:t>
                      </m:r>
                      <m:r>
                        <m:rPr>
                          <m:sty m:val="p"/>
                        </m:rPr>
                        <a:rPr lang="en-GB" sz="2800" i="1" smtClean="0">
                          <a:solidFill>
                            <a:schemeClr val="bg1"/>
                          </a:solidFill>
                          <a:latin typeface="Cambria Math" panose="02040503050406030204" pitchFamily="18" charset="0"/>
                        </a:rPr>
                        <m:t>x</m:t>
                      </m:r>
                      <m:r>
                        <a:rPr lang="en-GB" sz="2800" i="1" smtClean="0">
                          <a:solidFill>
                            <a:schemeClr val="bg1"/>
                          </a:solidFill>
                          <a:latin typeface="Cambria Math" panose="02040503050406030204" pitchFamily="18" charset="0"/>
                        </a:rPr>
                        <m:t>)=</m:t>
                      </m:r>
                      <m:d>
                        <m:dPr>
                          <m:begChr m:val="{"/>
                          <m:endChr m:val=""/>
                          <m:ctrlPr>
                            <a:rPr lang="en-GB" sz="2800" i="1">
                              <a:solidFill>
                                <a:schemeClr val="bg1"/>
                              </a:solidFill>
                              <a:latin typeface="Cambria Math" panose="02040503050406030204" pitchFamily="18" charset="0"/>
                            </a:rPr>
                          </m:ctrlPr>
                        </m:dPr>
                        <m:e>
                          <m:r>
                            <a:rPr lang="en-GB" sz="2800" i="1">
                              <a:solidFill>
                                <a:schemeClr val="bg1"/>
                              </a:solidFill>
                              <a:latin typeface="Cambria Math" panose="02040503050406030204" pitchFamily="18" charset="0"/>
                            </a:rPr>
                            <m:t> </m:t>
                          </m:r>
                          <m:eqArr>
                            <m:eqArrPr>
                              <m:ctrlPr>
                                <a:rPr lang="en-GB" sz="2800" i="1">
                                  <a:solidFill>
                                    <a:schemeClr val="bg1"/>
                                  </a:solidFill>
                                  <a:latin typeface="Cambria Math" panose="02040503050406030204" pitchFamily="18" charset="0"/>
                                </a:rPr>
                              </m:ctrlPr>
                            </m:eqArrPr>
                            <m:e>
                              <m:f>
                                <m:fPr>
                                  <m:ctrlPr>
                                    <a:rPr lang="en-GB" sz="2800" i="1">
                                      <a:solidFill>
                                        <a:schemeClr val="bg1"/>
                                      </a:solidFill>
                                      <a:latin typeface="Cambria Math" panose="02040503050406030204" pitchFamily="18" charset="0"/>
                                    </a:rPr>
                                  </m:ctrlPr>
                                </m:fPr>
                                <m:num>
                                  <m:r>
                                    <a:rPr lang="en-GB" sz="2800" i="1">
                                      <a:solidFill>
                                        <a:schemeClr val="bg1"/>
                                      </a:solidFill>
                                      <a:latin typeface="Cambria Math" panose="02040503050406030204" pitchFamily="18" charset="0"/>
                                    </a:rPr>
                                    <m:t>3+2</m:t>
                                  </m:r>
                                  <m:r>
                                    <m:rPr>
                                      <m:sty m:val="p"/>
                                    </m:rPr>
                                    <a:rPr lang="en-GB" sz="2800" i="1">
                                      <a:solidFill>
                                        <a:schemeClr val="bg1"/>
                                      </a:solidFill>
                                      <a:latin typeface="Cambria Math" panose="02040503050406030204" pitchFamily="18" charset="0"/>
                                    </a:rPr>
                                    <m:t>x</m:t>
                                  </m:r>
                                  <m:r>
                                    <a:rPr lang="en-GB" sz="2800" i="1">
                                      <a:solidFill>
                                        <a:schemeClr val="bg1"/>
                                      </a:solidFill>
                                      <a:latin typeface="Cambria Math" panose="02040503050406030204" pitchFamily="18" charset="0"/>
                                    </a:rPr>
                                    <m:t> </m:t>
                                  </m:r>
                                </m:num>
                                <m:den>
                                  <m:r>
                                    <a:rPr lang="en-GB" sz="2800" i="1">
                                      <a:solidFill>
                                        <a:schemeClr val="bg1"/>
                                      </a:solidFill>
                                      <a:latin typeface="Cambria Math" panose="02040503050406030204" pitchFamily="18" charset="0"/>
                                    </a:rPr>
                                    <m:t>18 </m:t>
                                  </m:r>
                                </m:den>
                              </m:f>
                              <m:r>
                                <a:rPr lang="en-GB" sz="2800" i="1">
                                  <a:solidFill>
                                    <a:schemeClr val="bg1"/>
                                  </a:solidFill>
                                  <a:latin typeface="Cambria Math" panose="02040503050406030204" pitchFamily="18" charset="0"/>
                                </a:rPr>
                                <m:t>  ;  2≤</m:t>
                              </m:r>
                              <m:r>
                                <m:rPr>
                                  <m:sty m:val="p"/>
                                </m:rPr>
                                <a:rPr lang="en-GB" sz="2800" i="1">
                                  <a:solidFill>
                                    <a:schemeClr val="bg1"/>
                                  </a:solidFill>
                                  <a:latin typeface="Cambria Math" panose="02040503050406030204" pitchFamily="18" charset="0"/>
                                </a:rPr>
                                <m:t>x</m:t>
                              </m:r>
                              <m:r>
                                <a:rPr lang="en-GB" sz="2800" i="1">
                                  <a:solidFill>
                                    <a:schemeClr val="bg1"/>
                                  </a:solidFill>
                                  <a:latin typeface="Cambria Math" panose="02040503050406030204" pitchFamily="18" charset="0"/>
                                </a:rPr>
                                <m:t>≤4</m:t>
                              </m:r>
                            </m:e>
                            <m:e>
                              <m:r>
                                <a:rPr lang="en-IN" sz="2800" b="0" i="1" smtClean="0">
                                  <a:solidFill>
                                    <a:schemeClr val="bg1"/>
                                  </a:solidFill>
                                  <a:latin typeface="Cambria Math" panose="02040503050406030204" pitchFamily="18" charset="0"/>
                                </a:rPr>
                                <m:t> </m:t>
                              </m:r>
                            </m:e>
                            <m:e>
                              <m:r>
                                <a:rPr lang="en-GB" sz="2800" i="1">
                                  <a:solidFill>
                                    <a:schemeClr val="bg1"/>
                                  </a:solidFill>
                                  <a:latin typeface="Cambria Math" panose="02040503050406030204" pitchFamily="18" charset="0"/>
                                </a:rPr>
                                <m:t>0     ;</m:t>
                              </m:r>
                              <m:r>
                                <m:rPr>
                                  <m:nor/>
                                </m:rPr>
                                <a:rPr lang="en-IN" sz="2800" b="0" i="0" smtClean="0">
                                  <a:solidFill>
                                    <a:schemeClr val="bg1"/>
                                  </a:solidFill>
                                  <a:latin typeface="+mj-lt"/>
                                </a:rPr>
                                <m:t>  </m:t>
                              </m:r>
                              <m:r>
                                <m:rPr>
                                  <m:nor/>
                                </m:rPr>
                                <a:rPr lang="en-GB" sz="2800" i="0">
                                  <a:solidFill>
                                    <a:schemeClr val="bg1"/>
                                  </a:solidFill>
                                  <a:latin typeface="+mj-lt"/>
                                </a:rPr>
                                <m:t>otherwise</m:t>
                              </m:r>
                            </m:e>
                          </m:eqArr>
                        </m:e>
                      </m:d>
                    </m:oMath>
                  </m:oMathPara>
                </a14:m>
                <a:endParaRPr lang="en-IN" sz="2800" dirty="0">
                  <a:solidFill>
                    <a:schemeClr val="bg1"/>
                  </a:solidFill>
                  <a:latin typeface="+mj-lt"/>
                </a:endParaRPr>
              </a:p>
            </p:txBody>
          </p:sp>
        </mc:Choice>
        <mc:Fallback xmlns="">
          <p:sp>
            <p:nvSpPr>
              <p:cNvPr id="24" name="TextBox 23">
                <a:extLst>
                  <a:ext uri="{FF2B5EF4-FFF2-40B4-BE49-F238E27FC236}">
                    <a16:creationId xmlns:a16="http://schemas.microsoft.com/office/drawing/2014/main" id="{BF89230A-5B17-4A2F-AEBB-A96980CB2DC8}"/>
                  </a:ext>
                </a:extLst>
              </p:cNvPr>
              <p:cNvSpPr txBox="1">
                <a:spLocks noRot="1" noChangeAspect="1" noMove="1" noResize="1" noEditPoints="1" noAdjustHandles="1" noChangeArrowheads="1" noChangeShapeType="1" noTextEdit="1"/>
              </p:cNvSpPr>
              <p:nvPr/>
            </p:nvSpPr>
            <p:spPr>
              <a:xfrm>
                <a:off x="4418648" y="864488"/>
                <a:ext cx="5317124" cy="1687834"/>
              </a:xfrm>
              <a:prstGeom prst="rect">
                <a:avLst/>
              </a:prstGeom>
              <a:blipFill>
                <a:blip r:embed="rId11"/>
                <a:stretch>
                  <a:fillRect/>
                </a:stretch>
              </a:blipFill>
            </p:spPr>
            <p:txBody>
              <a:bodyPr/>
              <a:lstStyle/>
              <a:p>
                <a:r>
                  <a:rPr lang="en-IN">
                    <a:noFill/>
                  </a:rPr>
                  <a:t> </a:t>
                </a:r>
              </a:p>
            </p:txBody>
          </p:sp>
        </mc:Fallback>
      </mc:AlternateContent>
      <p:sp>
        <p:nvSpPr>
          <p:cNvPr id="17" name="TextBox 16">
            <a:extLst>
              <a:ext uri="{FF2B5EF4-FFF2-40B4-BE49-F238E27FC236}">
                <a16:creationId xmlns:a16="http://schemas.microsoft.com/office/drawing/2014/main" id="{BAE94F7C-87B8-403A-BB33-51D39022409C}"/>
              </a:ext>
            </a:extLst>
          </p:cNvPr>
          <p:cNvSpPr txBox="1"/>
          <p:nvPr/>
        </p:nvSpPr>
        <p:spPr>
          <a:xfrm>
            <a:off x="131176" y="2526878"/>
            <a:ext cx="8006713" cy="523220"/>
          </a:xfrm>
          <a:prstGeom prst="rect">
            <a:avLst/>
          </a:prstGeom>
          <a:noFill/>
        </p:spPr>
        <p:txBody>
          <a:bodyPr wrap="square">
            <a:spAutoFit/>
          </a:bodyPr>
          <a:lstStyle/>
          <a:p>
            <a:r>
              <a:rPr lang="en-US" sz="2800" dirty="0">
                <a:solidFill>
                  <a:schemeClr val="bg1"/>
                </a:solidFill>
                <a:effectLst/>
                <a:latin typeface="+mj-lt"/>
                <a:ea typeface="Times New Roman" panose="02020603050405020304" pitchFamily="18" charset="0"/>
                <a:cs typeface="Shruti" panose="020B0502040204020203" pitchFamily="34" charset="0"/>
              </a:rPr>
              <a:t>Find the standard deviation of the distribution.</a:t>
            </a:r>
            <a:endParaRPr lang="en-IN" sz="2800" dirty="0">
              <a:solidFill>
                <a:schemeClr val="bg1"/>
              </a:solidFill>
              <a:latin typeface="+mj-lt"/>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1EA84CD-7B89-477B-B6E7-411A94BCCF91}"/>
                  </a:ext>
                </a:extLst>
              </p:cNvPr>
              <p:cNvSpPr txBox="1"/>
              <p:nvPr/>
            </p:nvSpPr>
            <p:spPr>
              <a:xfrm>
                <a:off x="4134532" y="3239110"/>
                <a:ext cx="4003357" cy="5786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V</m:t>
                      </m:r>
                      <m:d>
                        <m:dPr>
                          <m:ctrlPr>
                            <a:rPr lang="en-IN" sz="2800" i="1" dirty="0">
                              <a:solidFill>
                                <a:srgbClr val="002060"/>
                              </a:solidFill>
                              <a:latin typeface="Cambria Math" panose="02040503050406030204" pitchFamily="18" charset="0"/>
                            </a:rPr>
                          </m:ctrlPr>
                        </m:dPr>
                        <m:e>
                          <m:r>
                            <m:rPr>
                              <m:sty m:val="p"/>
                            </m:rPr>
                            <a:rPr lang="en-IN" sz="2800" i="0" dirty="0">
                              <a:solidFill>
                                <a:srgbClr val="002060"/>
                              </a:solidFill>
                              <a:latin typeface="Cambria Math" panose="02040503050406030204" pitchFamily="18" charset="0"/>
                            </a:rPr>
                            <m:t>X</m:t>
                          </m:r>
                        </m:e>
                      </m:d>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E</m:t>
                      </m:r>
                      <m:d>
                        <m:dPr>
                          <m:ctrlPr>
                            <a:rPr lang="en-IN" sz="2800" i="1">
                              <a:solidFill>
                                <a:srgbClr val="002060"/>
                              </a:solidFill>
                              <a:latin typeface="Cambria Math" panose="02040503050406030204" pitchFamily="18" charset="0"/>
                            </a:rPr>
                          </m:ctrlPr>
                        </m:dPr>
                        <m:e>
                          <m:sSup>
                            <m:sSupPr>
                              <m:ctrlPr>
                                <a:rPr lang="en-IN" sz="2800" i="1">
                                  <a:solidFill>
                                    <a:srgbClr val="002060"/>
                                  </a:solidFill>
                                  <a:latin typeface="Cambria Math" panose="02040503050406030204" pitchFamily="18" charset="0"/>
                                </a:rPr>
                              </m:ctrlPr>
                            </m:sSupPr>
                            <m:e>
                              <m:r>
                                <m:rPr>
                                  <m:sty m:val="p"/>
                                </m:rPr>
                                <a:rPr lang="en-IN" sz="2800">
                                  <a:solidFill>
                                    <a:srgbClr val="002060"/>
                                  </a:solidFill>
                                  <a:latin typeface="Cambria Math" panose="02040503050406030204" pitchFamily="18" charset="0"/>
                                </a:rPr>
                                <m:t>X</m:t>
                              </m:r>
                            </m:e>
                            <m:sup>
                              <m:r>
                                <a:rPr lang="en-IN" sz="2800">
                                  <a:solidFill>
                                    <a:srgbClr val="002060"/>
                                  </a:solidFill>
                                  <a:latin typeface="Cambria Math" panose="02040503050406030204" pitchFamily="18" charset="0"/>
                                </a:rPr>
                                <m:t>2</m:t>
                              </m:r>
                            </m:sup>
                          </m:sSup>
                        </m:e>
                      </m:d>
                      <m:r>
                        <a:rPr lang="en-IN" sz="280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d>
                            <m:dPr>
                              <m:begChr m:val="["/>
                              <m:endChr m:val="]"/>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E</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X</m:t>
                                  </m:r>
                                </m:e>
                              </m:d>
                            </m:e>
                          </m:d>
                        </m:e>
                        <m:sup>
                          <m:r>
                            <a:rPr lang="en-IN" sz="2800">
                              <a:solidFill>
                                <a:srgbClr val="002060"/>
                              </a:solidFill>
                              <a:latin typeface="Cambria Math" panose="02040503050406030204" pitchFamily="18" charset="0"/>
                            </a:rPr>
                            <m:t>2</m:t>
                          </m:r>
                        </m:sup>
                      </m:sSup>
                    </m:oMath>
                  </m:oMathPara>
                </a14:m>
                <a:endParaRPr lang="en-IN" sz="2800" dirty="0">
                  <a:solidFill>
                    <a:srgbClr val="002060"/>
                  </a:solidFill>
                  <a:effectLst/>
                </a:endParaRPr>
              </a:p>
            </p:txBody>
          </p:sp>
        </mc:Choice>
        <mc:Fallback xmlns="">
          <p:sp>
            <p:nvSpPr>
              <p:cNvPr id="22" name="TextBox 21">
                <a:extLst>
                  <a:ext uri="{FF2B5EF4-FFF2-40B4-BE49-F238E27FC236}">
                    <a16:creationId xmlns:a16="http://schemas.microsoft.com/office/drawing/2014/main" id="{31EA84CD-7B89-477B-B6E7-411A94BCCF91}"/>
                  </a:ext>
                </a:extLst>
              </p:cNvPr>
              <p:cNvSpPr txBox="1">
                <a:spLocks noRot="1" noChangeAspect="1" noMove="1" noResize="1" noEditPoints="1" noAdjustHandles="1" noChangeArrowheads="1" noChangeShapeType="1" noTextEdit="1"/>
              </p:cNvSpPr>
              <p:nvPr/>
            </p:nvSpPr>
            <p:spPr>
              <a:xfrm>
                <a:off x="4134532" y="3239110"/>
                <a:ext cx="4003357" cy="578685"/>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1165774-7CC6-4FBB-845A-8B8C5E9ECEEB}"/>
                  </a:ext>
                </a:extLst>
              </p:cNvPr>
              <p:cNvSpPr txBox="1"/>
              <p:nvPr/>
            </p:nvSpPr>
            <p:spPr>
              <a:xfrm>
                <a:off x="1603641" y="4437790"/>
                <a:ext cx="92184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a:solidFill>
                            <a:srgbClr val="002060"/>
                          </a:solidFill>
                          <a:latin typeface="Cambria Math" panose="02040503050406030204" pitchFamily="18" charset="0"/>
                        </a:rPr>
                        <m:t>E</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X</m:t>
                          </m:r>
                        </m:e>
                      </m:d>
                    </m:oMath>
                  </m:oMathPara>
                </a14:m>
                <a:endParaRPr lang="en-IN" sz="2800" dirty="0">
                  <a:solidFill>
                    <a:srgbClr val="002060"/>
                  </a:solidFill>
                  <a:effectLst/>
                </a:endParaRPr>
              </a:p>
            </p:txBody>
          </p:sp>
        </mc:Choice>
        <mc:Fallback xmlns="">
          <p:sp>
            <p:nvSpPr>
              <p:cNvPr id="23" name="TextBox 22">
                <a:extLst>
                  <a:ext uri="{FF2B5EF4-FFF2-40B4-BE49-F238E27FC236}">
                    <a16:creationId xmlns:a16="http://schemas.microsoft.com/office/drawing/2014/main" id="{F1165774-7CC6-4FBB-845A-8B8C5E9ECEEB}"/>
                  </a:ext>
                </a:extLst>
              </p:cNvPr>
              <p:cNvSpPr txBox="1">
                <a:spLocks noRot="1" noChangeAspect="1" noMove="1" noResize="1" noEditPoints="1" noAdjustHandles="1" noChangeArrowheads="1" noChangeShapeType="1" noTextEdit="1"/>
              </p:cNvSpPr>
              <p:nvPr/>
            </p:nvSpPr>
            <p:spPr>
              <a:xfrm>
                <a:off x="1603641" y="4437790"/>
                <a:ext cx="921846"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83C57D7-B4FA-4F23-892A-7063629B7599}"/>
                  </a:ext>
                </a:extLst>
              </p:cNvPr>
              <p:cNvSpPr txBox="1"/>
              <p:nvPr/>
            </p:nvSpPr>
            <p:spPr>
              <a:xfrm>
                <a:off x="5046302" y="4033311"/>
                <a:ext cx="3430041" cy="138634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smtClean="0">
                              <a:solidFill>
                                <a:srgbClr val="002060"/>
                              </a:solidFill>
                              <a:latin typeface="Cambria Math" panose="02040503050406030204" pitchFamily="18" charset="0"/>
                            </a:rPr>
                          </m:ctrlPr>
                        </m:naryPr>
                        <m:sub>
                          <m:r>
                            <a:rPr lang="en-IN" sz="2800" b="0" i="0" dirty="0" smtClean="0">
                              <a:solidFill>
                                <a:srgbClr val="002060"/>
                              </a:solidFill>
                              <a:latin typeface="Cambria Math" panose="02040503050406030204" pitchFamily="18" charset="0"/>
                            </a:rPr>
                            <m:t>2</m:t>
                          </m:r>
                        </m:sub>
                        <m:sup>
                          <m:r>
                            <a:rPr lang="en-IN" sz="2800" b="0" i="0" dirty="0" smtClean="0">
                              <a:solidFill>
                                <a:srgbClr val="002060"/>
                              </a:solidFill>
                              <a:latin typeface="Cambria Math" panose="02040503050406030204" pitchFamily="18" charset="0"/>
                            </a:rPr>
                            <m:t>4</m:t>
                          </m:r>
                        </m:sup>
                        <m:e>
                          <m:r>
                            <m:rPr>
                              <m:sty m:val="p"/>
                            </m:rPr>
                            <a:rPr lang="en-IN" sz="2800" b="0" i="0" dirty="0" smtClean="0">
                              <a:solidFill>
                                <a:srgbClr val="002060"/>
                              </a:solidFill>
                              <a:latin typeface="Cambria Math" panose="02040503050406030204" pitchFamily="18" charset="0"/>
                            </a:rPr>
                            <m:t>x</m:t>
                          </m:r>
                          <m:d>
                            <m:dPr>
                              <m:ctrlPr>
                                <a:rPr lang="en-IN" sz="2800" i="1" dirty="0" smtClean="0">
                                  <a:solidFill>
                                    <a:srgbClr val="002060"/>
                                  </a:solidFill>
                                  <a:latin typeface="Cambria Math" panose="02040503050406030204" pitchFamily="18" charset="0"/>
                                </a:rPr>
                              </m:ctrlPr>
                            </m:dPr>
                            <m:e>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 3+2</m:t>
                                  </m:r>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 </m:t>
                                  </m:r>
                                </m:num>
                                <m:den>
                                  <m:r>
                                    <a:rPr lang="en-IN" sz="2800" b="0" i="0" dirty="0" smtClean="0">
                                      <a:solidFill>
                                        <a:srgbClr val="002060"/>
                                      </a:solidFill>
                                      <a:latin typeface="Cambria Math" panose="02040503050406030204" pitchFamily="18" charset="0"/>
                                    </a:rPr>
                                    <m:t>18</m:t>
                                  </m:r>
                                </m:den>
                              </m:f>
                            </m:e>
                          </m:d>
                        </m:e>
                      </m:nary>
                      <m:r>
                        <m:rPr>
                          <m:sty m:val="p"/>
                        </m:rPr>
                        <a:rPr lang="en-IN" sz="2800" b="0" i="0" dirty="0" smtClean="0">
                          <a:solidFill>
                            <a:srgbClr val="002060"/>
                          </a:solidFill>
                          <a:latin typeface="Cambria Math" panose="02040503050406030204" pitchFamily="18" charset="0"/>
                        </a:rPr>
                        <m:t>dx</m:t>
                      </m:r>
                    </m:oMath>
                  </m:oMathPara>
                </a14:m>
                <a:endParaRPr lang="en-IN" sz="2800" dirty="0">
                  <a:solidFill>
                    <a:srgbClr val="002060"/>
                  </a:solidFill>
                  <a:latin typeface="+mj-lt"/>
                </a:endParaRPr>
              </a:p>
            </p:txBody>
          </p:sp>
        </mc:Choice>
        <mc:Fallback xmlns="">
          <p:sp>
            <p:nvSpPr>
              <p:cNvPr id="29" name="TextBox 28">
                <a:extLst>
                  <a:ext uri="{FF2B5EF4-FFF2-40B4-BE49-F238E27FC236}">
                    <a16:creationId xmlns:a16="http://schemas.microsoft.com/office/drawing/2014/main" id="{083C57D7-B4FA-4F23-892A-7063629B7599}"/>
                  </a:ext>
                </a:extLst>
              </p:cNvPr>
              <p:cNvSpPr txBox="1">
                <a:spLocks noRot="1" noChangeAspect="1" noMove="1" noResize="1" noEditPoints="1" noAdjustHandles="1" noChangeArrowheads="1" noChangeShapeType="1" noTextEdit="1"/>
              </p:cNvSpPr>
              <p:nvPr/>
            </p:nvSpPr>
            <p:spPr>
              <a:xfrm>
                <a:off x="5046302" y="4033311"/>
                <a:ext cx="3430041" cy="1386342"/>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D63477E-1BBC-463A-9F11-13D9785D3F15}"/>
                  </a:ext>
                </a:extLst>
              </p:cNvPr>
              <p:cNvSpPr txBox="1"/>
              <p:nvPr/>
            </p:nvSpPr>
            <p:spPr>
              <a:xfrm>
                <a:off x="8261942" y="4015966"/>
                <a:ext cx="3686218" cy="138634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18 </m:t>
                          </m:r>
                        </m:den>
                      </m:f>
                      <m:nary>
                        <m:naryPr>
                          <m:limLoc m:val="undOvr"/>
                          <m:ctrlPr>
                            <a:rPr lang="en-IN" sz="2800" i="1" dirty="0" smtClean="0">
                              <a:solidFill>
                                <a:srgbClr val="002060"/>
                              </a:solidFill>
                              <a:latin typeface="Cambria Math" panose="02040503050406030204" pitchFamily="18" charset="0"/>
                            </a:rPr>
                          </m:ctrlPr>
                        </m:naryPr>
                        <m:sub>
                          <m:r>
                            <a:rPr lang="en-IN" sz="2800" b="0" i="0" dirty="0" smtClean="0">
                              <a:solidFill>
                                <a:srgbClr val="002060"/>
                              </a:solidFill>
                              <a:latin typeface="Cambria Math" panose="02040503050406030204" pitchFamily="18" charset="0"/>
                            </a:rPr>
                            <m:t>2</m:t>
                          </m:r>
                        </m:sub>
                        <m:sup>
                          <m:r>
                            <a:rPr lang="en-IN" sz="2800" b="0" i="0" dirty="0" smtClean="0">
                              <a:solidFill>
                                <a:srgbClr val="002060"/>
                              </a:solidFill>
                              <a:latin typeface="Cambria Math" panose="02040503050406030204" pitchFamily="18" charset="0"/>
                            </a:rPr>
                            <m:t>4</m:t>
                          </m:r>
                        </m:sup>
                        <m:e>
                          <m:d>
                            <m:dPr>
                              <m:ctrlPr>
                                <a:rPr lang="en-IN" sz="2800" b="0" i="1" dirty="0" smtClean="0">
                                  <a:solidFill>
                                    <a:srgbClr val="002060"/>
                                  </a:solidFill>
                                  <a:latin typeface="Cambria Math" panose="02040503050406030204" pitchFamily="18" charset="0"/>
                                </a:rPr>
                              </m:ctrlPr>
                            </m:dPr>
                            <m:e>
                              <m:r>
                                <a:rPr lang="en-IN" sz="2800" dirty="0">
                                  <a:solidFill>
                                    <a:srgbClr val="002060"/>
                                  </a:solidFill>
                                  <a:latin typeface="Cambria Math" panose="02040503050406030204" pitchFamily="18" charset="0"/>
                                </a:rPr>
                                <m:t>3</m:t>
                              </m:r>
                              <m:r>
                                <m:rPr>
                                  <m:sty m:val="p"/>
                                </m:rPr>
                                <a:rPr lang="en-IN" sz="2800" b="0" i="0" dirty="0" smtClean="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+2</m:t>
                              </m:r>
                              <m:sSup>
                                <m:sSupPr>
                                  <m:ctrlPr>
                                    <a:rPr lang="en-IN" sz="2800" b="0" i="1" dirty="0" smtClean="0">
                                      <a:solidFill>
                                        <a:srgbClr val="002060"/>
                                      </a:solidFill>
                                      <a:latin typeface="Cambria Math" panose="02040503050406030204" pitchFamily="18" charset="0"/>
                                    </a:rPr>
                                  </m:ctrlPr>
                                </m:sSupPr>
                                <m:e>
                                  <m:r>
                                    <m:rPr>
                                      <m:sty m:val="p"/>
                                    </m:rPr>
                                    <a:rPr lang="en-IN" sz="2800" dirty="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2</m:t>
                                  </m:r>
                                </m:sup>
                              </m:sSup>
                            </m:e>
                          </m:d>
                        </m:e>
                      </m:nary>
                      <m:r>
                        <m:rPr>
                          <m:sty m:val="p"/>
                        </m:rPr>
                        <a:rPr lang="en-IN" sz="2800" b="0" i="0" dirty="0" smtClean="0">
                          <a:solidFill>
                            <a:srgbClr val="002060"/>
                          </a:solidFill>
                          <a:latin typeface="Cambria Math" panose="02040503050406030204" pitchFamily="18" charset="0"/>
                        </a:rPr>
                        <m:t>dx</m:t>
                      </m:r>
                    </m:oMath>
                  </m:oMathPara>
                </a14:m>
                <a:endParaRPr lang="en-IN" sz="2800" dirty="0">
                  <a:solidFill>
                    <a:srgbClr val="002060"/>
                  </a:solidFill>
                  <a:latin typeface="+mj-lt"/>
                </a:endParaRPr>
              </a:p>
            </p:txBody>
          </p:sp>
        </mc:Choice>
        <mc:Fallback xmlns="">
          <p:sp>
            <p:nvSpPr>
              <p:cNvPr id="30" name="TextBox 29">
                <a:extLst>
                  <a:ext uri="{FF2B5EF4-FFF2-40B4-BE49-F238E27FC236}">
                    <a16:creationId xmlns:a16="http://schemas.microsoft.com/office/drawing/2014/main" id="{5D63477E-1BBC-463A-9F11-13D9785D3F15}"/>
                  </a:ext>
                </a:extLst>
              </p:cNvPr>
              <p:cNvSpPr txBox="1">
                <a:spLocks noRot="1" noChangeAspect="1" noMove="1" noResize="1" noEditPoints="1" noAdjustHandles="1" noChangeArrowheads="1" noChangeShapeType="1" noTextEdit="1"/>
              </p:cNvSpPr>
              <p:nvPr/>
            </p:nvSpPr>
            <p:spPr>
              <a:xfrm>
                <a:off x="8261942" y="4015966"/>
                <a:ext cx="3686218" cy="1386342"/>
              </a:xfrm>
              <a:prstGeom prst="rect">
                <a:avLst/>
              </a:prstGeom>
              <a:blipFill>
                <a:blip r:embed="rId1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650761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p:bldP spid="15" grpId="0"/>
      <p:bldP spid="22" grpId="0"/>
      <p:bldP spid="23" grpId="0"/>
      <p:bldP spid="29" grpId="0"/>
      <p:bldP spid="30" grpId="0"/>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6 ⇝ Example 6 (Continue)</a:t>
            </a:r>
            <a:endParaRPr lang="en-US"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1165774-7CC6-4FBB-845A-8B8C5E9ECEEB}"/>
                  </a:ext>
                </a:extLst>
              </p:cNvPr>
              <p:cNvSpPr txBox="1"/>
              <p:nvPr/>
            </p:nvSpPr>
            <p:spPr>
              <a:xfrm>
                <a:off x="1317891" y="1135227"/>
                <a:ext cx="92184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a:solidFill>
                            <a:srgbClr val="002060"/>
                          </a:solidFill>
                          <a:latin typeface="Cambria Math" panose="02040503050406030204" pitchFamily="18" charset="0"/>
                        </a:rPr>
                        <m:t>E</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X</m:t>
                          </m:r>
                        </m:e>
                      </m:d>
                    </m:oMath>
                  </m:oMathPara>
                </a14:m>
                <a:endParaRPr lang="en-IN" sz="2800" dirty="0">
                  <a:solidFill>
                    <a:srgbClr val="002060"/>
                  </a:solidFill>
                  <a:effectLst/>
                </a:endParaRPr>
              </a:p>
            </p:txBody>
          </p:sp>
        </mc:Choice>
        <mc:Fallback xmlns="">
          <p:sp>
            <p:nvSpPr>
              <p:cNvPr id="23" name="TextBox 22">
                <a:extLst>
                  <a:ext uri="{FF2B5EF4-FFF2-40B4-BE49-F238E27FC236}">
                    <a16:creationId xmlns:a16="http://schemas.microsoft.com/office/drawing/2014/main" id="{F1165774-7CC6-4FBB-845A-8B8C5E9ECEEB}"/>
                  </a:ext>
                </a:extLst>
              </p:cNvPr>
              <p:cNvSpPr txBox="1">
                <a:spLocks noRot="1" noChangeAspect="1" noMove="1" noResize="1" noEditPoints="1" noAdjustHandles="1" noChangeArrowheads="1" noChangeShapeType="1" noTextEdit="1"/>
              </p:cNvSpPr>
              <p:nvPr/>
            </p:nvSpPr>
            <p:spPr>
              <a:xfrm>
                <a:off x="1317891" y="1135227"/>
                <a:ext cx="921846"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D63477E-1BBC-463A-9F11-13D9785D3F15}"/>
                  </a:ext>
                </a:extLst>
              </p:cNvPr>
              <p:cNvSpPr txBox="1"/>
              <p:nvPr/>
            </p:nvSpPr>
            <p:spPr>
              <a:xfrm>
                <a:off x="2124032" y="684216"/>
                <a:ext cx="3686218" cy="138634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18 </m:t>
                          </m:r>
                        </m:den>
                      </m:f>
                      <m:nary>
                        <m:naryPr>
                          <m:limLoc m:val="undOvr"/>
                          <m:ctrlPr>
                            <a:rPr lang="en-IN" sz="2800" i="1" dirty="0" smtClean="0">
                              <a:solidFill>
                                <a:srgbClr val="002060"/>
                              </a:solidFill>
                              <a:latin typeface="Cambria Math" panose="02040503050406030204" pitchFamily="18" charset="0"/>
                            </a:rPr>
                          </m:ctrlPr>
                        </m:naryPr>
                        <m:sub>
                          <m:r>
                            <a:rPr lang="en-IN" sz="2800" b="0" i="0" dirty="0" smtClean="0">
                              <a:solidFill>
                                <a:srgbClr val="002060"/>
                              </a:solidFill>
                              <a:latin typeface="Cambria Math" panose="02040503050406030204" pitchFamily="18" charset="0"/>
                            </a:rPr>
                            <m:t>2</m:t>
                          </m:r>
                        </m:sub>
                        <m:sup>
                          <m:r>
                            <a:rPr lang="en-IN" sz="2800" b="0" i="0" dirty="0" smtClean="0">
                              <a:solidFill>
                                <a:srgbClr val="002060"/>
                              </a:solidFill>
                              <a:latin typeface="Cambria Math" panose="02040503050406030204" pitchFamily="18" charset="0"/>
                            </a:rPr>
                            <m:t>4</m:t>
                          </m:r>
                        </m:sup>
                        <m:e>
                          <m:d>
                            <m:dPr>
                              <m:ctrlPr>
                                <a:rPr lang="en-IN" sz="2800" b="0" i="1" dirty="0" smtClean="0">
                                  <a:solidFill>
                                    <a:srgbClr val="002060"/>
                                  </a:solidFill>
                                  <a:latin typeface="Cambria Math" panose="02040503050406030204" pitchFamily="18" charset="0"/>
                                </a:rPr>
                              </m:ctrlPr>
                            </m:dPr>
                            <m:e>
                              <m:r>
                                <a:rPr lang="en-IN" sz="2800" dirty="0">
                                  <a:solidFill>
                                    <a:srgbClr val="002060"/>
                                  </a:solidFill>
                                  <a:latin typeface="Cambria Math" panose="02040503050406030204" pitchFamily="18" charset="0"/>
                                </a:rPr>
                                <m:t>3</m:t>
                              </m:r>
                              <m:r>
                                <m:rPr>
                                  <m:sty m:val="p"/>
                                </m:rPr>
                                <a:rPr lang="en-IN" sz="2800" b="0" i="0" dirty="0" smtClean="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+2</m:t>
                              </m:r>
                              <m:sSup>
                                <m:sSupPr>
                                  <m:ctrlPr>
                                    <a:rPr lang="en-IN" sz="2800" b="0" i="1" dirty="0" smtClean="0">
                                      <a:solidFill>
                                        <a:srgbClr val="002060"/>
                                      </a:solidFill>
                                      <a:latin typeface="Cambria Math" panose="02040503050406030204" pitchFamily="18" charset="0"/>
                                    </a:rPr>
                                  </m:ctrlPr>
                                </m:sSupPr>
                                <m:e>
                                  <m:r>
                                    <m:rPr>
                                      <m:sty m:val="p"/>
                                    </m:rPr>
                                    <a:rPr lang="en-IN" sz="2800" dirty="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2</m:t>
                                  </m:r>
                                </m:sup>
                              </m:sSup>
                            </m:e>
                          </m:d>
                        </m:e>
                      </m:nary>
                      <m:r>
                        <m:rPr>
                          <m:sty m:val="p"/>
                        </m:rPr>
                        <a:rPr lang="en-IN" sz="2800" b="0" i="0" dirty="0" smtClean="0">
                          <a:solidFill>
                            <a:srgbClr val="002060"/>
                          </a:solidFill>
                          <a:latin typeface="Cambria Math" panose="02040503050406030204" pitchFamily="18" charset="0"/>
                        </a:rPr>
                        <m:t>dx</m:t>
                      </m:r>
                    </m:oMath>
                  </m:oMathPara>
                </a14:m>
                <a:endParaRPr lang="en-IN" sz="2800" dirty="0">
                  <a:solidFill>
                    <a:srgbClr val="002060"/>
                  </a:solidFill>
                  <a:latin typeface="+mj-lt"/>
                </a:endParaRPr>
              </a:p>
            </p:txBody>
          </p:sp>
        </mc:Choice>
        <mc:Fallback xmlns="">
          <p:sp>
            <p:nvSpPr>
              <p:cNvPr id="30" name="TextBox 29">
                <a:extLst>
                  <a:ext uri="{FF2B5EF4-FFF2-40B4-BE49-F238E27FC236}">
                    <a16:creationId xmlns:a16="http://schemas.microsoft.com/office/drawing/2014/main" id="{5D63477E-1BBC-463A-9F11-13D9785D3F15}"/>
                  </a:ext>
                </a:extLst>
              </p:cNvPr>
              <p:cNvSpPr txBox="1">
                <a:spLocks noRot="1" noChangeAspect="1" noMove="1" noResize="1" noEditPoints="1" noAdjustHandles="1" noChangeArrowheads="1" noChangeShapeType="1" noTextEdit="1"/>
              </p:cNvSpPr>
              <p:nvPr/>
            </p:nvSpPr>
            <p:spPr>
              <a:xfrm>
                <a:off x="2124032" y="684216"/>
                <a:ext cx="3686218" cy="138634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AFEC660-3F2D-4DDD-9162-F892870687C9}"/>
                  </a:ext>
                </a:extLst>
              </p:cNvPr>
              <p:cNvSpPr txBox="1"/>
              <p:nvPr/>
            </p:nvSpPr>
            <p:spPr>
              <a:xfrm>
                <a:off x="5713904" y="768978"/>
                <a:ext cx="3597318" cy="124380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18 </m:t>
                          </m:r>
                        </m:den>
                      </m:f>
                      <m:sSubSup>
                        <m:sSubSupPr>
                          <m:ctrlPr>
                            <a:rPr lang="en-IN" sz="2800" b="0" i="1" dirty="0" smtClean="0">
                              <a:solidFill>
                                <a:srgbClr val="002060"/>
                              </a:solidFill>
                              <a:latin typeface="Cambria Math" panose="02040503050406030204" pitchFamily="18" charset="0"/>
                            </a:rPr>
                          </m:ctrlPr>
                        </m:sSubSupPr>
                        <m:e>
                          <m:d>
                            <m:dPr>
                              <m:begChr m:val="["/>
                              <m:endChr m:val="]"/>
                              <m:ctrlPr>
                                <a:rPr lang="en-IN" sz="2800" b="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 </m:t>
                              </m:r>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3</m:t>
                                  </m:r>
                                  <m:sSup>
                                    <m:sSupPr>
                                      <m:ctrlPr>
                                        <a:rPr lang="en-IN" sz="2800" b="0" i="1" dirty="0" smtClean="0">
                                          <a:solidFill>
                                            <a:srgbClr val="002060"/>
                                          </a:solidFill>
                                          <a:latin typeface="Cambria Math" panose="02040503050406030204" pitchFamily="18" charset="0"/>
                                        </a:rPr>
                                      </m:ctrlPr>
                                    </m:sSupPr>
                                    <m:e>
                                      <m:r>
                                        <m:rPr>
                                          <m:sty m:val="p"/>
                                        </m:rPr>
                                        <a:rPr lang="en-IN" sz="2800" dirty="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2</m:t>
                                      </m:r>
                                    </m:sup>
                                  </m:sSup>
                                  <m:r>
                                    <a:rPr lang="en-IN" sz="2800" b="0" i="0" dirty="0" smtClean="0">
                                      <a:solidFill>
                                        <a:srgbClr val="002060"/>
                                      </a:solidFill>
                                      <a:latin typeface="Cambria Math" panose="02040503050406030204" pitchFamily="18" charset="0"/>
                                    </a:rPr>
                                    <m:t> </m:t>
                                  </m:r>
                                </m:num>
                                <m:den>
                                  <m:r>
                                    <a:rPr lang="en-IN" sz="2800" b="0" i="0" dirty="0" smtClean="0">
                                      <a:solidFill>
                                        <a:srgbClr val="002060"/>
                                      </a:solidFill>
                                      <a:latin typeface="Cambria Math" panose="02040503050406030204" pitchFamily="18" charset="0"/>
                                    </a:rPr>
                                    <m:t>2</m:t>
                                  </m:r>
                                </m:den>
                              </m:f>
                              <m:r>
                                <a:rPr lang="en-IN" sz="2800" dirty="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2</m:t>
                                  </m:r>
                                  <m:sSup>
                                    <m:sSupPr>
                                      <m:ctrlPr>
                                        <a:rPr lang="en-IN" sz="2800" i="1" dirty="0">
                                          <a:solidFill>
                                            <a:srgbClr val="002060"/>
                                          </a:solidFill>
                                          <a:latin typeface="Cambria Math" panose="02040503050406030204" pitchFamily="18" charset="0"/>
                                        </a:rPr>
                                      </m:ctrlPr>
                                    </m:sSupPr>
                                    <m:e>
                                      <m:r>
                                        <m:rPr>
                                          <m:sty m:val="p"/>
                                        </m:rPr>
                                        <a:rPr lang="en-IN" sz="2800" dirty="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3</m:t>
                                      </m:r>
                                    </m:sup>
                                  </m:sSup>
                                  <m:r>
                                    <a:rPr lang="en-IN" sz="2800" b="0" i="1" dirty="0" smtClean="0">
                                      <a:solidFill>
                                        <a:srgbClr val="002060"/>
                                      </a:solidFill>
                                      <a:latin typeface="Cambria Math" panose="02040503050406030204" pitchFamily="18" charset="0"/>
                                    </a:rPr>
                                    <m:t> </m:t>
                                  </m:r>
                                </m:num>
                                <m:den>
                                  <m:r>
                                    <a:rPr lang="en-IN" sz="2800" b="0" i="1" dirty="0" smtClean="0">
                                      <a:solidFill>
                                        <a:srgbClr val="002060"/>
                                      </a:solidFill>
                                      <a:latin typeface="Cambria Math" panose="02040503050406030204" pitchFamily="18" charset="0"/>
                                    </a:rPr>
                                    <m:t>3</m:t>
                                  </m:r>
                                </m:den>
                              </m:f>
                              <m:r>
                                <a:rPr lang="en-IN" sz="2800" b="0" i="1" dirty="0" smtClean="0">
                                  <a:solidFill>
                                    <a:srgbClr val="002060"/>
                                  </a:solidFill>
                                  <a:latin typeface="Cambria Math" panose="02040503050406030204" pitchFamily="18" charset="0"/>
                                </a:rPr>
                                <m:t> </m:t>
                              </m:r>
                            </m:e>
                          </m:d>
                        </m:e>
                        <m:sub>
                          <m:r>
                            <a:rPr lang="en-IN" sz="2800" b="0" i="1" dirty="0" smtClean="0">
                              <a:solidFill>
                                <a:srgbClr val="002060"/>
                              </a:solidFill>
                              <a:latin typeface="Cambria Math" panose="02040503050406030204" pitchFamily="18" charset="0"/>
                            </a:rPr>
                            <m:t>2</m:t>
                          </m:r>
                        </m:sub>
                        <m:sup>
                          <m:r>
                            <a:rPr lang="en-IN" sz="2800" b="0" i="1" dirty="0" smtClean="0">
                              <a:solidFill>
                                <a:srgbClr val="002060"/>
                              </a:solidFill>
                              <a:latin typeface="Cambria Math" panose="02040503050406030204" pitchFamily="18" charset="0"/>
                            </a:rPr>
                            <m:t>4</m:t>
                          </m:r>
                        </m:sup>
                      </m:sSubSup>
                    </m:oMath>
                  </m:oMathPara>
                </a14:m>
                <a:endParaRPr lang="en-IN" sz="2800" dirty="0">
                  <a:solidFill>
                    <a:srgbClr val="002060"/>
                  </a:solidFill>
                  <a:latin typeface="+mj-lt"/>
                </a:endParaRPr>
              </a:p>
            </p:txBody>
          </p:sp>
        </mc:Choice>
        <mc:Fallback xmlns="">
          <p:sp>
            <p:nvSpPr>
              <p:cNvPr id="13" name="TextBox 12">
                <a:extLst>
                  <a:ext uri="{FF2B5EF4-FFF2-40B4-BE49-F238E27FC236}">
                    <a16:creationId xmlns:a16="http://schemas.microsoft.com/office/drawing/2014/main" id="{FAFEC660-3F2D-4DDD-9162-F892870687C9}"/>
                  </a:ext>
                </a:extLst>
              </p:cNvPr>
              <p:cNvSpPr txBox="1">
                <a:spLocks noRot="1" noChangeAspect="1" noMove="1" noResize="1" noEditPoints="1" noAdjustHandles="1" noChangeArrowheads="1" noChangeShapeType="1" noTextEdit="1"/>
              </p:cNvSpPr>
              <p:nvPr/>
            </p:nvSpPr>
            <p:spPr>
              <a:xfrm>
                <a:off x="5713904" y="768978"/>
                <a:ext cx="3597318" cy="124380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0EE04BF-541D-4F8C-A6AC-034F25F41A79}"/>
                  </a:ext>
                </a:extLst>
              </p:cNvPr>
              <p:cNvSpPr txBox="1"/>
              <p:nvPr/>
            </p:nvSpPr>
            <p:spPr>
              <a:xfrm>
                <a:off x="2124032" y="2173815"/>
                <a:ext cx="6137318" cy="106913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18 </m:t>
                          </m:r>
                        </m:den>
                      </m:f>
                      <m:d>
                        <m:dPr>
                          <m:begChr m:val="["/>
                          <m:endChr m:val="]"/>
                          <m:ctrlPr>
                            <a:rPr lang="en-IN" sz="2800" b="0" i="1" dirty="0" smtClean="0">
                              <a:solidFill>
                                <a:srgbClr val="002060"/>
                              </a:solidFill>
                              <a:latin typeface="Cambria Math" panose="02040503050406030204" pitchFamily="18" charset="0"/>
                            </a:rPr>
                          </m:ctrlPr>
                        </m:dPr>
                        <m:e>
                          <m:d>
                            <m:dPr>
                              <m:ctrlPr>
                                <a:rPr lang="en-IN" sz="2800" i="1" dirty="0" smtClean="0">
                                  <a:solidFill>
                                    <a:schemeClr val="bg1"/>
                                  </a:solidFill>
                                  <a:latin typeface="Cambria Math" panose="02040503050406030204" pitchFamily="18" charset="0"/>
                                </a:rPr>
                              </m:ctrlPr>
                            </m:dPr>
                            <m:e>
                              <m:r>
                                <a:rPr lang="en-IN" sz="2800" dirty="0">
                                  <a:solidFill>
                                    <a:schemeClr val="bg1"/>
                                  </a:solidFill>
                                  <a:latin typeface="Cambria Math" panose="02040503050406030204" pitchFamily="18" charset="0"/>
                                </a:rPr>
                                <m:t> </m:t>
                              </m:r>
                              <m:f>
                                <m:fPr>
                                  <m:ctrlPr>
                                    <a:rPr lang="en-IN" sz="2800" i="1" dirty="0">
                                      <a:solidFill>
                                        <a:schemeClr val="bg1"/>
                                      </a:solidFill>
                                      <a:latin typeface="Cambria Math" panose="02040503050406030204" pitchFamily="18" charset="0"/>
                                    </a:rPr>
                                  </m:ctrlPr>
                                </m:fPr>
                                <m:num>
                                  <m:r>
                                    <a:rPr lang="en-IN" sz="2800" dirty="0">
                                      <a:solidFill>
                                        <a:schemeClr val="bg1"/>
                                      </a:solidFill>
                                      <a:latin typeface="Cambria Math" panose="02040503050406030204" pitchFamily="18" charset="0"/>
                                    </a:rPr>
                                    <m:t> 3</m:t>
                                  </m:r>
                                  <m:sSup>
                                    <m:sSupPr>
                                      <m:ctrlPr>
                                        <a:rPr lang="en-IN" sz="2800" i="1" dirty="0">
                                          <a:solidFill>
                                            <a:schemeClr val="bg1"/>
                                          </a:solidFill>
                                          <a:latin typeface="Cambria Math" panose="02040503050406030204" pitchFamily="18" charset="0"/>
                                        </a:rPr>
                                      </m:ctrlPr>
                                    </m:sSupPr>
                                    <m:e>
                                      <m:r>
                                        <m:rPr>
                                          <m:sty m:val="p"/>
                                        </m:rPr>
                                        <a:rPr lang="en-IN" sz="2800" dirty="0">
                                          <a:solidFill>
                                            <a:schemeClr val="bg1"/>
                                          </a:solidFill>
                                          <a:latin typeface="Cambria Math" panose="02040503050406030204" pitchFamily="18" charset="0"/>
                                        </a:rPr>
                                        <m:t>x</m:t>
                                      </m:r>
                                    </m:e>
                                    <m:sup>
                                      <m:r>
                                        <a:rPr lang="en-IN" sz="2800" dirty="0">
                                          <a:solidFill>
                                            <a:schemeClr val="bg1"/>
                                          </a:solidFill>
                                          <a:latin typeface="Cambria Math" panose="02040503050406030204" pitchFamily="18" charset="0"/>
                                        </a:rPr>
                                        <m:t>2</m:t>
                                      </m:r>
                                    </m:sup>
                                  </m:sSup>
                                  <m:r>
                                    <a:rPr lang="en-IN" sz="2800" dirty="0">
                                      <a:solidFill>
                                        <a:schemeClr val="bg1"/>
                                      </a:solidFill>
                                      <a:latin typeface="Cambria Math" panose="02040503050406030204" pitchFamily="18" charset="0"/>
                                    </a:rPr>
                                    <m:t> </m:t>
                                  </m:r>
                                </m:num>
                                <m:den>
                                  <m:r>
                                    <a:rPr lang="en-IN" sz="2800" dirty="0">
                                      <a:solidFill>
                                        <a:schemeClr val="bg1"/>
                                      </a:solidFill>
                                      <a:latin typeface="Cambria Math" panose="02040503050406030204" pitchFamily="18" charset="0"/>
                                    </a:rPr>
                                    <m:t>2</m:t>
                                  </m:r>
                                </m:den>
                              </m:f>
                              <m:r>
                                <a:rPr lang="en-IN" sz="2800" dirty="0">
                                  <a:solidFill>
                                    <a:schemeClr val="bg1"/>
                                  </a:solidFill>
                                  <a:latin typeface="Cambria Math" panose="02040503050406030204" pitchFamily="18" charset="0"/>
                                </a:rPr>
                                <m:t>+</m:t>
                              </m:r>
                              <m:f>
                                <m:fPr>
                                  <m:ctrlPr>
                                    <a:rPr lang="en-IN" sz="2800" i="1" dirty="0">
                                      <a:solidFill>
                                        <a:schemeClr val="bg1"/>
                                      </a:solidFill>
                                      <a:latin typeface="Cambria Math" panose="02040503050406030204" pitchFamily="18" charset="0"/>
                                    </a:rPr>
                                  </m:ctrlPr>
                                </m:fPr>
                                <m:num>
                                  <m:r>
                                    <a:rPr lang="en-IN" sz="2800" dirty="0">
                                      <a:solidFill>
                                        <a:schemeClr val="bg1"/>
                                      </a:solidFill>
                                      <a:latin typeface="Cambria Math" panose="02040503050406030204" pitchFamily="18" charset="0"/>
                                    </a:rPr>
                                    <m:t> 2</m:t>
                                  </m:r>
                                  <m:sSup>
                                    <m:sSupPr>
                                      <m:ctrlPr>
                                        <a:rPr lang="en-IN" sz="2800" i="1" dirty="0">
                                          <a:solidFill>
                                            <a:schemeClr val="bg1"/>
                                          </a:solidFill>
                                          <a:latin typeface="Cambria Math" panose="02040503050406030204" pitchFamily="18" charset="0"/>
                                        </a:rPr>
                                      </m:ctrlPr>
                                    </m:sSupPr>
                                    <m:e>
                                      <m:r>
                                        <m:rPr>
                                          <m:sty m:val="p"/>
                                        </m:rPr>
                                        <a:rPr lang="en-IN" sz="2800" dirty="0">
                                          <a:solidFill>
                                            <a:schemeClr val="bg1"/>
                                          </a:solidFill>
                                          <a:latin typeface="Cambria Math" panose="02040503050406030204" pitchFamily="18" charset="0"/>
                                        </a:rPr>
                                        <m:t>x</m:t>
                                      </m:r>
                                    </m:e>
                                    <m:sup>
                                      <m:r>
                                        <a:rPr lang="en-IN" sz="2800" dirty="0">
                                          <a:solidFill>
                                            <a:schemeClr val="bg1"/>
                                          </a:solidFill>
                                          <a:latin typeface="Cambria Math" panose="02040503050406030204" pitchFamily="18" charset="0"/>
                                        </a:rPr>
                                        <m:t>3</m:t>
                                      </m:r>
                                    </m:sup>
                                  </m:sSup>
                                  <m:r>
                                    <a:rPr lang="en-IN" sz="2800" i="1" dirty="0">
                                      <a:solidFill>
                                        <a:schemeClr val="bg1"/>
                                      </a:solidFill>
                                      <a:latin typeface="Cambria Math" panose="02040503050406030204" pitchFamily="18" charset="0"/>
                                    </a:rPr>
                                    <m:t> </m:t>
                                  </m:r>
                                </m:num>
                                <m:den>
                                  <m:r>
                                    <a:rPr lang="en-IN" sz="2800" i="1" dirty="0">
                                      <a:solidFill>
                                        <a:schemeClr val="bg1"/>
                                      </a:solidFill>
                                      <a:latin typeface="Cambria Math" panose="02040503050406030204" pitchFamily="18" charset="0"/>
                                    </a:rPr>
                                    <m:t>3</m:t>
                                  </m:r>
                                </m:den>
                              </m:f>
                            </m:e>
                          </m:d>
                          <m:r>
                            <m:rPr>
                              <m:nor/>
                            </m:rPr>
                            <a:rPr lang="en-IN" sz="2800" dirty="0">
                              <a:solidFill>
                                <a:schemeClr val="bg1"/>
                              </a:solidFill>
                            </a:rPr>
                            <m:t> </m:t>
                          </m:r>
                          <m:r>
                            <a:rPr lang="en-IN" sz="2800" b="0" i="1" dirty="0" smtClean="0">
                              <a:solidFill>
                                <a:schemeClr val="bg1"/>
                              </a:solidFill>
                              <a:latin typeface="Cambria Math" panose="02040503050406030204" pitchFamily="18" charset="0"/>
                            </a:rPr>
                            <m:t>                         </m:t>
                          </m:r>
                        </m:e>
                      </m:d>
                    </m:oMath>
                  </m:oMathPara>
                </a14:m>
                <a:endParaRPr lang="en-IN" sz="2800" dirty="0">
                  <a:solidFill>
                    <a:srgbClr val="002060"/>
                  </a:solidFill>
                  <a:latin typeface="+mj-lt"/>
                </a:endParaRPr>
              </a:p>
            </p:txBody>
          </p:sp>
        </mc:Choice>
        <mc:Fallback xmlns="">
          <p:sp>
            <p:nvSpPr>
              <p:cNvPr id="14" name="TextBox 13">
                <a:extLst>
                  <a:ext uri="{FF2B5EF4-FFF2-40B4-BE49-F238E27FC236}">
                    <a16:creationId xmlns:a16="http://schemas.microsoft.com/office/drawing/2014/main" id="{B0EE04BF-541D-4F8C-A6AC-034F25F41A79}"/>
                  </a:ext>
                </a:extLst>
              </p:cNvPr>
              <p:cNvSpPr txBox="1">
                <a:spLocks noRot="1" noChangeAspect="1" noMove="1" noResize="1" noEditPoints="1" noAdjustHandles="1" noChangeArrowheads="1" noChangeShapeType="1" noTextEdit="1"/>
              </p:cNvSpPr>
              <p:nvPr/>
            </p:nvSpPr>
            <p:spPr>
              <a:xfrm>
                <a:off x="2124032" y="2173815"/>
                <a:ext cx="6137318" cy="1069139"/>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1662CB8-EA3A-4930-B7C6-6DF55DBC393B}"/>
                  </a:ext>
                </a:extLst>
              </p:cNvPr>
              <p:cNvSpPr txBox="1"/>
              <p:nvPr/>
            </p:nvSpPr>
            <p:spPr>
              <a:xfrm>
                <a:off x="2124032" y="3346211"/>
                <a:ext cx="4714916" cy="106913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18 </m:t>
                          </m:r>
                        </m:den>
                      </m:f>
                      <m:d>
                        <m:dPr>
                          <m:begChr m:val="["/>
                          <m:endChr m:val="]"/>
                          <m:ctrlPr>
                            <a:rPr lang="en-IN" sz="2800" b="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 </m:t>
                          </m:r>
                          <m:d>
                            <m:dPr>
                              <m:ctrlPr>
                                <a:rPr lang="en-IN" sz="2800" i="1" dirty="0" smtClean="0">
                                  <a:solidFill>
                                    <a:srgbClr val="002060"/>
                                  </a:solidFill>
                                  <a:latin typeface="Cambria Math" panose="02040503050406030204" pitchFamily="18" charset="0"/>
                                </a:rPr>
                              </m:ctrlPr>
                            </m:dPr>
                            <m:e>
                              <m:r>
                                <a:rPr lang="en-IN" sz="2800" dirty="0">
                                  <a:solidFill>
                                    <a:srgbClr val="002060"/>
                                  </a:solidFill>
                                  <a:latin typeface="Cambria Math" panose="02040503050406030204" pitchFamily="18" charset="0"/>
                                </a:rPr>
                                <m:t> </m:t>
                              </m:r>
                              <m:f>
                                <m:fPr>
                                  <m:ctrlPr>
                                    <a:rPr lang="en-IN" sz="2800" i="1" dirty="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 3</m:t>
                                  </m:r>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12</m:t>
                                      </m:r>
                                    </m:e>
                                  </m:d>
                                  <m:r>
                                    <a:rPr lang="en-IN" sz="2800" dirty="0">
                                      <a:solidFill>
                                        <a:srgbClr val="002060"/>
                                      </a:solidFill>
                                      <a:latin typeface="Cambria Math" panose="02040503050406030204" pitchFamily="18" charset="0"/>
                                    </a:rPr>
                                    <m:t> </m:t>
                                  </m:r>
                                </m:num>
                                <m:den>
                                  <m:r>
                                    <a:rPr lang="en-IN" sz="2800" dirty="0">
                                      <a:solidFill>
                                        <a:srgbClr val="002060"/>
                                      </a:solidFill>
                                      <a:latin typeface="Cambria Math" panose="02040503050406030204" pitchFamily="18" charset="0"/>
                                    </a:rPr>
                                    <m:t>2</m:t>
                                  </m:r>
                                </m:den>
                              </m:f>
                              <m:r>
                                <a:rPr lang="en-IN" sz="2800"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 2</m:t>
                                  </m:r>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56</m:t>
                                      </m:r>
                                    </m:e>
                                  </m:d>
                                  <m:r>
                                    <a:rPr lang="en-IN" sz="2800" i="1" dirty="0">
                                      <a:solidFill>
                                        <a:srgbClr val="002060"/>
                                      </a:solidFill>
                                      <a:latin typeface="Cambria Math" panose="02040503050406030204" pitchFamily="18" charset="0"/>
                                    </a:rPr>
                                    <m:t> </m:t>
                                  </m:r>
                                </m:num>
                                <m:den>
                                  <m:r>
                                    <a:rPr lang="en-IN" sz="2800" i="1" dirty="0">
                                      <a:solidFill>
                                        <a:srgbClr val="002060"/>
                                      </a:solidFill>
                                      <a:latin typeface="Cambria Math" panose="02040503050406030204" pitchFamily="18" charset="0"/>
                                    </a:rPr>
                                    <m:t>3</m:t>
                                  </m:r>
                                </m:den>
                              </m:f>
                            </m:e>
                          </m:d>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latin typeface="+mj-lt"/>
                </a:endParaRPr>
              </a:p>
            </p:txBody>
          </p:sp>
        </mc:Choice>
        <mc:Fallback xmlns="">
          <p:sp>
            <p:nvSpPr>
              <p:cNvPr id="20" name="TextBox 19">
                <a:extLst>
                  <a:ext uri="{FF2B5EF4-FFF2-40B4-BE49-F238E27FC236}">
                    <a16:creationId xmlns:a16="http://schemas.microsoft.com/office/drawing/2014/main" id="{71662CB8-EA3A-4930-B7C6-6DF55DBC393B}"/>
                  </a:ext>
                </a:extLst>
              </p:cNvPr>
              <p:cNvSpPr txBox="1">
                <a:spLocks noRot="1" noChangeAspect="1" noMove="1" noResize="1" noEditPoints="1" noAdjustHandles="1" noChangeArrowheads="1" noChangeShapeType="1" noTextEdit="1"/>
              </p:cNvSpPr>
              <p:nvPr/>
            </p:nvSpPr>
            <p:spPr>
              <a:xfrm>
                <a:off x="2124032" y="3346211"/>
                <a:ext cx="4714916" cy="1069139"/>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8FA4C88-336D-4E35-8188-B4BE8920EF5F}"/>
                  </a:ext>
                </a:extLst>
              </p:cNvPr>
              <p:cNvSpPr txBox="1"/>
              <p:nvPr/>
            </p:nvSpPr>
            <p:spPr>
              <a:xfrm>
                <a:off x="2124032" y="4518607"/>
                <a:ext cx="3686218" cy="106913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18 </m:t>
                          </m:r>
                        </m:den>
                      </m:f>
                      <m:d>
                        <m:dPr>
                          <m:begChr m:val="["/>
                          <m:endChr m:val="]"/>
                          <m:ctrlPr>
                            <a:rPr lang="en-IN" sz="2800" b="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 </m:t>
                          </m:r>
                          <m:d>
                            <m:dPr>
                              <m:ctrlPr>
                                <a:rPr lang="en-IN" sz="2800" i="1" dirty="0" smtClean="0">
                                  <a:solidFill>
                                    <a:srgbClr val="002060"/>
                                  </a:solidFill>
                                  <a:latin typeface="Cambria Math" panose="02040503050406030204" pitchFamily="18" charset="0"/>
                                </a:rPr>
                              </m:ctrlPr>
                            </m:dPr>
                            <m:e>
                              <m:r>
                                <a:rPr lang="en-IN" sz="2800" dirty="0">
                                  <a:solidFill>
                                    <a:srgbClr val="002060"/>
                                  </a:solidFill>
                                  <a:latin typeface="Cambria Math" panose="02040503050406030204" pitchFamily="18" charset="0"/>
                                </a:rPr>
                                <m:t> </m:t>
                              </m:r>
                              <m:r>
                                <a:rPr lang="en-IN" sz="2800" i="1" dirty="0" smtClean="0">
                                  <a:solidFill>
                                    <a:srgbClr val="002060"/>
                                  </a:solidFill>
                                  <a:latin typeface="Cambria Math" panose="02040503050406030204" pitchFamily="18" charset="0"/>
                                </a:rPr>
                                <m:t>1</m:t>
                              </m:r>
                              <m:r>
                                <a:rPr lang="en-IN" sz="2800" b="0" i="1" dirty="0" smtClean="0">
                                  <a:solidFill>
                                    <a:srgbClr val="002060"/>
                                  </a:solidFill>
                                  <a:latin typeface="Cambria Math" panose="02040503050406030204" pitchFamily="18" charset="0"/>
                                </a:rPr>
                                <m:t>8</m:t>
                              </m:r>
                              <m:r>
                                <a:rPr lang="en-IN" sz="2800"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 </m:t>
                                  </m:r>
                                  <m:r>
                                    <a:rPr lang="en-IN" sz="2800" i="1" dirty="0" smtClean="0">
                                      <a:solidFill>
                                        <a:srgbClr val="002060"/>
                                      </a:solidFill>
                                      <a:latin typeface="Cambria Math" panose="02040503050406030204" pitchFamily="18" charset="0"/>
                                    </a:rPr>
                                    <m:t>1</m:t>
                                  </m:r>
                                  <m:r>
                                    <a:rPr lang="en-IN" sz="2800" b="0" i="1" dirty="0" smtClean="0">
                                      <a:solidFill>
                                        <a:srgbClr val="002060"/>
                                      </a:solidFill>
                                      <a:latin typeface="Cambria Math" panose="02040503050406030204" pitchFamily="18" charset="0"/>
                                    </a:rPr>
                                    <m:t>12</m:t>
                                  </m:r>
                                  <m:r>
                                    <a:rPr lang="en-IN" sz="2800" i="1" dirty="0">
                                      <a:solidFill>
                                        <a:srgbClr val="002060"/>
                                      </a:solidFill>
                                      <a:latin typeface="Cambria Math" panose="02040503050406030204" pitchFamily="18" charset="0"/>
                                    </a:rPr>
                                    <m:t> </m:t>
                                  </m:r>
                                </m:num>
                                <m:den>
                                  <m:r>
                                    <a:rPr lang="en-IN" sz="2800" i="1" dirty="0">
                                      <a:solidFill>
                                        <a:srgbClr val="002060"/>
                                      </a:solidFill>
                                      <a:latin typeface="Cambria Math" panose="02040503050406030204" pitchFamily="18" charset="0"/>
                                    </a:rPr>
                                    <m:t>3</m:t>
                                  </m:r>
                                </m:den>
                              </m:f>
                            </m:e>
                          </m:d>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latin typeface="+mj-lt"/>
                </a:endParaRPr>
              </a:p>
            </p:txBody>
          </p:sp>
        </mc:Choice>
        <mc:Fallback xmlns="">
          <p:sp>
            <p:nvSpPr>
              <p:cNvPr id="21" name="TextBox 20">
                <a:extLst>
                  <a:ext uri="{FF2B5EF4-FFF2-40B4-BE49-F238E27FC236}">
                    <a16:creationId xmlns:a16="http://schemas.microsoft.com/office/drawing/2014/main" id="{A8FA4C88-336D-4E35-8188-B4BE8920EF5F}"/>
                  </a:ext>
                </a:extLst>
              </p:cNvPr>
              <p:cNvSpPr txBox="1">
                <a:spLocks noRot="1" noChangeAspect="1" noMove="1" noResize="1" noEditPoints="1" noAdjustHandles="1" noChangeArrowheads="1" noChangeShapeType="1" noTextEdit="1"/>
              </p:cNvSpPr>
              <p:nvPr/>
            </p:nvSpPr>
            <p:spPr>
              <a:xfrm>
                <a:off x="2124032" y="4518607"/>
                <a:ext cx="3686218" cy="1069139"/>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35AF093-76DE-458E-ADDE-8D2B3EC6EE81}"/>
                  </a:ext>
                </a:extLst>
              </p:cNvPr>
              <p:cNvSpPr txBox="1"/>
              <p:nvPr/>
            </p:nvSpPr>
            <p:spPr>
              <a:xfrm>
                <a:off x="2124032" y="5691002"/>
                <a:ext cx="1181100" cy="90024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83​</m:t>
                          </m:r>
                        </m:num>
                        <m:den>
                          <m:r>
                            <a:rPr lang="en-IN" sz="2800" b="0" i="1"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27</m:t>
                          </m:r>
                          <m:r>
                            <a:rPr lang="en-IN" sz="2800" b="0" i="0" dirty="0" smtClean="0">
                              <a:solidFill>
                                <a:srgbClr val="002060"/>
                              </a:solidFill>
                              <a:latin typeface="Cambria Math" panose="02040503050406030204" pitchFamily="18" charset="0"/>
                            </a:rPr>
                            <m:t> </m:t>
                          </m:r>
                        </m:den>
                      </m:f>
                    </m:oMath>
                  </m:oMathPara>
                </a14:m>
                <a:endParaRPr lang="en-IN" sz="2800" dirty="0">
                  <a:solidFill>
                    <a:srgbClr val="002060"/>
                  </a:solidFill>
                  <a:latin typeface="+mj-lt"/>
                </a:endParaRPr>
              </a:p>
            </p:txBody>
          </p:sp>
        </mc:Choice>
        <mc:Fallback xmlns="">
          <p:sp>
            <p:nvSpPr>
              <p:cNvPr id="25" name="TextBox 24">
                <a:extLst>
                  <a:ext uri="{FF2B5EF4-FFF2-40B4-BE49-F238E27FC236}">
                    <a16:creationId xmlns:a16="http://schemas.microsoft.com/office/drawing/2014/main" id="{B35AF093-76DE-458E-ADDE-8D2B3EC6EE81}"/>
                  </a:ext>
                </a:extLst>
              </p:cNvPr>
              <p:cNvSpPr txBox="1">
                <a:spLocks noRot="1" noChangeAspect="1" noMove="1" noResize="1" noEditPoints="1" noAdjustHandles="1" noChangeArrowheads="1" noChangeShapeType="1" noTextEdit="1"/>
              </p:cNvSpPr>
              <p:nvPr/>
            </p:nvSpPr>
            <p:spPr>
              <a:xfrm>
                <a:off x="2124032" y="5691002"/>
                <a:ext cx="1181100" cy="900246"/>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729D950-85F1-4677-B56B-0B3446159DCA}"/>
                  </a:ext>
                </a:extLst>
              </p:cNvPr>
              <p:cNvSpPr txBox="1"/>
              <p:nvPr/>
            </p:nvSpPr>
            <p:spPr>
              <a:xfrm>
                <a:off x="10015793" y="5549451"/>
                <a:ext cx="2582196" cy="53957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l-GR" sz="2400" i="0" dirty="0" smtClean="0">
                          <a:solidFill>
                            <a:srgbClr val="002060"/>
                          </a:solidFill>
                          <a:latin typeface="Cambria Math" panose="02040503050406030204" pitchFamily="18" charset="0"/>
                        </a:rPr>
                        <m:t>σ</m:t>
                      </m:r>
                      <m:d>
                        <m:dPr>
                          <m:ctrlPr>
                            <a:rPr lang="el-GR" sz="2400" i="1" dirty="0" smtClean="0">
                              <a:solidFill>
                                <a:srgbClr val="002060"/>
                              </a:solidFill>
                              <a:latin typeface="Cambria Math" panose="02040503050406030204" pitchFamily="18" charset="0"/>
                            </a:rPr>
                          </m:ctrlPr>
                        </m:dPr>
                        <m:e>
                          <m:r>
                            <m:rPr>
                              <m:sty m:val="p"/>
                            </m:rPr>
                            <a:rPr lang="en-IN" sz="2400" i="0" dirty="0">
                              <a:solidFill>
                                <a:srgbClr val="002060"/>
                              </a:solidFill>
                              <a:latin typeface="Cambria Math" panose="02040503050406030204" pitchFamily="18" charset="0"/>
                            </a:rPr>
                            <m:t>X</m:t>
                          </m:r>
                        </m:e>
                      </m:d>
                      <m:r>
                        <a:rPr lang="en-IN" sz="2400" b="0" i="0" dirty="0" smtClean="0">
                          <a:solidFill>
                            <a:srgbClr val="002060"/>
                          </a:solidFill>
                          <a:latin typeface="Cambria Math" panose="02040503050406030204" pitchFamily="18" charset="0"/>
                        </a:rPr>
                        <m:t>=</m:t>
                      </m:r>
                      <m:rad>
                        <m:radPr>
                          <m:degHide m:val="on"/>
                          <m:ctrlPr>
                            <a:rPr lang="en-IN" sz="2400" b="0" i="1" dirty="0" smtClean="0">
                              <a:solidFill>
                                <a:srgbClr val="002060"/>
                              </a:solidFill>
                              <a:latin typeface="Cambria Math" panose="02040503050406030204" pitchFamily="18" charset="0"/>
                            </a:rPr>
                          </m:ctrlPr>
                        </m:radPr>
                        <m:deg/>
                        <m:e>
                          <m:r>
                            <a:rPr lang="en-IN" sz="2400" b="0" i="1" dirty="0" smtClean="0">
                              <a:solidFill>
                                <a:srgbClr val="002060"/>
                              </a:solidFill>
                              <a:latin typeface="Cambria Math" panose="02040503050406030204" pitchFamily="18" charset="0"/>
                            </a:rPr>
                            <m:t> </m:t>
                          </m:r>
                          <m:r>
                            <m:rPr>
                              <m:sty m:val="p"/>
                            </m:rPr>
                            <a:rPr lang="en-IN" sz="2400" dirty="0">
                              <a:solidFill>
                                <a:srgbClr val="002060"/>
                              </a:solidFill>
                              <a:latin typeface="Cambria Math" panose="02040503050406030204" pitchFamily="18" charset="0"/>
                            </a:rPr>
                            <m:t>V</m:t>
                          </m:r>
                          <m:d>
                            <m:dPr>
                              <m:ctrlPr>
                                <a:rPr lang="en-IN" sz="2400" i="1" dirty="0">
                                  <a:solidFill>
                                    <a:srgbClr val="002060"/>
                                  </a:solidFill>
                                  <a:latin typeface="Cambria Math" panose="02040503050406030204" pitchFamily="18" charset="0"/>
                                </a:rPr>
                              </m:ctrlPr>
                            </m:dPr>
                            <m:e>
                              <m:r>
                                <m:rPr>
                                  <m:sty m:val="p"/>
                                </m:rPr>
                                <a:rPr lang="en-IN" sz="2400" dirty="0">
                                  <a:solidFill>
                                    <a:srgbClr val="002060"/>
                                  </a:solidFill>
                                  <a:latin typeface="Cambria Math" panose="02040503050406030204" pitchFamily="18" charset="0"/>
                                </a:rPr>
                                <m:t>X</m:t>
                              </m:r>
                            </m:e>
                          </m:d>
                          <m:r>
                            <a:rPr lang="en-IN" sz="2400" b="0" i="1" dirty="0" smtClean="0">
                              <a:solidFill>
                                <a:srgbClr val="002060"/>
                              </a:solidFill>
                              <a:latin typeface="Cambria Math" panose="02040503050406030204" pitchFamily="18" charset="0"/>
                            </a:rPr>
                            <m:t> </m:t>
                          </m:r>
                        </m:e>
                      </m:rad>
                    </m:oMath>
                  </m:oMathPara>
                </a14:m>
                <a:endParaRPr lang="en-IN" sz="2400" dirty="0">
                  <a:solidFill>
                    <a:srgbClr val="002060"/>
                  </a:solidFill>
                </a:endParaRPr>
              </a:p>
            </p:txBody>
          </p:sp>
        </mc:Choice>
        <mc:Fallback xmlns="">
          <p:sp>
            <p:nvSpPr>
              <p:cNvPr id="11" name="TextBox 10">
                <a:extLst>
                  <a:ext uri="{FF2B5EF4-FFF2-40B4-BE49-F238E27FC236}">
                    <a16:creationId xmlns:a16="http://schemas.microsoft.com/office/drawing/2014/main" id="{7729D950-85F1-4677-B56B-0B3446159DCA}"/>
                  </a:ext>
                </a:extLst>
              </p:cNvPr>
              <p:cNvSpPr txBox="1">
                <a:spLocks noRot="1" noChangeAspect="1" noMove="1" noResize="1" noEditPoints="1" noAdjustHandles="1" noChangeArrowheads="1" noChangeShapeType="1" noTextEdit="1"/>
              </p:cNvSpPr>
              <p:nvPr/>
            </p:nvSpPr>
            <p:spPr>
              <a:xfrm>
                <a:off x="10015793" y="5549451"/>
                <a:ext cx="2582196" cy="539571"/>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3E6D46F-C825-424C-A260-9BE463134591}"/>
                  </a:ext>
                </a:extLst>
              </p:cNvPr>
              <p:cNvSpPr txBox="1"/>
              <p:nvPr/>
            </p:nvSpPr>
            <p:spPr>
              <a:xfrm>
                <a:off x="8924471" y="6089022"/>
                <a:ext cx="4003357"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400" b="0" i="0" dirty="0" smtClean="0">
                          <a:solidFill>
                            <a:srgbClr val="002060"/>
                          </a:solidFill>
                          <a:latin typeface="Cambria Math" panose="02040503050406030204" pitchFamily="18" charset="0"/>
                        </a:rPr>
                        <m:t>V</m:t>
                      </m:r>
                      <m:d>
                        <m:dPr>
                          <m:ctrlPr>
                            <a:rPr lang="en-IN" sz="2400" i="1" dirty="0">
                              <a:solidFill>
                                <a:srgbClr val="002060"/>
                              </a:solidFill>
                              <a:latin typeface="Cambria Math" panose="02040503050406030204" pitchFamily="18" charset="0"/>
                            </a:rPr>
                          </m:ctrlPr>
                        </m:dPr>
                        <m:e>
                          <m:r>
                            <m:rPr>
                              <m:sty m:val="p"/>
                            </m:rPr>
                            <a:rPr lang="en-IN" sz="2400" i="0" dirty="0">
                              <a:solidFill>
                                <a:srgbClr val="002060"/>
                              </a:solidFill>
                              <a:latin typeface="Cambria Math" panose="02040503050406030204" pitchFamily="18" charset="0"/>
                            </a:rPr>
                            <m:t>X</m:t>
                          </m:r>
                        </m:e>
                      </m:d>
                      <m:r>
                        <a:rPr lang="en-IN" sz="2400">
                          <a:solidFill>
                            <a:srgbClr val="002060"/>
                          </a:solidFill>
                          <a:latin typeface="Cambria Math" panose="02040503050406030204" pitchFamily="18" charset="0"/>
                        </a:rPr>
                        <m:t>=</m:t>
                      </m:r>
                      <m:r>
                        <m:rPr>
                          <m:sty m:val="p"/>
                        </m:rPr>
                        <a:rPr lang="en-IN" sz="2400">
                          <a:solidFill>
                            <a:srgbClr val="002060"/>
                          </a:solidFill>
                          <a:latin typeface="Cambria Math" panose="02040503050406030204" pitchFamily="18" charset="0"/>
                        </a:rPr>
                        <m:t>E</m:t>
                      </m:r>
                      <m:d>
                        <m:dPr>
                          <m:ctrlPr>
                            <a:rPr lang="en-IN" sz="2400" i="1">
                              <a:solidFill>
                                <a:srgbClr val="002060"/>
                              </a:solidFill>
                              <a:latin typeface="Cambria Math" panose="02040503050406030204" pitchFamily="18" charset="0"/>
                            </a:rPr>
                          </m:ctrlPr>
                        </m:dPr>
                        <m:e>
                          <m:sSup>
                            <m:sSupPr>
                              <m:ctrlPr>
                                <a:rPr lang="en-IN" sz="2400" i="1">
                                  <a:solidFill>
                                    <a:srgbClr val="002060"/>
                                  </a:solidFill>
                                  <a:latin typeface="Cambria Math" panose="02040503050406030204" pitchFamily="18" charset="0"/>
                                </a:rPr>
                              </m:ctrlPr>
                            </m:sSupPr>
                            <m:e>
                              <m:r>
                                <m:rPr>
                                  <m:sty m:val="p"/>
                                </m:rPr>
                                <a:rPr lang="en-IN" sz="2400">
                                  <a:solidFill>
                                    <a:srgbClr val="002060"/>
                                  </a:solidFill>
                                  <a:latin typeface="Cambria Math" panose="02040503050406030204" pitchFamily="18" charset="0"/>
                                </a:rPr>
                                <m:t>X</m:t>
                              </m:r>
                            </m:e>
                            <m:sup>
                              <m:r>
                                <a:rPr lang="en-IN" sz="2400">
                                  <a:solidFill>
                                    <a:srgbClr val="002060"/>
                                  </a:solidFill>
                                  <a:latin typeface="Cambria Math" panose="02040503050406030204" pitchFamily="18" charset="0"/>
                                </a:rPr>
                                <m:t>2</m:t>
                              </m:r>
                            </m:sup>
                          </m:sSup>
                        </m:e>
                      </m:d>
                      <m:r>
                        <a:rPr lang="en-IN" sz="2400">
                          <a:solidFill>
                            <a:srgbClr val="002060"/>
                          </a:solidFill>
                          <a:latin typeface="Cambria Math" panose="02040503050406030204" pitchFamily="18" charset="0"/>
                        </a:rPr>
                        <m:t>−</m:t>
                      </m:r>
                      <m:sSup>
                        <m:sSupPr>
                          <m:ctrlPr>
                            <a:rPr lang="en-IN" sz="2400" i="1">
                              <a:solidFill>
                                <a:srgbClr val="002060"/>
                              </a:solidFill>
                              <a:latin typeface="Cambria Math" panose="02040503050406030204" pitchFamily="18" charset="0"/>
                            </a:rPr>
                          </m:ctrlPr>
                        </m:sSupPr>
                        <m:e>
                          <m:d>
                            <m:dPr>
                              <m:begChr m:val="["/>
                              <m:endChr m:val="]"/>
                              <m:ctrlPr>
                                <a:rPr lang="en-IN" sz="2400" i="1">
                                  <a:solidFill>
                                    <a:srgbClr val="002060"/>
                                  </a:solidFill>
                                  <a:latin typeface="Cambria Math" panose="02040503050406030204" pitchFamily="18" charset="0"/>
                                </a:rPr>
                              </m:ctrlPr>
                            </m:dPr>
                            <m:e>
                              <m:r>
                                <m:rPr>
                                  <m:sty m:val="p"/>
                                </m:rPr>
                                <a:rPr lang="en-IN" sz="2400">
                                  <a:solidFill>
                                    <a:srgbClr val="002060"/>
                                  </a:solidFill>
                                  <a:latin typeface="Cambria Math" panose="02040503050406030204" pitchFamily="18" charset="0"/>
                                </a:rPr>
                                <m:t>E</m:t>
                              </m:r>
                              <m:d>
                                <m:dPr>
                                  <m:ctrlPr>
                                    <a:rPr lang="en-IN" sz="2400" i="1">
                                      <a:solidFill>
                                        <a:srgbClr val="002060"/>
                                      </a:solidFill>
                                      <a:latin typeface="Cambria Math" panose="02040503050406030204" pitchFamily="18" charset="0"/>
                                    </a:rPr>
                                  </m:ctrlPr>
                                </m:dPr>
                                <m:e>
                                  <m:r>
                                    <m:rPr>
                                      <m:sty m:val="p"/>
                                    </m:rPr>
                                    <a:rPr lang="en-IN" sz="2400">
                                      <a:solidFill>
                                        <a:srgbClr val="002060"/>
                                      </a:solidFill>
                                      <a:latin typeface="Cambria Math" panose="02040503050406030204" pitchFamily="18" charset="0"/>
                                    </a:rPr>
                                    <m:t>X</m:t>
                                  </m:r>
                                </m:e>
                              </m:d>
                            </m:e>
                          </m:d>
                        </m:e>
                        <m:sup>
                          <m:r>
                            <a:rPr lang="en-IN" sz="2400">
                              <a:solidFill>
                                <a:srgbClr val="002060"/>
                              </a:solidFill>
                              <a:latin typeface="Cambria Math" panose="02040503050406030204" pitchFamily="18" charset="0"/>
                            </a:rPr>
                            <m:t>2</m:t>
                          </m:r>
                        </m:sup>
                      </m:sSup>
                    </m:oMath>
                  </m:oMathPara>
                </a14:m>
                <a:endParaRPr lang="en-IN" sz="2400" dirty="0">
                  <a:solidFill>
                    <a:srgbClr val="002060"/>
                  </a:solidFill>
                  <a:effectLst/>
                </a:endParaRPr>
              </a:p>
            </p:txBody>
          </p:sp>
        </mc:Choice>
        <mc:Fallback xmlns="">
          <p:sp>
            <p:nvSpPr>
              <p:cNvPr id="12" name="TextBox 11">
                <a:extLst>
                  <a:ext uri="{FF2B5EF4-FFF2-40B4-BE49-F238E27FC236}">
                    <a16:creationId xmlns:a16="http://schemas.microsoft.com/office/drawing/2014/main" id="{D3E6D46F-C825-424C-A260-9BE463134591}"/>
                  </a:ext>
                </a:extLst>
              </p:cNvPr>
              <p:cNvSpPr txBox="1">
                <a:spLocks noRot="1" noChangeAspect="1" noMove="1" noResize="1" noEditPoints="1" noAdjustHandles="1" noChangeArrowheads="1" noChangeShapeType="1" noTextEdit="1"/>
              </p:cNvSpPr>
              <p:nvPr/>
            </p:nvSpPr>
            <p:spPr>
              <a:xfrm>
                <a:off x="8924471" y="6089022"/>
                <a:ext cx="4003357" cy="461665"/>
              </a:xfrm>
              <a:prstGeom prst="rect">
                <a:avLst/>
              </a:prstGeom>
              <a:blipFill>
                <a:blip r:embed="rId11"/>
                <a:stretch>
                  <a:fillRect l="-45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41AA4A9-47E4-4F4D-8951-4DBD6C30F7F0}"/>
                  </a:ext>
                </a:extLst>
              </p:cNvPr>
              <p:cNvSpPr txBox="1"/>
              <p:nvPr/>
            </p:nvSpPr>
            <p:spPr>
              <a:xfrm>
                <a:off x="3414600" y="2227463"/>
                <a:ext cx="2000430" cy="95410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3</m:t>
                          </m:r>
                          <m:d>
                            <m:dPr>
                              <m:ctrlPr>
                                <a:rPr lang="en-IN" sz="2800" b="0" i="1" dirty="0" smtClean="0">
                                  <a:solidFill>
                                    <a:srgbClr val="002060"/>
                                  </a:solidFill>
                                  <a:latin typeface="Cambria Math" panose="02040503050406030204" pitchFamily="18" charset="0"/>
                                </a:rPr>
                              </m:ctrlPr>
                            </m:dPr>
                            <m:e>
                              <m:sSup>
                                <m:sSupPr>
                                  <m:ctrlPr>
                                    <a:rPr lang="en-IN" sz="2800" b="0" i="1" dirty="0" smtClean="0">
                                      <a:solidFill>
                                        <a:srgbClr val="002060"/>
                                      </a:solidFill>
                                      <a:latin typeface="Cambria Math" panose="02040503050406030204" pitchFamily="18" charset="0"/>
                                    </a:rPr>
                                  </m:ctrlPr>
                                </m:sSupPr>
                                <m:e>
                                  <m:r>
                                    <a:rPr lang="en-IN" sz="2800" b="0" i="0" dirty="0" smtClean="0">
                                      <a:solidFill>
                                        <a:srgbClr val="002060"/>
                                      </a:solidFill>
                                      <a:latin typeface="Cambria Math" panose="02040503050406030204" pitchFamily="18" charset="0"/>
                                    </a:rPr>
                                    <m:t>4</m:t>
                                  </m:r>
                                </m:e>
                                <m:sup>
                                  <m:r>
                                    <a:rPr lang="en-IN" sz="2800" b="0" i="0" dirty="0" smtClean="0">
                                      <a:solidFill>
                                        <a:srgbClr val="002060"/>
                                      </a:solidFill>
                                      <a:latin typeface="Cambria Math" panose="02040503050406030204" pitchFamily="18" charset="0"/>
                                    </a:rPr>
                                    <m:t>2</m:t>
                                  </m:r>
                                </m:sup>
                              </m:sSup>
                              <m:r>
                                <a:rPr lang="en-IN" sz="2800" b="0" i="0" dirty="0" smtClean="0">
                                  <a:solidFill>
                                    <a:srgbClr val="002060"/>
                                  </a:solidFill>
                                  <a:latin typeface="Cambria Math" panose="02040503050406030204" pitchFamily="18" charset="0"/>
                                </a:rPr>
                                <m:t>−</m:t>
                              </m:r>
                              <m:sSup>
                                <m:sSupPr>
                                  <m:ctrlPr>
                                    <a:rPr lang="en-IN" sz="2800" b="0" i="1" dirty="0" smtClean="0">
                                      <a:solidFill>
                                        <a:srgbClr val="002060"/>
                                      </a:solidFill>
                                      <a:latin typeface="Cambria Math" panose="02040503050406030204" pitchFamily="18" charset="0"/>
                                    </a:rPr>
                                  </m:ctrlPr>
                                </m:sSupPr>
                                <m:e>
                                  <m:r>
                                    <a:rPr lang="en-IN" sz="2800" b="0" i="1" dirty="0" smtClean="0">
                                      <a:solidFill>
                                        <a:srgbClr val="002060"/>
                                      </a:solidFill>
                                      <a:latin typeface="Cambria Math" panose="02040503050406030204" pitchFamily="18" charset="0"/>
                                    </a:rPr>
                                    <m:t>2</m:t>
                                  </m:r>
                                </m:e>
                                <m:sup>
                                  <m:r>
                                    <a:rPr lang="en-IN" sz="2800" b="0" i="1" dirty="0" smtClean="0">
                                      <a:solidFill>
                                        <a:srgbClr val="002060"/>
                                      </a:solidFill>
                                      <a:latin typeface="Cambria Math" panose="02040503050406030204" pitchFamily="18" charset="0"/>
                                    </a:rPr>
                                    <m:t>2</m:t>
                                  </m:r>
                                </m:sup>
                              </m:sSup>
                            </m:e>
                          </m:d>
                          <m:r>
                            <a:rPr lang="en-IN" sz="2800" b="0" i="0" dirty="0" smtClean="0">
                              <a:solidFill>
                                <a:srgbClr val="002060"/>
                              </a:solidFill>
                              <a:latin typeface="Cambria Math" panose="02040503050406030204" pitchFamily="18" charset="0"/>
                            </a:rPr>
                            <m:t> </m:t>
                          </m:r>
                        </m:num>
                        <m:den>
                          <m:r>
                            <a:rPr lang="en-IN" sz="2800" b="0" i="0" dirty="0" smtClean="0">
                              <a:solidFill>
                                <a:srgbClr val="002060"/>
                              </a:solidFill>
                              <a:latin typeface="Cambria Math" panose="02040503050406030204" pitchFamily="18" charset="0"/>
                            </a:rPr>
                            <m:t>2</m:t>
                          </m:r>
                        </m:den>
                      </m:f>
                    </m:oMath>
                  </m:oMathPara>
                </a14:m>
                <a:endParaRPr lang="en-IN" sz="2800" dirty="0"/>
              </a:p>
            </p:txBody>
          </p:sp>
        </mc:Choice>
        <mc:Fallback xmlns="">
          <p:sp>
            <p:nvSpPr>
              <p:cNvPr id="15" name="TextBox 14">
                <a:extLst>
                  <a:ext uri="{FF2B5EF4-FFF2-40B4-BE49-F238E27FC236}">
                    <a16:creationId xmlns:a16="http://schemas.microsoft.com/office/drawing/2014/main" id="{641AA4A9-47E4-4F4D-8951-4DBD6C30F7F0}"/>
                  </a:ext>
                </a:extLst>
              </p:cNvPr>
              <p:cNvSpPr txBox="1">
                <a:spLocks noRot="1" noChangeAspect="1" noMove="1" noResize="1" noEditPoints="1" noAdjustHandles="1" noChangeArrowheads="1" noChangeShapeType="1" noTextEdit="1"/>
              </p:cNvSpPr>
              <p:nvPr/>
            </p:nvSpPr>
            <p:spPr>
              <a:xfrm>
                <a:off x="3414600" y="2227463"/>
                <a:ext cx="2000430" cy="954107"/>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A925D88-A38F-4695-A486-4F828C7E251B}"/>
                  </a:ext>
                </a:extLst>
              </p:cNvPr>
              <p:cNvSpPr txBox="1"/>
              <p:nvPr/>
            </p:nvSpPr>
            <p:spPr>
              <a:xfrm>
                <a:off x="5318652" y="2226052"/>
                <a:ext cx="2504159" cy="95692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 </m:t>
                      </m:r>
                      <m:f>
                        <m:fPr>
                          <m:ctrlPr>
                            <a:rPr lang="en-IN" sz="2800" i="1" dirty="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 2</m:t>
                          </m:r>
                          <m:d>
                            <m:dPr>
                              <m:ctrlPr>
                                <a:rPr lang="en-IN" sz="2800" i="1" dirty="0">
                                  <a:solidFill>
                                    <a:srgbClr val="002060"/>
                                  </a:solidFill>
                                  <a:latin typeface="Cambria Math" panose="02040503050406030204" pitchFamily="18" charset="0"/>
                                </a:rPr>
                              </m:ctrlPr>
                            </m:dPr>
                            <m:e>
                              <m:sSup>
                                <m:sSupPr>
                                  <m:ctrlPr>
                                    <a:rPr lang="en-IN" sz="2800" i="1" dirty="0">
                                      <a:solidFill>
                                        <a:srgbClr val="002060"/>
                                      </a:solidFill>
                                      <a:latin typeface="Cambria Math" panose="02040503050406030204" pitchFamily="18" charset="0"/>
                                    </a:rPr>
                                  </m:ctrlPr>
                                </m:sSupPr>
                                <m:e>
                                  <m:r>
                                    <a:rPr lang="en-IN" sz="2800" dirty="0">
                                      <a:solidFill>
                                        <a:srgbClr val="002060"/>
                                      </a:solidFill>
                                      <a:latin typeface="Cambria Math" panose="02040503050406030204" pitchFamily="18" charset="0"/>
                                    </a:rPr>
                                    <m:t>4</m:t>
                                  </m:r>
                                </m:e>
                                <m:sup>
                                  <m:r>
                                    <a:rPr lang="en-IN" sz="2800" dirty="0">
                                      <a:solidFill>
                                        <a:srgbClr val="002060"/>
                                      </a:solidFill>
                                      <a:latin typeface="Cambria Math" panose="02040503050406030204" pitchFamily="18" charset="0"/>
                                    </a:rPr>
                                    <m:t>3</m:t>
                                  </m:r>
                                </m:sup>
                              </m:sSup>
                              <m:r>
                                <a:rPr lang="en-IN" sz="2800" dirty="0">
                                  <a:solidFill>
                                    <a:srgbClr val="002060"/>
                                  </a:solidFill>
                                  <a:latin typeface="Cambria Math" panose="02040503050406030204" pitchFamily="18" charset="0"/>
                                </a:rPr>
                                <m:t>−</m:t>
                              </m:r>
                              <m:sSup>
                                <m:sSupPr>
                                  <m:ctrlPr>
                                    <a:rPr lang="en-IN" sz="2800" i="1" dirty="0">
                                      <a:solidFill>
                                        <a:srgbClr val="002060"/>
                                      </a:solidFill>
                                      <a:latin typeface="Cambria Math" panose="02040503050406030204" pitchFamily="18" charset="0"/>
                                    </a:rPr>
                                  </m:ctrlPr>
                                </m:sSupPr>
                                <m:e>
                                  <m:r>
                                    <a:rPr lang="en-IN" sz="2800" i="1" dirty="0">
                                      <a:solidFill>
                                        <a:srgbClr val="002060"/>
                                      </a:solidFill>
                                      <a:latin typeface="Cambria Math" panose="02040503050406030204" pitchFamily="18" charset="0"/>
                                    </a:rPr>
                                    <m:t>2</m:t>
                                  </m:r>
                                </m:e>
                                <m:sup>
                                  <m:r>
                                    <a:rPr lang="en-IN" sz="2800" i="1" dirty="0">
                                      <a:solidFill>
                                        <a:srgbClr val="002060"/>
                                      </a:solidFill>
                                      <a:latin typeface="Cambria Math" panose="02040503050406030204" pitchFamily="18" charset="0"/>
                                    </a:rPr>
                                    <m:t>3</m:t>
                                  </m:r>
                                </m:sup>
                              </m:sSup>
                            </m:e>
                          </m:d>
                        </m:num>
                        <m:den>
                          <m:r>
                            <a:rPr lang="en-IN" sz="2800" i="1" dirty="0">
                              <a:solidFill>
                                <a:srgbClr val="002060"/>
                              </a:solidFill>
                              <a:latin typeface="Cambria Math" panose="02040503050406030204" pitchFamily="18" charset="0"/>
                            </a:rPr>
                            <m:t>3</m:t>
                          </m:r>
                        </m:den>
                      </m:f>
                    </m:oMath>
                  </m:oMathPara>
                </a14:m>
                <a:endParaRPr lang="en-IN" sz="2800" dirty="0"/>
              </a:p>
            </p:txBody>
          </p:sp>
        </mc:Choice>
        <mc:Fallback xmlns="">
          <p:sp>
            <p:nvSpPr>
              <p:cNvPr id="16" name="TextBox 15">
                <a:extLst>
                  <a:ext uri="{FF2B5EF4-FFF2-40B4-BE49-F238E27FC236}">
                    <a16:creationId xmlns:a16="http://schemas.microsoft.com/office/drawing/2014/main" id="{4A925D88-A38F-4695-A486-4F828C7E251B}"/>
                  </a:ext>
                </a:extLst>
              </p:cNvPr>
              <p:cNvSpPr txBox="1">
                <a:spLocks noRot="1" noChangeAspect="1" noMove="1" noResize="1" noEditPoints="1" noAdjustHandles="1" noChangeArrowheads="1" noChangeShapeType="1" noTextEdit="1"/>
              </p:cNvSpPr>
              <p:nvPr/>
            </p:nvSpPr>
            <p:spPr>
              <a:xfrm>
                <a:off x="5318652" y="2226052"/>
                <a:ext cx="2504159" cy="956929"/>
              </a:xfrm>
              <a:prstGeom prst="rect">
                <a:avLst/>
              </a:prstGeom>
              <a:blipFill>
                <a:blip r:embed="rId1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9434497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20" grpId="0"/>
      <p:bldP spid="21" grpId="0"/>
      <p:bldP spid="25" grpId="0"/>
      <p:bldP spid="15" grpId="0"/>
      <p:bldP spid="16" grpId="0"/>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6 ⇝ Example 6 (Continue)</a:t>
            </a:r>
            <a:endParaRPr lang="en-US"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1165774-7CC6-4FBB-845A-8B8C5E9ECEEB}"/>
                  </a:ext>
                </a:extLst>
              </p:cNvPr>
              <p:cNvSpPr txBox="1"/>
              <p:nvPr/>
            </p:nvSpPr>
            <p:spPr>
              <a:xfrm>
                <a:off x="10515491" y="932036"/>
                <a:ext cx="921846"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400">
                          <a:solidFill>
                            <a:srgbClr val="002060"/>
                          </a:solidFill>
                          <a:latin typeface="Cambria Math" panose="02040503050406030204" pitchFamily="18" charset="0"/>
                        </a:rPr>
                        <m:t>E</m:t>
                      </m:r>
                      <m:d>
                        <m:dPr>
                          <m:ctrlPr>
                            <a:rPr lang="en-IN" sz="2400" i="1">
                              <a:solidFill>
                                <a:srgbClr val="002060"/>
                              </a:solidFill>
                              <a:latin typeface="Cambria Math" panose="02040503050406030204" pitchFamily="18" charset="0"/>
                            </a:rPr>
                          </m:ctrlPr>
                        </m:dPr>
                        <m:e>
                          <m:r>
                            <m:rPr>
                              <m:sty m:val="p"/>
                            </m:rPr>
                            <a:rPr lang="en-IN" sz="2400">
                              <a:solidFill>
                                <a:srgbClr val="002060"/>
                              </a:solidFill>
                              <a:latin typeface="Cambria Math" panose="02040503050406030204" pitchFamily="18" charset="0"/>
                            </a:rPr>
                            <m:t>X</m:t>
                          </m:r>
                        </m:e>
                      </m:d>
                    </m:oMath>
                  </m:oMathPara>
                </a14:m>
                <a:endParaRPr lang="en-IN" sz="2400" dirty="0">
                  <a:solidFill>
                    <a:srgbClr val="002060"/>
                  </a:solidFill>
                  <a:effectLst/>
                </a:endParaRPr>
              </a:p>
            </p:txBody>
          </p:sp>
        </mc:Choice>
        <mc:Fallback xmlns="">
          <p:sp>
            <p:nvSpPr>
              <p:cNvPr id="23" name="TextBox 22">
                <a:extLst>
                  <a:ext uri="{FF2B5EF4-FFF2-40B4-BE49-F238E27FC236}">
                    <a16:creationId xmlns:a16="http://schemas.microsoft.com/office/drawing/2014/main" id="{F1165774-7CC6-4FBB-845A-8B8C5E9ECEEB}"/>
                  </a:ext>
                </a:extLst>
              </p:cNvPr>
              <p:cNvSpPr txBox="1">
                <a:spLocks noRot="1" noChangeAspect="1" noMove="1" noResize="1" noEditPoints="1" noAdjustHandles="1" noChangeArrowheads="1" noChangeShapeType="1" noTextEdit="1"/>
              </p:cNvSpPr>
              <p:nvPr/>
            </p:nvSpPr>
            <p:spPr>
              <a:xfrm>
                <a:off x="10515491" y="932036"/>
                <a:ext cx="921846" cy="461665"/>
              </a:xfrm>
              <a:prstGeom prst="rect">
                <a:avLst/>
              </a:prstGeom>
              <a:blipFill>
                <a:blip r:embed="rId2"/>
                <a:stretch>
                  <a:fillRect l="-198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AFEC660-3F2D-4DDD-9162-F892870687C9}"/>
                  </a:ext>
                </a:extLst>
              </p:cNvPr>
              <p:cNvSpPr txBox="1"/>
              <p:nvPr/>
            </p:nvSpPr>
            <p:spPr>
              <a:xfrm>
                <a:off x="2132235" y="3675712"/>
                <a:ext cx="3766820" cy="138634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18 </m:t>
                          </m:r>
                        </m:den>
                      </m:f>
                      <m:nary>
                        <m:naryPr>
                          <m:limLoc m:val="undOvr"/>
                          <m:ctrlPr>
                            <a:rPr lang="en-IN" sz="2800" i="1" dirty="0">
                              <a:solidFill>
                                <a:srgbClr val="002060"/>
                              </a:solidFill>
                              <a:latin typeface="Cambria Math" panose="02040503050406030204" pitchFamily="18" charset="0"/>
                            </a:rPr>
                          </m:ctrlPr>
                        </m:naryPr>
                        <m:sub>
                          <m:r>
                            <a:rPr lang="en-IN" sz="2800" dirty="0">
                              <a:solidFill>
                                <a:srgbClr val="002060"/>
                              </a:solidFill>
                              <a:latin typeface="Cambria Math" panose="02040503050406030204" pitchFamily="18" charset="0"/>
                            </a:rPr>
                            <m:t>2</m:t>
                          </m:r>
                        </m:sub>
                        <m:sup>
                          <m:r>
                            <a:rPr lang="en-IN" sz="2800" dirty="0">
                              <a:solidFill>
                                <a:srgbClr val="002060"/>
                              </a:solidFill>
                              <a:latin typeface="Cambria Math" panose="02040503050406030204" pitchFamily="18" charset="0"/>
                            </a:rPr>
                            <m:t>4</m:t>
                          </m:r>
                        </m:sup>
                        <m:e>
                          <m:d>
                            <m:dPr>
                              <m:ctrlPr>
                                <a:rPr lang="en-IN" sz="2800" i="1" dirty="0">
                                  <a:solidFill>
                                    <a:srgbClr val="002060"/>
                                  </a:solidFill>
                                  <a:latin typeface="Cambria Math" panose="02040503050406030204" pitchFamily="18" charset="0"/>
                                </a:rPr>
                              </m:ctrlPr>
                            </m:dPr>
                            <m:e>
                              <m:r>
                                <a:rPr lang="en-IN" sz="2800" dirty="0">
                                  <a:solidFill>
                                    <a:srgbClr val="002060"/>
                                  </a:solidFill>
                                  <a:latin typeface="Cambria Math" panose="02040503050406030204" pitchFamily="18" charset="0"/>
                                </a:rPr>
                                <m:t>3</m:t>
                              </m:r>
                              <m:sSup>
                                <m:sSupPr>
                                  <m:ctrlPr>
                                    <a:rPr lang="en-IN" sz="2800" b="0" i="1" dirty="0" smtClean="0">
                                      <a:solidFill>
                                        <a:srgbClr val="002060"/>
                                      </a:solidFill>
                                      <a:latin typeface="Cambria Math" panose="02040503050406030204" pitchFamily="18" charset="0"/>
                                    </a:rPr>
                                  </m:ctrlPr>
                                </m:sSupPr>
                                <m:e>
                                  <m:r>
                                    <m:rPr>
                                      <m:sty m:val="p"/>
                                    </m:rPr>
                                    <a:rPr lang="en-IN" sz="2800" dirty="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2</m:t>
                                  </m:r>
                                </m:sup>
                              </m:sSup>
                              <m:r>
                                <a:rPr lang="en-IN" sz="2800" dirty="0">
                                  <a:solidFill>
                                    <a:srgbClr val="002060"/>
                                  </a:solidFill>
                                  <a:latin typeface="Cambria Math" panose="02040503050406030204" pitchFamily="18" charset="0"/>
                                </a:rPr>
                                <m:t>+2</m:t>
                              </m:r>
                              <m:sSup>
                                <m:sSupPr>
                                  <m:ctrlPr>
                                    <a:rPr lang="en-IN" sz="2800" i="1" dirty="0">
                                      <a:solidFill>
                                        <a:srgbClr val="002060"/>
                                      </a:solidFill>
                                      <a:latin typeface="Cambria Math" panose="02040503050406030204" pitchFamily="18" charset="0"/>
                                    </a:rPr>
                                  </m:ctrlPr>
                                </m:sSupPr>
                                <m:e>
                                  <m:r>
                                    <m:rPr>
                                      <m:sty m:val="p"/>
                                    </m:rPr>
                                    <a:rPr lang="en-IN" sz="2800" dirty="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3</m:t>
                                  </m:r>
                                </m:sup>
                              </m:sSup>
                            </m:e>
                          </m:d>
                        </m:e>
                      </m:nary>
                      <m:r>
                        <m:rPr>
                          <m:sty m:val="p"/>
                        </m:rPr>
                        <a:rPr lang="en-IN" sz="2800" dirty="0">
                          <a:solidFill>
                            <a:srgbClr val="002060"/>
                          </a:solidFill>
                          <a:latin typeface="Cambria Math" panose="02040503050406030204" pitchFamily="18" charset="0"/>
                        </a:rPr>
                        <m:t>dx</m:t>
                      </m:r>
                    </m:oMath>
                  </m:oMathPara>
                </a14:m>
                <a:endParaRPr lang="en-IN" sz="2800" dirty="0">
                  <a:solidFill>
                    <a:srgbClr val="002060"/>
                  </a:solidFill>
                </a:endParaRPr>
              </a:p>
            </p:txBody>
          </p:sp>
        </mc:Choice>
        <mc:Fallback xmlns="">
          <p:sp>
            <p:nvSpPr>
              <p:cNvPr id="13" name="TextBox 12">
                <a:extLst>
                  <a:ext uri="{FF2B5EF4-FFF2-40B4-BE49-F238E27FC236}">
                    <a16:creationId xmlns:a16="http://schemas.microsoft.com/office/drawing/2014/main" id="{FAFEC660-3F2D-4DDD-9162-F892870687C9}"/>
                  </a:ext>
                </a:extLst>
              </p:cNvPr>
              <p:cNvSpPr txBox="1">
                <a:spLocks noRot="1" noChangeAspect="1" noMove="1" noResize="1" noEditPoints="1" noAdjustHandles="1" noChangeArrowheads="1" noChangeShapeType="1" noTextEdit="1"/>
              </p:cNvSpPr>
              <p:nvPr/>
            </p:nvSpPr>
            <p:spPr>
              <a:xfrm>
                <a:off x="2132235" y="3675712"/>
                <a:ext cx="3766820" cy="138634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35AF093-76DE-458E-ADDE-8D2B3EC6EE81}"/>
                  </a:ext>
                </a:extLst>
              </p:cNvPr>
              <p:cNvSpPr txBox="1"/>
              <p:nvPr/>
            </p:nvSpPr>
            <p:spPr>
              <a:xfrm>
                <a:off x="11184472" y="743523"/>
                <a:ext cx="1181100" cy="78489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400" b="0" i="0" dirty="0" smtClean="0">
                          <a:solidFill>
                            <a:srgbClr val="002060"/>
                          </a:solidFill>
                          <a:latin typeface="Cambria Math" panose="02040503050406030204" pitchFamily="18" charset="0"/>
                        </a:rPr>
                        <m:t>=</m:t>
                      </m:r>
                      <m:f>
                        <m:fPr>
                          <m:ctrlPr>
                            <a:rPr lang="en-IN" sz="2400" b="0" i="1" dirty="0" smtClean="0">
                              <a:solidFill>
                                <a:srgbClr val="002060"/>
                              </a:solidFill>
                              <a:latin typeface="Cambria Math" panose="02040503050406030204" pitchFamily="18" charset="0"/>
                            </a:rPr>
                          </m:ctrlPr>
                        </m:fPr>
                        <m:num>
                          <m:r>
                            <a:rPr lang="en-IN" sz="2400" dirty="0">
                              <a:solidFill>
                                <a:srgbClr val="002060"/>
                              </a:solidFill>
                              <a:latin typeface="Cambria Math" panose="02040503050406030204" pitchFamily="18" charset="0"/>
                            </a:rPr>
                            <m:t>83​</m:t>
                          </m:r>
                        </m:num>
                        <m:den>
                          <m:r>
                            <a:rPr lang="en-IN" sz="2400" b="0" i="1" dirty="0" smtClean="0">
                              <a:solidFill>
                                <a:srgbClr val="002060"/>
                              </a:solidFill>
                              <a:latin typeface="Cambria Math" panose="02040503050406030204" pitchFamily="18" charset="0"/>
                            </a:rPr>
                            <m:t> </m:t>
                          </m:r>
                          <m:r>
                            <a:rPr lang="en-IN" sz="2400" dirty="0">
                              <a:solidFill>
                                <a:srgbClr val="002060"/>
                              </a:solidFill>
                              <a:latin typeface="Cambria Math" panose="02040503050406030204" pitchFamily="18" charset="0"/>
                            </a:rPr>
                            <m:t>27</m:t>
                          </m:r>
                          <m:r>
                            <a:rPr lang="en-IN" sz="2400" b="0" i="0" dirty="0" smtClean="0">
                              <a:solidFill>
                                <a:srgbClr val="002060"/>
                              </a:solidFill>
                              <a:latin typeface="Cambria Math" panose="02040503050406030204" pitchFamily="18" charset="0"/>
                            </a:rPr>
                            <m:t> </m:t>
                          </m:r>
                        </m:den>
                      </m:f>
                    </m:oMath>
                  </m:oMathPara>
                </a14:m>
                <a:endParaRPr lang="en-IN" sz="2400" dirty="0">
                  <a:solidFill>
                    <a:srgbClr val="002060"/>
                  </a:solidFill>
                  <a:latin typeface="+mj-lt"/>
                </a:endParaRPr>
              </a:p>
            </p:txBody>
          </p:sp>
        </mc:Choice>
        <mc:Fallback xmlns="">
          <p:sp>
            <p:nvSpPr>
              <p:cNvPr id="25" name="TextBox 24">
                <a:extLst>
                  <a:ext uri="{FF2B5EF4-FFF2-40B4-BE49-F238E27FC236}">
                    <a16:creationId xmlns:a16="http://schemas.microsoft.com/office/drawing/2014/main" id="{B35AF093-76DE-458E-ADDE-8D2B3EC6EE81}"/>
                  </a:ext>
                </a:extLst>
              </p:cNvPr>
              <p:cNvSpPr txBox="1">
                <a:spLocks noRot="1" noChangeAspect="1" noMove="1" noResize="1" noEditPoints="1" noAdjustHandles="1" noChangeArrowheads="1" noChangeShapeType="1" noTextEdit="1"/>
              </p:cNvSpPr>
              <p:nvPr/>
            </p:nvSpPr>
            <p:spPr>
              <a:xfrm>
                <a:off x="11184472" y="743523"/>
                <a:ext cx="1181100" cy="78489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8FAA074-841E-4727-86AB-5EB67B1BBD65}"/>
                  </a:ext>
                </a:extLst>
              </p:cNvPr>
              <p:cNvSpPr txBox="1"/>
              <p:nvPr/>
            </p:nvSpPr>
            <p:spPr>
              <a:xfrm>
                <a:off x="2132235" y="721755"/>
                <a:ext cx="2802299" cy="135165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smtClean="0">
                              <a:solidFill>
                                <a:srgbClr val="002060"/>
                              </a:solidFill>
                              <a:latin typeface="Cambria Math" panose="02040503050406030204" pitchFamily="18" charset="0"/>
                            </a:rPr>
                          </m:ctrlPr>
                        </m:naryPr>
                        <m:sub>
                          <m:r>
                            <m:rPr>
                              <m:brk m:alnAt="24"/>
                            </m:rPr>
                            <a:rPr lang="en-IN" sz="2800" b="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m:t>
                          </m:r>
                        </m:sub>
                        <m:sup>
                          <m:r>
                            <a:rPr lang="en-IN" sz="2800" b="0" i="1" dirty="0">
                              <a:solidFill>
                                <a:srgbClr val="002060"/>
                              </a:solidFill>
                              <a:latin typeface="Cambria Math" panose="02040503050406030204" pitchFamily="18" charset="0"/>
                            </a:rPr>
                            <m:t>∞</m:t>
                          </m:r>
                        </m:sup>
                        <m:e>
                          <m:sSup>
                            <m:sSupPr>
                              <m:ctrlPr>
                                <a:rPr lang="en-IN" sz="2800" b="0" i="1" dirty="0" smtClean="0">
                                  <a:solidFill>
                                    <a:srgbClr val="002060"/>
                                  </a:solidFill>
                                  <a:latin typeface="Cambria Math" panose="02040503050406030204" pitchFamily="18" charset="0"/>
                                </a:rPr>
                              </m:ctrlPr>
                            </m:sSupPr>
                            <m:e>
                              <m:r>
                                <m:rPr>
                                  <m:sty m:val="p"/>
                                </m:rPr>
                                <a:rPr lang="en-IN" sz="2800" b="0" i="0" dirty="0" smtClean="0">
                                  <a:solidFill>
                                    <a:srgbClr val="002060"/>
                                  </a:solidFill>
                                  <a:latin typeface="Cambria Math" panose="02040503050406030204" pitchFamily="18" charset="0"/>
                                </a:rPr>
                                <m:t>x</m:t>
                              </m:r>
                            </m:e>
                            <m:sup>
                              <m:r>
                                <a:rPr lang="en-IN" sz="2800" b="0" i="1" dirty="0" smtClean="0">
                                  <a:solidFill>
                                    <a:srgbClr val="002060"/>
                                  </a:solidFill>
                                  <a:latin typeface="Cambria Math" panose="02040503050406030204" pitchFamily="18" charset="0"/>
                                </a:rPr>
                                <m:t>2</m:t>
                              </m:r>
                            </m:sup>
                          </m:sSup>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f</m:t>
                          </m:r>
                          <m:d>
                            <m:dPr>
                              <m:ctrlPr>
                                <a:rPr lang="en-IN" sz="280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r>
                        <m:rPr>
                          <m:sty m:val="p"/>
                        </m:rPr>
                        <a:rPr lang="en-IN" sz="2800" b="0" i="0" dirty="0" smtClean="0">
                          <a:solidFill>
                            <a:srgbClr val="002060"/>
                          </a:solidFill>
                          <a:latin typeface="Cambria Math" panose="02040503050406030204" pitchFamily="18" charset="0"/>
                        </a:rPr>
                        <m:t>dx</m:t>
                      </m:r>
                    </m:oMath>
                  </m:oMathPara>
                </a14:m>
                <a:endParaRPr lang="en-IN" sz="2800" dirty="0">
                  <a:solidFill>
                    <a:srgbClr val="002060"/>
                  </a:solidFill>
                  <a:latin typeface="+mj-lt"/>
                </a:endParaRPr>
              </a:p>
            </p:txBody>
          </p:sp>
        </mc:Choice>
        <mc:Fallback xmlns="">
          <p:sp>
            <p:nvSpPr>
              <p:cNvPr id="11" name="TextBox 10">
                <a:extLst>
                  <a:ext uri="{FF2B5EF4-FFF2-40B4-BE49-F238E27FC236}">
                    <a16:creationId xmlns:a16="http://schemas.microsoft.com/office/drawing/2014/main" id="{58FAA074-841E-4727-86AB-5EB67B1BBD65}"/>
                  </a:ext>
                </a:extLst>
              </p:cNvPr>
              <p:cNvSpPr txBox="1">
                <a:spLocks noRot="1" noChangeAspect="1" noMove="1" noResize="1" noEditPoints="1" noAdjustHandles="1" noChangeArrowheads="1" noChangeShapeType="1" noTextEdit="1"/>
              </p:cNvSpPr>
              <p:nvPr/>
            </p:nvSpPr>
            <p:spPr>
              <a:xfrm>
                <a:off x="2132235" y="721755"/>
                <a:ext cx="2802299" cy="135165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35B6FC6-FE02-49D9-88E4-4FE3F8C3A93E}"/>
                  </a:ext>
                </a:extLst>
              </p:cNvPr>
              <p:cNvSpPr txBox="1"/>
              <p:nvPr/>
            </p:nvSpPr>
            <p:spPr>
              <a:xfrm>
                <a:off x="1184800" y="1135971"/>
                <a:ext cx="105548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E</m:t>
                      </m:r>
                      <m:d>
                        <m:dPr>
                          <m:ctrlPr>
                            <a:rPr lang="en-IN" sz="2800" i="1">
                              <a:solidFill>
                                <a:srgbClr val="002060"/>
                              </a:solidFill>
                              <a:latin typeface="Cambria Math" panose="02040503050406030204" pitchFamily="18" charset="0"/>
                            </a:rPr>
                          </m:ctrlPr>
                        </m:dPr>
                        <m:e>
                          <m:sSup>
                            <m:sSupPr>
                              <m:ctrlPr>
                                <a:rPr lang="en-IN" sz="2800" b="0" i="1" smtClean="0">
                                  <a:solidFill>
                                    <a:srgbClr val="002060"/>
                                  </a:solidFill>
                                  <a:latin typeface="Cambria Math" panose="02040503050406030204" pitchFamily="18" charset="0"/>
                                </a:rPr>
                              </m:ctrlPr>
                            </m:sSupPr>
                            <m:e>
                              <m:r>
                                <m:rPr>
                                  <m:sty m:val="p"/>
                                </m:rPr>
                                <a:rPr lang="en-IN" sz="2800">
                                  <a:solidFill>
                                    <a:srgbClr val="002060"/>
                                  </a:solidFill>
                                  <a:latin typeface="Cambria Math" panose="02040503050406030204" pitchFamily="18" charset="0"/>
                                </a:rPr>
                                <m:t>X</m:t>
                              </m:r>
                            </m:e>
                            <m:sup>
                              <m:r>
                                <a:rPr lang="en-IN" sz="2800" b="0" i="0" smtClean="0">
                                  <a:solidFill>
                                    <a:srgbClr val="002060"/>
                                  </a:solidFill>
                                  <a:latin typeface="Cambria Math" panose="02040503050406030204" pitchFamily="18" charset="0"/>
                                </a:rPr>
                                <m:t>2</m:t>
                              </m:r>
                            </m:sup>
                          </m:sSup>
                        </m:e>
                      </m:d>
                    </m:oMath>
                  </m:oMathPara>
                </a14:m>
                <a:endParaRPr lang="en-IN" sz="2800" dirty="0">
                  <a:solidFill>
                    <a:srgbClr val="002060"/>
                  </a:solidFill>
                  <a:effectLst/>
                </a:endParaRPr>
              </a:p>
            </p:txBody>
          </p:sp>
        </mc:Choice>
        <mc:Fallback xmlns="">
          <p:sp>
            <p:nvSpPr>
              <p:cNvPr id="12" name="TextBox 11">
                <a:extLst>
                  <a:ext uri="{FF2B5EF4-FFF2-40B4-BE49-F238E27FC236}">
                    <a16:creationId xmlns:a16="http://schemas.microsoft.com/office/drawing/2014/main" id="{B35B6FC6-FE02-49D9-88E4-4FE3F8C3A93E}"/>
                  </a:ext>
                </a:extLst>
              </p:cNvPr>
              <p:cNvSpPr txBox="1">
                <a:spLocks noRot="1" noChangeAspect="1" noMove="1" noResize="1" noEditPoints="1" noAdjustHandles="1" noChangeArrowheads="1" noChangeShapeType="1" noTextEdit="1"/>
              </p:cNvSpPr>
              <p:nvPr/>
            </p:nvSpPr>
            <p:spPr>
              <a:xfrm>
                <a:off x="1184800" y="1135971"/>
                <a:ext cx="105548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2311BC1-9E95-4DE9-9AE0-AE94F2BD5F31}"/>
                  </a:ext>
                </a:extLst>
              </p:cNvPr>
              <p:cNvSpPr txBox="1"/>
              <p:nvPr/>
            </p:nvSpPr>
            <p:spPr>
              <a:xfrm>
                <a:off x="2132235" y="2181388"/>
                <a:ext cx="3430041" cy="138634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smtClean="0">
                              <a:solidFill>
                                <a:srgbClr val="002060"/>
                              </a:solidFill>
                              <a:latin typeface="Cambria Math" panose="02040503050406030204" pitchFamily="18" charset="0"/>
                            </a:rPr>
                          </m:ctrlPr>
                        </m:naryPr>
                        <m:sub>
                          <m:r>
                            <a:rPr lang="en-IN" sz="2800" b="0" i="0" dirty="0" smtClean="0">
                              <a:solidFill>
                                <a:srgbClr val="002060"/>
                              </a:solidFill>
                              <a:latin typeface="Cambria Math" panose="02040503050406030204" pitchFamily="18" charset="0"/>
                            </a:rPr>
                            <m:t>2</m:t>
                          </m:r>
                        </m:sub>
                        <m:sup>
                          <m:r>
                            <a:rPr lang="en-IN" sz="2800" b="0" i="0" dirty="0" smtClean="0">
                              <a:solidFill>
                                <a:srgbClr val="002060"/>
                              </a:solidFill>
                              <a:latin typeface="Cambria Math" panose="02040503050406030204" pitchFamily="18" charset="0"/>
                            </a:rPr>
                            <m:t>4</m:t>
                          </m:r>
                        </m:sup>
                        <m:e>
                          <m:sSup>
                            <m:sSupPr>
                              <m:ctrlPr>
                                <a:rPr lang="en-IN" sz="2800" b="0" i="1" dirty="0" smtClean="0">
                                  <a:solidFill>
                                    <a:srgbClr val="002060"/>
                                  </a:solidFill>
                                  <a:latin typeface="Cambria Math" panose="02040503050406030204" pitchFamily="18" charset="0"/>
                                </a:rPr>
                              </m:ctrlPr>
                            </m:sSupPr>
                            <m:e>
                              <m:r>
                                <m:rPr>
                                  <m:sty m:val="p"/>
                                </m:rPr>
                                <a:rPr lang="en-IN" sz="2800" b="0" i="0" dirty="0" smtClean="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2</m:t>
                              </m:r>
                            </m:sup>
                          </m:sSup>
                          <m:d>
                            <m:dPr>
                              <m:ctrlPr>
                                <a:rPr lang="en-IN" sz="2800" i="1" dirty="0" smtClean="0">
                                  <a:solidFill>
                                    <a:srgbClr val="002060"/>
                                  </a:solidFill>
                                  <a:latin typeface="Cambria Math" panose="02040503050406030204" pitchFamily="18" charset="0"/>
                                </a:rPr>
                              </m:ctrlPr>
                            </m:dPr>
                            <m:e>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 3+2</m:t>
                                  </m:r>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 </m:t>
                                  </m:r>
                                </m:num>
                                <m:den>
                                  <m:r>
                                    <a:rPr lang="en-IN" sz="2800" b="0" i="0" dirty="0" smtClean="0">
                                      <a:solidFill>
                                        <a:srgbClr val="002060"/>
                                      </a:solidFill>
                                      <a:latin typeface="Cambria Math" panose="02040503050406030204" pitchFamily="18" charset="0"/>
                                    </a:rPr>
                                    <m:t>18</m:t>
                                  </m:r>
                                </m:den>
                              </m:f>
                            </m:e>
                          </m:d>
                        </m:e>
                      </m:nary>
                      <m:r>
                        <m:rPr>
                          <m:sty m:val="p"/>
                        </m:rPr>
                        <a:rPr lang="en-IN" sz="2800" b="0" i="0" dirty="0" smtClean="0">
                          <a:solidFill>
                            <a:srgbClr val="002060"/>
                          </a:solidFill>
                          <a:latin typeface="Cambria Math" panose="02040503050406030204" pitchFamily="18" charset="0"/>
                        </a:rPr>
                        <m:t>dx</m:t>
                      </m:r>
                    </m:oMath>
                  </m:oMathPara>
                </a14:m>
                <a:endParaRPr lang="en-IN" sz="2800" dirty="0">
                  <a:solidFill>
                    <a:srgbClr val="002060"/>
                  </a:solidFill>
                  <a:latin typeface="+mj-lt"/>
                </a:endParaRPr>
              </a:p>
            </p:txBody>
          </p:sp>
        </mc:Choice>
        <mc:Fallback xmlns="">
          <p:sp>
            <p:nvSpPr>
              <p:cNvPr id="15" name="TextBox 14">
                <a:extLst>
                  <a:ext uri="{FF2B5EF4-FFF2-40B4-BE49-F238E27FC236}">
                    <a16:creationId xmlns:a16="http://schemas.microsoft.com/office/drawing/2014/main" id="{A2311BC1-9E95-4DE9-9AE0-AE94F2BD5F31}"/>
                  </a:ext>
                </a:extLst>
              </p:cNvPr>
              <p:cNvSpPr txBox="1">
                <a:spLocks noRot="1" noChangeAspect="1" noMove="1" noResize="1" noEditPoints="1" noAdjustHandles="1" noChangeArrowheads="1" noChangeShapeType="1" noTextEdit="1"/>
              </p:cNvSpPr>
              <p:nvPr/>
            </p:nvSpPr>
            <p:spPr>
              <a:xfrm>
                <a:off x="2132235" y="2181388"/>
                <a:ext cx="3430041" cy="1386342"/>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BE6D940-131D-4C7D-AD06-33E21EE3E03B}"/>
                  </a:ext>
                </a:extLst>
              </p:cNvPr>
              <p:cNvSpPr txBox="1"/>
              <p:nvPr/>
            </p:nvSpPr>
            <p:spPr>
              <a:xfrm>
                <a:off x="2132235" y="5247002"/>
                <a:ext cx="3597318" cy="124380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18 </m:t>
                          </m:r>
                        </m:den>
                      </m:f>
                      <m:sSubSup>
                        <m:sSubSupPr>
                          <m:ctrlPr>
                            <a:rPr lang="en-IN" sz="2800" b="0" i="1" dirty="0" smtClean="0">
                              <a:solidFill>
                                <a:srgbClr val="002060"/>
                              </a:solidFill>
                              <a:latin typeface="Cambria Math" panose="02040503050406030204" pitchFamily="18" charset="0"/>
                            </a:rPr>
                          </m:ctrlPr>
                        </m:sSubSupPr>
                        <m:e>
                          <m:d>
                            <m:dPr>
                              <m:begChr m:val="["/>
                              <m:endChr m:val="]"/>
                              <m:ctrlPr>
                                <a:rPr lang="en-IN" sz="2800" b="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 </m:t>
                              </m:r>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3</m:t>
                                  </m:r>
                                  <m:sSup>
                                    <m:sSupPr>
                                      <m:ctrlPr>
                                        <a:rPr lang="en-IN" sz="2800" b="0" i="1" dirty="0" smtClean="0">
                                          <a:solidFill>
                                            <a:srgbClr val="002060"/>
                                          </a:solidFill>
                                          <a:latin typeface="Cambria Math" panose="02040503050406030204" pitchFamily="18" charset="0"/>
                                        </a:rPr>
                                      </m:ctrlPr>
                                    </m:sSupPr>
                                    <m:e>
                                      <m:r>
                                        <m:rPr>
                                          <m:sty m:val="p"/>
                                        </m:rPr>
                                        <a:rPr lang="en-IN" sz="2800" dirty="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3</m:t>
                                      </m:r>
                                    </m:sup>
                                  </m:sSup>
                                  <m:r>
                                    <a:rPr lang="en-IN" sz="2800" b="0" i="0" dirty="0" smtClean="0">
                                      <a:solidFill>
                                        <a:srgbClr val="002060"/>
                                      </a:solidFill>
                                      <a:latin typeface="Cambria Math" panose="02040503050406030204" pitchFamily="18" charset="0"/>
                                    </a:rPr>
                                    <m:t> </m:t>
                                  </m:r>
                                </m:num>
                                <m:den>
                                  <m:r>
                                    <a:rPr lang="en-IN" sz="2800" b="0" i="0" dirty="0" smtClean="0">
                                      <a:solidFill>
                                        <a:srgbClr val="002060"/>
                                      </a:solidFill>
                                      <a:latin typeface="Cambria Math" panose="02040503050406030204" pitchFamily="18" charset="0"/>
                                    </a:rPr>
                                    <m:t>3</m:t>
                                  </m:r>
                                </m:den>
                              </m:f>
                              <m:r>
                                <a:rPr lang="en-IN" sz="2800" dirty="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2</m:t>
                                  </m:r>
                                  <m:sSup>
                                    <m:sSupPr>
                                      <m:ctrlPr>
                                        <a:rPr lang="en-IN" sz="2800" i="1" dirty="0">
                                          <a:solidFill>
                                            <a:srgbClr val="002060"/>
                                          </a:solidFill>
                                          <a:latin typeface="Cambria Math" panose="02040503050406030204" pitchFamily="18" charset="0"/>
                                        </a:rPr>
                                      </m:ctrlPr>
                                    </m:sSupPr>
                                    <m:e>
                                      <m:r>
                                        <m:rPr>
                                          <m:sty m:val="p"/>
                                        </m:rPr>
                                        <a:rPr lang="en-IN" sz="2800" dirty="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4</m:t>
                                      </m:r>
                                    </m:sup>
                                  </m:sSup>
                                  <m:r>
                                    <a:rPr lang="en-IN" sz="2800" b="0" i="1" dirty="0" smtClean="0">
                                      <a:solidFill>
                                        <a:srgbClr val="002060"/>
                                      </a:solidFill>
                                      <a:latin typeface="Cambria Math" panose="02040503050406030204" pitchFamily="18" charset="0"/>
                                    </a:rPr>
                                    <m:t> </m:t>
                                  </m:r>
                                </m:num>
                                <m:den>
                                  <m:r>
                                    <a:rPr lang="en-IN" sz="2800" b="0" i="1" dirty="0" smtClean="0">
                                      <a:solidFill>
                                        <a:srgbClr val="002060"/>
                                      </a:solidFill>
                                      <a:latin typeface="Cambria Math" panose="02040503050406030204" pitchFamily="18" charset="0"/>
                                    </a:rPr>
                                    <m:t>4</m:t>
                                  </m:r>
                                </m:den>
                              </m:f>
                              <m:r>
                                <a:rPr lang="en-IN" sz="2800" b="0" i="1" dirty="0" smtClean="0">
                                  <a:solidFill>
                                    <a:srgbClr val="002060"/>
                                  </a:solidFill>
                                  <a:latin typeface="Cambria Math" panose="02040503050406030204" pitchFamily="18" charset="0"/>
                                </a:rPr>
                                <m:t> </m:t>
                              </m:r>
                            </m:e>
                          </m:d>
                        </m:e>
                        <m:sub>
                          <m:r>
                            <a:rPr lang="en-IN" sz="2800" b="0" i="1" dirty="0" smtClean="0">
                              <a:solidFill>
                                <a:srgbClr val="002060"/>
                              </a:solidFill>
                              <a:latin typeface="Cambria Math" panose="02040503050406030204" pitchFamily="18" charset="0"/>
                            </a:rPr>
                            <m:t>2</m:t>
                          </m:r>
                        </m:sub>
                        <m:sup>
                          <m:r>
                            <a:rPr lang="en-IN" sz="2800" b="0" i="1" dirty="0" smtClean="0">
                              <a:solidFill>
                                <a:srgbClr val="002060"/>
                              </a:solidFill>
                              <a:latin typeface="Cambria Math" panose="02040503050406030204" pitchFamily="18" charset="0"/>
                            </a:rPr>
                            <m:t>4</m:t>
                          </m:r>
                        </m:sup>
                      </m:sSubSup>
                    </m:oMath>
                  </m:oMathPara>
                </a14:m>
                <a:endParaRPr lang="en-IN" sz="2800" dirty="0">
                  <a:solidFill>
                    <a:srgbClr val="002060"/>
                  </a:solidFill>
                  <a:latin typeface="+mj-lt"/>
                </a:endParaRPr>
              </a:p>
            </p:txBody>
          </p:sp>
        </mc:Choice>
        <mc:Fallback xmlns="">
          <p:sp>
            <p:nvSpPr>
              <p:cNvPr id="16" name="TextBox 15">
                <a:extLst>
                  <a:ext uri="{FF2B5EF4-FFF2-40B4-BE49-F238E27FC236}">
                    <a16:creationId xmlns:a16="http://schemas.microsoft.com/office/drawing/2014/main" id="{2BE6D940-131D-4C7D-AD06-33E21EE3E03B}"/>
                  </a:ext>
                </a:extLst>
              </p:cNvPr>
              <p:cNvSpPr txBox="1">
                <a:spLocks noRot="1" noChangeAspect="1" noMove="1" noResize="1" noEditPoints="1" noAdjustHandles="1" noChangeArrowheads="1" noChangeShapeType="1" noTextEdit="1"/>
              </p:cNvSpPr>
              <p:nvPr/>
            </p:nvSpPr>
            <p:spPr>
              <a:xfrm>
                <a:off x="2132235" y="5247002"/>
                <a:ext cx="3597318" cy="1243802"/>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13B327F-A5AB-4ECB-B8D2-1BDF9661FC2E}"/>
                  </a:ext>
                </a:extLst>
              </p:cNvPr>
              <p:cNvSpPr txBox="1"/>
              <p:nvPr/>
            </p:nvSpPr>
            <p:spPr>
              <a:xfrm>
                <a:off x="5729553" y="5247002"/>
                <a:ext cx="3597318" cy="124380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18 </m:t>
                          </m:r>
                        </m:den>
                      </m:f>
                      <m:sSubSup>
                        <m:sSubSupPr>
                          <m:ctrlPr>
                            <a:rPr lang="en-IN" sz="2800" b="0" i="1" dirty="0" smtClean="0">
                              <a:solidFill>
                                <a:srgbClr val="002060"/>
                              </a:solidFill>
                              <a:latin typeface="Cambria Math" panose="02040503050406030204" pitchFamily="18" charset="0"/>
                            </a:rPr>
                          </m:ctrlPr>
                        </m:sSubSupPr>
                        <m:e>
                          <m:d>
                            <m:dPr>
                              <m:begChr m:val="["/>
                              <m:endChr m:val="]"/>
                              <m:ctrlPr>
                                <a:rPr lang="en-IN" sz="2800" b="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 </m:t>
                              </m:r>
                              <m:sSup>
                                <m:sSupPr>
                                  <m:ctrlPr>
                                    <a:rPr lang="en-IN" sz="2800" i="1" dirty="0">
                                      <a:solidFill>
                                        <a:srgbClr val="002060"/>
                                      </a:solidFill>
                                      <a:latin typeface="Cambria Math" panose="02040503050406030204" pitchFamily="18" charset="0"/>
                                    </a:rPr>
                                  </m:ctrlPr>
                                </m:sSupPr>
                                <m:e>
                                  <m:r>
                                    <m:rPr>
                                      <m:sty m:val="p"/>
                                    </m:rPr>
                                    <a:rPr lang="en-IN" sz="2800" dirty="0">
                                      <a:solidFill>
                                        <a:srgbClr val="002060"/>
                                      </a:solidFill>
                                      <a:latin typeface="Cambria Math" panose="02040503050406030204" pitchFamily="18" charset="0"/>
                                    </a:rPr>
                                    <m:t>x</m:t>
                                  </m:r>
                                </m:e>
                                <m:sup>
                                  <m:r>
                                    <a:rPr lang="en-IN" sz="2800" dirty="0">
                                      <a:solidFill>
                                        <a:srgbClr val="002060"/>
                                      </a:solidFill>
                                      <a:latin typeface="Cambria Math" panose="02040503050406030204" pitchFamily="18" charset="0"/>
                                    </a:rPr>
                                    <m:t>3</m:t>
                                  </m:r>
                                </m:sup>
                              </m:sSup>
                              <m:r>
                                <a:rPr lang="en-IN" sz="2800" dirty="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  </m:t>
                                  </m:r>
                                  <m:sSup>
                                    <m:sSupPr>
                                      <m:ctrlPr>
                                        <a:rPr lang="en-IN" sz="2800" i="1" dirty="0">
                                          <a:solidFill>
                                            <a:srgbClr val="002060"/>
                                          </a:solidFill>
                                          <a:latin typeface="Cambria Math" panose="02040503050406030204" pitchFamily="18" charset="0"/>
                                        </a:rPr>
                                      </m:ctrlPr>
                                    </m:sSupPr>
                                    <m:e>
                                      <m:r>
                                        <m:rPr>
                                          <m:sty m:val="p"/>
                                        </m:rPr>
                                        <a:rPr lang="en-IN" sz="2800" dirty="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4</m:t>
                                      </m:r>
                                    </m:sup>
                                  </m:sSup>
                                </m:num>
                                <m:den>
                                  <m:r>
                                    <a:rPr lang="en-IN" sz="2800" b="0" i="1" dirty="0" smtClean="0">
                                      <a:solidFill>
                                        <a:srgbClr val="002060"/>
                                      </a:solidFill>
                                      <a:latin typeface="Cambria Math" panose="02040503050406030204" pitchFamily="18" charset="0"/>
                                    </a:rPr>
                                    <m:t>2</m:t>
                                  </m:r>
                                </m:den>
                              </m:f>
                              <m:r>
                                <a:rPr lang="en-IN" sz="2800" b="0" i="1" dirty="0" smtClean="0">
                                  <a:solidFill>
                                    <a:srgbClr val="002060"/>
                                  </a:solidFill>
                                  <a:latin typeface="Cambria Math" panose="02040503050406030204" pitchFamily="18" charset="0"/>
                                </a:rPr>
                                <m:t> </m:t>
                              </m:r>
                            </m:e>
                          </m:d>
                        </m:e>
                        <m:sub>
                          <m:r>
                            <a:rPr lang="en-IN" sz="2800" b="0" i="1" dirty="0" smtClean="0">
                              <a:solidFill>
                                <a:srgbClr val="002060"/>
                              </a:solidFill>
                              <a:latin typeface="Cambria Math" panose="02040503050406030204" pitchFamily="18" charset="0"/>
                            </a:rPr>
                            <m:t>2</m:t>
                          </m:r>
                        </m:sub>
                        <m:sup>
                          <m:r>
                            <a:rPr lang="en-IN" sz="2800" b="0" i="1" dirty="0" smtClean="0">
                              <a:solidFill>
                                <a:srgbClr val="002060"/>
                              </a:solidFill>
                              <a:latin typeface="Cambria Math" panose="02040503050406030204" pitchFamily="18" charset="0"/>
                            </a:rPr>
                            <m:t>4</m:t>
                          </m:r>
                        </m:sup>
                      </m:sSubSup>
                    </m:oMath>
                  </m:oMathPara>
                </a14:m>
                <a:endParaRPr lang="en-IN" sz="2800" dirty="0">
                  <a:solidFill>
                    <a:srgbClr val="002060"/>
                  </a:solidFill>
                  <a:latin typeface="+mj-lt"/>
                </a:endParaRPr>
              </a:p>
            </p:txBody>
          </p:sp>
        </mc:Choice>
        <mc:Fallback xmlns="">
          <p:sp>
            <p:nvSpPr>
              <p:cNvPr id="17" name="TextBox 16">
                <a:extLst>
                  <a:ext uri="{FF2B5EF4-FFF2-40B4-BE49-F238E27FC236}">
                    <a16:creationId xmlns:a16="http://schemas.microsoft.com/office/drawing/2014/main" id="{513B327F-A5AB-4ECB-B8D2-1BDF9661FC2E}"/>
                  </a:ext>
                </a:extLst>
              </p:cNvPr>
              <p:cNvSpPr txBox="1">
                <a:spLocks noRot="1" noChangeAspect="1" noMove="1" noResize="1" noEditPoints="1" noAdjustHandles="1" noChangeArrowheads="1" noChangeShapeType="1" noTextEdit="1"/>
              </p:cNvSpPr>
              <p:nvPr/>
            </p:nvSpPr>
            <p:spPr>
              <a:xfrm>
                <a:off x="5729553" y="5247002"/>
                <a:ext cx="3597318" cy="1243802"/>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2F130F6-D3CF-445D-BB85-FFFA6D86FB7D}"/>
                  </a:ext>
                </a:extLst>
              </p:cNvPr>
              <p:cNvSpPr txBox="1"/>
              <p:nvPr/>
            </p:nvSpPr>
            <p:spPr>
              <a:xfrm>
                <a:off x="10015793" y="5549451"/>
                <a:ext cx="2582196" cy="53957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l-GR" sz="2400" i="0" dirty="0" smtClean="0">
                          <a:solidFill>
                            <a:srgbClr val="002060"/>
                          </a:solidFill>
                          <a:latin typeface="Cambria Math" panose="02040503050406030204" pitchFamily="18" charset="0"/>
                        </a:rPr>
                        <m:t>σ</m:t>
                      </m:r>
                      <m:d>
                        <m:dPr>
                          <m:ctrlPr>
                            <a:rPr lang="el-GR" sz="2400" i="1" dirty="0" smtClean="0">
                              <a:solidFill>
                                <a:srgbClr val="002060"/>
                              </a:solidFill>
                              <a:latin typeface="Cambria Math" panose="02040503050406030204" pitchFamily="18" charset="0"/>
                            </a:rPr>
                          </m:ctrlPr>
                        </m:dPr>
                        <m:e>
                          <m:r>
                            <m:rPr>
                              <m:sty m:val="p"/>
                            </m:rPr>
                            <a:rPr lang="en-IN" sz="2400" i="0" dirty="0">
                              <a:solidFill>
                                <a:srgbClr val="002060"/>
                              </a:solidFill>
                              <a:latin typeface="Cambria Math" panose="02040503050406030204" pitchFamily="18" charset="0"/>
                            </a:rPr>
                            <m:t>X</m:t>
                          </m:r>
                        </m:e>
                      </m:d>
                      <m:r>
                        <a:rPr lang="en-IN" sz="2400" b="0" i="0" dirty="0" smtClean="0">
                          <a:solidFill>
                            <a:srgbClr val="002060"/>
                          </a:solidFill>
                          <a:latin typeface="Cambria Math" panose="02040503050406030204" pitchFamily="18" charset="0"/>
                        </a:rPr>
                        <m:t>=</m:t>
                      </m:r>
                      <m:rad>
                        <m:radPr>
                          <m:degHide m:val="on"/>
                          <m:ctrlPr>
                            <a:rPr lang="en-IN" sz="2400" b="0" i="1" dirty="0" smtClean="0">
                              <a:solidFill>
                                <a:srgbClr val="002060"/>
                              </a:solidFill>
                              <a:latin typeface="Cambria Math" panose="02040503050406030204" pitchFamily="18" charset="0"/>
                            </a:rPr>
                          </m:ctrlPr>
                        </m:radPr>
                        <m:deg/>
                        <m:e>
                          <m:r>
                            <a:rPr lang="en-IN" sz="2400" b="0" i="1" dirty="0" smtClean="0">
                              <a:solidFill>
                                <a:srgbClr val="002060"/>
                              </a:solidFill>
                              <a:latin typeface="Cambria Math" panose="02040503050406030204" pitchFamily="18" charset="0"/>
                            </a:rPr>
                            <m:t> </m:t>
                          </m:r>
                          <m:r>
                            <m:rPr>
                              <m:sty m:val="p"/>
                            </m:rPr>
                            <a:rPr lang="en-IN" sz="2400" dirty="0">
                              <a:solidFill>
                                <a:srgbClr val="002060"/>
                              </a:solidFill>
                              <a:latin typeface="Cambria Math" panose="02040503050406030204" pitchFamily="18" charset="0"/>
                            </a:rPr>
                            <m:t>V</m:t>
                          </m:r>
                          <m:d>
                            <m:dPr>
                              <m:ctrlPr>
                                <a:rPr lang="en-IN" sz="2400" i="1" dirty="0">
                                  <a:solidFill>
                                    <a:srgbClr val="002060"/>
                                  </a:solidFill>
                                  <a:latin typeface="Cambria Math" panose="02040503050406030204" pitchFamily="18" charset="0"/>
                                </a:rPr>
                              </m:ctrlPr>
                            </m:dPr>
                            <m:e>
                              <m:r>
                                <m:rPr>
                                  <m:sty m:val="p"/>
                                </m:rPr>
                                <a:rPr lang="en-IN" sz="2400" dirty="0">
                                  <a:solidFill>
                                    <a:srgbClr val="002060"/>
                                  </a:solidFill>
                                  <a:latin typeface="Cambria Math" panose="02040503050406030204" pitchFamily="18" charset="0"/>
                                </a:rPr>
                                <m:t>X</m:t>
                              </m:r>
                            </m:e>
                          </m:d>
                          <m:r>
                            <a:rPr lang="en-IN" sz="2400" b="0" i="1" dirty="0" smtClean="0">
                              <a:solidFill>
                                <a:srgbClr val="002060"/>
                              </a:solidFill>
                              <a:latin typeface="Cambria Math" panose="02040503050406030204" pitchFamily="18" charset="0"/>
                            </a:rPr>
                            <m:t> </m:t>
                          </m:r>
                        </m:e>
                      </m:rad>
                    </m:oMath>
                  </m:oMathPara>
                </a14:m>
                <a:endParaRPr lang="en-IN" sz="2400" dirty="0">
                  <a:solidFill>
                    <a:srgbClr val="002060"/>
                  </a:solidFill>
                </a:endParaRPr>
              </a:p>
            </p:txBody>
          </p:sp>
        </mc:Choice>
        <mc:Fallback xmlns="">
          <p:sp>
            <p:nvSpPr>
              <p:cNvPr id="14" name="TextBox 13">
                <a:extLst>
                  <a:ext uri="{FF2B5EF4-FFF2-40B4-BE49-F238E27FC236}">
                    <a16:creationId xmlns:a16="http://schemas.microsoft.com/office/drawing/2014/main" id="{D2F130F6-D3CF-445D-BB85-FFFA6D86FB7D}"/>
                  </a:ext>
                </a:extLst>
              </p:cNvPr>
              <p:cNvSpPr txBox="1">
                <a:spLocks noRot="1" noChangeAspect="1" noMove="1" noResize="1" noEditPoints="1" noAdjustHandles="1" noChangeArrowheads="1" noChangeShapeType="1" noTextEdit="1"/>
              </p:cNvSpPr>
              <p:nvPr/>
            </p:nvSpPr>
            <p:spPr>
              <a:xfrm>
                <a:off x="10015793" y="5549451"/>
                <a:ext cx="2582196" cy="539571"/>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7AB987D-8AD7-485C-95C9-85843AA49CDD}"/>
                  </a:ext>
                </a:extLst>
              </p:cNvPr>
              <p:cNvSpPr txBox="1"/>
              <p:nvPr/>
            </p:nvSpPr>
            <p:spPr>
              <a:xfrm>
                <a:off x="8924471" y="6089022"/>
                <a:ext cx="4003357"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400" b="0" i="0" dirty="0" smtClean="0">
                          <a:solidFill>
                            <a:srgbClr val="002060"/>
                          </a:solidFill>
                          <a:latin typeface="Cambria Math" panose="02040503050406030204" pitchFamily="18" charset="0"/>
                        </a:rPr>
                        <m:t>V</m:t>
                      </m:r>
                      <m:d>
                        <m:dPr>
                          <m:ctrlPr>
                            <a:rPr lang="en-IN" sz="2400" i="1" dirty="0">
                              <a:solidFill>
                                <a:srgbClr val="002060"/>
                              </a:solidFill>
                              <a:latin typeface="Cambria Math" panose="02040503050406030204" pitchFamily="18" charset="0"/>
                            </a:rPr>
                          </m:ctrlPr>
                        </m:dPr>
                        <m:e>
                          <m:r>
                            <m:rPr>
                              <m:sty m:val="p"/>
                            </m:rPr>
                            <a:rPr lang="en-IN" sz="2400" i="0" dirty="0">
                              <a:solidFill>
                                <a:srgbClr val="002060"/>
                              </a:solidFill>
                              <a:latin typeface="Cambria Math" panose="02040503050406030204" pitchFamily="18" charset="0"/>
                            </a:rPr>
                            <m:t>X</m:t>
                          </m:r>
                        </m:e>
                      </m:d>
                      <m:r>
                        <a:rPr lang="en-IN" sz="2400">
                          <a:solidFill>
                            <a:srgbClr val="002060"/>
                          </a:solidFill>
                          <a:latin typeface="Cambria Math" panose="02040503050406030204" pitchFamily="18" charset="0"/>
                        </a:rPr>
                        <m:t>=</m:t>
                      </m:r>
                      <m:r>
                        <m:rPr>
                          <m:sty m:val="p"/>
                        </m:rPr>
                        <a:rPr lang="en-IN" sz="2400">
                          <a:solidFill>
                            <a:srgbClr val="002060"/>
                          </a:solidFill>
                          <a:latin typeface="Cambria Math" panose="02040503050406030204" pitchFamily="18" charset="0"/>
                        </a:rPr>
                        <m:t>E</m:t>
                      </m:r>
                      <m:d>
                        <m:dPr>
                          <m:ctrlPr>
                            <a:rPr lang="en-IN" sz="2400" i="1">
                              <a:solidFill>
                                <a:srgbClr val="002060"/>
                              </a:solidFill>
                              <a:latin typeface="Cambria Math" panose="02040503050406030204" pitchFamily="18" charset="0"/>
                            </a:rPr>
                          </m:ctrlPr>
                        </m:dPr>
                        <m:e>
                          <m:sSup>
                            <m:sSupPr>
                              <m:ctrlPr>
                                <a:rPr lang="en-IN" sz="2400" i="1">
                                  <a:solidFill>
                                    <a:srgbClr val="002060"/>
                                  </a:solidFill>
                                  <a:latin typeface="Cambria Math" panose="02040503050406030204" pitchFamily="18" charset="0"/>
                                </a:rPr>
                              </m:ctrlPr>
                            </m:sSupPr>
                            <m:e>
                              <m:r>
                                <m:rPr>
                                  <m:sty m:val="p"/>
                                </m:rPr>
                                <a:rPr lang="en-IN" sz="2400">
                                  <a:solidFill>
                                    <a:srgbClr val="002060"/>
                                  </a:solidFill>
                                  <a:latin typeface="Cambria Math" panose="02040503050406030204" pitchFamily="18" charset="0"/>
                                </a:rPr>
                                <m:t>X</m:t>
                              </m:r>
                            </m:e>
                            <m:sup>
                              <m:r>
                                <a:rPr lang="en-IN" sz="2400">
                                  <a:solidFill>
                                    <a:srgbClr val="002060"/>
                                  </a:solidFill>
                                  <a:latin typeface="Cambria Math" panose="02040503050406030204" pitchFamily="18" charset="0"/>
                                </a:rPr>
                                <m:t>2</m:t>
                              </m:r>
                            </m:sup>
                          </m:sSup>
                        </m:e>
                      </m:d>
                      <m:r>
                        <a:rPr lang="en-IN" sz="2400">
                          <a:solidFill>
                            <a:srgbClr val="002060"/>
                          </a:solidFill>
                          <a:latin typeface="Cambria Math" panose="02040503050406030204" pitchFamily="18" charset="0"/>
                        </a:rPr>
                        <m:t>−</m:t>
                      </m:r>
                      <m:sSup>
                        <m:sSupPr>
                          <m:ctrlPr>
                            <a:rPr lang="en-IN" sz="2400" i="1">
                              <a:solidFill>
                                <a:srgbClr val="002060"/>
                              </a:solidFill>
                              <a:latin typeface="Cambria Math" panose="02040503050406030204" pitchFamily="18" charset="0"/>
                            </a:rPr>
                          </m:ctrlPr>
                        </m:sSupPr>
                        <m:e>
                          <m:d>
                            <m:dPr>
                              <m:begChr m:val="["/>
                              <m:endChr m:val="]"/>
                              <m:ctrlPr>
                                <a:rPr lang="en-IN" sz="2400" i="1">
                                  <a:solidFill>
                                    <a:srgbClr val="002060"/>
                                  </a:solidFill>
                                  <a:latin typeface="Cambria Math" panose="02040503050406030204" pitchFamily="18" charset="0"/>
                                </a:rPr>
                              </m:ctrlPr>
                            </m:dPr>
                            <m:e>
                              <m:r>
                                <m:rPr>
                                  <m:sty m:val="p"/>
                                </m:rPr>
                                <a:rPr lang="en-IN" sz="2400">
                                  <a:solidFill>
                                    <a:srgbClr val="002060"/>
                                  </a:solidFill>
                                  <a:latin typeface="Cambria Math" panose="02040503050406030204" pitchFamily="18" charset="0"/>
                                </a:rPr>
                                <m:t>E</m:t>
                              </m:r>
                              <m:d>
                                <m:dPr>
                                  <m:ctrlPr>
                                    <a:rPr lang="en-IN" sz="2400" i="1">
                                      <a:solidFill>
                                        <a:srgbClr val="002060"/>
                                      </a:solidFill>
                                      <a:latin typeface="Cambria Math" panose="02040503050406030204" pitchFamily="18" charset="0"/>
                                    </a:rPr>
                                  </m:ctrlPr>
                                </m:dPr>
                                <m:e>
                                  <m:r>
                                    <m:rPr>
                                      <m:sty m:val="p"/>
                                    </m:rPr>
                                    <a:rPr lang="en-IN" sz="2400">
                                      <a:solidFill>
                                        <a:srgbClr val="002060"/>
                                      </a:solidFill>
                                      <a:latin typeface="Cambria Math" panose="02040503050406030204" pitchFamily="18" charset="0"/>
                                    </a:rPr>
                                    <m:t>X</m:t>
                                  </m:r>
                                </m:e>
                              </m:d>
                            </m:e>
                          </m:d>
                        </m:e>
                        <m:sup>
                          <m:r>
                            <a:rPr lang="en-IN" sz="2400">
                              <a:solidFill>
                                <a:srgbClr val="002060"/>
                              </a:solidFill>
                              <a:latin typeface="Cambria Math" panose="02040503050406030204" pitchFamily="18" charset="0"/>
                            </a:rPr>
                            <m:t>2</m:t>
                          </m:r>
                        </m:sup>
                      </m:sSup>
                    </m:oMath>
                  </m:oMathPara>
                </a14:m>
                <a:endParaRPr lang="en-IN" sz="2400" dirty="0">
                  <a:solidFill>
                    <a:srgbClr val="002060"/>
                  </a:solidFill>
                  <a:effectLst/>
                </a:endParaRPr>
              </a:p>
            </p:txBody>
          </p:sp>
        </mc:Choice>
        <mc:Fallback xmlns="">
          <p:sp>
            <p:nvSpPr>
              <p:cNvPr id="18" name="TextBox 17">
                <a:extLst>
                  <a:ext uri="{FF2B5EF4-FFF2-40B4-BE49-F238E27FC236}">
                    <a16:creationId xmlns:a16="http://schemas.microsoft.com/office/drawing/2014/main" id="{B7AB987D-8AD7-485C-95C9-85843AA49CDD}"/>
                  </a:ext>
                </a:extLst>
              </p:cNvPr>
              <p:cNvSpPr txBox="1">
                <a:spLocks noRot="1" noChangeAspect="1" noMove="1" noResize="1" noEditPoints="1" noAdjustHandles="1" noChangeArrowheads="1" noChangeShapeType="1" noTextEdit="1"/>
              </p:cNvSpPr>
              <p:nvPr/>
            </p:nvSpPr>
            <p:spPr>
              <a:xfrm>
                <a:off x="8924471" y="6089022"/>
                <a:ext cx="4003357" cy="461665"/>
              </a:xfrm>
              <a:prstGeom prst="rect">
                <a:avLst/>
              </a:prstGeom>
              <a:blipFill>
                <a:blip r:embed="rId10"/>
                <a:stretch>
                  <a:fillRect l="-457"/>
                </a:stretch>
              </a:blipFill>
            </p:spPr>
            <p:txBody>
              <a:bodyPr/>
              <a:lstStyle/>
              <a:p>
                <a:r>
                  <a:rPr lang="en-IN">
                    <a:noFill/>
                  </a:rPr>
                  <a:t> </a:t>
                </a:r>
              </a:p>
            </p:txBody>
          </p:sp>
        </mc:Fallback>
      </mc:AlternateContent>
    </p:spTree>
    <p:extLst>
      <p:ext uri="{BB962C8B-B14F-4D97-AF65-F5344CB8AC3E}">
        <p14:creationId xmlns:p14="http://schemas.microsoft.com/office/powerpoint/2010/main" val="41557423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1" grpId="0"/>
      <p:bldP spid="12" grpId="0"/>
      <p:bldP spid="15" grpId="0"/>
      <p:bldP spid="16" grpId="0"/>
      <p:bldP spid="17" grpId="0"/>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6 ⇝ Example 6 (Continue)</a:t>
            </a:r>
            <a:endParaRPr lang="en-US"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1165774-7CC6-4FBB-845A-8B8C5E9ECEEB}"/>
                  </a:ext>
                </a:extLst>
              </p:cNvPr>
              <p:cNvSpPr txBox="1"/>
              <p:nvPr/>
            </p:nvSpPr>
            <p:spPr>
              <a:xfrm>
                <a:off x="10515491" y="932036"/>
                <a:ext cx="921846"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400">
                          <a:solidFill>
                            <a:srgbClr val="002060"/>
                          </a:solidFill>
                          <a:latin typeface="Cambria Math" panose="02040503050406030204" pitchFamily="18" charset="0"/>
                        </a:rPr>
                        <m:t>E</m:t>
                      </m:r>
                      <m:d>
                        <m:dPr>
                          <m:ctrlPr>
                            <a:rPr lang="en-IN" sz="2400" i="1">
                              <a:solidFill>
                                <a:srgbClr val="002060"/>
                              </a:solidFill>
                              <a:latin typeface="Cambria Math" panose="02040503050406030204" pitchFamily="18" charset="0"/>
                            </a:rPr>
                          </m:ctrlPr>
                        </m:dPr>
                        <m:e>
                          <m:r>
                            <m:rPr>
                              <m:sty m:val="p"/>
                            </m:rPr>
                            <a:rPr lang="en-IN" sz="2400">
                              <a:solidFill>
                                <a:srgbClr val="002060"/>
                              </a:solidFill>
                              <a:latin typeface="Cambria Math" panose="02040503050406030204" pitchFamily="18" charset="0"/>
                            </a:rPr>
                            <m:t>X</m:t>
                          </m:r>
                        </m:e>
                      </m:d>
                    </m:oMath>
                  </m:oMathPara>
                </a14:m>
                <a:endParaRPr lang="en-IN" sz="2400" dirty="0">
                  <a:solidFill>
                    <a:srgbClr val="002060"/>
                  </a:solidFill>
                  <a:effectLst/>
                </a:endParaRPr>
              </a:p>
            </p:txBody>
          </p:sp>
        </mc:Choice>
        <mc:Fallback xmlns="">
          <p:sp>
            <p:nvSpPr>
              <p:cNvPr id="23" name="TextBox 22">
                <a:extLst>
                  <a:ext uri="{FF2B5EF4-FFF2-40B4-BE49-F238E27FC236}">
                    <a16:creationId xmlns:a16="http://schemas.microsoft.com/office/drawing/2014/main" id="{F1165774-7CC6-4FBB-845A-8B8C5E9ECEEB}"/>
                  </a:ext>
                </a:extLst>
              </p:cNvPr>
              <p:cNvSpPr txBox="1">
                <a:spLocks noRot="1" noChangeAspect="1" noMove="1" noResize="1" noEditPoints="1" noAdjustHandles="1" noChangeArrowheads="1" noChangeShapeType="1" noTextEdit="1"/>
              </p:cNvSpPr>
              <p:nvPr/>
            </p:nvSpPr>
            <p:spPr>
              <a:xfrm>
                <a:off x="10515491" y="932036"/>
                <a:ext cx="921846" cy="461665"/>
              </a:xfrm>
              <a:prstGeom prst="rect">
                <a:avLst/>
              </a:prstGeom>
              <a:blipFill>
                <a:blip r:embed="rId2"/>
                <a:stretch>
                  <a:fillRect l="-198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35AF093-76DE-458E-ADDE-8D2B3EC6EE81}"/>
                  </a:ext>
                </a:extLst>
              </p:cNvPr>
              <p:cNvSpPr txBox="1"/>
              <p:nvPr/>
            </p:nvSpPr>
            <p:spPr>
              <a:xfrm>
                <a:off x="11184472" y="743523"/>
                <a:ext cx="1181100" cy="78489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400" b="0" i="0" dirty="0" smtClean="0">
                          <a:solidFill>
                            <a:srgbClr val="002060"/>
                          </a:solidFill>
                          <a:latin typeface="Cambria Math" panose="02040503050406030204" pitchFamily="18" charset="0"/>
                        </a:rPr>
                        <m:t>=</m:t>
                      </m:r>
                      <m:f>
                        <m:fPr>
                          <m:ctrlPr>
                            <a:rPr lang="en-IN" sz="2400" b="0" i="1" dirty="0" smtClean="0">
                              <a:solidFill>
                                <a:srgbClr val="002060"/>
                              </a:solidFill>
                              <a:latin typeface="Cambria Math" panose="02040503050406030204" pitchFamily="18" charset="0"/>
                            </a:rPr>
                          </m:ctrlPr>
                        </m:fPr>
                        <m:num>
                          <m:r>
                            <a:rPr lang="en-IN" sz="2400" dirty="0">
                              <a:solidFill>
                                <a:srgbClr val="002060"/>
                              </a:solidFill>
                              <a:latin typeface="Cambria Math" panose="02040503050406030204" pitchFamily="18" charset="0"/>
                            </a:rPr>
                            <m:t>83​</m:t>
                          </m:r>
                        </m:num>
                        <m:den>
                          <m:r>
                            <a:rPr lang="en-IN" sz="2400" b="0" i="1" dirty="0" smtClean="0">
                              <a:solidFill>
                                <a:srgbClr val="002060"/>
                              </a:solidFill>
                              <a:latin typeface="Cambria Math" panose="02040503050406030204" pitchFamily="18" charset="0"/>
                            </a:rPr>
                            <m:t> </m:t>
                          </m:r>
                          <m:r>
                            <a:rPr lang="en-IN" sz="2400" dirty="0">
                              <a:solidFill>
                                <a:srgbClr val="002060"/>
                              </a:solidFill>
                              <a:latin typeface="Cambria Math" panose="02040503050406030204" pitchFamily="18" charset="0"/>
                            </a:rPr>
                            <m:t>27</m:t>
                          </m:r>
                          <m:r>
                            <a:rPr lang="en-IN" sz="2400" b="0" i="0" dirty="0" smtClean="0">
                              <a:solidFill>
                                <a:srgbClr val="002060"/>
                              </a:solidFill>
                              <a:latin typeface="Cambria Math" panose="02040503050406030204" pitchFamily="18" charset="0"/>
                            </a:rPr>
                            <m:t> </m:t>
                          </m:r>
                        </m:den>
                      </m:f>
                    </m:oMath>
                  </m:oMathPara>
                </a14:m>
                <a:endParaRPr lang="en-IN" sz="2400" dirty="0">
                  <a:solidFill>
                    <a:srgbClr val="002060"/>
                  </a:solidFill>
                  <a:latin typeface="+mj-lt"/>
                </a:endParaRPr>
              </a:p>
            </p:txBody>
          </p:sp>
        </mc:Choice>
        <mc:Fallback xmlns="">
          <p:sp>
            <p:nvSpPr>
              <p:cNvPr id="25" name="TextBox 24">
                <a:extLst>
                  <a:ext uri="{FF2B5EF4-FFF2-40B4-BE49-F238E27FC236}">
                    <a16:creationId xmlns:a16="http://schemas.microsoft.com/office/drawing/2014/main" id="{B35AF093-76DE-458E-ADDE-8D2B3EC6EE81}"/>
                  </a:ext>
                </a:extLst>
              </p:cNvPr>
              <p:cNvSpPr txBox="1">
                <a:spLocks noRot="1" noChangeAspect="1" noMove="1" noResize="1" noEditPoints="1" noAdjustHandles="1" noChangeArrowheads="1" noChangeShapeType="1" noTextEdit="1"/>
              </p:cNvSpPr>
              <p:nvPr/>
            </p:nvSpPr>
            <p:spPr>
              <a:xfrm>
                <a:off x="11184472" y="743523"/>
                <a:ext cx="1181100" cy="784895"/>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35B6FC6-FE02-49D9-88E4-4FE3F8C3A93E}"/>
                  </a:ext>
                </a:extLst>
              </p:cNvPr>
              <p:cNvSpPr txBox="1"/>
              <p:nvPr/>
            </p:nvSpPr>
            <p:spPr>
              <a:xfrm>
                <a:off x="1184800" y="1135971"/>
                <a:ext cx="105548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E</m:t>
                      </m:r>
                      <m:d>
                        <m:dPr>
                          <m:ctrlPr>
                            <a:rPr lang="en-IN" sz="2800" i="1">
                              <a:solidFill>
                                <a:srgbClr val="002060"/>
                              </a:solidFill>
                              <a:latin typeface="Cambria Math" panose="02040503050406030204" pitchFamily="18" charset="0"/>
                            </a:rPr>
                          </m:ctrlPr>
                        </m:dPr>
                        <m:e>
                          <m:sSup>
                            <m:sSupPr>
                              <m:ctrlPr>
                                <a:rPr lang="en-IN" sz="2800" b="0" i="1" smtClean="0">
                                  <a:solidFill>
                                    <a:srgbClr val="002060"/>
                                  </a:solidFill>
                                  <a:latin typeface="Cambria Math" panose="02040503050406030204" pitchFamily="18" charset="0"/>
                                </a:rPr>
                              </m:ctrlPr>
                            </m:sSupPr>
                            <m:e>
                              <m:r>
                                <m:rPr>
                                  <m:sty m:val="p"/>
                                </m:rPr>
                                <a:rPr lang="en-IN" sz="2800">
                                  <a:solidFill>
                                    <a:srgbClr val="002060"/>
                                  </a:solidFill>
                                  <a:latin typeface="Cambria Math" panose="02040503050406030204" pitchFamily="18" charset="0"/>
                                </a:rPr>
                                <m:t>X</m:t>
                              </m:r>
                            </m:e>
                            <m:sup>
                              <m:r>
                                <a:rPr lang="en-IN" sz="2800" b="0" i="0" smtClean="0">
                                  <a:solidFill>
                                    <a:srgbClr val="002060"/>
                                  </a:solidFill>
                                  <a:latin typeface="Cambria Math" panose="02040503050406030204" pitchFamily="18" charset="0"/>
                                </a:rPr>
                                <m:t>2</m:t>
                              </m:r>
                            </m:sup>
                          </m:sSup>
                        </m:e>
                      </m:d>
                    </m:oMath>
                  </m:oMathPara>
                </a14:m>
                <a:endParaRPr lang="en-IN" sz="2800" dirty="0">
                  <a:solidFill>
                    <a:srgbClr val="002060"/>
                  </a:solidFill>
                  <a:effectLst/>
                </a:endParaRPr>
              </a:p>
            </p:txBody>
          </p:sp>
        </mc:Choice>
        <mc:Fallback xmlns="">
          <p:sp>
            <p:nvSpPr>
              <p:cNvPr id="12" name="TextBox 11">
                <a:extLst>
                  <a:ext uri="{FF2B5EF4-FFF2-40B4-BE49-F238E27FC236}">
                    <a16:creationId xmlns:a16="http://schemas.microsoft.com/office/drawing/2014/main" id="{B35B6FC6-FE02-49D9-88E4-4FE3F8C3A93E}"/>
                  </a:ext>
                </a:extLst>
              </p:cNvPr>
              <p:cNvSpPr txBox="1">
                <a:spLocks noRot="1" noChangeAspect="1" noMove="1" noResize="1" noEditPoints="1" noAdjustHandles="1" noChangeArrowheads="1" noChangeShapeType="1" noTextEdit="1"/>
              </p:cNvSpPr>
              <p:nvPr/>
            </p:nvSpPr>
            <p:spPr>
              <a:xfrm>
                <a:off x="1184800" y="1135971"/>
                <a:ext cx="1055480"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13B327F-A5AB-4ECB-B8D2-1BDF9661FC2E}"/>
                  </a:ext>
                </a:extLst>
              </p:cNvPr>
              <p:cNvSpPr txBox="1"/>
              <p:nvPr/>
            </p:nvSpPr>
            <p:spPr>
              <a:xfrm>
                <a:off x="2193195" y="752750"/>
                <a:ext cx="3274155" cy="124380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18 </m:t>
                          </m:r>
                        </m:den>
                      </m:f>
                      <m:sSubSup>
                        <m:sSubSupPr>
                          <m:ctrlPr>
                            <a:rPr lang="en-IN" sz="2800" b="0" i="1" dirty="0" smtClean="0">
                              <a:solidFill>
                                <a:srgbClr val="002060"/>
                              </a:solidFill>
                              <a:latin typeface="Cambria Math" panose="02040503050406030204" pitchFamily="18" charset="0"/>
                            </a:rPr>
                          </m:ctrlPr>
                        </m:sSubSupPr>
                        <m:e>
                          <m:d>
                            <m:dPr>
                              <m:begChr m:val="["/>
                              <m:endChr m:val="]"/>
                              <m:ctrlPr>
                                <a:rPr lang="en-IN" sz="2800" b="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 </m:t>
                              </m:r>
                              <m:sSup>
                                <m:sSupPr>
                                  <m:ctrlPr>
                                    <a:rPr lang="en-IN" sz="2800" i="1" dirty="0">
                                      <a:solidFill>
                                        <a:srgbClr val="002060"/>
                                      </a:solidFill>
                                      <a:latin typeface="Cambria Math" panose="02040503050406030204" pitchFamily="18" charset="0"/>
                                    </a:rPr>
                                  </m:ctrlPr>
                                </m:sSupPr>
                                <m:e>
                                  <m:r>
                                    <m:rPr>
                                      <m:sty m:val="p"/>
                                    </m:rPr>
                                    <a:rPr lang="en-IN" sz="2800" dirty="0">
                                      <a:solidFill>
                                        <a:srgbClr val="002060"/>
                                      </a:solidFill>
                                      <a:latin typeface="Cambria Math" panose="02040503050406030204" pitchFamily="18" charset="0"/>
                                    </a:rPr>
                                    <m:t>x</m:t>
                                  </m:r>
                                </m:e>
                                <m:sup>
                                  <m:r>
                                    <a:rPr lang="en-IN" sz="2800" dirty="0">
                                      <a:solidFill>
                                        <a:srgbClr val="002060"/>
                                      </a:solidFill>
                                      <a:latin typeface="Cambria Math" panose="02040503050406030204" pitchFamily="18" charset="0"/>
                                    </a:rPr>
                                    <m:t>3</m:t>
                                  </m:r>
                                </m:sup>
                              </m:sSup>
                              <m:r>
                                <a:rPr lang="en-IN" sz="2800" dirty="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  </m:t>
                                  </m:r>
                                  <m:sSup>
                                    <m:sSupPr>
                                      <m:ctrlPr>
                                        <a:rPr lang="en-IN" sz="2800" i="1" dirty="0">
                                          <a:solidFill>
                                            <a:srgbClr val="002060"/>
                                          </a:solidFill>
                                          <a:latin typeface="Cambria Math" panose="02040503050406030204" pitchFamily="18" charset="0"/>
                                        </a:rPr>
                                      </m:ctrlPr>
                                    </m:sSupPr>
                                    <m:e>
                                      <m:r>
                                        <m:rPr>
                                          <m:sty m:val="p"/>
                                        </m:rPr>
                                        <a:rPr lang="en-IN" sz="2800" dirty="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4</m:t>
                                      </m:r>
                                    </m:sup>
                                  </m:sSup>
                                </m:num>
                                <m:den>
                                  <m:r>
                                    <a:rPr lang="en-IN" sz="2800" b="0" i="1" dirty="0" smtClean="0">
                                      <a:solidFill>
                                        <a:srgbClr val="002060"/>
                                      </a:solidFill>
                                      <a:latin typeface="Cambria Math" panose="02040503050406030204" pitchFamily="18" charset="0"/>
                                    </a:rPr>
                                    <m:t>2</m:t>
                                  </m:r>
                                </m:den>
                              </m:f>
                              <m:r>
                                <a:rPr lang="en-IN" sz="2800" b="0" i="1" dirty="0" smtClean="0">
                                  <a:solidFill>
                                    <a:srgbClr val="002060"/>
                                  </a:solidFill>
                                  <a:latin typeface="Cambria Math" panose="02040503050406030204" pitchFamily="18" charset="0"/>
                                </a:rPr>
                                <m:t> </m:t>
                              </m:r>
                            </m:e>
                          </m:d>
                        </m:e>
                        <m:sub>
                          <m:r>
                            <a:rPr lang="en-IN" sz="2800" b="0" i="1" dirty="0" smtClean="0">
                              <a:solidFill>
                                <a:srgbClr val="002060"/>
                              </a:solidFill>
                              <a:latin typeface="Cambria Math" panose="02040503050406030204" pitchFamily="18" charset="0"/>
                            </a:rPr>
                            <m:t>2</m:t>
                          </m:r>
                        </m:sub>
                        <m:sup>
                          <m:r>
                            <a:rPr lang="en-IN" sz="2800" b="0" i="1" dirty="0" smtClean="0">
                              <a:solidFill>
                                <a:srgbClr val="002060"/>
                              </a:solidFill>
                              <a:latin typeface="Cambria Math" panose="02040503050406030204" pitchFamily="18" charset="0"/>
                            </a:rPr>
                            <m:t>4</m:t>
                          </m:r>
                        </m:sup>
                      </m:sSubSup>
                    </m:oMath>
                  </m:oMathPara>
                </a14:m>
                <a:endParaRPr lang="en-IN" sz="2800" dirty="0">
                  <a:solidFill>
                    <a:srgbClr val="002060"/>
                  </a:solidFill>
                  <a:latin typeface="+mj-lt"/>
                </a:endParaRPr>
              </a:p>
            </p:txBody>
          </p:sp>
        </mc:Choice>
        <mc:Fallback xmlns="">
          <p:sp>
            <p:nvSpPr>
              <p:cNvPr id="17" name="TextBox 16">
                <a:extLst>
                  <a:ext uri="{FF2B5EF4-FFF2-40B4-BE49-F238E27FC236}">
                    <a16:creationId xmlns:a16="http://schemas.microsoft.com/office/drawing/2014/main" id="{513B327F-A5AB-4ECB-B8D2-1BDF9661FC2E}"/>
                  </a:ext>
                </a:extLst>
              </p:cNvPr>
              <p:cNvSpPr txBox="1">
                <a:spLocks noRot="1" noChangeAspect="1" noMove="1" noResize="1" noEditPoints="1" noAdjustHandles="1" noChangeArrowheads="1" noChangeShapeType="1" noTextEdit="1"/>
              </p:cNvSpPr>
              <p:nvPr/>
            </p:nvSpPr>
            <p:spPr>
              <a:xfrm>
                <a:off x="2193195" y="752750"/>
                <a:ext cx="3274155" cy="124380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0EA61A2-0C72-4FD8-9CF1-B904669FE9D1}"/>
                  </a:ext>
                </a:extLst>
              </p:cNvPr>
              <p:cNvSpPr txBox="1"/>
              <p:nvPr/>
            </p:nvSpPr>
            <p:spPr>
              <a:xfrm>
                <a:off x="2240280" y="2154837"/>
                <a:ext cx="5608320" cy="120988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18 </m:t>
                          </m:r>
                        </m:den>
                      </m:f>
                      <m:d>
                        <m:dPr>
                          <m:begChr m:val="["/>
                          <m:endChr m:val="]"/>
                          <m:ctrlPr>
                            <a:rPr lang="en-IN" sz="2800" b="0" i="1" dirty="0" smtClean="0">
                              <a:solidFill>
                                <a:srgbClr val="002060"/>
                              </a:solidFill>
                              <a:latin typeface="Cambria Math" panose="02040503050406030204" pitchFamily="18" charset="0"/>
                            </a:rPr>
                          </m:ctrlPr>
                        </m:dPr>
                        <m:e>
                          <m:r>
                            <a:rPr lang="en-IN" sz="2800" b="0" i="0" dirty="0" smtClean="0">
                              <a:solidFill>
                                <a:schemeClr val="bg1"/>
                              </a:solidFill>
                              <a:latin typeface="Cambria Math" panose="02040503050406030204" pitchFamily="18" charset="0"/>
                            </a:rPr>
                            <m:t> </m:t>
                          </m:r>
                          <m:d>
                            <m:dPr>
                              <m:ctrlPr>
                                <a:rPr lang="en-IN" sz="2800" i="1" dirty="0">
                                  <a:solidFill>
                                    <a:schemeClr val="bg1"/>
                                  </a:solidFill>
                                  <a:latin typeface="Cambria Math" panose="02040503050406030204" pitchFamily="18" charset="0"/>
                                </a:rPr>
                              </m:ctrlPr>
                            </m:dPr>
                            <m:e>
                              <m:d>
                                <m:dPr>
                                  <m:ctrlPr>
                                    <a:rPr lang="en-IN" sz="2800" i="1" dirty="0">
                                      <a:solidFill>
                                        <a:schemeClr val="bg1"/>
                                      </a:solidFill>
                                      <a:latin typeface="Cambria Math" panose="02040503050406030204" pitchFamily="18" charset="0"/>
                                    </a:rPr>
                                  </m:ctrlPr>
                                </m:dPr>
                                <m:e>
                                  <m:sSup>
                                    <m:sSupPr>
                                      <m:ctrlPr>
                                        <a:rPr lang="en-IN" sz="2800" i="1" dirty="0">
                                          <a:solidFill>
                                            <a:schemeClr val="bg1"/>
                                          </a:solidFill>
                                          <a:latin typeface="Cambria Math" panose="02040503050406030204" pitchFamily="18" charset="0"/>
                                        </a:rPr>
                                      </m:ctrlPr>
                                    </m:sSupPr>
                                    <m:e>
                                      <m:r>
                                        <a:rPr lang="en-IN" sz="2800" dirty="0">
                                          <a:solidFill>
                                            <a:schemeClr val="bg1"/>
                                          </a:solidFill>
                                          <a:latin typeface="Cambria Math" panose="02040503050406030204" pitchFamily="18" charset="0"/>
                                        </a:rPr>
                                        <m:t>4</m:t>
                                      </m:r>
                                    </m:e>
                                    <m:sup>
                                      <m:r>
                                        <a:rPr lang="en-IN" sz="2800" dirty="0">
                                          <a:solidFill>
                                            <a:schemeClr val="bg1"/>
                                          </a:solidFill>
                                          <a:latin typeface="Cambria Math" panose="02040503050406030204" pitchFamily="18" charset="0"/>
                                        </a:rPr>
                                        <m:t>3</m:t>
                                      </m:r>
                                    </m:sup>
                                  </m:sSup>
                                  <m:r>
                                    <a:rPr lang="en-IN" sz="2800" dirty="0">
                                      <a:solidFill>
                                        <a:schemeClr val="bg1"/>
                                      </a:solidFill>
                                      <a:latin typeface="Cambria Math" panose="02040503050406030204" pitchFamily="18" charset="0"/>
                                    </a:rPr>
                                    <m:t>−</m:t>
                                  </m:r>
                                  <m:sSup>
                                    <m:sSupPr>
                                      <m:ctrlPr>
                                        <a:rPr lang="en-IN" sz="2800" i="1" dirty="0">
                                          <a:solidFill>
                                            <a:schemeClr val="bg1"/>
                                          </a:solidFill>
                                          <a:latin typeface="Cambria Math" panose="02040503050406030204" pitchFamily="18" charset="0"/>
                                        </a:rPr>
                                      </m:ctrlPr>
                                    </m:sSupPr>
                                    <m:e>
                                      <m:r>
                                        <a:rPr lang="en-IN" sz="2800" i="1" dirty="0">
                                          <a:solidFill>
                                            <a:schemeClr val="bg1"/>
                                          </a:solidFill>
                                          <a:latin typeface="Cambria Math" panose="02040503050406030204" pitchFamily="18" charset="0"/>
                                        </a:rPr>
                                        <m:t>2</m:t>
                                      </m:r>
                                    </m:e>
                                    <m:sup>
                                      <m:r>
                                        <a:rPr lang="en-IN" sz="2800" i="1" dirty="0">
                                          <a:solidFill>
                                            <a:schemeClr val="bg1"/>
                                          </a:solidFill>
                                          <a:latin typeface="Cambria Math" panose="02040503050406030204" pitchFamily="18" charset="0"/>
                                        </a:rPr>
                                        <m:t>3</m:t>
                                      </m:r>
                                    </m:sup>
                                  </m:sSup>
                                </m:e>
                              </m:d>
                              <m:r>
                                <a:rPr lang="en-IN" sz="2800" dirty="0">
                                  <a:solidFill>
                                    <a:schemeClr val="bg1"/>
                                  </a:solidFill>
                                  <a:latin typeface="Cambria Math" panose="02040503050406030204" pitchFamily="18" charset="0"/>
                                </a:rPr>
                                <m:t>+</m:t>
                              </m:r>
                              <m:f>
                                <m:fPr>
                                  <m:ctrlPr>
                                    <a:rPr lang="en-IN" sz="2800" i="1" dirty="0">
                                      <a:solidFill>
                                        <a:schemeClr val="bg1"/>
                                      </a:solidFill>
                                      <a:latin typeface="Cambria Math" panose="02040503050406030204" pitchFamily="18" charset="0"/>
                                    </a:rPr>
                                  </m:ctrlPr>
                                </m:fPr>
                                <m:num>
                                  <m:r>
                                    <a:rPr lang="en-IN" sz="2800" dirty="0">
                                      <a:solidFill>
                                        <a:schemeClr val="bg1"/>
                                      </a:solidFill>
                                      <a:latin typeface="Cambria Math" panose="02040503050406030204" pitchFamily="18" charset="0"/>
                                    </a:rPr>
                                    <m:t> </m:t>
                                  </m:r>
                                  <m:d>
                                    <m:dPr>
                                      <m:ctrlPr>
                                        <a:rPr lang="en-IN" sz="2800" i="1" dirty="0">
                                          <a:solidFill>
                                            <a:schemeClr val="bg1"/>
                                          </a:solidFill>
                                          <a:latin typeface="Cambria Math" panose="02040503050406030204" pitchFamily="18" charset="0"/>
                                        </a:rPr>
                                      </m:ctrlPr>
                                    </m:dPr>
                                    <m:e>
                                      <m:sSup>
                                        <m:sSupPr>
                                          <m:ctrlPr>
                                            <a:rPr lang="en-IN" sz="2800" i="1" dirty="0">
                                              <a:solidFill>
                                                <a:schemeClr val="bg1"/>
                                              </a:solidFill>
                                              <a:latin typeface="Cambria Math" panose="02040503050406030204" pitchFamily="18" charset="0"/>
                                            </a:rPr>
                                          </m:ctrlPr>
                                        </m:sSupPr>
                                        <m:e>
                                          <m:r>
                                            <a:rPr lang="en-IN" sz="2800" dirty="0">
                                              <a:solidFill>
                                                <a:schemeClr val="bg1"/>
                                              </a:solidFill>
                                              <a:latin typeface="Cambria Math" panose="02040503050406030204" pitchFamily="18" charset="0"/>
                                            </a:rPr>
                                            <m:t>4</m:t>
                                          </m:r>
                                        </m:e>
                                        <m:sup>
                                          <m:r>
                                            <a:rPr lang="en-IN" sz="2800" dirty="0">
                                              <a:solidFill>
                                                <a:schemeClr val="bg1"/>
                                              </a:solidFill>
                                              <a:latin typeface="Cambria Math" panose="02040503050406030204" pitchFamily="18" charset="0"/>
                                            </a:rPr>
                                            <m:t>4</m:t>
                                          </m:r>
                                        </m:sup>
                                      </m:sSup>
                                      <m:r>
                                        <a:rPr lang="en-IN" sz="2800" dirty="0">
                                          <a:solidFill>
                                            <a:schemeClr val="bg1"/>
                                          </a:solidFill>
                                          <a:latin typeface="Cambria Math" panose="02040503050406030204" pitchFamily="18" charset="0"/>
                                        </a:rPr>
                                        <m:t>−</m:t>
                                      </m:r>
                                      <m:sSup>
                                        <m:sSupPr>
                                          <m:ctrlPr>
                                            <a:rPr lang="en-IN" sz="2800" i="1" dirty="0">
                                              <a:solidFill>
                                                <a:schemeClr val="bg1"/>
                                              </a:solidFill>
                                              <a:latin typeface="Cambria Math" panose="02040503050406030204" pitchFamily="18" charset="0"/>
                                            </a:rPr>
                                          </m:ctrlPr>
                                        </m:sSupPr>
                                        <m:e>
                                          <m:r>
                                            <a:rPr lang="en-IN" sz="2800" i="1" dirty="0">
                                              <a:solidFill>
                                                <a:schemeClr val="bg1"/>
                                              </a:solidFill>
                                              <a:latin typeface="Cambria Math" panose="02040503050406030204" pitchFamily="18" charset="0"/>
                                            </a:rPr>
                                            <m:t>2</m:t>
                                          </m:r>
                                        </m:e>
                                        <m:sup>
                                          <m:r>
                                            <a:rPr lang="en-IN" sz="2800" i="1" dirty="0">
                                              <a:solidFill>
                                                <a:schemeClr val="bg1"/>
                                              </a:solidFill>
                                              <a:latin typeface="Cambria Math" panose="02040503050406030204" pitchFamily="18" charset="0"/>
                                            </a:rPr>
                                            <m:t>4</m:t>
                                          </m:r>
                                        </m:sup>
                                      </m:sSup>
                                    </m:e>
                                  </m:d>
                                </m:num>
                                <m:den>
                                  <m:r>
                                    <a:rPr lang="en-IN" sz="2800" i="1" dirty="0">
                                      <a:solidFill>
                                        <a:schemeClr val="bg1"/>
                                      </a:solidFill>
                                      <a:latin typeface="Cambria Math" panose="02040503050406030204" pitchFamily="18" charset="0"/>
                                    </a:rPr>
                                    <m:t>1</m:t>
                                  </m:r>
                                </m:den>
                              </m:f>
                            </m:e>
                          </m:d>
                        </m:e>
                      </m:d>
                    </m:oMath>
                  </m:oMathPara>
                </a14:m>
                <a:endParaRPr lang="en-IN" sz="2800" dirty="0">
                  <a:solidFill>
                    <a:srgbClr val="002060"/>
                  </a:solidFill>
                  <a:latin typeface="+mj-lt"/>
                </a:endParaRPr>
              </a:p>
            </p:txBody>
          </p:sp>
        </mc:Choice>
        <mc:Fallback xmlns="">
          <p:sp>
            <p:nvSpPr>
              <p:cNvPr id="14" name="TextBox 13">
                <a:extLst>
                  <a:ext uri="{FF2B5EF4-FFF2-40B4-BE49-F238E27FC236}">
                    <a16:creationId xmlns:a16="http://schemas.microsoft.com/office/drawing/2014/main" id="{10EA61A2-0C72-4FD8-9CF1-B904669FE9D1}"/>
                  </a:ext>
                </a:extLst>
              </p:cNvPr>
              <p:cNvSpPr txBox="1">
                <a:spLocks noRot="1" noChangeAspect="1" noMove="1" noResize="1" noEditPoints="1" noAdjustHandles="1" noChangeArrowheads="1" noChangeShapeType="1" noTextEdit="1"/>
              </p:cNvSpPr>
              <p:nvPr/>
            </p:nvSpPr>
            <p:spPr>
              <a:xfrm>
                <a:off x="2240280" y="2154837"/>
                <a:ext cx="5608320" cy="1209883"/>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6B49832-E226-4D38-9AF2-4899CD3A18C0}"/>
                  </a:ext>
                </a:extLst>
              </p:cNvPr>
              <p:cNvSpPr txBox="1"/>
              <p:nvPr/>
            </p:nvSpPr>
            <p:spPr>
              <a:xfrm>
                <a:off x="3511037" y="2530795"/>
                <a:ext cx="167056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ctrlPr>
                            <a:rPr lang="en-IN" sz="2800" i="1" dirty="0">
                              <a:solidFill>
                                <a:srgbClr val="002060"/>
                              </a:solidFill>
                              <a:latin typeface="Cambria Math" panose="02040503050406030204" pitchFamily="18" charset="0"/>
                            </a:rPr>
                          </m:ctrlPr>
                        </m:dPr>
                        <m:e>
                          <m:sSup>
                            <m:sSupPr>
                              <m:ctrlPr>
                                <a:rPr lang="en-IN" sz="2800" i="1" dirty="0">
                                  <a:solidFill>
                                    <a:srgbClr val="002060"/>
                                  </a:solidFill>
                                  <a:latin typeface="Cambria Math" panose="02040503050406030204" pitchFamily="18" charset="0"/>
                                </a:rPr>
                              </m:ctrlPr>
                            </m:sSupPr>
                            <m:e>
                              <m:r>
                                <a:rPr lang="en-IN" sz="2800" dirty="0">
                                  <a:solidFill>
                                    <a:srgbClr val="002060"/>
                                  </a:solidFill>
                                  <a:latin typeface="Cambria Math" panose="02040503050406030204" pitchFamily="18" charset="0"/>
                                </a:rPr>
                                <m:t>4</m:t>
                              </m:r>
                            </m:e>
                            <m:sup>
                              <m:r>
                                <a:rPr lang="en-IN" sz="2800" dirty="0">
                                  <a:solidFill>
                                    <a:srgbClr val="002060"/>
                                  </a:solidFill>
                                  <a:latin typeface="Cambria Math" panose="02040503050406030204" pitchFamily="18" charset="0"/>
                                </a:rPr>
                                <m:t>3</m:t>
                              </m:r>
                            </m:sup>
                          </m:sSup>
                          <m:r>
                            <a:rPr lang="en-IN" sz="2800" dirty="0">
                              <a:solidFill>
                                <a:srgbClr val="002060"/>
                              </a:solidFill>
                              <a:latin typeface="Cambria Math" panose="02040503050406030204" pitchFamily="18" charset="0"/>
                            </a:rPr>
                            <m:t>−</m:t>
                          </m:r>
                          <m:sSup>
                            <m:sSupPr>
                              <m:ctrlPr>
                                <a:rPr lang="en-IN" sz="2800" i="1" dirty="0">
                                  <a:solidFill>
                                    <a:srgbClr val="002060"/>
                                  </a:solidFill>
                                  <a:latin typeface="Cambria Math" panose="02040503050406030204" pitchFamily="18" charset="0"/>
                                </a:rPr>
                              </m:ctrlPr>
                            </m:sSupPr>
                            <m:e>
                              <m:r>
                                <a:rPr lang="en-IN" sz="2800" i="1" dirty="0">
                                  <a:solidFill>
                                    <a:srgbClr val="002060"/>
                                  </a:solidFill>
                                  <a:latin typeface="Cambria Math" panose="02040503050406030204" pitchFamily="18" charset="0"/>
                                </a:rPr>
                                <m:t>2</m:t>
                              </m:r>
                            </m:e>
                            <m:sup>
                              <m:r>
                                <a:rPr lang="en-IN" sz="2800" i="1" dirty="0">
                                  <a:solidFill>
                                    <a:srgbClr val="002060"/>
                                  </a:solidFill>
                                  <a:latin typeface="Cambria Math" panose="02040503050406030204" pitchFamily="18" charset="0"/>
                                </a:rPr>
                                <m:t>3</m:t>
                              </m:r>
                            </m:sup>
                          </m:sSup>
                        </m:e>
                      </m:d>
                    </m:oMath>
                  </m:oMathPara>
                </a14:m>
                <a:endParaRPr lang="en-IN" sz="2800" dirty="0">
                  <a:solidFill>
                    <a:srgbClr val="002060"/>
                  </a:solidFill>
                  <a:latin typeface="+mj-lt"/>
                </a:endParaRPr>
              </a:p>
            </p:txBody>
          </p:sp>
        </mc:Choice>
        <mc:Fallback xmlns="">
          <p:sp>
            <p:nvSpPr>
              <p:cNvPr id="18" name="TextBox 17">
                <a:extLst>
                  <a:ext uri="{FF2B5EF4-FFF2-40B4-BE49-F238E27FC236}">
                    <a16:creationId xmlns:a16="http://schemas.microsoft.com/office/drawing/2014/main" id="{46B49832-E226-4D38-9AF2-4899CD3A18C0}"/>
                  </a:ext>
                </a:extLst>
              </p:cNvPr>
              <p:cNvSpPr txBox="1">
                <a:spLocks noRot="1" noChangeAspect="1" noMove="1" noResize="1" noEditPoints="1" noAdjustHandles="1" noChangeArrowheads="1" noChangeShapeType="1" noTextEdit="1"/>
              </p:cNvSpPr>
              <p:nvPr/>
            </p:nvSpPr>
            <p:spPr>
              <a:xfrm>
                <a:off x="3511037" y="2530795"/>
                <a:ext cx="1670563"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DD3A571-E5EF-47EB-8900-2AD3A8D975B0}"/>
                  </a:ext>
                </a:extLst>
              </p:cNvPr>
              <p:cNvSpPr txBox="1"/>
              <p:nvPr/>
            </p:nvSpPr>
            <p:spPr>
              <a:xfrm>
                <a:off x="2240280" y="3523005"/>
                <a:ext cx="3703320" cy="91332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18 </m:t>
                          </m:r>
                        </m:den>
                      </m:f>
                      <m:d>
                        <m:dPr>
                          <m:begChr m:val="["/>
                          <m:endChr m:val="]"/>
                          <m:ctrlPr>
                            <a:rPr lang="en-IN" sz="2800" b="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 </m:t>
                          </m:r>
                          <m:r>
                            <a:rPr lang="en-IN" sz="2800" b="0" i="1" dirty="0" smtClean="0">
                              <a:solidFill>
                                <a:srgbClr val="002060"/>
                              </a:solidFill>
                              <a:latin typeface="Cambria Math" panose="02040503050406030204" pitchFamily="18" charset="0"/>
                            </a:rPr>
                            <m:t>56</m:t>
                          </m:r>
                          <m:r>
                            <a:rPr lang="en-IN" sz="2800"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 </m:t>
                              </m:r>
                              <m:r>
                                <a:rPr lang="en-IN" sz="2800" b="0" i="1" dirty="0" smtClean="0">
                                  <a:solidFill>
                                    <a:srgbClr val="002060"/>
                                  </a:solidFill>
                                  <a:latin typeface="Cambria Math" panose="02040503050406030204" pitchFamily="18" charset="0"/>
                                </a:rPr>
                                <m:t>240 </m:t>
                              </m:r>
                            </m:num>
                            <m:den>
                              <m:r>
                                <a:rPr lang="en-IN" sz="2800" b="0" i="1" dirty="0" smtClean="0">
                                  <a:solidFill>
                                    <a:srgbClr val="002060"/>
                                  </a:solidFill>
                                  <a:latin typeface="Cambria Math" panose="02040503050406030204" pitchFamily="18" charset="0"/>
                                </a:rPr>
                                <m:t>2</m:t>
                              </m:r>
                            </m:den>
                          </m:f>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latin typeface="+mj-lt"/>
                </a:endParaRPr>
              </a:p>
            </p:txBody>
          </p:sp>
        </mc:Choice>
        <mc:Fallback xmlns="">
          <p:sp>
            <p:nvSpPr>
              <p:cNvPr id="9" name="TextBox 8">
                <a:extLst>
                  <a:ext uri="{FF2B5EF4-FFF2-40B4-BE49-F238E27FC236}">
                    <a16:creationId xmlns:a16="http://schemas.microsoft.com/office/drawing/2014/main" id="{0DD3A571-E5EF-47EB-8900-2AD3A8D975B0}"/>
                  </a:ext>
                </a:extLst>
              </p:cNvPr>
              <p:cNvSpPr txBox="1">
                <a:spLocks noRot="1" noChangeAspect="1" noMove="1" noResize="1" noEditPoints="1" noAdjustHandles="1" noChangeArrowheads="1" noChangeShapeType="1" noTextEdit="1"/>
              </p:cNvSpPr>
              <p:nvPr/>
            </p:nvSpPr>
            <p:spPr>
              <a:xfrm>
                <a:off x="2240280" y="3523005"/>
                <a:ext cx="3703320" cy="913327"/>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523586F-FFBC-4811-AC67-AEB3EA1597BD}"/>
                  </a:ext>
                </a:extLst>
              </p:cNvPr>
              <p:cNvSpPr txBox="1"/>
              <p:nvPr/>
            </p:nvSpPr>
            <p:spPr>
              <a:xfrm>
                <a:off x="2240280" y="4748634"/>
                <a:ext cx="1192775"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 88 </m:t>
                          </m:r>
                        </m:num>
                        <m:den>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9 </m:t>
                          </m:r>
                        </m:den>
                      </m:f>
                    </m:oMath>
                  </m:oMathPara>
                </a14:m>
                <a:endParaRPr lang="en-IN" sz="2800" dirty="0">
                  <a:solidFill>
                    <a:srgbClr val="002060"/>
                  </a:solidFill>
                  <a:latin typeface="+mj-lt"/>
                </a:endParaRPr>
              </a:p>
            </p:txBody>
          </p:sp>
        </mc:Choice>
        <mc:Fallback xmlns="">
          <p:sp>
            <p:nvSpPr>
              <p:cNvPr id="10" name="TextBox 9">
                <a:extLst>
                  <a:ext uri="{FF2B5EF4-FFF2-40B4-BE49-F238E27FC236}">
                    <a16:creationId xmlns:a16="http://schemas.microsoft.com/office/drawing/2014/main" id="{7523586F-FFBC-4811-AC67-AEB3EA1597BD}"/>
                  </a:ext>
                </a:extLst>
              </p:cNvPr>
              <p:cNvSpPr txBox="1">
                <a:spLocks noRot="1" noChangeAspect="1" noMove="1" noResize="1" noEditPoints="1" noAdjustHandles="1" noChangeArrowheads="1" noChangeShapeType="1" noTextEdit="1"/>
              </p:cNvSpPr>
              <p:nvPr/>
            </p:nvSpPr>
            <p:spPr>
              <a:xfrm>
                <a:off x="2240280" y="4748634"/>
                <a:ext cx="1192775" cy="901785"/>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08BA55F-DE9B-4EFA-AD1F-44E6A4C86B0E}"/>
                  </a:ext>
                </a:extLst>
              </p:cNvPr>
              <p:cNvSpPr txBox="1"/>
              <p:nvPr/>
            </p:nvSpPr>
            <p:spPr>
              <a:xfrm>
                <a:off x="10015793" y="5549451"/>
                <a:ext cx="2582196" cy="53957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l-GR" sz="2400" i="0" dirty="0" smtClean="0">
                          <a:solidFill>
                            <a:srgbClr val="002060"/>
                          </a:solidFill>
                          <a:latin typeface="Cambria Math" panose="02040503050406030204" pitchFamily="18" charset="0"/>
                        </a:rPr>
                        <m:t>σ</m:t>
                      </m:r>
                      <m:d>
                        <m:dPr>
                          <m:ctrlPr>
                            <a:rPr lang="el-GR" sz="2400" i="1" dirty="0" smtClean="0">
                              <a:solidFill>
                                <a:srgbClr val="002060"/>
                              </a:solidFill>
                              <a:latin typeface="Cambria Math" panose="02040503050406030204" pitchFamily="18" charset="0"/>
                            </a:rPr>
                          </m:ctrlPr>
                        </m:dPr>
                        <m:e>
                          <m:r>
                            <m:rPr>
                              <m:sty m:val="p"/>
                            </m:rPr>
                            <a:rPr lang="en-IN" sz="2400" i="0" dirty="0">
                              <a:solidFill>
                                <a:srgbClr val="002060"/>
                              </a:solidFill>
                              <a:latin typeface="Cambria Math" panose="02040503050406030204" pitchFamily="18" charset="0"/>
                            </a:rPr>
                            <m:t>X</m:t>
                          </m:r>
                        </m:e>
                      </m:d>
                      <m:r>
                        <a:rPr lang="en-IN" sz="2400" b="0" i="0" dirty="0" smtClean="0">
                          <a:solidFill>
                            <a:srgbClr val="002060"/>
                          </a:solidFill>
                          <a:latin typeface="Cambria Math" panose="02040503050406030204" pitchFamily="18" charset="0"/>
                        </a:rPr>
                        <m:t>=</m:t>
                      </m:r>
                      <m:rad>
                        <m:radPr>
                          <m:degHide m:val="on"/>
                          <m:ctrlPr>
                            <a:rPr lang="en-IN" sz="2400" b="0" i="1" dirty="0" smtClean="0">
                              <a:solidFill>
                                <a:srgbClr val="002060"/>
                              </a:solidFill>
                              <a:latin typeface="Cambria Math" panose="02040503050406030204" pitchFamily="18" charset="0"/>
                            </a:rPr>
                          </m:ctrlPr>
                        </m:radPr>
                        <m:deg/>
                        <m:e>
                          <m:r>
                            <a:rPr lang="en-IN" sz="2400" b="0" i="1" dirty="0" smtClean="0">
                              <a:solidFill>
                                <a:srgbClr val="002060"/>
                              </a:solidFill>
                              <a:latin typeface="Cambria Math" panose="02040503050406030204" pitchFamily="18" charset="0"/>
                            </a:rPr>
                            <m:t> </m:t>
                          </m:r>
                          <m:r>
                            <m:rPr>
                              <m:sty m:val="p"/>
                            </m:rPr>
                            <a:rPr lang="en-IN" sz="2400" dirty="0">
                              <a:solidFill>
                                <a:srgbClr val="002060"/>
                              </a:solidFill>
                              <a:latin typeface="Cambria Math" panose="02040503050406030204" pitchFamily="18" charset="0"/>
                            </a:rPr>
                            <m:t>V</m:t>
                          </m:r>
                          <m:d>
                            <m:dPr>
                              <m:ctrlPr>
                                <a:rPr lang="en-IN" sz="2400" i="1" dirty="0">
                                  <a:solidFill>
                                    <a:srgbClr val="002060"/>
                                  </a:solidFill>
                                  <a:latin typeface="Cambria Math" panose="02040503050406030204" pitchFamily="18" charset="0"/>
                                </a:rPr>
                              </m:ctrlPr>
                            </m:dPr>
                            <m:e>
                              <m:r>
                                <m:rPr>
                                  <m:sty m:val="p"/>
                                </m:rPr>
                                <a:rPr lang="en-IN" sz="2400" dirty="0">
                                  <a:solidFill>
                                    <a:srgbClr val="002060"/>
                                  </a:solidFill>
                                  <a:latin typeface="Cambria Math" panose="02040503050406030204" pitchFamily="18" charset="0"/>
                                </a:rPr>
                                <m:t>X</m:t>
                              </m:r>
                            </m:e>
                          </m:d>
                          <m:r>
                            <a:rPr lang="en-IN" sz="2400" b="0" i="1" dirty="0" smtClean="0">
                              <a:solidFill>
                                <a:srgbClr val="002060"/>
                              </a:solidFill>
                              <a:latin typeface="Cambria Math" panose="02040503050406030204" pitchFamily="18" charset="0"/>
                            </a:rPr>
                            <m:t> </m:t>
                          </m:r>
                        </m:e>
                      </m:rad>
                    </m:oMath>
                  </m:oMathPara>
                </a14:m>
                <a:endParaRPr lang="en-IN" sz="2400" dirty="0">
                  <a:solidFill>
                    <a:srgbClr val="002060"/>
                  </a:solidFill>
                </a:endParaRPr>
              </a:p>
            </p:txBody>
          </p:sp>
        </mc:Choice>
        <mc:Fallback xmlns="">
          <p:sp>
            <p:nvSpPr>
              <p:cNvPr id="11" name="TextBox 10">
                <a:extLst>
                  <a:ext uri="{FF2B5EF4-FFF2-40B4-BE49-F238E27FC236}">
                    <a16:creationId xmlns:a16="http://schemas.microsoft.com/office/drawing/2014/main" id="{D08BA55F-DE9B-4EFA-AD1F-44E6A4C86B0E}"/>
                  </a:ext>
                </a:extLst>
              </p:cNvPr>
              <p:cNvSpPr txBox="1">
                <a:spLocks noRot="1" noChangeAspect="1" noMove="1" noResize="1" noEditPoints="1" noAdjustHandles="1" noChangeArrowheads="1" noChangeShapeType="1" noTextEdit="1"/>
              </p:cNvSpPr>
              <p:nvPr/>
            </p:nvSpPr>
            <p:spPr>
              <a:xfrm>
                <a:off x="10015793" y="5549451"/>
                <a:ext cx="2582196" cy="539571"/>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B63B61C-EEDD-4DAA-AE7E-C4A723D8E0A8}"/>
                  </a:ext>
                </a:extLst>
              </p:cNvPr>
              <p:cNvSpPr txBox="1"/>
              <p:nvPr/>
            </p:nvSpPr>
            <p:spPr>
              <a:xfrm>
                <a:off x="8924471" y="6089022"/>
                <a:ext cx="4003357"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400" b="0" i="0" dirty="0" smtClean="0">
                          <a:solidFill>
                            <a:srgbClr val="002060"/>
                          </a:solidFill>
                          <a:latin typeface="Cambria Math" panose="02040503050406030204" pitchFamily="18" charset="0"/>
                        </a:rPr>
                        <m:t>V</m:t>
                      </m:r>
                      <m:d>
                        <m:dPr>
                          <m:ctrlPr>
                            <a:rPr lang="en-IN" sz="2400" i="1" dirty="0">
                              <a:solidFill>
                                <a:srgbClr val="002060"/>
                              </a:solidFill>
                              <a:latin typeface="Cambria Math" panose="02040503050406030204" pitchFamily="18" charset="0"/>
                            </a:rPr>
                          </m:ctrlPr>
                        </m:dPr>
                        <m:e>
                          <m:r>
                            <m:rPr>
                              <m:sty m:val="p"/>
                            </m:rPr>
                            <a:rPr lang="en-IN" sz="2400" i="0" dirty="0">
                              <a:solidFill>
                                <a:srgbClr val="002060"/>
                              </a:solidFill>
                              <a:latin typeface="Cambria Math" panose="02040503050406030204" pitchFamily="18" charset="0"/>
                            </a:rPr>
                            <m:t>X</m:t>
                          </m:r>
                        </m:e>
                      </m:d>
                      <m:r>
                        <a:rPr lang="en-IN" sz="2400">
                          <a:solidFill>
                            <a:srgbClr val="002060"/>
                          </a:solidFill>
                          <a:latin typeface="Cambria Math" panose="02040503050406030204" pitchFamily="18" charset="0"/>
                        </a:rPr>
                        <m:t>=</m:t>
                      </m:r>
                      <m:r>
                        <m:rPr>
                          <m:sty m:val="p"/>
                        </m:rPr>
                        <a:rPr lang="en-IN" sz="2400">
                          <a:solidFill>
                            <a:srgbClr val="002060"/>
                          </a:solidFill>
                          <a:latin typeface="Cambria Math" panose="02040503050406030204" pitchFamily="18" charset="0"/>
                        </a:rPr>
                        <m:t>E</m:t>
                      </m:r>
                      <m:d>
                        <m:dPr>
                          <m:ctrlPr>
                            <a:rPr lang="en-IN" sz="2400" i="1">
                              <a:solidFill>
                                <a:srgbClr val="002060"/>
                              </a:solidFill>
                              <a:latin typeface="Cambria Math" panose="02040503050406030204" pitchFamily="18" charset="0"/>
                            </a:rPr>
                          </m:ctrlPr>
                        </m:dPr>
                        <m:e>
                          <m:sSup>
                            <m:sSupPr>
                              <m:ctrlPr>
                                <a:rPr lang="en-IN" sz="2400" i="1">
                                  <a:solidFill>
                                    <a:srgbClr val="002060"/>
                                  </a:solidFill>
                                  <a:latin typeface="Cambria Math" panose="02040503050406030204" pitchFamily="18" charset="0"/>
                                </a:rPr>
                              </m:ctrlPr>
                            </m:sSupPr>
                            <m:e>
                              <m:r>
                                <m:rPr>
                                  <m:sty m:val="p"/>
                                </m:rPr>
                                <a:rPr lang="en-IN" sz="2400">
                                  <a:solidFill>
                                    <a:srgbClr val="002060"/>
                                  </a:solidFill>
                                  <a:latin typeface="Cambria Math" panose="02040503050406030204" pitchFamily="18" charset="0"/>
                                </a:rPr>
                                <m:t>X</m:t>
                              </m:r>
                            </m:e>
                            <m:sup>
                              <m:r>
                                <a:rPr lang="en-IN" sz="2400">
                                  <a:solidFill>
                                    <a:srgbClr val="002060"/>
                                  </a:solidFill>
                                  <a:latin typeface="Cambria Math" panose="02040503050406030204" pitchFamily="18" charset="0"/>
                                </a:rPr>
                                <m:t>2</m:t>
                              </m:r>
                            </m:sup>
                          </m:sSup>
                        </m:e>
                      </m:d>
                      <m:r>
                        <a:rPr lang="en-IN" sz="2400">
                          <a:solidFill>
                            <a:srgbClr val="002060"/>
                          </a:solidFill>
                          <a:latin typeface="Cambria Math" panose="02040503050406030204" pitchFamily="18" charset="0"/>
                        </a:rPr>
                        <m:t>−</m:t>
                      </m:r>
                      <m:sSup>
                        <m:sSupPr>
                          <m:ctrlPr>
                            <a:rPr lang="en-IN" sz="2400" i="1">
                              <a:solidFill>
                                <a:srgbClr val="002060"/>
                              </a:solidFill>
                              <a:latin typeface="Cambria Math" panose="02040503050406030204" pitchFamily="18" charset="0"/>
                            </a:rPr>
                          </m:ctrlPr>
                        </m:sSupPr>
                        <m:e>
                          <m:d>
                            <m:dPr>
                              <m:begChr m:val="["/>
                              <m:endChr m:val="]"/>
                              <m:ctrlPr>
                                <a:rPr lang="en-IN" sz="2400" i="1">
                                  <a:solidFill>
                                    <a:srgbClr val="002060"/>
                                  </a:solidFill>
                                  <a:latin typeface="Cambria Math" panose="02040503050406030204" pitchFamily="18" charset="0"/>
                                </a:rPr>
                              </m:ctrlPr>
                            </m:dPr>
                            <m:e>
                              <m:r>
                                <m:rPr>
                                  <m:sty m:val="p"/>
                                </m:rPr>
                                <a:rPr lang="en-IN" sz="2400">
                                  <a:solidFill>
                                    <a:srgbClr val="002060"/>
                                  </a:solidFill>
                                  <a:latin typeface="Cambria Math" panose="02040503050406030204" pitchFamily="18" charset="0"/>
                                </a:rPr>
                                <m:t>E</m:t>
                              </m:r>
                              <m:d>
                                <m:dPr>
                                  <m:ctrlPr>
                                    <a:rPr lang="en-IN" sz="2400" i="1">
                                      <a:solidFill>
                                        <a:srgbClr val="002060"/>
                                      </a:solidFill>
                                      <a:latin typeface="Cambria Math" panose="02040503050406030204" pitchFamily="18" charset="0"/>
                                    </a:rPr>
                                  </m:ctrlPr>
                                </m:dPr>
                                <m:e>
                                  <m:r>
                                    <m:rPr>
                                      <m:sty m:val="p"/>
                                    </m:rPr>
                                    <a:rPr lang="en-IN" sz="2400">
                                      <a:solidFill>
                                        <a:srgbClr val="002060"/>
                                      </a:solidFill>
                                      <a:latin typeface="Cambria Math" panose="02040503050406030204" pitchFamily="18" charset="0"/>
                                    </a:rPr>
                                    <m:t>X</m:t>
                                  </m:r>
                                </m:e>
                              </m:d>
                            </m:e>
                          </m:d>
                        </m:e>
                        <m:sup>
                          <m:r>
                            <a:rPr lang="en-IN" sz="2400">
                              <a:solidFill>
                                <a:srgbClr val="002060"/>
                              </a:solidFill>
                              <a:latin typeface="Cambria Math" panose="02040503050406030204" pitchFamily="18" charset="0"/>
                            </a:rPr>
                            <m:t>2</m:t>
                          </m:r>
                        </m:sup>
                      </m:sSup>
                    </m:oMath>
                  </m:oMathPara>
                </a14:m>
                <a:endParaRPr lang="en-IN" sz="2400" dirty="0">
                  <a:solidFill>
                    <a:srgbClr val="002060"/>
                  </a:solidFill>
                  <a:effectLst/>
                </a:endParaRPr>
              </a:p>
            </p:txBody>
          </p:sp>
        </mc:Choice>
        <mc:Fallback xmlns="">
          <p:sp>
            <p:nvSpPr>
              <p:cNvPr id="13" name="TextBox 12">
                <a:extLst>
                  <a:ext uri="{FF2B5EF4-FFF2-40B4-BE49-F238E27FC236}">
                    <a16:creationId xmlns:a16="http://schemas.microsoft.com/office/drawing/2014/main" id="{0B63B61C-EEDD-4DAA-AE7E-C4A723D8E0A8}"/>
                  </a:ext>
                </a:extLst>
              </p:cNvPr>
              <p:cNvSpPr txBox="1">
                <a:spLocks noRot="1" noChangeAspect="1" noMove="1" noResize="1" noEditPoints="1" noAdjustHandles="1" noChangeArrowheads="1" noChangeShapeType="1" noTextEdit="1"/>
              </p:cNvSpPr>
              <p:nvPr/>
            </p:nvSpPr>
            <p:spPr>
              <a:xfrm>
                <a:off x="8924471" y="6089022"/>
                <a:ext cx="4003357" cy="461665"/>
              </a:xfrm>
              <a:prstGeom prst="rect">
                <a:avLst/>
              </a:prstGeom>
              <a:blipFill>
                <a:blip r:embed="rId10"/>
                <a:stretch>
                  <a:fillRect l="-45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ECEA9DC-2748-42D2-A868-752B66EE6637}"/>
                  </a:ext>
                </a:extLst>
              </p:cNvPr>
              <p:cNvSpPr txBox="1"/>
              <p:nvPr/>
            </p:nvSpPr>
            <p:spPr>
              <a:xfrm>
                <a:off x="5105400" y="2260762"/>
                <a:ext cx="2156460" cy="95231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 </m:t>
                      </m:r>
                      <m:f>
                        <m:fPr>
                          <m:ctrlPr>
                            <a:rPr lang="en-IN" sz="2800" i="1" dirty="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 </m:t>
                          </m:r>
                          <m:d>
                            <m:dPr>
                              <m:ctrlPr>
                                <a:rPr lang="en-IN" sz="2800" i="1" dirty="0">
                                  <a:solidFill>
                                    <a:srgbClr val="002060"/>
                                  </a:solidFill>
                                  <a:latin typeface="Cambria Math" panose="02040503050406030204" pitchFamily="18" charset="0"/>
                                </a:rPr>
                              </m:ctrlPr>
                            </m:dPr>
                            <m:e>
                              <m:sSup>
                                <m:sSupPr>
                                  <m:ctrlPr>
                                    <a:rPr lang="en-IN" sz="2800" i="1" dirty="0">
                                      <a:solidFill>
                                        <a:srgbClr val="002060"/>
                                      </a:solidFill>
                                      <a:latin typeface="Cambria Math" panose="02040503050406030204" pitchFamily="18" charset="0"/>
                                    </a:rPr>
                                  </m:ctrlPr>
                                </m:sSupPr>
                                <m:e>
                                  <m:r>
                                    <a:rPr lang="en-IN" sz="2800" dirty="0">
                                      <a:solidFill>
                                        <a:srgbClr val="002060"/>
                                      </a:solidFill>
                                      <a:latin typeface="Cambria Math" panose="02040503050406030204" pitchFamily="18" charset="0"/>
                                    </a:rPr>
                                    <m:t>4</m:t>
                                  </m:r>
                                </m:e>
                                <m:sup>
                                  <m:r>
                                    <a:rPr lang="en-IN" sz="2800" dirty="0">
                                      <a:solidFill>
                                        <a:srgbClr val="002060"/>
                                      </a:solidFill>
                                      <a:latin typeface="Cambria Math" panose="02040503050406030204" pitchFamily="18" charset="0"/>
                                    </a:rPr>
                                    <m:t>4</m:t>
                                  </m:r>
                                </m:sup>
                              </m:sSup>
                              <m:r>
                                <a:rPr lang="en-IN" sz="2800" dirty="0">
                                  <a:solidFill>
                                    <a:srgbClr val="002060"/>
                                  </a:solidFill>
                                  <a:latin typeface="Cambria Math" panose="02040503050406030204" pitchFamily="18" charset="0"/>
                                </a:rPr>
                                <m:t>−</m:t>
                              </m:r>
                              <m:sSup>
                                <m:sSupPr>
                                  <m:ctrlPr>
                                    <a:rPr lang="en-IN" sz="2800" i="1" dirty="0">
                                      <a:solidFill>
                                        <a:srgbClr val="002060"/>
                                      </a:solidFill>
                                      <a:latin typeface="Cambria Math" panose="02040503050406030204" pitchFamily="18" charset="0"/>
                                    </a:rPr>
                                  </m:ctrlPr>
                                </m:sSupPr>
                                <m:e>
                                  <m:r>
                                    <a:rPr lang="en-IN" sz="2800" i="1" dirty="0">
                                      <a:solidFill>
                                        <a:srgbClr val="002060"/>
                                      </a:solidFill>
                                      <a:latin typeface="Cambria Math" panose="02040503050406030204" pitchFamily="18" charset="0"/>
                                    </a:rPr>
                                    <m:t>2</m:t>
                                  </m:r>
                                </m:e>
                                <m:sup>
                                  <m:r>
                                    <a:rPr lang="en-IN" sz="2800" i="1" dirty="0">
                                      <a:solidFill>
                                        <a:srgbClr val="002060"/>
                                      </a:solidFill>
                                      <a:latin typeface="Cambria Math" panose="02040503050406030204" pitchFamily="18" charset="0"/>
                                    </a:rPr>
                                    <m:t>4</m:t>
                                  </m:r>
                                </m:sup>
                              </m:sSup>
                            </m:e>
                          </m:d>
                        </m:num>
                        <m:den>
                          <m:r>
                            <a:rPr lang="en-IN" sz="2800" i="1" dirty="0">
                              <a:solidFill>
                                <a:srgbClr val="002060"/>
                              </a:solidFill>
                              <a:latin typeface="Cambria Math" panose="02040503050406030204" pitchFamily="18" charset="0"/>
                            </a:rPr>
                            <m:t>2</m:t>
                          </m:r>
                        </m:den>
                      </m:f>
                    </m:oMath>
                  </m:oMathPara>
                </a14:m>
                <a:endParaRPr lang="en-IN" sz="2800" dirty="0">
                  <a:solidFill>
                    <a:srgbClr val="002060"/>
                  </a:solidFill>
                  <a:latin typeface="+mj-lt"/>
                </a:endParaRPr>
              </a:p>
            </p:txBody>
          </p:sp>
        </mc:Choice>
        <mc:Fallback xmlns="">
          <p:sp>
            <p:nvSpPr>
              <p:cNvPr id="15" name="TextBox 14">
                <a:extLst>
                  <a:ext uri="{FF2B5EF4-FFF2-40B4-BE49-F238E27FC236}">
                    <a16:creationId xmlns:a16="http://schemas.microsoft.com/office/drawing/2014/main" id="{BECEA9DC-2748-42D2-A868-752B66EE6637}"/>
                  </a:ext>
                </a:extLst>
              </p:cNvPr>
              <p:cNvSpPr txBox="1">
                <a:spLocks noRot="1" noChangeAspect="1" noMove="1" noResize="1" noEditPoints="1" noAdjustHandles="1" noChangeArrowheads="1" noChangeShapeType="1" noTextEdit="1"/>
              </p:cNvSpPr>
              <p:nvPr/>
            </p:nvSpPr>
            <p:spPr>
              <a:xfrm>
                <a:off x="5105400" y="2260762"/>
                <a:ext cx="2156460" cy="952312"/>
              </a:xfrm>
              <a:prstGeom prst="rect">
                <a:avLst/>
              </a:prstGeom>
              <a:blipFill>
                <a:blip r:embed="rId11"/>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4233977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P spid="9" grpId="0"/>
      <p:bldP spid="10" grpId="0"/>
      <p:bldP spid="15" grpId="0"/>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6 ⇝ Example 6 (Continue)</a:t>
            </a:r>
            <a:endParaRPr lang="en-US"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1165774-7CC6-4FBB-845A-8B8C5E9ECEEB}"/>
                  </a:ext>
                </a:extLst>
              </p:cNvPr>
              <p:cNvSpPr txBox="1"/>
              <p:nvPr/>
            </p:nvSpPr>
            <p:spPr>
              <a:xfrm>
                <a:off x="3887123" y="1019120"/>
                <a:ext cx="92184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a:solidFill>
                            <a:srgbClr val="002060"/>
                          </a:solidFill>
                          <a:latin typeface="Cambria Math" panose="02040503050406030204" pitchFamily="18" charset="0"/>
                        </a:rPr>
                        <m:t>E</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X</m:t>
                          </m:r>
                        </m:e>
                      </m:d>
                    </m:oMath>
                  </m:oMathPara>
                </a14:m>
                <a:endParaRPr lang="en-IN" sz="2800" dirty="0">
                  <a:solidFill>
                    <a:srgbClr val="002060"/>
                  </a:solidFill>
                  <a:effectLst/>
                </a:endParaRPr>
              </a:p>
            </p:txBody>
          </p:sp>
        </mc:Choice>
        <mc:Fallback xmlns="">
          <p:sp>
            <p:nvSpPr>
              <p:cNvPr id="23" name="TextBox 22">
                <a:extLst>
                  <a:ext uri="{FF2B5EF4-FFF2-40B4-BE49-F238E27FC236}">
                    <a16:creationId xmlns:a16="http://schemas.microsoft.com/office/drawing/2014/main" id="{F1165774-7CC6-4FBB-845A-8B8C5E9ECEEB}"/>
                  </a:ext>
                </a:extLst>
              </p:cNvPr>
              <p:cNvSpPr txBox="1">
                <a:spLocks noRot="1" noChangeAspect="1" noMove="1" noResize="1" noEditPoints="1" noAdjustHandles="1" noChangeArrowheads="1" noChangeShapeType="1" noTextEdit="1"/>
              </p:cNvSpPr>
              <p:nvPr/>
            </p:nvSpPr>
            <p:spPr>
              <a:xfrm>
                <a:off x="3887123" y="1019120"/>
                <a:ext cx="921846"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35AF093-76DE-458E-ADDE-8D2B3EC6EE81}"/>
                  </a:ext>
                </a:extLst>
              </p:cNvPr>
              <p:cNvSpPr txBox="1"/>
              <p:nvPr/>
            </p:nvSpPr>
            <p:spPr>
              <a:xfrm>
                <a:off x="4693453" y="783771"/>
                <a:ext cx="1181100" cy="90024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83​</m:t>
                          </m:r>
                        </m:num>
                        <m:den>
                          <m:r>
                            <a:rPr lang="en-IN" sz="2800" b="0" i="1"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27</m:t>
                          </m:r>
                          <m:r>
                            <a:rPr lang="en-IN" sz="2800" b="0" i="0" dirty="0" smtClean="0">
                              <a:solidFill>
                                <a:srgbClr val="002060"/>
                              </a:solidFill>
                              <a:latin typeface="Cambria Math" panose="02040503050406030204" pitchFamily="18" charset="0"/>
                            </a:rPr>
                            <m:t> </m:t>
                          </m:r>
                        </m:den>
                      </m:f>
                    </m:oMath>
                  </m:oMathPara>
                </a14:m>
                <a:endParaRPr lang="en-IN" sz="2800" dirty="0">
                  <a:solidFill>
                    <a:srgbClr val="002060"/>
                  </a:solidFill>
                  <a:latin typeface="+mj-lt"/>
                </a:endParaRPr>
              </a:p>
            </p:txBody>
          </p:sp>
        </mc:Choice>
        <mc:Fallback xmlns="">
          <p:sp>
            <p:nvSpPr>
              <p:cNvPr id="25" name="TextBox 24">
                <a:extLst>
                  <a:ext uri="{FF2B5EF4-FFF2-40B4-BE49-F238E27FC236}">
                    <a16:creationId xmlns:a16="http://schemas.microsoft.com/office/drawing/2014/main" id="{B35AF093-76DE-458E-ADDE-8D2B3EC6EE81}"/>
                  </a:ext>
                </a:extLst>
              </p:cNvPr>
              <p:cNvSpPr txBox="1">
                <a:spLocks noRot="1" noChangeAspect="1" noMove="1" noResize="1" noEditPoints="1" noAdjustHandles="1" noChangeArrowheads="1" noChangeShapeType="1" noTextEdit="1"/>
              </p:cNvSpPr>
              <p:nvPr/>
            </p:nvSpPr>
            <p:spPr>
              <a:xfrm>
                <a:off x="4693453" y="783771"/>
                <a:ext cx="1181100" cy="900246"/>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35B6FC6-FE02-49D9-88E4-4FE3F8C3A93E}"/>
                  </a:ext>
                </a:extLst>
              </p:cNvPr>
              <p:cNvSpPr txBox="1"/>
              <p:nvPr/>
            </p:nvSpPr>
            <p:spPr>
              <a:xfrm>
                <a:off x="1489600" y="1019120"/>
                <a:ext cx="105548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E</m:t>
                      </m:r>
                      <m:d>
                        <m:dPr>
                          <m:ctrlPr>
                            <a:rPr lang="en-IN" sz="2800" i="1">
                              <a:solidFill>
                                <a:srgbClr val="002060"/>
                              </a:solidFill>
                              <a:latin typeface="Cambria Math" panose="02040503050406030204" pitchFamily="18" charset="0"/>
                            </a:rPr>
                          </m:ctrlPr>
                        </m:dPr>
                        <m:e>
                          <m:sSup>
                            <m:sSupPr>
                              <m:ctrlPr>
                                <a:rPr lang="en-IN" sz="2800" b="0" i="1" smtClean="0">
                                  <a:solidFill>
                                    <a:srgbClr val="002060"/>
                                  </a:solidFill>
                                  <a:latin typeface="Cambria Math" panose="02040503050406030204" pitchFamily="18" charset="0"/>
                                </a:rPr>
                              </m:ctrlPr>
                            </m:sSupPr>
                            <m:e>
                              <m:r>
                                <m:rPr>
                                  <m:sty m:val="p"/>
                                </m:rPr>
                                <a:rPr lang="en-IN" sz="2800">
                                  <a:solidFill>
                                    <a:srgbClr val="002060"/>
                                  </a:solidFill>
                                  <a:latin typeface="Cambria Math" panose="02040503050406030204" pitchFamily="18" charset="0"/>
                                </a:rPr>
                                <m:t>X</m:t>
                              </m:r>
                            </m:e>
                            <m:sup>
                              <m:r>
                                <a:rPr lang="en-IN" sz="2800" b="0" i="0" smtClean="0">
                                  <a:solidFill>
                                    <a:srgbClr val="002060"/>
                                  </a:solidFill>
                                  <a:latin typeface="Cambria Math" panose="02040503050406030204" pitchFamily="18" charset="0"/>
                                </a:rPr>
                                <m:t>2</m:t>
                              </m:r>
                            </m:sup>
                          </m:sSup>
                        </m:e>
                      </m:d>
                    </m:oMath>
                  </m:oMathPara>
                </a14:m>
                <a:endParaRPr lang="en-IN" sz="2800" dirty="0">
                  <a:solidFill>
                    <a:srgbClr val="002060"/>
                  </a:solidFill>
                  <a:effectLst/>
                </a:endParaRPr>
              </a:p>
            </p:txBody>
          </p:sp>
        </mc:Choice>
        <mc:Fallback xmlns="">
          <p:sp>
            <p:nvSpPr>
              <p:cNvPr id="12" name="TextBox 11">
                <a:extLst>
                  <a:ext uri="{FF2B5EF4-FFF2-40B4-BE49-F238E27FC236}">
                    <a16:creationId xmlns:a16="http://schemas.microsoft.com/office/drawing/2014/main" id="{B35B6FC6-FE02-49D9-88E4-4FE3F8C3A93E}"/>
                  </a:ext>
                </a:extLst>
              </p:cNvPr>
              <p:cNvSpPr txBox="1">
                <a:spLocks noRot="1" noChangeAspect="1" noMove="1" noResize="1" noEditPoints="1" noAdjustHandles="1" noChangeArrowheads="1" noChangeShapeType="1" noTextEdit="1"/>
              </p:cNvSpPr>
              <p:nvPr/>
            </p:nvSpPr>
            <p:spPr>
              <a:xfrm>
                <a:off x="1489600" y="1019120"/>
                <a:ext cx="1055480"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523586F-FFBC-4811-AC67-AEB3EA1597BD}"/>
                  </a:ext>
                </a:extLst>
              </p:cNvPr>
              <p:cNvSpPr txBox="1"/>
              <p:nvPr/>
            </p:nvSpPr>
            <p:spPr>
              <a:xfrm>
                <a:off x="2495139" y="782232"/>
                <a:ext cx="1192775"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 88 </m:t>
                          </m:r>
                        </m:num>
                        <m:den>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9 </m:t>
                          </m:r>
                        </m:den>
                      </m:f>
                    </m:oMath>
                  </m:oMathPara>
                </a14:m>
                <a:endParaRPr lang="en-IN" sz="2800" dirty="0">
                  <a:solidFill>
                    <a:srgbClr val="002060"/>
                  </a:solidFill>
                  <a:latin typeface="+mj-lt"/>
                </a:endParaRPr>
              </a:p>
            </p:txBody>
          </p:sp>
        </mc:Choice>
        <mc:Fallback xmlns="">
          <p:sp>
            <p:nvSpPr>
              <p:cNvPr id="10" name="TextBox 9">
                <a:extLst>
                  <a:ext uri="{FF2B5EF4-FFF2-40B4-BE49-F238E27FC236}">
                    <a16:creationId xmlns:a16="http://schemas.microsoft.com/office/drawing/2014/main" id="{7523586F-FFBC-4811-AC67-AEB3EA1597BD}"/>
                  </a:ext>
                </a:extLst>
              </p:cNvPr>
              <p:cNvSpPr txBox="1">
                <a:spLocks noRot="1" noChangeAspect="1" noMove="1" noResize="1" noEditPoints="1" noAdjustHandles="1" noChangeArrowheads="1" noChangeShapeType="1" noTextEdit="1"/>
              </p:cNvSpPr>
              <p:nvPr/>
            </p:nvSpPr>
            <p:spPr>
              <a:xfrm>
                <a:off x="2495139" y="782232"/>
                <a:ext cx="1192775" cy="90178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E45AC67-1815-48F7-9C38-44C6327E4986}"/>
                  </a:ext>
                </a:extLst>
              </p:cNvPr>
              <p:cNvSpPr txBox="1"/>
              <p:nvPr/>
            </p:nvSpPr>
            <p:spPr>
              <a:xfrm>
                <a:off x="6002582" y="1901014"/>
                <a:ext cx="2582196" cy="61414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l-GR" sz="2800" i="0" dirty="0" smtClean="0">
                          <a:solidFill>
                            <a:srgbClr val="002060"/>
                          </a:solidFill>
                          <a:latin typeface="Cambria Math" panose="02040503050406030204" pitchFamily="18" charset="0"/>
                        </a:rPr>
                        <m:t>σ</m:t>
                      </m:r>
                      <m:d>
                        <m:dPr>
                          <m:ctrlPr>
                            <a:rPr lang="el-GR" sz="2800" i="1" dirty="0" smtClean="0">
                              <a:solidFill>
                                <a:srgbClr val="002060"/>
                              </a:solidFill>
                              <a:latin typeface="Cambria Math" panose="02040503050406030204" pitchFamily="18" charset="0"/>
                            </a:rPr>
                          </m:ctrlPr>
                        </m:dPr>
                        <m:e>
                          <m:r>
                            <m:rPr>
                              <m:sty m:val="p"/>
                            </m:rPr>
                            <a:rPr lang="en-IN" sz="2800" i="0" dirty="0">
                              <a:solidFill>
                                <a:srgbClr val="002060"/>
                              </a:solidFill>
                              <a:latin typeface="Cambria Math" panose="02040503050406030204" pitchFamily="18" charset="0"/>
                            </a:rPr>
                            <m:t>X</m:t>
                          </m:r>
                        </m:e>
                      </m:d>
                      <m:r>
                        <a:rPr lang="en-IN" sz="2800" b="0" i="0" dirty="0" smtClean="0">
                          <a:solidFill>
                            <a:srgbClr val="002060"/>
                          </a:solidFill>
                          <a:latin typeface="Cambria Math" panose="02040503050406030204" pitchFamily="18" charset="0"/>
                        </a:rPr>
                        <m:t>=</m:t>
                      </m:r>
                      <m:rad>
                        <m:radPr>
                          <m:degHide m:val="on"/>
                          <m:ctrlPr>
                            <a:rPr lang="en-IN" sz="2800" b="0" i="1" dirty="0" smtClean="0">
                              <a:solidFill>
                                <a:srgbClr val="002060"/>
                              </a:solidFill>
                              <a:latin typeface="Cambria Math" panose="02040503050406030204" pitchFamily="18" charset="0"/>
                            </a:rPr>
                          </m:ctrlPr>
                        </m:radPr>
                        <m:deg/>
                        <m:e>
                          <m:r>
                            <a:rPr lang="en-IN" sz="2800" b="0" i="1" dirty="0" smtClean="0">
                              <a:solidFill>
                                <a:srgbClr val="002060"/>
                              </a:solidFill>
                              <a:latin typeface="Cambria Math" panose="02040503050406030204" pitchFamily="18" charset="0"/>
                            </a:rPr>
                            <m:t> </m:t>
                          </m:r>
                          <m:r>
                            <m:rPr>
                              <m:sty m:val="p"/>
                            </m:rPr>
                            <a:rPr lang="en-IN" sz="2800" dirty="0">
                              <a:solidFill>
                                <a:srgbClr val="002060"/>
                              </a:solidFill>
                              <a:latin typeface="Cambria Math" panose="02040503050406030204" pitchFamily="18" charset="0"/>
                            </a:rPr>
                            <m:t>V</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e>
                          </m:d>
                          <m:r>
                            <a:rPr lang="en-IN" sz="2800" b="0" i="1" dirty="0" smtClean="0">
                              <a:solidFill>
                                <a:srgbClr val="002060"/>
                              </a:solidFill>
                              <a:latin typeface="Cambria Math" panose="02040503050406030204" pitchFamily="18" charset="0"/>
                            </a:rPr>
                            <m:t> </m:t>
                          </m:r>
                        </m:e>
                      </m:rad>
                    </m:oMath>
                  </m:oMathPara>
                </a14:m>
                <a:endParaRPr lang="en-IN" sz="2800" dirty="0">
                  <a:solidFill>
                    <a:srgbClr val="002060"/>
                  </a:solidFill>
                </a:endParaRPr>
              </a:p>
            </p:txBody>
          </p:sp>
        </mc:Choice>
        <mc:Fallback xmlns="">
          <p:sp>
            <p:nvSpPr>
              <p:cNvPr id="11" name="TextBox 10">
                <a:extLst>
                  <a:ext uri="{FF2B5EF4-FFF2-40B4-BE49-F238E27FC236}">
                    <a16:creationId xmlns:a16="http://schemas.microsoft.com/office/drawing/2014/main" id="{8E45AC67-1815-48F7-9C38-44C6327E4986}"/>
                  </a:ext>
                </a:extLst>
              </p:cNvPr>
              <p:cNvSpPr txBox="1">
                <a:spLocks noRot="1" noChangeAspect="1" noMove="1" noResize="1" noEditPoints="1" noAdjustHandles="1" noChangeArrowheads="1" noChangeShapeType="1" noTextEdit="1"/>
              </p:cNvSpPr>
              <p:nvPr/>
            </p:nvSpPr>
            <p:spPr>
              <a:xfrm>
                <a:off x="6002582" y="1901014"/>
                <a:ext cx="2582196" cy="614142"/>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B0DB908-EF77-4681-BEE3-72ECA12A9EA2}"/>
                  </a:ext>
                </a:extLst>
              </p:cNvPr>
              <p:cNvSpPr txBox="1"/>
              <p:nvPr/>
            </p:nvSpPr>
            <p:spPr>
              <a:xfrm>
                <a:off x="1489600" y="1991936"/>
                <a:ext cx="400335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V</m:t>
                      </m:r>
                      <m:d>
                        <m:dPr>
                          <m:ctrlPr>
                            <a:rPr lang="en-IN" sz="2800" i="1" dirty="0">
                              <a:solidFill>
                                <a:srgbClr val="002060"/>
                              </a:solidFill>
                              <a:latin typeface="Cambria Math" panose="02040503050406030204" pitchFamily="18" charset="0"/>
                            </a:rPr>
                          </m:ctrlPr>
                        </m:dPr>
                        <m:e>
                          <m:r>
                            <m:rPr>
                              <m:sty m:val="p"/>
                            </m:rPr>
                            <a:rPr lang="en-IN" sz="2800" i="0" dirty="0">
                              <a:solidFill>
                                <a:srgbClr val="002060"/>
                              </a:solidFill>
                              <a:latin typeface="Cambria Math" panose="02040503050406030204" pitchFamily="18" charset="0"/>
                            </a:rPr>
                            <m:t>X</m:t>
                          </m:r>
                        </m:e>
                      </m:d>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E</m:t>
                      </m:r>
                      <m:d>
                        <m:dPr>
                          <m:ctrlPr>
                            <a:rPr lang="en-IN" sz="2800" i="1">
                              <a:solidFill>
                                <a:srgbClr val="002060"/>
                              </a:solidFill>
                              <a:latin typeface="Cambria Math" panose="02040503050406030204" pitchFamily="18" charset="0"/>
                            </a:rPr>
                          </m:ctrlPr>
                        </m:dPr>
                        <m:e>
                          <m:sSup>
                            <m:sSupPr>
                              <m:ctrlPr>
                                <a:rPr lang="en-IN" sz="2800" i="1">
                                  <a:solidFill>
                                    <a:srgbClr val="002060"/>
                                  </a:solidFill>
                                  <a:latin typeface="Cambria Math" panose="02040503050406030204" pitchFamily="18" charset="0"/>
                                </a:rPr>
                              </m:ctrlPr>
                            </m:sSupPr>
                            <m:e>
                              <m:r>
                                <m:rPr>
                                  <m:sty m:val="p"/>
                                </m:rPr>
                                <a:rPr lang="en-IN" sz="2800">
                                  <a:solidFill>
                                    <a:srgbClr val="002060"/>
                                  </a:solidFill>
                                  <a:latin typeface="Cambria Math" panose="02040503050406030204" pitchFamily="18" charset="0"/>
                                </a:rPr>
                                <m:t>X</m:t>
                              </m:r>
                            </m:e>
                            <m:sup>
                              <m:r>
                                <a:rPr lang="en-IN" sz="2800">
                                  <a:solidFill>
                                    <a:srgbClr val="002060"/>
                                  </a:solidFill>
                                  <a:latin typeface="Cambria Math" panose="02040503050406030204" pitchFamily="18" charset="0"/>
                                </a:rPr>
                                <m:t>2</m:t>
                              </m:r>
                            </m:sup>
                          </m:sSup>
                        </m:e>
                      </m:d>
                      <m:r>
                        <a:rPr lang="en-IN" sz="280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d>
                            <m:dPr>
                              <m:begChr m:val="["/>
                              <m:endChr m:val="]"/>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E</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X</m:t>
                                  </m:r>
                                </m:e>
                              </m:d>
                            </m:e>
                          </m:d>
                        </m:e>
                        <m:sup>
                          <m:r>
                            <a:rPr lang="en-IN" sz="2800">
                              <a:solidFill>
                                <a:srgbClr val="002060"/>
                              </a:solidFill>
                              <a:latin typeface="Cambria Math" panose="02040503050406030204" pitchFamily="18" charset="0"/>
                            </a:rPr>
                            <m:t>2</m:t>
                          </m:r>
                        </m:sup>
                      </m:sSup>
                    </m:oMath>
                  </m:oMathPara>
                </a14:m>
                <a:endParaRPr lang="en-IN" sz="2800" dirty="0">
                  <a:solidFill>
                    <a:srgbClr val="002060"/>
                  </a:solidFill>
                  <a:effectLst/>
                </a:endParaRPr>
              </a:p>
            </p:txBody>
          </p:sp>
        </mc:Choice>
        <mc:Fallback xmlns="">
          <p:sp>
            <p:nvSpPr>
              <p:cNvPr id="13" name="TextBox 12">
                <a:extLst>
                  <a:ext uri="{FF2B5EF4-FFF2-40B4-BE49-F238E27FC236}">
                    <a16:creationId xmlns:a16="http://schemas.microsoft.com/office/drawing/2014/main" id="{8B0DB908-EF77-4681-BEE3-72ECA12A9EA2}"/>
                  </a:ext>
                </a:extLst>
              </p:cNvPr>
              <p:cNvSpPr txBox="1">
                <a:spLocks noRot="1" noChangeAspect="1" noMove="1" noResize="1" noEditPoints="1" noAdjustHandles="1" noChangeArrowheads="1" noChangeShapeType="1" noTextEdit="1"/>
              </p:cNvSpPr>
              <p:nvPr/>
            </p:nvSpPr>
            <p:spPr>
              <a:xfrm>
                <a:off x="1489600" y="1991936"/>
                <a:ext cx="4003357"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9539243-63B9-4579-9A62-0F1C457929D5}"/>
                  </a:ext>
                </a:extLst>
              </p:cNvPr>
              <p:cNvSpPr txBox="1"/>
              <p:nvPr/>
            </p:nvSpPr>
            <p:spPr>
              <a:xfrm>
                <a:off x="2295931" y="2699250"/>
                <a:ext cx="2798584" cy="99841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 88 </m:t>
                          </m:r>
                        </m:num>
                        <m:den>
                          <m:r>
                            <a:rPr lang="en-IN" sz="2800" i="1" dirty="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9 </m:t>
                          </m:r>
                        </m:den>
                      </m:f>
                      <m:r>
                        <a:rPr lang="en-IN" sz="280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d>
                            <m:dPr>
                              <m:begChr m:val="["/>
                              <m:endChr m:val="]"/>
                              <m:ctrlPr>
                                <a:rPr lang="en-IN" sz="2800" i="1">
                                  <a:solidFill>
                                    <a:srgbClr val="002060"/>
                                  </a:solidFill>
                                  <a:latin typeface="Cambria Math" panose="02040503050406030204" pitchFamily="18" charset="0"/>
                                </a:rPr>
                              </m:ctrlPr>
                            </m:dPr>
                            <m:e>
                              <m:r>
                                <a:rPr lang="en-IN" sz="2800" b="0" i="1" smtClean="0">
                                  <a:solidFill>
                                    <a:srgbClr val="002060"/>
                                  </a:solidFill>
                                  <a:latin typeface="Cambria Math" panose="02040503050406030204" pitchFamily="18" charset="0"/>
                                </a:rPr>
                                <m:t> </m:t>
                              </m:r>
                              <m:f>
                                <m:fPr>
                                  <m:ctrlPr>
                                    <a:rPr lang="en-IN" sz="2800" i="1" dirty="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83​</m:t>
                                  </m:r>
                                </m:num>
                                <m:den>
                                  <m:r>
                                    <a:rPr lang="en-IN" sz="2800" i="1" dirty="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27 </m:t>
                                  </m:r>
                                </m:den>
                              </m:f>
                              <m:r>
                                <a:rPr lang="en-IN" sz="2800" b="0" i="1" dirty="0" smtClean="0">
                                  <a:solidFill>
                                    <a:srgbClr val="002060"/>
                                  </a:solidFill>
                                  <a:latin typeface="Cambria Math" panose="02040503050406030204" pitchFamily="18" charset="0"/>
                                </a:rPr>
                                <m:t> </m:t>
                              </m:r>
                            </m:e>
                          </m:d>
                        </m:e>
                        <m:sup>
                          <m:r>
                            <a:rPr lang="en-IN" sz="2800">
                              <a:solidFill>
                                <a:srgbClr val="002060"/>
                              </a:solidFill>
                              <a:latin typeface="Cambria Math" panose="02040503050406030204" pitchFamily="18" charset="0"/>
                            </a:rPr>
                            <m:t>2</m:t>
                          </m:r>
                        </m:sup>
                      </m:sSup>
                    </m:oMath>
                  </m:oMathPara>
                </a14:m>
                <a:endParaRPr lang="en-IN" sz="2800" dirty="0">
                  <a:solidFill>
                    <a:srgbClr val="002060"/>
                  </a:solidFill>
                  <a:effectLst/>
                </a:endParaRPr>
              </a:p>
            </p:txBody>
          </p:sp>
        </mc:Choice>
        <mc:Fallback xmlns="">
          <p:sp>
            <p:nvSpPr>
              <p:cNvPr id="15" name="TextBox 14">
                <a:extLst>
                  <a:ext uri="{FF2B5EF4-FFF2-40B4-BE49-F238E27FC236}">
                    <a16:creationId xmlns:a16="http://schemas.microsoft.com/office/drawing/2014/main" id="{79539243-63B9-4579-9A62-0F1C457929D5}"/>
                  </a:ext>
                </a:extLst>
              </p:cNvPr>
              <p:cNvSpPr txBox="1">
                <a:spLocks noRot="1" noChangeAspect="1" noMove="1" noResize="1" noEditPoints="1" noAdjustHandles="1" noChangeArrowheads="1" noChangeShapeType="1" noTextEdit="1"/>
              </p:cNvSpPr>
              <p:nvPr/>
            </p:nvSpPr>
            <p:spPr>
              <a:xfrm>
                <a:off x="2295931" y="2699250"/>
                <a:ext cx="2798584" cy="998415"/>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5C4E9FE-FBED-45AA-8D7D-DED4553FFB25}"/>
                  </a:ext>
                </a:extLst>
              </p:cNvPr>
              <p:cNvSpPr txBox="1"/>
              <p:nvPr/>
            </p:nvSpPr>
            <p:spPr>
              <a:xfrm>
                <a:off x="2295931" y="3881759"/>
                <a:ext cx="1355966"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239</m:t>
                          </m:r>
                          <m:r>
                            <a:rPr lang="en-IN" sz="2800" dirty="0">
                              <a:solidFill>
                                <a:srgbClr val="002060"/>
                              </a:solidFill>
                              <a:latin typeface="Cambria Math" panose="02040503050406030204" pitchFamily="18" charset="0"/>
                            </a:rPr>
                            <m:t> </m:t>
                          </m:r>
                        </m:num>
                        <m:den>
                          <m:r>
                            <a:rPr lang="en-IN" sz="2800" i="1"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729</m:t>
                          </m:r>
                          <m:r>
                            <a:rPr lang="en-IN" sz="2800" dirty="0">
                              <a:solidFill>
                                <a:srgbClr val="002060"/>
                              </a:solidFill>
                              <a:latin typeface="Cambria Math" panose="02040503050406030204" pitchFamily="18" charset="0"/>
                            </a:rPr>
                            <m:t> </m:t>
                          </m:r>
                        </m:den>
                      </m:f>
                    </m:oMath>
                  </m:oMathPara>
                </a14:m>
                <a:endParaRPr lang="en-IN" sz="2800" dirty="0">
                  <a:solidFill>
                    <a:srgbClr val="002060"/>
                  </a:solidFill>
                  <a:effectLst/>
                </a:endParaRPr>
              </a:p>
            </p:txBody>
          </p:sp>
        </mc:Choice>
        <mc:Fallback xmlns="">
          <p:sp>
            <p:nvSpPr>
              <p:cNvPr id="16" name="TextBox 15">
                <a:extLst>
                  <a:ext uri="{FF2B5EF4-FFF2-40B4-BE49-F238E27FC236}">
                    <a16:creationId xmlns:a16="http://schemas.microsoft.com/office/drawing/2014/main" id="{D5C4E9FE-FBED-45AA-8D7D-DED4553FFB25}"/>
                  </a:ext>
                </a:extLst>
              </p:cNvPr>
              <p:cNvSpPr txBox="1">
                <a:spLocks noRot="1" noChangeAspect="1" noMove="1" noResize="1" noEditPoints="1" noAdjustHandles="1" noChangeArrowheads="1" noChangeShapeType="1" noTextEdit="1"/>
              </p:cNvSpPr>
              <p:nvPr/>
            </p:nvSpPr>
            <p:spPr>
              <a:xfrm>
                <a:off x="2295931" y="3881759"/>
                <a:ext cx="1355966" cy="901785"/>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DDEA5FA-CFF9-4697-94F3-841E68D7D545}"/>
                  </a:ext>
                </a:extLst>
              </p:cNvPr>
              <p:cNvSpPr txBox="1"/>
              <p:nvPr/>
            </p:nvSpPr>
            <p:spPr>
              <a:xfrm>
                <a:off x="2295931" y="4961468"/>
                <a:ext cx="175355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smtClean="0">
                          <a:solidFill>
                            <a:srgbClr val="002060"/>
                          </a:solidFill>
                          <a:latin typeface="Cambria Math" panose="02040503050406030204" pitchFamily="18" charset="0"/>
                        </a:rPr>
                        <m:t>=</m:t>
                      </m:r>
                      <m:r>
                        <a:rPr lang="en-IN" sz="2800" i="1" dirty="0" smtClean="0">
                          <a:solidFill>
                            <a:srgbClr val="002060"/>
                          </a:solidFill>
                          <a:latin typeface="Cambria Math" panose="02040503050406030204" pitchFamily="18" charset="0"/>
                        </a:rPr>
                        <m:t>0</m:t>
                      </m:r>
                      <m:r>
                        <a:rPr lang="en-IN" sz="2800" b="0" i="1" dirty="0" smtClean="0">
                          <a:solidFill>
                            <a:srgbClr val="002060"/>
                          </a:solidFill>
                          <a:latin typeface="Cambria Math" panose="02040503050406030204" pitchFamily="18" charset="0"/>
                        </a:rPr>
                        <m:t>.3278</m:t>
                      </m:r>
                    </m:oMath>
                  </m:oMathPara>
                </a14:m>
                <a:endParaRPr lang="en-IN" sz="2800" dirty="0">
                  <a:solidFill>
                    <a:srgbClr val="002060"/>
                  </a:solidFill>
                  <a:effectLst/>
                </a:endParaRPr>
              </a:p>
            </p:txBody>
          </p:sp>
        </mc:Choice>
        <mc:Fallback xmlns="">
          <p:sp>
            <p:nvSpPr>
              <p:cNvPr id="19" name="TextBox 18">
                <a:extLst>
                  <a:ext uri="{FF2B5EF4-FFF2-40B4-BE49-F238E27FC236}">
                    <a16:creationId xmlns:a16="http://schemas.microsoft.com/office/drawing/2014/main" id="{3DDEA5FA-CFF9-4697-94F3-841E68D7D545}"/>
                  </a:ext>
                </a:extLst>
              </p:cNvPr>
              <p:cNvSpPr txBox="1">
                <a:spLocks noRot="1" noChangeAspect="1" noMove="1" noResize="1" noEditPoints="1" noAdjustHandles="1" noChangeArrowheads="1" noChangeShapeType="1" noTextEdit="1"/>
              </p:cNvSpPr>
              <p:nvPr/>
            </p:nvSpPr>
            <p:spPr>
              <a:xfrm>
                <a:off x="2295931" y="4961468"/>
                <a:ext cx="1753556"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31EA6AD-92C5-42A1-897C-9CEEFD38A1C6}"/>
                  </a:ext>
                </a:extLst>
              </p:cNvPr>
              <p:cNvSpPr txBox="1"/>
              <p:nvPr/>
            </p:nvSpPr>
            <p:spPr>
              <a:xfrm>
                <a:off x="6833007" y="2814858"/>
                <a:ext cx="2582196" cy="57394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ad>
                        <m:radPr>
                          <m:degHide m:val="on"/>
                          <m:ctrlPr>
                            <a:rPr lang="en-IN" sz="2800" b="0" i="1" dirty="0" smtClean="0">
                              <a:solidFill>
                                <a:srgbClr val="002060"/>
                              </a:solidFill>
                              <a:latin typeface="Cambria Math" panose="02040503050406030204" pitchFamily="18" charset="0"/>
                            </a:rPr>
                          </m:ctrlPr>
                        </m:radPr>
                        <m:deg/>
                        <m:e>
                          <m:r>
                            <a:rPr lang="en-IN" sz="2800" b="0" i="1" dirty="0" smtClean="0">
                              <a:solidFill>
                                <a:srgbClr val="002060"/>
                              </a:solidFill>
                              <a:latin typeface="Cambria Math" panose="02040503050406030204" pitchFamily="18" charset="0"/>
                            </a:rPr>
                            <m:t> 0.3278 </m:t>
                          </m:r>
                        </m:e>
                      </m:rad>
                    </m:oMath>
                  </m:oMathPara>
                </a14:m>
                <a:endParaRPr lang="en-IN" sz="2800" dirty="0">
                  <a:solidFill>
                    <a:srgbClr val="002060"/>
                  </a:solidFill>
                </a:endParaRPr>
              </a:p>
            </p:txBody>
          </p:sp>
        </mc:Choice>
        <mc:Fallback xmlns="">
          <p:sp>
            <p:nvSpPr>
              <p:cNvPr id="20" name="TextBox 19">
                <a:extLst>
                  <a:ext uri="{FF2B5EF4-FFF2-40B4-BE49-F238E27FC236}">
                    <a16:creationId xmlns:a16="http://schemas.microsoft.com/office/drawing/2014/main" id="{931EA6AD-92C5-42A1-897C-9CEEFD38A1C6}"/>
                  </a:ext>
                </a:extLst>
              </p:cNvPr>
              <p:cNvSpPr txBox="1">
                <a:spLocks noRot="1" noChangeAspect="1" noMove="1" noResize="1" noEditPoints="1" noAdjustHandles="1" noChangeArrowheads="1" noChangeShapeType="1" noTextEdit="1"/>
              </p:cNvSpPr>
              <p:nvPr/>
            </p:nvSpPr>
            <p:spPr>
              <a:xfrm>
                <a:off x="6833007" y="2814858"/>
                <a:ext cx="2582196" cy="57394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53A2949-2ECC-448B-BF4A-7481EFFB68DF}"/>
                  </a:ext>
                </a:extLst>
              </p:cNvPr>
              <p:cNvSpPr txBox="1"/>
              <p:nvPr/>
            </p:nvSpPr>
            <p:spPr>
              <a:xfrm>
                <a:off x="6833007" y="3688500"/>
                <a:ext cx="258219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5726</m:t>
                      </m:r>
                    </m:oMath>
                  </m:oMathPara>
                </a14:m>
                <a:endParaRPr lang="en-IN" sz="2800" dirty="0">
                  <a:solidFill>
                    <a:srgbClr val="002060"/>
                  </a:solidFill>
                </a:endParaRPr>
              </a:p>
            </p:txBody>
          </p:sp>
        </mc:Choice>
        <mc:Fallback xmlns="">
          <p:sp>
            <p:nvSpPr>
              <p:cNvPr id="21" name="TextBox 20">
                <a:extLst>
                  <a:ext uri="{FF2B5EF4-FFF2-40B4-BE49-F238E27FC236}">
                    <a16:creationId xmlns:a16="http://schemas.microsoft.com/office/drawing/2014/main" id="{353A2949-2ECC-448B-BF4A-7481EFFB68DF}"/>
                  </a:ext>
                </a:extLst>
              </p:cNvPr>
              <p:cNvSpPr txBox="1">
                <a:spLocks noRot="1" noChangeAspect="1" noMove="1" noResize="1" noEditPoints="1" noAdjustHandles="1" noChangeArrowheads="1" noChangeShapeType="1" noTextEdit="1"/>
              </p:cNvSpPr>
              <p:nvPr/>
            </p:nvSpPr>
            <p:spPr>
              <a:xfrm>
                <a:off x="6833007" y="3688500"/>
                <a:ext cx="2582196" cy="523220"/>
              </a:xfrm>
              <a:prstGeom prst="rect">
                <a:avLst/>
              </a:prstGeom>
              <a:blipFill>
                <a:blip r:embed="rId12"/>
                <a:stretch>
                  <a:fillRect/>
                </a:stretch>
              </a:blipFill>
            </p:spPr>
            <p:txBody>
              <a:bodyPr/>
              <a:lstStyle/>
              <a:p>
                <a:r>
                  <a:rPr lang="en-IN">
                    <a:noFill/>
                  </a:rPr>
                  <a:t> </a:t>
                </a:r>
              </a:p>
            </p:txBody>
          </p:sp>
        </mc:Fallback>
      </mc:AlternateContent>
      <p:cxnSp>
        <p:nvCxnSpPr>
          <p:cNvPr id="22" name="Straight Connector 21">
            <a:extLst>
              <a:ext uri="{FF2B5EF4-FFF2-40B4-BE49-F238E27FC236}">
                <a16:creationId xmlns:a16="http://schemas.microsoft.com/office/drawing/2014/main" id="{5EA40F0D-686D-45A3-8C03-B67F098AA49E}"/>
              </a:ext>
            </a:extLst>
          </p:cNvPr>
          <p:cNvCxnSpPr>
            <a:cxnSpLocks/>
          </p:cNvCxnSpPr>
          <p:nvPr/>
        </p:nvCxnSpPr>
        <p:spPr>
          <a:xfrm>
            <a:off x="5850210" y="1991936"/>
            <a:ext cx="0" cy="361205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82753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up)">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9" grpId="0"/>
      <p:bldP spid="20" grpId="0"/>
      <p:bldP spid="21" grpId="0"/>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9951A2-01C1-4D0C-80E5-17B57CAA2CA6}"/>
              </a:ext>
            </a:extLst>
          </p:cNvPr>
          <p:cNvSpPr>
            <a:spLocks noGrp="1"/>
          </p:cNvSpPr>
          <p:nvPr>
            <p:ph type="title"/>
          </p:nvPr>
        </p:nvSpPr>
        <p:spPr/>
        <p:txBody>
          <a:bodyPr/>
          <a:lstStyle/>
          <a:p>
            <a:r>
              <a:rPr lang="en-IN" dirty="0"/>
              <a:t>Method 7</a:t>
            </a:r>
            <a:br>
              <a:rPr lang="en-IN" dirty="0"/>
            </a:br>
            <a:r>
              <a:rPr lang="en-GB" dirty="0"/>
              <a:t>Cumulative Distribution Function</a:t>
            </a:r>
            <a:endParaRPr lang="en-IN" dirty="0"/>
          </a:p>
        </p:txBody>
      </p:sp>
      <p:sp>
        <p:nvSpPr>
          <p:cNvPr id="5" name="Text Placeholder 4">
            <a:extLst>
              <a:ext uri="{FF2B5EF4-FFF2-40B4-BE49-F238E27FC236}">
                <a16:creationId xmlns:a16="http://schemas.microsoft.com/office/drawing/2014/main" id="{2519E3D0-8028-4C02-9FE0-4E21C1CEA3F3}"/>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94456085"/>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9951A2-01C1-4D0C-80E5-17B57CAA2CA6}"/>
              </a:ext>
            </a:extLst>
          </p:cNvPr>
          <p:cNvSpPr>
            <a:spLocks noGrp="1"/>
          </p:cNvSpPr>
          <p:nvPr>
            <p:ph type="title"/>
          </p:nvPr>
        </p:nvSpPr>
        <p:spPr/>
        <p:txBody>
          <a:bodyPr>
            <a:normAutofit/>
          </a:bodyPr>
          <a:lstStyle/>
          <a:p>
            <a:r>
              <a:rPr lang="en-GB" dirty="0"/>
              <a:t>Cumulative Distribution Function</a:t>
            </a:r>
            <a:endParaRPr lang="en-IN" dirty="0"/>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24C63A3C-2CE8-4697-8081-BFF512197936}"/>
                  </a:ext>
                </a:extLst>
              </p:cNvPr>
              <p:cNvSpPr>
                <a:spLocks noGrp="1"/>
              </p:cNvSpPr>
              <p:nvPr>
                <p:ph idx="1"/>
              </p:nvPr>
            </p:nvSpPr>
            <p:spPr/>
            <p:txBody>
              <a:bodyPr/>
              <a:lstStyle/>
              <a:p>
                <a:r>
                  <a:rPr lang="en-IN" b="1" dirty="0"/>
                  <a:t>Discrete Distribution Function</a:t>
                </a:r>
              </a:p>
              <a:p>
                <a:pPr lvl="1"/>
                <a:r>
                  <a:rPr lang="en-GB" dirty="0"/>
                  <a:t>The distribution function </a:t>
                </a:r>
                <a14:m>
                  <m:oMath xmlns:m="http://schemas.openxmlformats.org/officeDocument/2006/math">
                    <m:r>
                      <a:rPr lang="en-GB" b="1" i="0" dirty="0" smtClean="0">
                        <a:solidFill>
                          <a:srgbClr val="FF0000"/>
                        </a:solidFill>
                        <a:latin typeface="Cambria Math" panose="02040503050406030204" pitchFamily="18" charset="0"/>
                      </a:rPr>
                      <m:t>𝐅</m:t>
                    </m:r>
                    <m:d>
                      <m:dPr>
                        <m:ctrlPr>
                          <a:rPr lang="en-GB" b="1" i="1" dirty="0" smtClean="0">
                            <a:solidFill>
                              <a:srgbClr val="FF0000"/>
                            </a:solidFill>
                            <a:latin typeface="Cambria Math" panose="02040503050406030204" pitchFamily="18" charset="0"/>
                          </a:rPr>
                        </m:ctrlPr>
                      </m:dPr>
                      <m:e>
                        <m:r>
                          <a:rPr lang="en-GB" b="1" i="0" dirty="0" smtClean="0">
                            <a:solidFill>
                              <a:srgbClr val="FF0000"/>
                            </a:solidFill>
                            <a:latin typeface="Cambria Math" panose="02040503050406030204" pitchFamily="18" charset="0"/>
                          </a:rPr>
                          <m:t>𝐱</m:t>
                        </m:r>
                      </m:e>
                    </m:d>
                  </m:oMath>
                </a14:m>
                <a:r>
                  <a:rPr lang="en-GB" dirty="0"/>
                  <a:t> of the discrete random variable </a:t>
                </a:r>
                <a14:m>
                  <m:oMath xmlns:m="http://schemas.openxmlformats.org/officeDocument/2006/math">
                    <m:r>
                      <m:rPr>
                        <m:sty m:val="p"/>
                      </m:rPr>
                      <a:rPr lang="en-GB" b="0" i="0" dirty="0" smtClean="0">
                        <a:latin typeface="Cambria Math" panose="02040503050406030204" pitchFamily="18" charset="0"/>
                      </a:rPr>
                      <m:t>X</m:t>
                    </m:r>
                  </m:oMath>
                </a14:m>
                <a:r>
                  <a:rPr lang="en-GB" dirty="0"/>
                  <a:t> is defined by </a:t>
                </a:r>
              </a:p>
              <a:p>
                <a:pPr marL="628650" lvl="1" indent="0">
                  <a:lnSpc>
                    <a:spcPct val="100000"/>
                  </a:lnSpc>
                  <a:spcBef>
                    <a:spcPts val="0"/>
                  </a:spcBef>
                  <a:buNone/>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F</m:t>
                      </m:r>
                      <m:d>
                        <m:dPr>
                          <m:ctrlPr>
                            <a:rPr lang="en-GB" i="1" dirty="0" smtClean="0">
                              <a:latin typeface="Cambria Math" panose="02040503050406030204" pitchFamily="18" charset="0"/>
                            </a:rPr>
                          </m:ctrlPr>
                        </m:dPr>
                        <m:e>
                          <m:r>
                            <m:rPr>
                              <m:sty m:val="p"/>
                            </m:rPr>
                            <a:rPr lang="en-GB" b="0" i="0" dirty="0" smtClean="0">
                              <a:latin typeface="Cambria Math" panose="02040503050406030204" pitchFamily="18" charset="0"/>
                            </a:rPr>
                            <m:t>x</m:t>
                          </m:r>
                        </m:e>
                      </m:d>
                      <m:r>
                        <a:rPr lang="en-GB" b="0" i="0" dirty="0" smtClean="0">
                          <a:latin typeface="Cambria Math" panose="02040503050406030204" pitchFamily="18" charset="0"/>
                        </a:rPr>
                        <m:t>=</m:t>
                      </m:r>
                      <m:r>
                        <m:rPr>
                          <m:sty m:val="p"/>
                        </m:rPr>
                        <a:rPr lang="en-GB" b="0" i="0" dirty="0" smtClean="0">
                          <a:latin typeface="Cambria Math" panose="02040503050406030204" pitchFamily="18" charset="0"/>
                        </a:rPr>
                        <m:t>P</m:t>
                      </m:r>
                      <m:d>
                        <m:dPr>
                          <m:ctrlPr>
                            <a:rPr lang="en-GB" i="1" dirty="0" smtClean="0">
                              <a:latin typeface="Cambria Math" panose="02040503050406030204" pitchFamily="18" charset="0"/>
                            </a:rPr>
                          </m:ctrlPr>
                        </m:dPr>
                        <m:e>
                          <m:r>
                            <m:rPr>
                              <m:sty m:val="p"/>
                            </m:rPr>
                            <a:rPr lang="en-IN" b="0" i="0" dirty="0" smtClean="0">
                              <a:latin typeface="Cambria Math" panose="02040503050406030204" pitchFamily="18" charset="0"/>
                            </a:rPr>
                            <m:t>X</m:t>
                          </m:r>
                          <m:r>
                            <a:rPr lang="en-IN" b="0" i="0" dirty="0" smtClean="0">
                              <a:latin typeface="Cambria Math" panose="02040503050406030204" pitchFamily="18" charset="0"/>
                            </a:rPr>
                            <m:t>≤</m:t>
                          </m:r>
                          <m:r>
                            <m:rPr>
                              <m:sty m:val="p"/>
                            </m:rPr>
                            <a:rPr lang="en-IN" b="0" i="0" dirty="0" smtClean="0">
                              <a:latin typeface="Cambria Math" panose="02040503050406030204" pitchFamily="18" charset="0"/>
                            </a:rPr>
                            <m:t>x</m:t>
                          </m:r>
                        </m:e>
                      </m:d>
                      <m:r>
                        <a:rPr lang="en-GB" b="0" i="0" dirty="0" smtClean="0">
                          <a:latin typeface="Cambria Math" panose="02040503050406030204" pitchFamily="18" charset="0"/>
                        </a:rPr>
                        <m:t>=</m:t>
                      </m:r>
                      <m:nary>
                        <m:naryPr>
                          <m:chr m:val="∑"/>
                          <m:ctrlPr>
                            <a:rPr lang="en-GB" i="1" dirty="0" smtClean="0">
                              <a:latin typeface="Cambria Math" panose="02040503050406030204" pitchFamily="18" charset="0"/>
                            </a:rPr>
                          </m:ctrlPr>
                        </m:naryPr>
                        <m:sub>
                          <m:r>
                            <a:rPr lang="en-GB" b="0" i="0" dirty="0" smtClean="0">
                              <a:latin typeface="Cambria Math" panose="02040503050406030204" pitchFamily="18" charset="0"/>
                            </a:rPr>
                            <m:t> </m:t>
                          </m:r>
                          <m:r>
                            <m:rPr>
                              <m:sty m:val="p"/>
                            </m:rPr>
                            <a:rPr lang="en-IN" b="0" i="0" dirty="0" smtClean="0">
                              <a:latin typeface="Cambria Math" panose="02040503050406030204" pitchFamily="18" charset="0"/>
                            </a:rPr>
                            <m:t>i</m:t>
                          </m:r>
                          <m:r>
                            <a:rPr lang="en-GB" b="0" i="0" dirty="0" smtClean="0">
                              <a:latin typeface="Cambria Math" panose="02040503050406030204" pitchFamily="18" charset="0"/>
                            </a:rPr>
                            <m:t>=1 </m:t>
                          </m:r>
                        </m:sub>
                        <m:sup>
                          <m:r>
                            <m:rPr>
                              <m:sty m:val="p"/>
                            </m:rPr>
                            <a:rPr lang="en-IN" b="0" i="0" dirty="0" smtClean="0">
                              <a:latin typeface="Cambria Math" panose="02040503050406030204" pitchFamily="18" charset="0"/>
                            </a:rPr>
                            <m:t>x</m:t>
                          </m:r>
                        </m:sup>
                        <m:e>
                          <m:r>
                            <m:rPr>
                              <m:sty m:val="p"/>
                            </m:rPr>
                            <a:rPr lang="en-IN" b="0" i="0" dirty="0" smtClean="0">
                              <a:latin typeface="Cambria Math" panose="02040503050406030204" pitchFamily="18" charset="0"/>
                            </a:rPr>
                            <m:t>p</m:t>
                          </m:r>
                          <m:d>
                            <m:dPr>
                              <m:ctrlPr>
                                <a:rPr lang="en-GB" i="1" dirty="0" smtClean="0">
                                  <a:latin typeface="Cambria Math" panose="02040503050406030204" pitchFamily="18" charset="0"/>
                                </a:rPr>
                              </m:ctrlPr>
                            </m:dPr>
                            <m:e>
                              <m:sSub>
                                <m:sSubPr>
                                  <m:ctrlPr>
                                    <a:rPr lang="en-GB" i="1" dirty="0" err="1" smtClean="0">
                                      <a:latin typeface="Cambria Math" panose="02040503050406030204" pitchFamily="18" charset="0"/>
                                    </a:rPr>
                                  </m:ctrlPr>
                                </m:sSubPr>
                                <m:e>
                                  <m:r>
                                    <m:rPr>
                                      <m:sty m:val="p"/>
                                    </m:rPr>
                                    <a:rPr lang="en-IN" b="0" i="0" dirty="0" smtClean="0">
                                      <a:latin typeface="Cambria Math" panose="02040503050406030204" pitchFamily="18" charset="0"/>
                                    </a:rPr>
                                    <m:t>x</m:t>
                                  </m:r>
                                </m:e>
                                <m:sub>
                                  <m:r>
                                    <m:rPr>
                                      <m:sty m:val="p"/>
                                    </m:rPr>
                                    <a:rPr lang="en-IN" b="0" i="0" dirty="0" smtClean="0">
                                      <a:latin typeface="Cambria Math" panose="02040503050406030204" pitchFamily="18" charset="0"/>
                                    </a:rPr>
                                    <m:t>i</m:t>
                                  </m:r>
                                </m:sub>
                              </m:sSub>
                            </m:e>
                          </m:d>
                        </m:e>
                      </m:nary>
                    </m:oMath>
                  </m:oMathPara>
                </a14:m>
                <a:endParaRPr lang="en-IN" dirty="0"/>
              </a:p>
              <a:p>
                <a:pPr marL="622300" indent="0">
                  <a:lnSpc>
                    <a:spcPct val="100000"/>
                  </a:lnSpc>
                  <a:buNone/>
                </a:pPr>
                <a:r>
                  <a:rPr lang="en-GB" dirty="0"/>
                  <a:t>where, </a:t>
                </a:r>
                <a14:m>
                  <m:oMath xmlns:m="http://schemas.openxmlformats.org/officeDocument/2006/math">
                    <m:r>
                      <m:rPr>
                        <m:sty m:val="p"/>
                      </m:rPr>
                      <a:rPr lang="en-GB" i="0" dirty="0" smtClean="0">
                        <a:latin typeface="Cambria Math" panose="02040503050406030204" pitchFamily="18" charset="0"/>
                      </a:rPr>
                      <m:t>X</m:t>
                    </m:r>
                  </m:oMath>
                </a14:m>
                <a:r>
                  <a:rPr lang="en-GB" dirty="0"/>
                  <a:t> be a discrete random variable which takes the values </a:t>
                </a:r>
                <a14:m>
                  <m:oMath xmlns:m="http://schemas.openxmlformats.org/officeDocument/2006/math">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1</m:t>
                        </m:r>
                      </m:sub>
                    </m:sSub>
                    <m:r>
                      <a:rPr lang="en-GB" i="0" dirty="0" smtClean="0">
                        <a:latin typeface="Cambria Math" panose="02040503050406030204" pitchFamily="18" charset="0"/>
                      </a:rPr>
                      <m:t>,</m:t>
                    </m:r>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2</m:t>
                        </m:r>
                      </m:sub>
                    </m:sSub>
                    <m:r>
                      <a:rPr lang="en-GB" i="0" dirty="0" smtClean="0">
                        <a:latin typeface="Cambria Math" panose="02040503050406030204" pitchFamily="18" charset="0"/>
                      </a:rPr>
                      <m:t>,</m:t>
                    </m:r>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3</m:t>
                        </m:r>
                      </m:sub>
                    </m:sSub>
                    <m:r>
                      <a:rPr lang="en-GB" i="0" dirty="0" smtClean="0">
                        <a:latin typeface="Cambria Math" panose="02040503050406030204" pitchFamily="18" charset="0"/>
                      </a:rPr>
                      <m:t>…</m:t>
                    </m:r>
                  </m:oMath>
                </a14:m>
                <a:r>
                  <a:rPr lang="en-GB" dirty="0"/>
                  <a:t> .</a:t>
                </a:r>
              </a:p>
              <a:p>
                <a:pPr marL="622300" indent="0">
                  <a:lnSpc>
                    <a:spcPct val="100000"/>
                  </a:lnSpc>
                  <a:buNone/>
                </a:pPr>
                <a:r>
                  <a:rPr lang="en-GB" dirty="0"/>
                  <a:t>such that </a:t>
                </a:r>
                <a14:m>
                  <m:oMath xmlns:m="http://schemas.openxmlformats.org/officeDocument/2006/math">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1</m:t>
                        </m:r>
                      </m:sub>
                    </m:sSub>
                    <m:r>
                      <a:rPr lang="en-GB" i="0" dirty="0" smtClean="0">
                        <a:latin typeface="Cambria Math" panose="02040503050406030204" pitchFamily="18" charset="0"/>
                      </a:rPr>
                      <m:t>&lt;</m:t>
                    </m:r>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2</m:t>
                        </m:r>
                      </m:sub>
                    </m:sSub>
                    <m:r>
                      <a:rPr lang="en-GB" i="0" dirty="0" smtClean="0">
                        <a:latin typeface="Cambria Math" panose="02040503050406030204" pitchFamily="18" charset="0"/>
                      </a:rPr>
                      <m:t>&lt;⋯</m:t>
                    </m:r>
                  </m:oMath>
                </a14:m>
                <a:r>
                  <a:rPr lang="en-GB" dirty="0"/>
                  <a:t> with probabilities </a:t>
                </a:r>
                <a14:m>
                  <m:oMath xmlns:m="http://schemas.openxmlformats.org/officeDocument/2006/math">
                    <m:r>
                      <m:rPr>
                        <m:sty m:val="p"/>
                      </m:rPr>
                      <a:rPr lang="en-GB" i="0" dirty="0" smtClean="0">
                        <a:latin typeface="Cambria Math" panose="02040503050406030204" pitchFamily="18" charset="0"/>
                      </a:rPr>
                      <m:t>p</m:t>
                    </m:r>
                    <m:d>
                      <m:dPr>
                        <m:ctrlPr>
                          <a:rPr lang="en-GB" i="1" dirty="0" smtClean="0">
                            <a:latin typeface="Cambria Math" panose="02040503050406030204" pitchFamily="18" charset="0"/>
                          </a:rPr>
                        </m:ctrlPr>
                      </m:dPr>
                      <m:e>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1</m:t>
                            </m:r>
                          </m:sub>
                        </m:sSub>
                      </m:e>
                    </m:d>
                    <m:r>
                      <a:rPr lang="en-GB" i="0" dirty="0" smtClean="0">
                        <a:latin typeface="Cambria Math" panose="02040503050406030204" pitchFamily="18" charset="0"/>
                      </a:rPr>
                      <m:t>,  </m:t>
                    </m:r>
                    <m:r>
                      <m:rPr>
                        <m:sty m:val="p"/>
                      </m:rPr>
                      <a:rPr lang="en-GB" i="0" dirty="0" smtClean="0">
                        <a:latin typeface="Cambria Math" panose="02040503050406030204" pitchFamily="18" charset="0"/>
                      </a:rPr>
                      <m:t>p</m:t>
                    </m:r>
                    <m:d>
                      <m:dPr>
                        <m:ctrlPr>
                          <a:rPr lang="en-GB" i="1" dirty="0" smtClean="0">
                            <a:latin typeface="Cambria Math" panose="02040503050406030204" pitchFamily="18" charset="0"/>
                          </a:rPr>
                        </m:ctrlPr>
                      </m:dPr>
                      <m:e>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2</m:t>
                            </m:r>
                          </m:sub>
                        </m:sSub>
                      </m:e>
                    </m:d>
                    <m:r>
                      <a:rPr lang="en-GB" i="0" dirty="0" smtClean="0">
                        <a:latin typeface="Cambria Math" panose="02040503050406030204" pitchFamily="18" charset="0"/>
                      </a:rPr>
                      <m:t>,  </m:t>
                    </m:r>
                    <m:r>
                      <m:rPr>
                        <m:sty m:val="p"/>
                      </m:rPr>
                      <a:rPr lang="en-GB" i="0" dirty="0" smtClean="0">
                        <a:latin typeface="Cambria Math" panose="02040503050406030204" pitchFamily="18" charset="0"/>
                      </a:rPr>
                      <m:t>p</m:t>
                    </m:r>
                    <m:d>
                      <m:dPr>
                        <m:ctrlPr>
                          <a:rPr lang="en-GB" i="1" dirty="0" smtClean="0">
                            <a:latin typeface="Cambria Math" panose="02040503050406030204" pitchFamily="18" charset="0"/>
                          </a:rPr>
                        </m:ctrlPr>
                      </m:dPr>
                      <m:e>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3</m:t>
                            </m:r>
                          </m:sub>
                        </m:sSub>
                      </m:e>
                    </m:d>
                    <m:r>
                      <a:rPr lang="en-GB" i="0" dirty="0" smtClean="0">
                        <a:latin typeface="Cambria Math" panose="02040503050406030204" pitchFamily="18" charset="0"/>
                      </a:rPr>
                      <m:t>…</m:t>
                    </m:r>
                  </m:oMath>
                </a14:m>
                <a:r>
                  <a:rPr lang="en-GB" dirty="0"/>
                  <a:t> &amp;</a:t>
                </a:r>
              </a:p>
              <a:p>
                <a:pPr marL="622300" indent="0">
                  <a:lnSpc>
                    <a:spcPct val="112000"/>
                  </a:lnSpc>
                  <a:buNone/>
                </a:pPr>
                <a14:m>
                  <m:oMathPara xmlns:m="http://schemas.openxmlformats.org/officeDocument/2006/math">
                    <m:oMathParaPr>
                      <m:jc m:val="left"/>
                    </m:oMathParaPr>
                    <m:oMath xmlns:m="http://schemas.openxmlformats.org/officeDocument/2006/math">
                      <m:r>
                        <m:rPr>
                          <m:sty m:val="p"/>
                        </m:rPr>
                        <a:rPr lang="en-GB" i="0" dirty="0" smtClean="0">
                          <a:latin typeface="Cambria Math" panose="02040503050406030204" pitchFamily="18" charset="0"/>
                        </a:rPr>
                        <m:t>p</m:t>
                      </m:r>
                      <m:d>
                        <m:dPr>
                          <m:ctrlPr>
                            <a:rPr lang="en-GB" i="1" dirty="0" smtClean="0">
                              <a:latin typeface="Cambria Math" panose="02040503050406030204" pitchFamily="18" charset="0"/>
                            </a:rPr>
                          </m:ctrlPr>
                        </m:dPr>
                        <m:e>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m:rPr>
                                  <m:sty m:val="p"/>
                                </m:rPr>
                                <a:rPr lang="en-GB" i="0" dirty="0" smtClean="0">
                                  <a:latin typeface="Cambria Math" panose="02040503050406030204" pitchFamily="18" charset="0"/>
                                </a:rPr>
                                <m:t>i</m:t>
                              </m:r>
                            </m:sub>
                          </m:sSub>
                        </m:e>
                      </m:d>
                      <m:r>
                        <a:rPr lang="en-GB" i="0" dirty="0" smtClean="0">
                          <a:latin typeface="Cambria Math" panose="02040503050406030204" pitchFamily="18" charset="0"/>
                        </a:rPr>
                        <m:t>≥0 </m:t>
                      </m:r>
                      <m:r>
                        <m:rPr>
                          <m:nor/>
                        </m:rPr>
                        <a:rPr lang="en-GB" i="0" dirty="0" smtClean="0">
                          <a:latin typeface="+mj-lt"/>
                        </a:rPr>
                        <m:t>for</m:t>
                      </m:r>
                      <m:r>
                        <m:rPr>
                          <m:nor/>
                        </m:rPr>
                        <a:rPr lang="en-GB" i="0" dirty="0" smtClean="0">
                          <a:latin typeface="+mj-lt"/>
                        </a:rPr>
                        <m:t> </m:t>
                      </m:r>
                      <m:r>
                        <m:rPr>
                          <m:nor/>
                        </m:rPr>
                        <a:rPr lang="en-GB" i="0" dirty="0" smtClean="0">
                          <a:latin typeface="+mj-lt"/>
                        </a:rPr>
                        <m:t>all</m:t>
                      </m:r>
                      <m:r>
                        <m:rPr>
                          <m:nor/>
                        </m:rPr>
                        <a:rPr lang="en-GB" i="0" dirty="0" smtClean="0">
                          <a:latin typeface="+mj-lt"/>
                        </a:rPr>
                        <m:t> </m:t>
                      </m:r>
                      <m:r>
                        <m:rPr>
                          <m:nor/>
                        </m:rPr>
                        <a:rPr lang="en-GB" i="0" dirty="0" smtClean="0">
                          <a:latin typeface="+mj-lt"/>
                        </a:rPr>
                        <m:t>values</m:t>
                      </m:r>
                      <m:r>
                        <m:rPr>
                          <m:nor/>
                        </m:rPr>
                        <a:rPr lang="en-GB" i="0" dirty="0" smtClean="0">
                          <a:latin typeface="+mj-lt"/>
                        </a:rPr>
                        <m:t> </m:t>
                      </m:r>
                      <m:r>
                        <m:rPr>
                          <m:nor/>
                        </m:rPr>
                        <a:rPr lang="en-GB" i="0" dirty="0" smtClean="0">
                          <a:latin typeface="+mj-lt"/>
                        </a:rPr>
                        <m:t>of</m:t>
                      </m:r>
                      <m:r>
                        <a:rPr lang="en-GB" i="0" dirty="0" smtClean="0">
                          <a:latin typeface="Cambria Math" panose="02040503050406030204" pitchFamily="18" charset="0"/>
                        </a:rPr>
                        <m:t> </m:t>
                      </m:r>
                      <m:r>
                        <m:rPr>
                          <m:sty m:val="p"/>
                        </m:rPr>
                        <a:rPr lang="en-GB" i="0" dirty="0" smtClean="0">
                          <a:latin typeface="Cambria Math" panose="02040503050406030204" pitchFamily="18" charset="0"/>
                        </a:rPr>
                        <m:t>i</m:t>
                      </m:r>
                      <m:r>
                        <a:rPr lang="en-GB" i="0" dirty="0" smtClean="0">
                          <a:latin typeface="Cambria Math" panose="02040503050406030204" pitchFamily="18" charset="0"/>
                        </a:rPr>
                        <m:t> </m:t>
                      </m:r>
                      <m:r>
                        <m:rPr>
                          <m:nor/>
                        </m:rPr>
                        <a:rPr lang="en-GB" i="0" dirty="0" smtClean="0">
                          <a:latin typeface="+mj-lt"/>
                        </a:rPr>
                        <m:t>and</m:t>
                      </m:r>
                      <m:r>
                        <a:rPr lang="en-GB" i="0" dirty="0" smtClean="0">
                          <a:latin typeface="Cambria Math" panose="02040503050406030204" pitchFamily="18" charset="0"/>
                        </a:rPr>
                        <m:t> </m:t>
                      </m:r>
                      <m:nary>
                        <m:naryPr>
                          <m:chr m:val="∑"/>
                          <m:ctrlPr>
                            <a:rPr lang="en-GB" i="1" dirty="0" smtClean="0">
                              <a:latin typeface="Cambria Math" panose="02040503050406030204" pitchFamily="18" charset="0"/>
                            </a:rPr>
                          </m:ctrlPr>
                        </m:naryPr>
                        <m:sub>
                          <m:r>
                            <m:rPr>
                              <m:sty m:val="p"/>
                            </m:rPr>
                            <a:rPr lang="en-GB" i="0" dirty="0" smtClean="0">
                              <a:latin typeface="Cambria Math" panose="02040503050406030204" pitchFamily="18" charset="0"/>
                            </a:rPr>
                            <m:t>i</m:t>
                          </m:r>
                          <m:r>
                            <a:rPr lang="en-GB" i="0" dirty="0" smtClean="0">
                              <a:latin typeface="Cambria Math" panose="02040503050406030204" pitchFamily="18" charset="0"/>
                            </a:rPr>
                            <m:t>=1 </m:t>
                          </m:r>
                        </m:sub>
                        <m:sup>
                          <m:r>
                            <m:rPr>
                              <m:sty m:val="p"/>
                            </m:rPr>
                            <a:rPr lang="en-GB" i="0" dirty="0" smtClean="0">
                              <a:latin typeface="Cambria Math" panose="02040503050406030204" pitchFamily="18" charset="0"/>
                            </a:rPr>
                            <m:t>x</m:t>
                          </m:r>
                        </m:sup>
                        <m:e>
                          <m:r>
                            <m:rPr>
                              <m:sty m:val="p"/>
                            </m:rPr>
                            <a:rPr lang="en-GB" i="0" dirty="0" smtClean="0">
                              <a:latin typeface="Cambria Math" panose="02040503050406030204" pitchFamily="18" charset="0"/>
                            </a:rPr>
                            <m:t>p</m:t>
                          </m:r>
                          <m:d>
                            <m:dPr>
                              <m:ctrlPr>
                                <a:rPr lang="en-GB" i="1" dirty="0" smtClean="0">
                                  <a:latin typeface="Cambria Math" panose="02040503050406030204" pitchFamily="18" charset="0"/>
                                </a:rPr>
                              </m:ctrlPr>
                            </m:dPr>
                            <m:e>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m:rPr>
                                      <m:sty m:val="p"/>
                                    </m:rPr>
                                    <a:rPr lang="en-GB" i="0" dirty="0" smtClean="0">
                                      <a:latin typeface="Cambria Math" panose="02040503050406030204" pitchFamily="18" charset="0"/>
                                    </a:rPr>
                                    <m:t>i</m:t>
                                  </m:r>
                                </m:sub>
                              </m:sSub>
                            </m:e>
                          </m:d>
                          <m:r>
                            <a:rPr lang="en-GB" i="0" dirty="0" smtClean="0">
                              <a:latin typeface="Cambria Math" panose="02040503050406030204" pitchFamily="18" charset="0"/>
                            </a:rPr>
                            <m:t>=1</m:t>
                          </m:r>
                        </m:e>
                      </m:nary>
                    </m:oMath>
                  </m:oMathPara>
                </a14:m>
                <a:endParaRPr lang="en-GB" dirty="0"/>
              </a:p>
              <a:p>
                <a:pPr marL="622300" indent="0">
                  <a:lnSpc>
                    <a:spcPct val="100000"/>
                  </a:lnSpc>
                  <a:buNone/>
                </a:pPr>
                <a:r>
                  <a:rPr lang="en-GB" dirty="0"/>
                  <a:t>where, </a:t>
                </a:r>
                <a14:m>
                  <m:oMath xmlns:m="http://schemas.openxmlformats.org/officeDocument/2006/math">
                    <m:r>
                      <m:rPr>
                        <m:sty m:val="p"/>
                      </m:rPr>
                      <a:rPr lang="en-GB" i="0" dirty="0" smtClean="0">
                        <a:latin typeface="Cambria Math" panose="02040503050406030204" pitchFamily="18" charset="0"/>
                      </a:rPr>
                      <m:t>x</m:t>
                    </m:r>
                  </m:oMath>
                </a14:m>
                <a:r>
                  <a:rPr lang="en-GB" dirty="0"/>
                  <a:t> is any integer.</a:t>
                </a:r>
              </a:p>
              <a:p>
                <a:pPr marL="622300" indent="0">
                  <a:buNone/>
                </a:pPr>
                <a:endParaRPr lang="en-IN" dirty="0"/>
              </a:p>
            </p:txBody>
          </p:sp>
        </mc:Choice>
        <mc:Fallback xmlns="">
          <p:sp>
            <p:nvSpPr>
              <p:cNvPr id="2" name="Content Placeholder 1">
                <a:extLst>
                  <a:ext uri="{FF2B5EF4-FFF2-40B4-BE49-F238E27FC236}">
                    <a16:creationId xmlns:a16="http://schemas.microsoft.com/office/drawing/2014/main" id="{24C63A3C-2CE8-4697-8081-BFF512197936}"/>
                  </a:ext>
                </a:extLst>
              </p:cNvPr>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p:spTree>
    <p:extLst>
      <p:ext uri="{BB962C8B-B14F-4D97-AF65-F5344CB8AC3E}">
        <p14:creationId xmlns:p14="http://schemas.microsoft.com/office/powerpoint/2010/main" val="92220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9951A2-01C1-4D0C-80E5-17B57CAA2CA6}"/>
              </a:ext>
            </a:extLst>
          </p:cNvPr>
          <p:cNvSpPr>
            <a:spLocks noGrp="1"/>
          </p:cNvSpPr>
          <p:nvPr>
            <p:ph type="title"/>
          </p:nvPr>
        </p:nvSpPr>
        <p:spPr/>
        <p:txBody>
          <a:bodyPr>
            <a:normAutofit/>
          </a:bodyPr>
          <a:lstStyle/>
          <a:p>
            <a:r>
              <a:rPr lang="en-GB" dirty="0"/>
              <a:t>Cumulative Distribution Function</a:t>
            </a:r>
            <a:endParaRPr lang="en-IN" dirty="0"/>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24C63A3C-2CE8-4697-8081-BFF512197936}"/>
                  </a:ext>
                </a:extLst>
              </p:cNvPr>
              <p:cNvSpPr>
                <a:spLocks noGrp="1"/>
              </p:cNvSpPr>
              <p:nvPr>
                <p:ph idx="1"/>
              </p:nvPr>
            </p:nvSpPr>
            <p:spPr/>
            <p:txBody>
              <a:bodyPr/>
              <a:lstStyle/>
              <a:p>
                <a:r>
                  <a:rPr lang="en-IN" b="1" dirty="0"/>
                  <a:t>Discrete Distribution Function</a:t>
                </a:r>
              </a:p>
              <a:p>
                <a:pPr lvl="1"/>
                <a:r>
                  <a:rPr lang="en-US" dirty="0"/>
                  <a:t>The set of pairs </a:t>
                </a:r>
                <a14:m>
                  <m:oMath xmlns:m="http://schemas.openxmlformats.org/officeDocument/2006/math">
                    <m:d>
                      <m:dPr>
                        <m:begChr m:val="{"/>
                        <m:endChr m:val="}"/>
                        <m:ctrlPr>
                          <a:rPr lang="en-IN" i="1">
                            <a:latin typeface="Cambria Math" panose="02040503050406030204" pitchFamily="18" charset="0"/>
                          </a:rPr>
                        </m:ctrlPr>
                      </m:dPr>
                      <m:e>
                        <m:r>
                          <a:rPr lang="en-IN" b="0" i="1" smtClean="0">
                            <a:latin typeface="Cambria Math" panose="02040503050406030204" pitchFamily="18" charset="0"/>
                          </a:rPr>
                          <m:t> </m:t>
                        </m:r>
                        <m:sSub>
                          <m:sSubPr>
                            <m:ctrlPr>
                              <a:rPr lang="en-IN" i="1">
                                <a:latin typeface="Cambria Math" panose="02040503050406030204" pitchFamily="18" charset="0"/>
                              </a:rPr>
                            </m:ctrlPr>
                          </m:sSubPr>
                          <m:e>
                            <m:r>
                              <m:rPr>
                                <m:sty m:val="p"/>
                              </m:rPr>
                              <a:rPr lang="en-US">
                                <a:latin typeface="Cambria Math" panose="02040503050406030204" pitchFamily="18" charset="0"/>
                              </a:rPr>
                              <m:t>x</m:t>
                            </m:r>
                          </m:e>
                          <m:sub>
                            <m:r>
                              <m:rPr>
                                <m:sty m:val="p"/>
                              </m:rPr>
                              <a:rPr lang="en-US">
                                <a:latin typeface="Cambria Math" panose="02040503050406030204" pitchFamily="18" charset="0"/>
                              </a:rPr>
                              <m:t>i</m:t>
                            </m:r>
                          </m:sub>
                        </m:sSub>
                        <m:r>
                          <a:rPr lang="en-IN" b="0" i="0" smtClean="0">
                            <a:latin typeface="Cambria Math" panose="02040503050406030204" pitchFamily="18" charset="0"/>
                          </a:rPr>
                          <m:t>,</m:t>
                        </m:r>
                        <m:r>
                          <a:rPr lang="en-IN" b="0" i="1" smtClean="0">
                            <a:latin typeface="Cambria Math" panose="02040503050406030204" pitchFamily="18" charset="0"/>
                          </a:rPr>
                          <m:t> </m:t>
                        </m:r>
                        <m:r>
                          <m:rPr>
                            <m:sty m:val="p"/>
                          </m:rPr>
                          <a:rPr lang="en-US">
                            <a:latin typeface="Cambria Math" panose="02040503050406030204" pitchFamily="18" charset="0"/>
                          </a:rPr>
                          <m:t>F</m:t>
                        </m:r>
                        <m:d>
                          <m:dPr>
                            <m:ctrlPr>
                              <a:rPr lang="en-IN" i="1">
                                <a:latin typeface="Cambria Math" panose="02040503050406030204" pitchFamily="18" charset="0"/>
                              </a:rPr>
                            </m:ctrlPr>
                          </m:dPr>
                          <m:e>
                            <m:r>
                              <m:rPr>
                                <m:sty m:val="p"/>
                              </m:rPr>
                              <a:rPr lang="en-US">
                                <a:latin typeface="Cambria Math" panose="02040503050406030204" pitchFamily="18" charset="0"/>
                              </a:rPr>
                              <m:t>x</m:t>
                            </m:r>
                          </m:e>
                        </m:d>
                        <m:r>
                          <a:rPr lang="en-US" i="1">
                            <a:latin typeface="Cambria Math" panose="02040503050406030204" pitchFamily="18" charset="0"/>
                          </a:rPr>
                          <m:t> </m:t>
                        </m:r>
                      </m:e>
                    </m:d>
                    <m:r>
                      <a:rPr lang="en-US">
                        <a:latin typeface="Cambria Math" panose="02040503050406030204" pitchFamily="18" charset="0"/>
                      </a:rPr>
                      <m:t>, </m:t>
                    </m:r>
                    <m:r>
                      <m:rPr>
                        <m:sty m:val="p"/>
                      </m:rPr>
                      <a:rPr lang="en-US">
                        <a:latin typeface="Cambria Math" panose="02040503050406030204" pitchFamily="18" charset="0"/>
                      </a:rPr>
                      <m:t>i</m:t>
                    </m:r>
                    <m:r>
                      <a:rPr lang="en-US">
                        <a:latin typeface="Cambria Math" panose="02040503050406030204" pitchFamily="18" charset="0"/>
                      </a:rPr>
                      <m:t>=1, 2 ,…</m:t>
                    </m:r>
                  </m:oMath>
                </a14:m>
                <a:r>
                  <a:rPr lang="en-US" dirty="0"/>
                  <a:t> is known as the cumulative probability distribution.</a:t>
                </a:r>
                <a:endParaRPr lang="en-IN" dirty="0"/>
              </a:p>
            </p:txBody>
          </p:sp>
        </mc:Choice>
        <mc:Fallback xmlns="">
          <p:sp>
            <p:nvSpPr>
              <p:cNvPr id="2" name="Content Placeholder 1">
                <a:extLst>
                  <a:ext uri="{FF2B5EF4-FFF2-40B4-BE49-F238E27FC236}">
                    <a16:creationId xmlns:a16="http://schemas.microsoft.com/office/drawing/2014/main" id="{24C63A3C-2CE8-4697-8081-BFF512197936}"/>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graphicFrame>
        <p:nvGraphicFramePr>
          <p:cNvPr id="5" name="Table 2">
            <a:extLst>
              <a:ext uri="{FF2B5EF4-FFF2-40B4-BE49-F238E27FC236}">
                <a16:creationId xmlns:a16="http://schemas.microsoft.com/office/drawing/2014/main" id="{6D37302F-E57B-46C8-BCA8-59A5C952C31E}"/>
              </a:ext>
            </a:extLst>
          </p:cNvPr>
          <p:cNvGraphicFramePr>
            <a:graphicFrameLocks noGrp="1"/>
          </p:cNvGraphicFramePr>
          <p:nvPr/>
        </p:nvGraphicFramePr>
        <p:xfrm>
          <a:off x="878841" y="2823861"/>
          <a:ext cx="10193402" cy="1210278"/>
        </p:xfrm>
        <a:graphic>
          <a:graphicData uri="http://schemas.openxmlformats.org/drawingml/2006/table">
            <a:tbl>
              <a:tblPr firstCol="1" bandRow="1">
                <a:tableStyleId>{93296810-A885-4BE3-A3E7-6D5BEEA58F35}</a:tableStyleId>
              </a:tblPr>
              <a:tblGrid>
                <a:gridCol w="1476000">
                  <a:extLst>
                    <a:ext uri="{9D8B030D-6E8A-4147-A177-3AD203B41FA5}">
                      <a16:colId xmlns:a16="http://schemas.microsoft.com/office/drawing/2014/main" val="2280401672"/>
                    </a:ext>
                  </a:extLst>
                </a:gridCol>
                <a:gridCol w="1688303">
                  <a:extLst>
                    <a:ext uri="{9D8B030D-6E8A-4147-A177-3AD203B41FA5}">
                      <a16:colId xmlns:a16="http://schemas.microsoft.com/office/drawing/2014/main" val="3689709473"/>
                    </a:ext>
                  </a:extLst>
                </a:gridCol>
                <a:gridCol w="2461067">
                  <a:extLst>
                    <a:ext uri="{9D8B030D-6E8A-4147-A177-3AD203B41FA5}">
                      <a16:colId xmlns:a16="http://schemas.microsoft.com/office/drawing/2014/main" val="1526058969"/>
                    </a:ext>
                  </a:extLst>
                </a:gridCol>
                <a:gridCol w="3668032">
                  <a:extLst>
                    <a:ext uri="{9D8B030D-6E8A-4147-A177-3AD203B41FA5}">
                      <a16:colId xmlns:a16="http://schemas.microsoft.com/office/drawing/2014/main" val="3685876560"/>
                    </a:ext>
                  </a:extLst>
                </a:gridCol>
                <a:gridCol w="900000">
                  <a:extLst>
                    <a:ext uri="{9D8B030D-6E8A-4147-A177-3AD203B41FA5}">
                      <a16:colId xmlns:a16="http://schemas.microsoft.com/office/drawing/2014/main" val="483004793"/>
                    </a:ext>
                  </a:extLst>
                </a:gridCol>
              </a:tblGrid>
              <a:tr h="605139">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baseline="30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7204194"/>
                  </a:ext>
                </a:extLst>
              </a:tr>
              <a:tr h="605139">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baseline="30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7604946"/>
                  </a:ext>
                </a:extLst>
              </a:tr>
            </a:tbl>
          </a:graphicData>
        </a:graphic>
      </p:graphicFrame>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C39AA80-7E19-4894-93DA-20E386175E83}"/>
                  </a:ext>
                </a:extLst>
              </p:cNvPr>
              <p:cNvSpPr txBox="1"/>
              <p:nvPr/>
            </p:nvSpPr>
            <p:spPr>
              <a:xfrm>
                <a:off x="1179163" y="2841465"/>
                <a:ext cx="856638"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i="0" dirty="0" smtClean="0">
                          <a:solidFill>
                            <a:schemeClr val="bg1"/>
                          </a:solidFill>
                          <a:latin typeface="Cambria Math" panose="02040503050406030204" pitchFamily="18" charset="0"/>
                        </a:rPr>
                        <m:t>𝐗</m:t>
                      </m:r>
                    </m:oMath>
                  </m:oMathPara>
                </a14:m>
                <a:endParaRPr lang="en-IN" b="1" dirty="0">
                  <a:solidFill>
                    <a:schemeClr val="bg1"/>
                  </a:solidFill>
                </a:endParaRPr>
              </a:p>
            </p:txBody>
          </p:sp>
        </mc:Choice>
        <mc:Fallback xmlns="">
          <p:sp>
            <p:nvSpPr>
              <p:cNvPr id="6" name="TextBox 5">
                <a:extLst>
                  <a:ext uri="{FF2B5EF4-FFF2-40B4-BE49-F238E27FC236}">
                    <a16:creationId xmlns:a16="http://schemas.microsoft.com/office/drawing/2014/main" id="{2C39AA80-7E19-4894-93DA-20E386175E83}"/>
                  </a:ext>
                </a:extLst>
              </p:cNvPr>
              <p:cNvSpPr txBox="1">
                <a:spLocks noRot="1" noChangeAspect="1" noMove="1" noResize="1" noEditPoints="1" noAdjustHandles="1" noChangeArrowheads="1" noChangeShapeType="1" noTextEdit="1"/>
              </p:cNvSpPr>
              <p:nvPr/>
            </p:nvSpPr>
            <p:spPr>
              <a:xfrm>
                <a:off x="1179163" y="2841465"/>
                <a:ext cx="856638"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37D6E60-C35C-4223-8AFF-C6A230E75D18}"/>
                  </a:ext>
                </a:extLst>
              </p:cNvPr>
              <p:cNvSpPr txBox="1"/>
              <p:nvPr/>
            </p:nvSpPr>
            <p:spPr>
              <a:xfrm>
                <a:off x="1179163" y="3478828"/>
                <a:ext cx="856638"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i="0" dirty="0" smtClean="0">
                          <a:solidFill>
                            <a:schemeClr val="bg1"/>
                          </a:solidFill>
                          <a:latin typeface="Cambria Math" panose="02040503050406030204" pitchFamily="18" charset="0"/>
                        </a:rPr>
                        <m:t>𝐅</m:t>
                      </m:r>
                      <m:d>
                        <m:dPr>
                          <m:ctrlPr>
                            <a:rPr lang="en-IN" sz="2800" b="1" i="1" dirty="0">
                              <a:solidFill>
                                <a:schemeClr val="bg1"/>
                              </a:solidFill>
                              <a:latin typeface="Cambria Math" panose="02040503050406030204" pitchFamily="18" charset="0"/>
                            </a:rPr>
                          </m:ctrlPr>
                        </m:dPr>
                        <m:e>
                          <m:r>
                            <a:rPr lang="en-IN" sz="2800" b="1" dirty="0">
                              <a:solidFill>
                                <a:schemeClr val="bg1"/>
                              </a:solidFill>
                              <a:latin typeface="Cambria Math" panose="02040503050406030204" pitchFamily="18" charset="0"/>
                            </a:rPr>
                            <m:t>𝐱</m:t>
                          </m:r>
                        </m:e>
                      </m:d>
                    </m:oMath>
                  </m:oMathPara>
                </a14:m>
                <a:endParaRPr lang="en-IN" b="1" dirty="0">
                  <a:solidFill>
                    <a:schemeClr val="bg1"/>
                  </a:solidFill>
                </a:endParaRPr>
              </a:p>
            </p:txBody>
          </p:sp>
        </mc:Choice>
        <mc:Fallback xmlns="">
          <p:sp>
            <p:nvSpPr>
              <p:cNvPr id="7" name="TextBox 6">
                <a:extLst>
                  <a:ext uri="{FF2B5EF4-FFF2-40B4-BE49-F238E27FC236}">
                    <a16:creationId xmlns:a16="http://schemas.microsoft.com/office/drawing/2014/main" id="{F37D6E60-C35C-4223-8AFF-C6A230E75D18}"/>
                  </a:ext>
                </a:extLst>
              </p:cNvPr>
              <p:cNvSpPr txBox="1">
                <a:spLocks noRot="1" noChangeAspect="1" noMove="1" noResize="1" noEditPoints="1" noAdjustHandles="1" noChangeArrowheads="1" noChangeShapeType="1" noTextEdit="1"/>
              </p:cNvSpPr>
              <p:nvPr/>
            </p:nvSpPr>
            <p:spPr>
              <a:xfrm>
                <a:off x="1179163" y="3478828"/>
                <a:ext cx="856638"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F4E2151-D9A7-48DF-B694-294C0921D865}"/>
                  </a:ext>
                </a:extLst>
              </p:cNvPr>
              <p:cNvSpPr txBox="1"/>
              <p:nvPr/>
            </p:nvSpPr>
            <p:spPr>
              <a:xfrm>
                <a:off x="2869740" y="2841465"/>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𝟏</m:t>
                          </m:r>
                        </m:sub>
                      </m:sSub>
                    </m:oMath>
                  </m:oMathPara>
                </a14:m>
                <a:endParaRPr lang="en-IN" b="1" dirty="0">
                  <a:solidFill>
                    <a:srgbClr val="002060"/>
                  </a:solidFill>
                </a:endParaRPr>
              </a:p>
            </p:txBody>
          </p:sp>
        </mc:Choice>
        <mc:Fallback xmlns="">
          <p:sp>
            <p:nvSpPr>
              <p:cNvPr id="8" name="TextBox 7">
                <a:extLst>
                  <a:ext uri="{FF2B5EF4-FFF2-40B4-BE49-F238E27FC236}">
                    <a16:creationId xmlns:a16="http://schemas.microsoft.com/office/drawing/2014/main" id="{7F4E2151-D9A7-48DF-B694-294C0921D865}"/>
                  </a:ext>
                </a:extLst>
              </p:cNvPr>
              <p:cNvSpPr txBox="1">
                <a:spLocks noRot="1" noChangeAspect="1" noMove="1" noResize="1" noEditPoints="1" noAdjustHandles="1" noChangeArrowheads="1" noChangeShapeType="1" noTextEdit="1"/>
              </p:cNvSpPr>
              <p:nvPr/>
            </p:nvSpPr>
            <p:spPr>
              <a:xfrm>
                <a:off x="2869740" y="2841465"/>
                <a:ext cx="653612"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0B40002-3903-45FA-8B8F-C8B0D3665B38}"/>
                  </a:ext>
                </a:extLst>
              </p:cNvPr>
              <p:cNvSpPr txBox="1"/>
              <p:nvPr/>
            </p:nvSpPr>
            <p:spPr>
              <a:xfrm>
                <a:off x="4974221" y="2841465"/>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𝟐</m:t>
                          </m:r>
                        </m:sub>
                      </m:sSub>
                    </m:oMath>
                  </m:oMathPara>
                </a14:m>
                <a:endParaRPr lang="en-IN" b="1" dirty="0">
                  <a:solidFill>
                    <a:srgbClr val="002060"/>
                  </a:solidFill>
                </a:endParaRPr>
              </a:p>
            </p:txBody>
          </p:sp>
        </mc:Choice>
        <mc:Fallback xmlns="">
          <p:sp>
            <p:nvSpPr>
              <p:cNvPr id="9" name="TextBox 8">
                <a:extLst>
                  <a:ext uri="{FF2B5EF4-FFF2-40B4-BE49-F238E27FC236}">
                    <a16:creationId xmlns:a16="http://schemas.microsoft.com/office/drawing/2014/main" id="{50B40002-3903-45FA-8B8F-C8B0D3665B38}"/>
                  </a:ext>
                </a:extLst>
              </p:cNvPr>
              <p:cNvSpPr txBox="1">
                <a:spLocks noRot="1" noChangeAspect="1" noMove="1" noResize="1" noEditPoints="1" noAdjustHandles="1" noChangeArrowheads="1" noChangeShapeType="1" noTextEdit="1"/>
              </p:cNvSpPr>
              <p:nvPr/>
            </p:nvSpPr>
            <p:spPr>
              <a:xfrm>
                <a:off x="4974221" y="2841465"/>
                <a:ext cx="653612"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DB92B05-1D4A-40DC-8AB7-82C2144B1BD8}"/>
                  </a:ext>
                </a:extLst>
              </p:cNvPr>
              <p:cNvSpPr txBox="1"/>
              <p:nvPr/>
            </p:nvSpPr>
            <p:spPr>
              <a:xfrm>
                <a:off x="8169640" y="2852244"/>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𝟑</m:t>
                          </m:r>
                        </m:sub>
                      </m:sSub>
                    </m:oMath>
                  </m:oMathPara>
                </a14:m>
                <a:endParaRPr lang="en-IN" b="1" dirty="0">
                  <a:solidFill>
                    <a:srgbClr val="002060"/>
                  </a:solidFill>
                </a:endParaRPr>
              </a:p>
            </p:txBody>
          </p:sp>
        </mc:Choice>
        <mc:Fallback xmlns="">
          <p:sp>
            <p:nvSpPr>
              <p:cNvPr id="10" name="TextBox 9">
                <a:extLst>
                  <a:ext uri="{FF2B5EF4-FFF2-40B4-BE49-F238E27FC236}">
                    <a16:creationId xmlns:a16="http://schemas.microsoft.com/office/drawing/2014/main" id="{7DB92B05-1D4A-40DC-8AB7-82C2144B1BD8}"/>
                  </a:ext>
                </a:extLst>
              </p:cNvPr>
              <p:cNvSpPr txBox="1">
                <a:spLocks noRot="1" noChangeAspect="1" noMove="1" noResize="1" noEditPoints="1" noAdjustHandles="1" noChangeArrowheads="1" noChangeShapeType="1" noTextEdit="1"/>
              </p:cNvSpPr>
              <p:nvPr/>
            </p:nvSpPr>
            <p:spPr>
              <a:xfrm>
                <a:off x="8169640" y="2852244"/>
                <a:ext cx="653612"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DE8FFAD-175C-4744-BAE4-B48B6F687AEC}"/>
                  </a:ext>
                </a:extLst>
              </p:cNvPr>
              <p:cNvSpPr txBox="1"/>
              <p:nvPr/>
            </p:nvSpPr>
            <p:spPr>
              <a:xfrm>
                <a:off x="2523445" y="3478828"/>
                <a:ext cx="1335143"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dirty="0" smtClean="0">
                          <a:solidFill>
                            <a:srgbClr val="002060"/>
                          </a:solidFill>
                          <a:latin typeface="Cambria Math" panose="02040503050406030204" pitchFamily="18" charset="0"/>
                        </a:rPr>
                        <m:t>𝐩</m:t>
                      </m:r>
                      <m:d>
                        <m:dPr>
                          <m:ctrlPr>
                            <a:rPr lang="en-IN" sz="2800" b="1" i="1" dirty="0" smtClean="0">
                              <a:solidFill>
                                <a:srgbClr val="002060"/>
                              </a:solidFill>
                              <a:latin typeface="Cambria Math" panose="02040503050406030204" pitchFamily="18" charset="0"/>
                            </a:rPr>
                          </m:ctrlPr>
                        </m:dPr>
                        <m:e>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𝟏</m:t>
                              </m:r>
                            </m:sub>
                          </m:sSub>
                        </m:e>
                      </m:d>
                    </m:oMath>
                  </m:oMathPara>
                </a14:m>
                <a:endParaRPr lang="en-IN" b="1" dirty="0">
                  <a:solidFill>
                    <a:srgbClr val="002060"/>
                  </a:solidFill>
                </a:endParaRPr>
              </a:p>
            </p:txBody>
          </p:sp>
        </mc:Choice>
        <mc:Fallback xmlns="">
          <p:sp>
            <p:nvSpPr>
              <p:cNvPr id="12" name="TextBox 11">
                <a:extLst>
                  <a:ext uri="{FF2B5EF4-FFF2-40B4-BE49-F238E27FC236}">
                    <a16:creationId xmlns:a16="http://schemas.microsoft.com/office/drawing/2014/main" id="{DDE8FFAD-175C-4744-BAE4-B48B6F687AEC}"/>
                  </a:ext>
                </a:extLst>
              </p:cNvPr>
              <p:cNvSpPr txBox="1">
                <a:spLocks noRot="1" noChangeAspect="1" noMove="1" noResize="1" noEditPoints="1" noAdjustHandles="1" noChangeArrowheads="1" noChangeShapeType="1" noTextEdit="1"/>
              </p:cNvSpPr>
              <p:nvPr/>
            </p:nvSpPr>
            <p:spPr>
              <a:xfrm>
                <a:off x="2523445" y="3478828"/>
                <a:ext cx="1335143"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B9A9C16-8F95-4D00-B60C-9118BC8F76BD}"/>
                  </a:ext>
                </a:extLst>
              </p:cNvPr>
              <p:cNvSpPr txBox="1"/>
              <p:nvPr/>
            </p:nvSpPr>
            <p:spPr>
              <a:xfrm>
                <a:off x="4105529" y="3478828"/>
                <a:ext cx="998525"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dirty="0" smtClean="0">
                          <a:solidFill>
                            <a:srgbClr val="002060"/>
                          </a:solidFill>
                          <a:latin typeface="Cambria Math" panose="02040503050406030204" pitchFamily="18" charset="0"/>
                        </a:rPr>
                        <m:t>𝐩</m:t>
                      </m:r>
                      <m:d>
                        <m:dPr>
                          <m:ctrlPr>
                            <a:rPr lang="en-IN" sz="2800" b="1" i="1" dirty="0" smtClean="0">
                              <a:solidFill>
                                <a:srgbClr val="002060"/>
                              </a:solidFill>
                              <a:latin typeface="Cambria Math" panose="02040503050406030204" pitchFamily="18" charset="0"/>
                            </a:rPr>
                          </m:ctrlPr>
                        </m:dPr>
                        <m:e>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𝟏</m:t>
                              </m:r>
                            </m:sub>
                          </m:sSub>
                        </m:e>
                      </m:d>
                    </m:oMath>
                  </m:oMathPara>
                </a14:m>
                <a:endParaRPr lang="en-IN" b="1" dirty="0">
                  <a:solidFill>
                    <a:srgbClr val="002060"/>
                  </a:solidFill>
                </a:endParaRPr>
              </a:p>
            </p:txBody>
          </p:sp>
        </mc:Choice>
        <mc:Fallback xmlns="">
          <p:sp>
            <p:nvSpPr>
              <p:cNvPr id="14" name="TextBox 13">
                <a:extLst>
                  <a:ext uri="{FF2B5EF4-FFF2-40B4-BE49-F238E27FC236}">
                    <a16:creationId xmlns:a16="http://schemas.microsoft.com/office/drawing/2014/main" id="{6B9A9C16-8F95-4D00-B60C-9118BC8F76BD}"/>
                  </a:ext>
                </a:extLst>
              </p:cNvPr>
              <p:cNvSpPr txBox="1">
                <a:spLocks noRot="1" noChangeAspect="1" noMove="1" noResize="1" noEditPoints="1" noAdjustHandles="1" noChangeArrowheads="1" noChangeShapeType="1" noTextEdit="1"/>
              </p:cNvSpPr>
              <p:nvPr/>
            </p:nvSpPr>
            <p:spPr>
              <a:xfrm>
                <a:off x="4105529" y="3478828"/>
                <a:ext cx="998525"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21B253A-F550-42BF-B9A5-70E88346161B}"/>
                  </a:ext>
                </a:extLst>
              </p:cNvPr>
              <p:cNvSpPr txBox="1"/>
              <p:nvPr/>
            </p:nvSpPr>
            <p:spPr>
              <a:xfrm>
                <a:off x="5032517" y="3489607"/>
                <a:ext cx="1335143"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i="0" dirty="0" smtClean="0">
                          <a:solidFill>
                            <a:srgbClr val="002060"/>
                          </a:solidFill>
                          <a:latin typeface="Cambria Math" panose="02040503050406030204" pitchFamily="18" charset="0"/>
                        </a:rPr>
                        <m:t>+ </m:t>
                      </m:r>
                      <m:r>
                        <a:rPr lang="en-IN" sz="2800" b="1" dirty="0" smtClean="0">
                          <a:solidFill>
                            <a:srgbClr val="002060"/>
                          </a:solidFill>
                          <a:latin typeface="Cambria Math" panose="02040503050406030204" pitchFamily="18" charset="0"/>
                        </a:rPr>
                        <m:t>𝐩</m:t>
                      </m:r>
                      <m:d>
                        <m:dPr>
                          <m:ctrlPr>
                            <a:rPr lang="en-IN" sz="2800" b="1" i="1" dirty="0" smtClean="0">
                              <a:solidFill>
                                <a:srgbClr val="002060"/>
                              </a:solidFill>
                              <a:latin typeface="Cambria Math" panose="02040503050406030204" pitchFamily="18" charset="0"/>
                            </a:rPr>
                          </m:ctrlPr>
                        </m:dPr>
                        <m:e>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𝟐</m:t>
                              </m:r>
                            </m:sub>
                          </m:sSub>
                        </m:e>
                      </m:d>
                    </m:oMath>
                  </m:oMathPara>
                </a14:m>
                <a:endParaRPr lang="en-IN" b="1" dirty="0">
                  <a:solidFill>
                    <a:srgbClr val="002060"/>
                  </a:solidFill>
                </a:endParaRPr>
              </a:p>
            </p:txBody>
          </p:sp>
        </mc:Choice>
        <mc:Fallback xmlns="">
          <p:sp>
            <p:nvSpPr>
              <p:cNvPr id="15" name="TextBox 14">
                <a:extLst>
                  <a:ext uri="{FF2B5EF4-FFF2-40B4-BE49-F238E27FC236}">
                    <a16:creationId xmlns:a16="http://schemas.microsoft.com/office/drawing/2014/main" id="{721B253A-F550-42BF-B9A5-70E88346161B}"/>
                  </a:ext>
                </a:extLst>
              </p:cNvPr>
              <p:cNvSpPr txBox="1">
                <a:spLocks noRot="1" noChangeAspect="1" noMove="1" noResize="1" noEditPoints="1" noAdjustHandles="1" noChangeArrowheads="1" noChangeShapeType="1" noTextEdit="1"/>
              </p:cNvSpPr>
              <p:nvPr/>
            </p:nvSpPr>
            <p:spPr>
              <a:xfrm>
                <a:off x="5032517" y="3489607"/>
                <a:ext cx="1335143"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55A39B3-2654-4030-9BF3-065C5F462C6F}"/>
                  </a:ext>
                </a:extLst>
              </p:cNvPr>
              <p:cNvSpPr txBox="1"/>
              <p:nvPr/>
            </p:nvSpPr>
            <p:spPr>
              <a:xfrm>
                <a:off x="10265929" y="2891372"/>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i="1" dirty="0" smtClean="0">
                          <a:solidFill>
                            <a:srgbClr val="002060"/>
                          </a:solidFill>
                          <a:latin typeface="Cambria Math" panose="02040503050406030204" pitchFamily="18" charset="0"/>
                        </a:rPr>
                        <m:t>…</m:t>
                      </m:r>
                    </m:oMath>
                  </m:oMathPara>
                </a14:m>
                <a:endParaRPr lang="en-IN" b="1" dirty="0">
                  <a:solidFill>
                    <a:srgbClr val="002060"/>
                  </a:solidFill>
                </a:endParaRPr>
              </a:p>
            </p:txBody>
          </p:sp>
        </mc:Choice>
        <mc:Fallback xmlns="">
          <p:sp>
            <p:nvSpPr>
              <p:cNvPr id="16" name="TextBox 15">
                <a:extLst>
                  <a:ext uri="{FF2B5EF4-FFF2-40B4-BE49-F238E27FC236}">
                    <a16:creationId xmlns:a16="http://schemas.microsoft.com/office/drawing/2014/main" id="{F55A39B3-2654-4030-9BF3-065C5F462C6F}"/>
                  </a:ext>
                </a:extLst>
              </p:cNvPr>
              <p:cNvSpPr txBox="1">
                <a:spLocks noRot="1" noChangeAspect="1" noMove="1" noResize="1" noEditPoints="1" noAdjustHandles="1" noChangeArrowheads="1" noChangeShapeType="1" noTextEdit="1"/>
              </p:cNvSpPr>
              <p:nvPr/>
            </p:nvSpPr>
            <p:spPr>
              <a:xfrm>
                <a:off x="10265929" y="2891372"/>
                <a:ext cx="653612"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F7924A4-B28E-4941-BD5B-438210E5C97F}"/>
                  </a:ext>
                </a:extLst>
              </p:cNvPr>
              <p:cNvSpPr txBox="1"/>
              <p:nvPr/>
            </p:nvSpPr>
            <p:spPr>
              <a:xfrm>
                <a:off x="6539952" y="3478828"/>
                <a:ext cx="998525"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dirty="0" smtClean="0">
                          <a:solidFill>
                            <a:srgbClr val="002060"/>
                          </a:solidFill>
                          <a:latin typeface="Cambria Math" panose="02040503050406030204" pitchFamily="18" charset="0"/>
                        </a:rPr>
                        <m:t>𝐩</m:t>
                      </m:r>
                      <m:d>
                        <m:dPr>
                          <m:ctrlPr>
                            <a:rPr lang="en-IN" sz="2800" b="1" i="1" dirty="0" smtClean="0">
                              <a:solidFill>
                                <a:srgbClr val="002060"/>
                              </a:solidFill>
                              <a:latin typeface="Cambria Math" panose="02040503050406030204" pitchFamily="18" charset="0"/>
                            </a:rPr>
                          </m:ctrlPr>
                        </m:dPr>
                        <m:e>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𝟏</m:t>
                              </m:r>
                            </m:sub>
                          </m:sSub>
                        </m:e>
                      </m:d>
                    </m:oMath>
                  </m:oMathPara>
                </a14:m>
                <a:endParaRPr lang="en-IN" b="1" dirty="0">
                  <a:solidFill>
                    <a:srgbClr val="002060"/>
                  </a:solidFill>
                </a:endParaRPr>
              </a:p>
            </p:txBody>
          </p:sp>
        </mc:Choice>
        <mc:Fallback xmlns="">
          <p:sp>
            <p:nvSpPr>
              <p:cNvPr id="18" name="TextBox 17">
                <a:extLst>
                  <a:ext uri="{FF2B5EF4-FFF2-40B4-BE49-F238E27FC236}">
                    <a16:creationId xmlns:a16="http://schemas.microsoft.com/office/drawing/2014/main" id="{0F7924A4-B28E-4941-BD5B-438210E5C97F}"/>
                  </a:ext>
                </a:extLst>
              </p:cNvPr>
              <p:cNvSpPr txBox="1">
                <a:spLocks noRot="1" noChangeAspect="1" noMove="1" noResize="1" noEditPoints="1" noAdjustHandles="1" noChangeArrowheads="1" noChangeShapeType="1" noTextEdit="1"/>
              </p:cNvSpPr>
              <p:nvPr/>
            </p:nvSpPr>
            <p:spPr>
              <a:xfrm>
                <a:off x="6539952" y="3478828"/>
                <a:ext cx="998525"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772F230-2110-43EE-A393-B9CC187BE4EF}"/>
                  </a:ext>
                </a:extLst>
              </p:cNvPr>
              <p:cNvSpPr txBox="1"/>
              <p:nvPr/>
            </p:nvSpPr>
            <p:spPr>
              <a:xfrm>
                <a:off x="7488109" y="3489607"/>
                <a:ext cx="1335143"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i="0" dirty="0" smtClean="0">
                          <a:solidFill>
                            <a:srgbClr val="002060"/>
                          </a:solidFill>
                          <a:latin typeface="Cambria Math" panose="02040503050406030204" pitchFamily="18" charset="0"/>
                        </a:rPr>
                        <m:t>+ </m:t>
                      </m:r>
                      <m:r>
                        <a:rPr lang="en-IN" sz="2800" b="1" dirty="0" smtClean="0">
                          <a:solidFill>
                            <a:srgbClr val="002060"/>
                          </a:solidFill>
                          <a:latin typeface="Cambria Math" panose="02040503050406030204" pitchFamily="18" charset="0"/>
                        </a:rPr>
                        <m:t>𝐩</m:t>
                      </m:r>
                      <m:d>
                        <m:dPr>
                          <m:ctrlPr>
                            <a:rPr lang="en-IN" sz="2800" b="1" i="1" dirty="0" smtClean="0">
                              <a:solidFill>
                                <a:srgbClr val="002060"/>
                              </a:solidFill>
                              <a:latin typeface="Cambria Math" panose="02040503050406030204" pitchFamily="18" charset="0"/>
                            </a:rPr>
                          </m:ctrlPr>
                        </m:dPr>
                        <m:e>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𝟐</m:t>
                              </m:r>
                            </m:sub>
                          </m:sSub>
                        </m:e>
                      </m:d>
                    </m:oMath>
                  </m:oMathPara>
                </a14:m>
                <a:endParaRPr lang="en-IN" b="1" dirty="0">
                  <a:solidFill>
                    <a:srgbClr val="002060"/>
                  </a:solidFill>
                </a:endParaRPr>
              </a:p>
            </p:txBody>
          </p:sp>
        </mc:Choice>
        <mc:Fallback xmlns="">
          <p:sp>
            <p:nvSpPr>
              <p:cNvPr id="19" name="TextBox 18">
                <a:extLst>
                  <a:ext uri="{FF2B5EF4-FFF2-40B4-BE49-F238E27FC236}">
                    <a16:creationId xmlns:a16="http://schemas.microsoft.com/office/drawing/2014/main" id="{E772F230-2110-43EE-A393-B9CC187BE4EF}"/>
                  </a:ext>
                </a:extLst>
              </p:cNvPr>
              <p:cNvSpPr txBox="1">
                <a:spLocks noRot="1" noChangeAspect="1" noMove="1" noResize="1" noEditPoints="1" noAdjustHandles="1" noChangeArrowheads="1" noChangeShapeType="1" noTextEdit="1"/>
              </p:cNvSpPr>
              <p:nvPr/>
            </p:nvSpPr>
            <p:spPr>
              <a:xfrm>
                <a:off x="7488109" y="3489607"/>
                <a:ext cx="1335143"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5D5A7D8-4D8F-49A7-942E-0C6AF15950C5}"/>
                  </a:ext>
                </a:extLst>
              </p:cNvPr>
              <p:cNvSpPr txBox="1"/>
              <p:nvPr/>
            </p:nvSpPr>
            <p:spPr>
              <a:xfrm>
                <a:off x="8784808" y="3489607"/>
                <a:ext cx="1335143"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i="0" dirty="0" smtClean="0">
                          <a:solidFill>
                            <a:srgbClr val="002060"/>
                          </a:solidFill>
                          <a:latin typeface="Cambria Math" panose="02040503050406030204" pitchFamily="18" charset="0"/>
                        </a:rPr>
                        <m:t>+ </m:t>
                      </m:r>
                      <m:r>
                        <a:rPr lang="en-IN" sz="2800" b="1" dirty="0" smtClean="0">
                          <a:solidFill>
                            <a:srgbClr val="002060"/>
                          </a:solidFill>
                          <a:latin typeface="Cambria Math" panose="02040503050406030204" pitchFamily="18" charset="0"/>
                        </a:rPr>
                        <m:t>𝐩</m:t>
                      </m:r>
                      <m:d>
                        <m:dPr>
                          <m:ctrlPr>
                            <a:rPr lang="en-IN" sz="2800" b="1" i="1" dirty="0" smtClean="0">
                              <a:solidFill>
                                <a:srgbClr val="002060"/>
                              </a:solidFill>
                              <a:latin typeface="Cambria Math" panose="02040503050406030204" pitchFamily="18" charset="0"/>
                            </a:rPr>
                          </m:ctrlPr>
                        </m:dPr>
                        <m:e>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𝟑</m:t>
                              </m:r>
                            </m:sub>
                          </m:sSub>
                        </m:e>
                      </m:d>
                    </m:oMath>
                  </m:oMathPara>
                </a14:m>
                <a:endParaRPr lang="en-IN" b="1" dirty="0">
                  <a:solidFill>
                    <a:srgbClr val="002060"/>
                  </a:solidFill>
                </a:endParaRPr>
              </a:p>
            </p:txBody>
          </p:sp>
        </mc:Choice>
        <mc:Fallback xmlns="">
          <p:sp>
            <p:nvSpPr>
              <p:cNvPr id="20" name="TextBox 19">
                <a:extLst>
                  <a:ext uri="{FF2B5EF4-FFF2-40B4-BE49-F238E27FC236}">
                    <a16:creationId xmlns:a16="http://schemas.microsoft.com/office/drawing/2014/main" id="{A5D5A7D8-4D8F-49A7-942E-0C6AF15950C5}"/>
                  </a:ext>
                </a:extLst>
              </p:cNvPr>
              <p:cNvSpPr txBox="1">
                <a:spLocks noRot="1" noChangeAspect="1" noMove="1" noResize="1" noEditPoints="1" noAdjustHandles="1" noChangeArrowheads="1" noChangeShapeType="1" noTextEdit="1"/>
              </p:cNvSpPr>
              <p:nvPr/>
            </p:nvSpPr>
            <p:spPr>
              <a:xfrm>
                <a:off x="8784808" y="3489607"/>
                <a:ext cx="1335143"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B55F120-5656-44F4-9D56-595AE61DE66D}"/>
                  </a:ext>
                </a:extLst>
              </p:cNvPr>
              <p:cNvSpPr txBox="1"/>
              <p:nvPr/>
            </p:nvSpPr>
            <p:spPr>
              <a:xfrm>
                <a:off x="10265929" y="3490713"/>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i="1" dirty="0" smtClean="0">
                          <a:solidFill>
                            <a:srgbClr val="002060"/>
                          </a:solidFill>
                          <a:latin typeface="Cambria Math" panose="02040503050406030204" pitchFamily="18" charset="0"/>
                        </a:rPr>
                        <m:t>…</m:t>
                      </m:r>
                    </m:oMath>
                  </m:oMathPara>
                </a14:m>
                <a:endParaRPr lang="en-IN" b="1" dirty="0">
                  <a:solidFill>
                    <a:srgbClr val="002060"/>
                  </a:solidFill>
                </a:endParaRPr>
              </a:p>
            </p:txBody>
          </p:sp>
        </mc:Choice>
        <mc:Fallback xmlns="">
          <p:sp>
            <p:nvSpPr>
              <p:cNvPr id="21" name="TextBox 20">
                <a:extLst>
                  <a:ext uri="{FF2B5EF4-FFF2-40B4-BE49-F238E27FC236}">
                    <a16:creationId xmlns:a16="http://schemas.microsoft.com/office/drawing/2014/main" id="{FB55F120-5656-44F4-9D56-595AE61DE66D}"/>
                  </a:ext>
                </a:extLst>
              </p:cNvPr>
              <p:cNvSpPr txBox="1">
                <a:spLocks noRot="1" noChangeAspect="1" noMove="1" noResize="1" noEditPoints="1" noAdjustHandles="1" noChangeArrowheads="1" noChangeShapeType="1" noTextEdit="1"/>
              </p:cNvSpPr>
              <p:nvPr/>
            </p:nvSpPr>
            <p:spPr>
              <a:xfrm>
                <a:off x="10265929" y="3490713"/>
                <a:ext cx="653612" cy="523220"/>
              </a:xfrm>
              <a:prstGeom prst="rect">
                <a:avLst/>
              </a:prstGeom>
              <a:blipFill>
                <a:blip r:embed="rId1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938076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8"/>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20"/>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16"/>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2" grpId="0"/>
      <p:bldP spid="14" grpId="0"/>
      <p:bldP spid="15" grpId="0"/>
      <p:bldP spid="16" grpId="0"/>
      <p:bldP spid="18" grpId="0"/>
      <p:bldP spid="19" grpId="0"/>
      <p:bldP spid="20" grpId="0"/>
      <p:bldP spid="21" grpId="0"/>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9951A2-01C1-4D0C-80E5-17B57CAA2CA6}"/>
              </a:ext>
            </a:extLst>
          </p:cNvPr>
          <p:cNvSpPr>
            <a:spLocks noGrp="1"/>
          </p:cNvSpPr>
          <p:nvPr>
            <p:ph type="title"/>
          </p:nvPr>
        </p:nvSpPr>
        <p:spPr/>
        <p:txBody>
          <a:bodyPr>
            <a:normAutofit/>
          </a:bodyPr>
          <a:lstStyle/>
          <a:p>
            <a:r>
              <a:rPr lang="en-GB" dirty="0"/>
              <a:t>Cumulative Distribution Function</a:t>
            </a:r>
            <a:endParaRPr lang="en-IN" dirty="0"/>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24C63A3C-2CE8-4697-8081-BFF512197936}"/>
                  </a:ext>
                </a:extLst>
              </p:cNvPr>
              <p:cNvSpPr>
                <a:spLocks noGrp="1"/>
              </p:cNvSpPr>
              <p:nvPr>
                <p:ph idx="1"/>
              </p:nvPr>
            </p:nvSpPr>
            <p:spPr/>
            <p:txBody>
              <a:bodyPr/>
              <a:lstStyle/>
              <a:p>
                <a:r>
                  <a:rPr lang="en-US" b="1" dirty="0"/>
                  <a:t>Continuous </a:t>
                </a:r>
                <a:r>
                  <a:rPr lang="en-IN" b="1" dirty="0"/>
                  <a:t>Distribution Function</a:t>
                </a:r>
              </a:p>
              <a:p>
                <a:pPr lvl="1"/>
                <a:r>
                  <a:rPr lang="en-US" dirty="0"/>
                  <a:t>If </a:t>
                </a:r>
                <a14:m>
                  <m:oMath xmlns:m="http://schemas.openxmlformats.org/officeDocument/2006/math">
                    <m:r>
                      <m:rPr>
                        <m:sty m:val="p"/>
                      </m:rPr>
                      <a:rPr lang="en-US">
                        <a:latin typeface="Cambria Math" panose="02040503050406030204" pitchFamily="18" charset="0"/>
                      </a:rPr>
                      <m:t>X</m:t>
                    </m:r>
                  </m:oMath>
                </a14:m>
                <a:r>
                  <a:rPr lang="en-US" dirty="0"/>
                  <a:t> is a continuous random variable having the probability density function </a:t>
                </a:r>
                <a14:m>
                  <m:oMath xmlns:m="http://schemas.openxmlformats.org/officeDocument/2006/math">
                    <m:r>
                      <m:rPr>
                        <m:sty m:val="p"/>
                      </m:rPr>
                      <a:rPr lang="en-US">
                        <a:latin typeface="Cambria Math" panose="02040503050406030204" pitchFamily="18" charset="0"/>
                      </a:rPr>
                      <m:t>f</m:t>
                    </m:r>
                    <m:d>
                      <m:dPr>
                        <m:ctrlPr>
                          <a:rPr lang="en-IN" i="1">
                            <a:latin typeface="Cambria Math" panose="02040503050406030204" pitchFamily="18" charset="0"/>
                          </a:rPr>
                        </m:ctrlPr>
                      </m:dPr>
                      <m:e>
                        <m:r>
                          <m:rPr>
                            <m:sty m:val="p"/>
                          </m:rPr>
                          <a:rPr lang="en-US">
                            <a:latin typeface="Cambria Math" panose="02040503050406030204" pitchFamily="18" charset="0"/>
                          </a:rPr>
                          <m:t>x</m:t>
                        </m:r>
                      </m:e>
                    </m:d>
                  </m:oMath>
                </a14:m>
                <a:r>
                  <a:rPr lang="en-US" dirty="0"/>
                  <a:t> then the function </a:t>
                </a:r>
                <a:endParaRPr lang="en-IN" dirty="0"/>
              </a:p>
              <a:p>
                <a:pPr marL="628650" indent="0">
                  <a:lnSpc>
                    <a:spcPct val="100000"/>
                  </a:lnSpc>
                  <a:spcBef>
                    <a:spcPts val="0"/>
                  </a:spcBef>
                  <a:buNone/>
                </a:pPr>
                <a14:m>
                  <m:oMathPara xmlns:m="http://schemas.openxmlformats.org/officeDocument/2006/math">
                    <m:oMathParaPr>
                      <m:jc m:val="left"/>
                    </m:oMathParaPr>
                    <m:oMath xmlns:m="http://schemas.openxmlformats.org/officeDocument/2006/math">
                      <m:r>
                        <m:rPr>
                          <m:sty m:val="p"/>
                        </m:rPr>
                        <a:rPr lang="en-US">
                          <a:latin typeface="Cambria Math" panose="02040503050406030204" pitchFamily="18" charset="0"/>
                        </a:rPr>
                        <m:t>F</m:t>
                      </m:r>
                      <m:d>
                        <m:dPr>
                          <m:ctrlPr>
                            <a:rPr lang="en-IN" i="1">
                              <a:latin typeface="Cambria Math" panose="02040503050406030204" pitchFamily="18" charset="0"/>
                            </a:rPr>
                          </m:ctrlPr>
                        </m:dPr>
                        <m:e>
                          <m:r>
                            <m:rPr>
                              <m:sty m:val="p"/>
                            </m:rPr>
                            <a:rPr lang="en-US">
                              <a:latin typeface="Cambria Math" panose="02040503050406030204" pitchFamily="18" charset="0"/>
                            </a:rPr>
                            <m:t>x</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X</m:t>
                          </m:r>
                          <m:r>
                            <a:rPr lang="en-US">
                              <a:latin typeface="Cambria Math" panose="02040503050406030204" pitchFamily="18" charset="0"/>
                            </a:rPr>
                            <m:t>≤</m:t>
                          </m:r>
                          <m:r>
                            <m:rPr>
                              <m:sty m:val="p"/>
                            </m:rPr>
                            <a:rPr lang="en-US">
                              <a:latin typeface="Cambria Math" panose="02040503050406030204" pitchFamily="18" charset="0"/>
                            </a:rPr>
                            <m:t>x</m:t>
                          </m:r>
                        </m:e>
                      </m:d>
                      <m:r>
                        <a:rPr lang="en-US">
                          <a:latin typeface="Cambria Math" panose="02040503050406030204" pitchFamily="18" charset="0"/>
                        </a:rPr>
                        <m:t>=</m:t>
                      </m:r>
                      <m:nary>
                        <m:naryPr>
                          <m:limLoc m:val="undOvr"/>
                          <m:ctrlPr>
                            <a:rPr lang="en-IN" i="1">
                              <a:latin typeface="Cambria Math" panose="02040503050406030204" pitchFamily="18" charset="0"/>
                            </a:rPr>
                          </m:ctrlPr>
                        </m:naryPr>
                        <m:sub>
                          <m:r>
                            <a:rPr lang="en-US" i="1">
                              <a:latin typeface="Cambria Math" panose="02040503050406030204" pitchFamily="18" charset="0"/>
                            </a:rPr>
                            <m:t>−</m:t>
                          </m:r>
                          <m:r>
                            <a:rPr lang="en-US">
                              <a:latin typeface="Cambria Math" panose="02040503050406030204" pitchFamily="18" charset="0"/>
                            </a:rPr>
                            <m:t>∞</m:t>
                          </m:r>
                        </m:sub>
                        <m:sup>
                          <m:r>
                            <m:rPr>
                              <m:sty m:val="p"/>
                            </m:rPr>
                            <a:rPr lang="en-US">
                              <a:latin typeface="Cambria Math" panose="02040503050406030204" pitchFamily="18" charset="0"/>
                            </a:rPr>
                            <m:t>x</m:t>
                          </m:r>
                        </m:sup>
                        <m:e>
                          <m:r>
                            <m:rPr>
                              <m:sty m:val="p"/>
                            </m:rPr>
                            <a:rPr lang="en-US">
                              <a:latin typeface="Cambria Math" panose="02040503050406030204" pitchFamily="18" charset="0"/>
                            </a:rPr>
                            <m:t>f</m:t>
                          </m:r>
                          <m:d>
                            <m:dPr>
                              <m:ctrlPr>
                                <a:rPr lang="en-IN" i="1">
                                  <a:latin typeface="Cambria Math" panose="02040503050406030204" pitchFamily="18" charset="0"/>
                                </a:rPr>
                              </m:ctrlPr>
                            </m:dPr>
                            <m:e>
                              <m:r>
                                <m:rPr>
                                  <m:sty m:val="p"/>
                                </m:rPr>
                                <a:rPr lang="en-IN" b="0" i="0" smtClean="0">
                                  <a:latin typeface="Cambria Math" panose="02040503050406030204" pitchFamily="18" charset="0"/>
                                </a:rPr>
                                <m:t>t</m:t>
                              </m:r>
                            </m:e>
                          </m:d>
                          <m:r>
                            <a:rPr lang="en-US">
                              <a:latin typeface="Cambria Math" panose="02040503050406030204" pitchFamily="18" charset="0"/>
                            </a:rPr>
                            <m:t> </m:t>
                          </m:r>
                          <m:r>
                            <m:rPr>
                              <m:sty m:val="p"/>
                            </m:rPr>
                            <a:rPr lang="en-US">
                              <a:latin typeface="Cambria Math" panose="02040503050406030204" pitchFamily="18" charset="0"/>
                            </a:rPr>
                            <m:t>dt</m:t>
                          </m:r>
                        </m:e>
                      </m:nary>
                      <m:r>
                        <a:rPr lang="en-US">
                          <a:latin typeface="Cambria Math" panose="02040503050406030204" pitchFamily="18" charset="0"/>
                        </a:rPr>
                        <m:t>  ;  </m:t>
                      </m:r>
                      <m:r>
                        <a:rPr lang="en-US" i="1">
                          <a:latin typeface="Cambria Math" panose="02040503050406030204" pitchFamily="18" charset="0"/>
                        </a:rPr>
                        <m:t>−</m:t>
                      </m:r>
                      <m:r>
                        <a:rPr lang="en-US">
                          <a:latin typeface="Cambria Math" panose="02040503050406030204" pitchFamily="18" charset="0"/>
                        </a:rPr>
                        <m:t>∞&lt;</m:t>
                      </m:r>
                      <m:r>
                        <m:rPr>
                          <m:sty m:val="p"/>
                        </m:rPr>
                        <a:rPr lang="en-IN" b="0" i="0" smtClean="0">
                          <a:latin typeface="Cambria Math" panose="02040503050406030204" pitchFamily="18" charset="0"/>
                        </a:rPr>
                        <m:t>t</m:t>
                      </m:r>
                      <m:r>
                        <a:rPr lang="en-US">
                          <a:latin typeface="Cambria Math" panose="02040503050406030204" pitchFamily="18" charset="0"/>
                        </a:rPr>
                        <m:t>&lt;∞</m:t>
                      </m:r>
                    </m:oMath>
                  </m:oMathPara>
                </a14:m>
                <a:endParaRPr lang="en-IN" dirty="0"/>
              </a:p>
              <a:p>
                <a:pPr marL="628650" indent="0">
                  <a:buNone/>
                </a:pPr>
                <a:r>
                  <a:rPr lang="en-US" dirty="0"/>
                  <a:t>is known as the continuous distribution function.</a:t>
                </a:r>
                <a:endParaRPr lang="en-GB" dirty="0"/>
              </a:p>
              <a:p>
                <a:pPr marL="622300" indent="0">
                  <a:buNone/>
                </a:pPr>
                <a:endParaRPr lang="en-IN" dirty="0"/>
              </a:p>
            </p:txBody>
          </p:sp>
        </mc:Choice>
        <mc:Fallback xmlns="">
          <p:sp>
            <p:nvSpPr>
              <p:cNvPr id="2" name="Content Placeholder 1">
                <a:extLst>
                  <a:ext uri="{FF2B5EF4-FFF2-40B4-BE49-F238E27FC236}">
                    <a16:creationId xmlns:a16="http://schemas.microsoft.com/office/drawing/2014/main" id="{24C63A3C-2CE8-4697-8081-BFF512197936}"/>
                  </a:ext>
                </a:extLst>
              </p:cNvPr>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p:spTree>
    <p:extLst>
      <p:ext uri="{BB962C8B-B14F-4D97-AF65-F5344CB8AC3E}">
        <p14:creationId xmlns:p14="http://schemas.microsoft.com/office/powerpoint/2010/main" val="2010501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9951A2-01C1-4D0C-80E5-17B57CAA2CA6}"/>
              </a:ext>
            </a:extLst>
          </p:cNvPr>
          <p:cNvSpPr>
            <a:spLocks noGrp="1"/>
          </p:cNvSpPr>
          <p:nvPr>
            <p:ph type="title"/>
          </p:nvPr>
        </p:nvSpPr>
        <p:spPr/>
        <p:txBody>
          <a:bodyPr>
            <a:normAutofit/>
          </a:bodyPr>
          <a:lstStyle/>
          <a:p>
            <a:r>
              <a:rPr lang="en-GB" dirty="0"/>
              <a:t>Properties of Continuous Distribution Function</a:t>
            </a:r>
            <a:endParaRPr lang="en-IN" dirty="0"/>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24C63A3C-2CE8-4697-8081-BFF512197936}"/>
                  </a:ext>
                </a:extLst>
              </p:cNvPr>
              <p:cNvSpPr>
                <a:spLocks noGrp="1"/>
              </p:cNvSpPr>
              <p:nvPr>
                <p:ph idx="1"/>
              </p:nvPr>
            </p:nvSpPr>
            <p:spPr/>
            <p:txBody>
              <a:bodyPr/>
              <a:lstStyle/>
              <a:p>
                <a:pPr lvl="0" fontAlgn="base">
                  <a:lnSpc>
                    <a:spcPct val="135000"/>
                  </a:lnSpc>
                  <a:spcBef>
                    <a:spcPts val="1600"/>
                  </a:spcBef>
                </a:pPr>
                <a14:m>
                  <m:oMath xmlns:m="http://schemas.openxmlformats.org/officeDocument/2006/math">
                    <m:r>
                      <m:rPr>
                        <m:sty m:val="p"/>
                      </m:rPr>
                      <a:rPr lang="en-US" smtClean="0">
                        <a:effectLst>
                          <a:glow>
                            <a:srgbClr val="000000"/>
                          </a:glow>
                          <a:outerShdw sx="0" sy="0">
                            <a:srgbClr val="000000"/>
                          </a:outerShdw>
                          <a:reflection stA="0" endPos="0" fadeDir="0" sx="0" sy="0"/>
                        </a:effectLst>
                        <a:latin typeface="Cambria Math" panose="02040503050406030204" pitchFamily="18" charset="0"/>
                      </a:rPr>
                      <m:t>For</m:t>
                    </m:r>
                    <m:r>
                      <a:rPr lang="en-US" i="1">
                        <a:effectLst>
                          <a:glow>
                            <a:srgbClr val="000000"/>
                          </a:glow>
                          <a:outerShdw sx="0" sy="0">
                            <a:srgbClr val="000000"/>
                          </a:outerShdw>
                          <a:reflection stA="0" endPos="0" fadeDir="0" sx="0" sy="0"/>
                        </a:effectLst>
                        <a:latin typeface="Cambria Math" panose="02040503050406030204" pitchFamily="18" charset="0"/>
                      </a:rPr>
                      <m:t>−</m:t>
                    </m:r>
                    <m:r>
                      <a:rPr lang="en-US">
                        <a:effectLst>
                          <a:glow>
                            <a:srgbClr val="000000"/>
                          </a:glow>
                          <a:outerShdw sx="0" sy="0">
                            <a:srgbClr val="000000"/>
                          </a:outerShdw>
                          <a:reflection stA="0" endPos="0" fadeDir="0" sx="0" sy="0"/>
                        </a:effectLst>
                        <a:latin typeface="Cambria Math" panose="02040503050406030204" pitchFamily="18" charset="0"/>
                      </a:rPr>
                      <m:t>∞&lt;</m:t>
                    </m:r>
                    <m:r>
                      <m:rPr>
                        <m:sty m:val="p"/>
                      </m:rPr>
                      <a:rPr lang="en-US">
                        <a:effectLst>
                          <a:glow>
                            <a:srgbClr val="000000"/>
                          </a:glow>
                          <a:outerShdw sx="0" sy="0">
                            <a:srgbClr val="000000"/>
                          </a:outerShdw>
                          <a:reflection stA="0" endPos="0" fadeDir="0" sx="0" sy="0"/>
                        </a:effectLst>
                        <a:latin typeface="Cambria Math" panose="02040503050406030204" pitchFamily="18" charset="0"/>
                      </a:rPr>
                      <m:t>x</m:t>
                    </m:r>
                    <m:r>
                      <a:rPr lang="en-US">
                        <a:effectLst>
                          <a:glow>
                            <a:srgbClr val="000000"/>
                          </a:glow>
                          <a:outerShdw sx="0" sy="0">
                            <a:srgbClr val="000000"/>
                          </a:outerShdw>
                          <a:reflection stA="0" endPos="0" fadeDir="0" sx="0" sy="0"/>
                        </a:effectLst>
                        <a:latin typeface="Cambria Math" panose="02040503050406030204" pitchFamily="18" charset="0"/>
                      </a:rPr>
                      <m:t>&lt;∞, </m:t>
                    </m:r>
                    <m:r>
                      <a:rPr lang="en-US" i="1">
                        <a:effectLst>
                          <a:glow>
                            <a:srgbClr val="000000"/>
                          </a:glow>
                          <a:outerShdw sx="0" sy="0">
                            <a:srgbClr val="000000"/>
                          </a:outerShdw>
                          <a:reflection stA="0" endPos="0" fadeDir="0" sx="0" sy="0"/>
                        </a:effectLst>
                        <a:latin typeface="Cambria Math" panose="02040503050406030204" pitchFamily="18" charset="0"/>
                      </a:rPr>
                      <m:t> </m:t>
                    </m:r>
                    <m:r>
                      <a:rPr lang="en-US">
                        <a:effectLst>
                          <a:glow>
                            <a:srgbClr val="000000"/>
                          </a:glow>
                          <a:outerShdw sx="0" sy="0">
                            <a:srgbClr val="000000"/>
                          </a:outerShdw>
                          <a:reflection stA="0" endPos="0" fadeDir="0" sx="0" sy="0"/>
                        </a:effectLst>
                        <a:latin typeface="Cambria Math" panose="02040503050406030204" pitchFamily="18" charset="0"/>
                      </a:rPr>
                      <m:t>0≤</m:t>
                    </m:r>
                    <m:r>
                      <m:rPr>
                        <m:sty m:val="p"/>
                      </m:rPr>
                      <a:rPr lang="en-US">
                        <a:effectLst>
                          <a:glow>
                            <a:srgbClr val="000000"/>
                          </a:glow>
                          <a:outerShdw sx="0" sy="0">
                            <a:srgbClr val="000000"/>
                          </a:outerShdw>
                          <a:reflection stA="0" endPos="0" fadeDir="0" sx="0" sy="0"/>
                        </a:effectLst>
                        <a:latin typeface="Cambria Math" panose="02040503050406030204" pitchFamily="18" charset="0"/>
                      </a:rPr>
                      <m:t>F</m:t>
                    </m:r>
                    <m:d>
                      <m:dPr>
                        <m:ctrlPr>
                          <a:rPr lang="en-IN" i="1">
                            <a:effectLst>
                              <a:glow>
                                <a:srgbClr val="000000"/>
                              </a:glow>
                              <a:outerShdw sx="0" sy="0">
                                <a:srgbClr val="000000"/>
                              </a:outerShdw>
                              <a:reflection stA="0" endPos="0" fadeDir="0" sx="0" sy="0"/>
                            </a:effectLst>
                            <a:latin typeface="Cambria Math" panose="02040503050406030204" pitchFamily="18" charset="0"/>
                          </a:rPr>
                        </m:ctrlPr>
                      </m:dPr>
                      <m:e>
                        <m:r>
                          <m:rPr>
                            <m:sty m:val="p"/>
                          </m:rPr>
                          <a:rPr lang="en-US">
                            <a:effectLst>
                              <a:glow>
                                <a:srgbClr val="000000"/>
                              </a:glow>
                              <a:outerShdw sx="0" sy="0">
                                <a:srgbClr val="000000"/>
                              </a:outerShdw>
                              <a:reflection stA="0" endPos="0" fadeDir="0" sx="0" sy="0"/>
                            </a:effectLst>
                            <a:latin typeface="Cambria Math" panose="02040503050406030204" pitchFamily="18" charset="0"/>
                          </a:rPr>
                          <m:t>x</m:t>
                        </m:r>
                      </m:e>
                    </m:d>
                    <m:r>
                      <a:rPr lang="en-US">
                        <a:effectLst>
                          <a:glow>
                            <a:srgbClr val="000000"/>
                          </a:glow>
                          <a:outerShdw sx="0" sy="0">
                            <a:srgbClr val="000000"/>
                          </a:outerShdw>
                          <a:reflection stA="0" endPos="0" fadeDir="0" sx="0" sy="0"/>
                        </a:effectLst>
                        <a:latin typeface="Cambria Math" panose="02040503050406030204" pitchFamily="18" charset="0"/>
                      </a:rPr>
                      <m:t>≤1</m:t>
                    </m:r>
                  </m:oMath>
                </a14:m>
                <a:endParaRPr lang="en-IN" dirty="0">
                  <a:effectLst>
                    <a:glow>
                      <a:srgbClr val="000000"/>
                    </a:glow>
                    <a:outerShdw sx="0" sy="0">
                      <a:srgbClr val="000000"/>
                    </a:outerShdw>
                    <a:reflection stA="0" endPos="0" fadeDir="0" sx="0" sy="0"/>
                  </a:effectLst>
                </a:endParaRPr>
              </a:p>
              <a:p>
                <a:pPr lvl="0" fontAlgn="base">
                  <a:lnSpc>
                    <a:spcPct val="135000"/>
                  </a:lnSpc>
                  <a:spcBef>
                    <a:spcPts val="1600"/>
                  </a:spcBef>
                </a:pPr>
                <a14:m>
                  <m:oMath xmlns:m="http://schemas.openxmlformats.org/officeDocument/2006/math">
                    <m:r>
                      <m:rPr>
                        <m:sty m:val="p"/>
                      </m:rPr>
                      <a:rPr lang="en-US">
                        <a:effectLst>
                          <a:glow>
                            <a:srgbClr val="000000"/>
                          </a:glow>
                          <a:outerShdw sx="0" sy="0">
                            <a:srgbClr val="000000"/>
                          </a:outerShdw>
                          <a:reflection stA="0" endPos="0" fadeDir="0" sx="0" sy="0"/>
                        </a:effectLst>
                        <a:latin typeface="Cambria Math" panose="02040503050406030204" pitchFamily="18" charset="0"/>
                      </a:rPr>
                      <m:t>F</m:t>
                    </m:r>
                    <m:r>
                      <a:rPr lang="en-US">
                        <a:effectLst>
                          <a:glow>
                            <a:srgbClr val="000000"/>
                          </a:glow>
                          <a:outerShdw sx="0" sy="0">
                            <a:srgbClr val="000000"/>
                          </a:outerShdw>
                          <a:reflection stA="0" endPos="0" fadeDir="0" sx="0" sy="0"/>
                        </a:effectLst>
                        <a:latin typeface="Cambria Math" panose="02040503050406030204" pitchFamily="18" charset="0"/>
                      </a:rPr>
                      <m:t>(</m:t>
                    </m:r>
                    <m:r>
                      <a:rPr lang="en-US" i="1">
                        <a:effectLst>
                          <a:glow>
                            <a:srgbClr val="000000"/>
                          </a:glow>
                          <a:outerShdw sx="0" sy="0">
                            <a:srgbClr val="000000"/>
                          </a:outerShdw>
                          <a:reflection stA="0" endPos="0" fadeDir="0" sx="0" sy="0"/>
                        </a:effectLst>
                        <a:latin typeface="Cambria Math" panose="02040503050406030204" pitchFamily="18" charset="0"/>
                      </a:rPr>
                      <m:t>−</m:t>
                    </m:r>
                    <m:r>
                      <a:rPr lang="en-US">
                        <a:effectLst>
                          <a:glow>
                            <a:srgbClr val="000000"/>
                          </a:glow>
                          <a:outerShdw sx="0" sy="0">
                            <a:srgbClr val="000000"/>
                          </a:outerShdw>
                          <a:reflection stA="0" endPos="0" fadeDir="0" sx="0" sy="0"/>
                        </a:effectLst>
                        <a:latin typeface="Cambria Math" panose="02040503050406030204" pitchFamily="18" charset="0"/>
                      </a:rPr>
                      <m:t>∞)= 0,    </m:t>
                    </m:r>
                    <m:r>
                      <m:rPr>
                        <m:sty m:val="p"/>
                      </m:rPr>
                      <a:rPr lang="en-US">
                        <a:effectLst>
                          <a:glow>
                            <a:srgbClr val="000000"/>
                          </a:glow>
                          <a:outerShdw sx="0" sy="0">
                            <a:srgbClr val="000000"/>
                          </a:outerShdw>
                          <a:reflection stA="0" endPos="0" fadeDir="0" sx="0" sy="0"/>
                        </a:effectLst>
                        <a:latin typeface="Cambria Math" panose="02040503050406030204" pitchFamily="18" charset="0"/>
                      </a:rPr>
                      <m:t>F</m:t>
                    </m:r>
                    <m:r>
                      <a:rPr lang="en-US">
                        <a:effectLst>
                          <a:glow>
                            <a:srgbClr val="000000"/>
                          </a:glow>
                          <a:outerShdw sx="0" sy="0">
                            <a:srgbClr val="000000"/>
                          </a:outerShdw>
                          <a:reflection stA="0" endPos="0" fadeDir="0" sx="0" sy="0"/>
                        </a:effectLst>
                        <a:latin typeface="Cambria Math" panose="02040503050406030204" pitchFamily="18" charset="0"/>
                      </a:rPr>
                      <m:t>(∞)=1</m:t>
                    </m:r>
                  </m:oMath>
                </a14:m>
                <a:endParaRPr lang="en-IN" dirty="0">
                  <a:effectLst>
                    <a:glow>
                      <a:srgbClr val="000000"/>
                    </a:glow>
                    <a:outerShdw sx="0" sy="0">
                      <a:srgbClr val="000000"/>
                    </a:outerShdw>
                    <a:reflection stA="0" endPos="0" fadeDir="0" sx="0" sy="0"/>
                  </a:effectLst>
                </a:endParaRPr>
              </a:p>
              <a:p>
                <a:pPr lvl="0" fontAlgn="base">
                  <a:lnSpc>
                    <a:spcPct val="135000"/>
                  </a:lnSpc>
                  <a:spcBef>
                    <a:spcPts val="1600"/>
                  </a:spcBef>
                </a:pPr>
                <a14:m>
                  <m:oMath xmlns:m="http://schemas.openxmlformats.org/officeDocument/2006/math">
                    <m:r>
                      <m:rPr>
                        <m:sty m:val="p"/>
                      </m:rPr>
                      <a:rPr lang="en-US">
                        <a:effectLst>
                          <a:glow>
                            <a:srgbClr val="000000"/>
                          </a:glow>
                          <a:outerShdw sx="0" sy="0">
                            <a:srgbClr val="000000"/>
                          </a:outerShdw>
                          <a:reflection stA="0" endPos="0" fadeDir="0" sx="0" sy="0"/>
                        </a:effectLst>
                        <a:latin typeface="Cambria Math" panose="02040503050406030204" pitchFamily="18" charset="0"/>
                      </a:rPr>
                      <m:t>P</m:t>
                    </m:r>
                    <m:r>
                      <a:rPr lang="en-US">
                        <a:effectLst>
                          <a:glow>
                            <a:srgbClr val="000000"/>
                          </a:glow>
                          <a:outerShdw sx="0" sy="0">
                            <a:srgbClr val="000000"/>
                          </a:outerShdw>
                          <a:reflection stA="0" endPos="0" fadeDir="0" sx="0" sy="0"/>
                        </a:effectLst>
                        <a:latin typeface="Cambria Math" panose="02040503050406030204" pitchFamily="18" charset="0"/>
                      </a:rPr>
                      <m:t>(</m:t>
                    </m:r>
                    <m:r>
                      <m:rPr>
                        <m:sty m:val="p"/>
                      </m:rPr>
                      <a:rPr lang="en-US">
                        <a:effectLst>
                          <a:glow>
                            <a:srgbClr val="000000"/>
                          </a:glow>
                          <a:outerShdw sx="0" sy="0">
                            <a:srgbClr val="000000"/>
                          </a:outerShdw>
                          <a:reflection stA="0" endPos="0" fadeDir="0" sx="0" sy="0"/>
                        </a:effectLst>
                        <a:latin typeface="Cambria Math" panose="02040503050406030204" pitchFamily="18" charset="0"/>
                      </a:rPr>
                      <m:t>a</m:t>
                    </m:r>
                    <m:r>
                      <a:rPr lang="en-US">
                        <a:effectLst>
                          <a:glow>
                            <a:srgbClr val="000000"/>
                          </a:glow>
                          <a:outerShdw sx="0" sy="0">
                            <a:srgbClr val="000000"/>
                          </a:outerShdw>
                          <a:reflection stA="0" endPos="0" fadeDir="0" sx="0" sy="0"/>
                        </a:effectLst>
                        <a:latin typeface="Cambria Math" panose="02040503050406030204" pitchFamily="18" charset="0"/>
                      </a:rPr>
                      <m:t>&lt; </m:t>
                    </m:r>
                    <m:r>
                      <m:rPr>
                        <m:sty m:val="p"/>
                      </m:rPr>
                      <a:rPr lang="en-US">
                        <a:effectLst>
                          <a:glow>
                            <a:srgbClr val="000000"/>
                          </a:glow>
                          <a:outerShdw sx="0" sy="0">
                            <a:srgbClr val="000000"/>
                          </a:outerShdw>
                          <a:reflection stA="0" endPos="0" fadeDir="0" sx="0" sy="0"/>
                        </a:effectLst>
                        <a:latin typeface="Cambria Math" panose="02040503050406030204" pitchFamily="18" charset="0"/>
                      </a:rPr>
                      <m:t>X</m:t>
                    </m:r>
                    <m:r>
                      <a:rPr lang="en-US">
                        <a:effectLst>
                          <a:glow>
                            <a:srgbClr val="000000"/>
                          </a:glow>
                          <a:outerShdw sx="0" sy="0">
                            <a:srgbClr val="000000"/>
                          </a:outerShdw>
                          <a:reflection stA="0" endPos="0" fadeDir="0" sx="0" sy="0"/>
                        </a:effectLst>
                        <a:latin typeface="Cambria Math" panose="02040503050406030204" pitchFamily="18" charset="0"/>
                      </a:rPr>
                      <m:t>&lt; </m:t>
                    </m:r>
                    <m:r>
                      <m:rPr>
                        <m:sty m:val="p"/>
                      </m:rPr>
                      <a:rPr lang="en-US">
                        <a:effectLst>
                          <a:glow>
                            <a:srgbClr val="000000"/>
                          </a:glow>
                          <a:outerShdw sx="0" sy="0">
                            <a:srgbClr val="000000"/>
                          </a:outerShdw>
                          <a:reflection stA="0" endPos="0" fadeDir="0" sx="0" sy="0"/>
                        </a:effectLst>
                        <a:latin typeface="Cambria Math" panose="02040503050406030204" pitchFamily="18" charset="0"/>
                      </a:rPr>
                      <m:t>b</m:t>
                    </m:r>
                    <m:r>
                      <a:rPr lang="en-US">
                        <a:effectLst>
                          <a:glow>
                            <a:srgbClr val="000000"/>
                          </a:glow>
                          <a:outerShdw sx="0" sy="0">
                            <a:srgbClr val="000000"/>
                          </a:outerShdw>
                          <a:reflection stA="0" endPos="0" fadeDir="0" sx="0" sy="0"/>
                        </a:effectLst>
                        <a:latin typeface="Cambria Math" panose="02040503050406030204" pitchFamily="18" charset="0"/>
                      </a:rPr>
                      <m:t>)=</m:t>
                    </m:r>
                    <m:r>
                      <m:rPr>
                        <m:sty m:val="p"/>
                      </m:rPr>
                      <a:rPr lang="en-US">
                        <a:effectLst>
                          <a:glow>
                            <a:srgbClr val="000000"/>
                          </a:glow>
                          <a:outerShdw sx="0" sy="0">
                            <a:srgbClr val="000000"/>
                          </a:outerShdw>
                          <a:reflection stA="0" endPos="0" fadeDir="0" sx="0" sy="0"/>
                        </a:effectLst>
                        <a:latin typeface="Cambria Math" panose="02040503050406030204" pitchFamily="18" charset="0"/>
                      </a:rPr>
                      <m:t>F</m:t>
                    </m:r>
                    <m:r>
                      <a:rPr lang="en-US">
                        <a:effectLst>
                          <a:glow>
                            <a:srgbClr val="000000"/>
                          </a:glow>
                          <a:outerShdw sx="0" sy="0">
                            <a:srgbClr val="000000"/>
                          </a:outerShdw>
                          <a:reflection stA="0" endPos="0" fadeDir="0" sx="0" sy="0"/>
                        </a:effectLst>
                        <a:latin typeface="Cambria Math" panose="02040503050406030204" pitchFamily="18" charset="0"/>
                      </a:rPr>
                      <m:t>(</m:t>
                    </m:r>
                    <m:r>
                      <m:rPr>
                        <m:sty m:val="p"/>
                      </m:rPr>
                      <a:rPr lang="en-US">
                        <a:effectLst>
                          <a:glow>
                            <a:srgbClr val="000000"/>
                          </a:glow>
                          <a:outerShdw sx="0" sy="0">
                            <a:srgbClr val="000000"/>
                          </a:outerShdw>
                          <a:reflection stA="0" endPos="0" fadeDir="0" sx="0" sy="0"/>
                        </a:effectLst>
                        <a:latin typeface="Cambria Math" panose="02040503050406030204" pitchFamily="18" charset="0"/>
                      </a:rPr>
                      <m:t>b</m:t>
                    </m:r>
                    <m:r>
                      <a:rPr lang="en-US">
                        <a:effectLst>
                          <a:glow>
                            <a:srgbClr val="000000"/>
                          </a:glow>
                          <a:outerShdw sx="0" sy="0">
                            <a:srgbClr val="000000"/>
                          </a:outerShdw>
                          <a:reflection stA="0" endPos="0" fadeDir="0" sx="0" sy="0"/>
                        </a:effectLst>
                        <a:latin typeface="Cambria Math" panose="02040503050406030204" pitchFamily="18" charset="0"/>
                      </a:rPr>
                      <m:t>) </m:t>
                    </m:r>
                    <m:r>
                      <a:rPr lang="en-US" i="1">
                        <a:effectLst>
                          <a:glow>
                            <a:srgbClr val="000000"/>
                          </a:glow>
                          <a:outerShdw sx="0" sy="0">
                            <a:srgbClr val="000000"/>
                          </a:outerShdw>
                          <a:reflection stA="0" endPos="0" fadeDir="0" sx="0" sy="0"/>
                        </a:effectLst>
                        <a:latin typeface="Cambria Math" panose="02040503050406030204" pitchFamily="18" charset="0"/>
                      </a:rPr>
                      <m:t>−</m:t>
                    </m:r>
                    <m:r>
                      <a:rPr lang="en-US">
                        <a:effectLst>
                          <a:glow>
                            <a:srgbClr val="000000"/>
                          </a:glow>
                          <a:outerShdw sx="0" sy="0">
                            <a:srgbClr val="000000"/>
                          </a:outerShdw>
                          <a:reflection stA="0" endPos="0" fadeDir="0" sx="0" sy="0"/>
                        </a:effectLst>
                        <a:latin typeface="Cambria Math" panose="02040503050406030204" pitchFamily="18" charset="0"/>
                      </a:rPr>
                      <m:t> </m:t>
                    </m:r>
                    <m:r>
                      <m:rPr>
                        <m:sty m:val="p"/>
                      </m:rPr>
                      <a:rPr lang="en-US">
                        <a:effectLst>
                          <a:glow>
                            <a:srgbClr val="000000"/>
                          </a:glow>
                          <a:outerShdw sx="0" sy="0">
                            <a:srgbClr val="000000"/>
                          </a:outerShdw>
                          <a:reflection stA="0" endPos="0" fadeDir="0" sx="0" sy="0"/>
                        </a:effectLst>
                        <a:latin typeface="Cambria Math" panose="02040503050406030204" pitchFamily="18" charset="0"/>
                      </a:rPr>
                      <m:t>F</m:t>
                    </m:r>
                    <m:r>
                      <a:rPr lang="en-US">
                        <a:effectLst>
                          <a:glow>
                            <a:srgbClr val="000000"/>
                          </a:glow>
                          <a:outerShdw sx="0" sy="0">
                            <a:srgbClr val="000000"/>
                          </a:outerShdw>
                          <a:reflection stA="0" endPos="0" fadeDir="0" sx="0" sy="0"/>
                        </a:effectLst>
                        <a:latin typeface="Cambria Math" panose="02040503050406030204" pitchFamily="18" charset="0"/>
                      </a:rPr>
                      <m:t>(</m:t>
                    </m:r>
                    <m:r>
                      <m:rPr>
                        <m:sty m:val="p"/>
                      </m:rPr>
                      <a:rPr lang="en-US">
                        <a:effectLst>
                          <a:glow>
                            <a:srgbClr val="000000"/>
                          </a:glow>
                          <a:outerShdw sx="0" sy="0">
                            <a:srgbClr val="000000"/>
                          </a:outerShdw>
                          <a:reflection stA="0" endPos="0" fadeDir="0" sx="0" sy="0"/>
                        </a:effectLst>
                        <a:latin typeface="Cambria Math" panose="02040503050406030204" pitchFamily="18" charset="0"/>
                      </a:rPr>
                      <m:t>a</m:t>
                    </m:r>
                    <m:r>
                      <a:rPr lang="en-US">
                        <a:effectLst>
                          <a:glow>
                            <a:srgbClr val="000000"/>
                          </a:glow>
                          <a:outerShdw sx="0" sy="0">
                            <a:srgbClr val="000000"/>
                          </a:outerShdw>
                          <a:reflection stA="0" endPos="0" fadeDir="0" sx="0" sy="0"/>
                        </a:effectLst>
                        <a:latin typeface="Cambria Math" panose="02040503050406030204" pitchFamily="18" charset="0"/>
                      </a:rPr>
                      <m:t>)</m:t>
                    </m:r>
                  </m:oMath>
                </a14:m>
                <a:endParaRPr lang="en-IN" dirty="0">
                  <a:effectLst>
                    <a:glow>
                      <a:srgbClr val="000000"/>
                    </a:glow>
                    <a:outerShdw sx="0" sy="0">
                      <a:srgbClr val="000000"/>
                    </a:outerShdw>
                    <a:reflection stA="0" endPos="0" fadeDir="0" sx="0" sy="0"/>
                  </a:effectLst>
                </a:endParaRPr>
              </a:p>
              <a:p>
                <a:pPr lvl="0" fontAlgn="base">
                  <a:lnSpc>
                    <a:spcPct val="135000"/>
                  </a:lnSpc>
                  <a:spcBef>
                    <a:spcPts val="1600"/>
                  </a:spcBef>
                </a:pPr>
                <a14:m>
                  <m:oMath xmlns:m="http://schemas.openxmlformats.org/officeDocument/2006/math">
                    <m:r>
                      <m:rPr>
                        <m:sty m:val="p"/>
                      </m:rPr>
                      <a:rPr lang="en-US">
                        <a:effectLst>
                          <a:glow>
                            <a:srgbClr val="000000"/>
                          </a:glow>
                          <a:outerShdw sx="0" sy="0">
                            <a:srgbClr val="000000"/>
                          </a:outerShdw>
                          <a:reflection stA="0" endPos="0" fadeDir="0" sx="0" sy="0"/>
                        </a:effectLst>
                        <a:latin typeface="Cambria Math" panose="02040503050406030204" pitchFamily="18" charset="0"/>
                      </a:rPr>
                      <m:t>P</m:t>
                    </m:r>
                    <m:r>
                      <a:rPr lang="en-US">
                        <a:effectLst>
                          <a:glow>
                            <a:srgbClr val="000000"/>
                          </a:glow>
                          <a:outerShdw sx="0" sy="0">
                            <a:srgbClr val="000000"/>
                          </a:outerShdw>
                          <a:reflection stA="0" endPos="0" fadeDir="0" sx="0" sy="0"/>
                        </a:effectLst>
                        <a:latin typeface="Cambria Math" panose="02040503050406030204" pitchFamily="18" charset="0"/>
                      </a:rPr>
                      <m:t> </m:t>
                    </m:r>
                    <m:d>
                      <m:dPr>
                        <m:ctrlPr>
                          <a:rPr lang="en-IN" i="1">
                            <a:effectLst>
                              <a:glow>
                                <a:srgbClr val="000000"/>
                              </a:glow>
                              <a:outerShdw sx="0" sy="0">
                                <a:srgbClr val="000000"/>
                              </a:outerShdw>
                              <a:reflection stA="0" endPos="0" fadeDir="0" sx="0" sy="0"/>
                            </a:effectLst>
                            <a:latin typeface="Cambria Math" panose="02040503050406030204" pitchFamily="18" charset="0"/>
                          </a:rPr>
                        </m:ctrlPr>
                      </m:dPr>
                      <m:e>
                        <m:r>
                          <m:rPr>
                            <m:sty m:val="p"/>
                          </m:rPr>
                          <a:rPr lang="en-US">
                            <a:effectLst>
                              <a:glow>
                                <a:srgbClr val="000000"/>
                              </a:glow>
                              <a:outerShdw sx="0" sy="0">
                                <a:srgbClr val="000000"/>
                              </a:outerShdw>
                              <a:reflection stA="0" endPos="0" fadeDir="0" sx="0" sy="0"/>
                            </a:effectLst>
                            <a:latin typeface="Cambria Math" panose="02040503050406030204" pitchFamily="18" charset="0"/>
                          </a:rPr>
                          <m:t>X</m:t>
                        </m:r>
                        <m:r>
                          <a:rPr lang="en-US">
                            <a:effectLst>
                              <a:glow>
                                <a:srgbClr val="000000"/>
                              </a:glow>
                              <a:outerShdw sx="0" sy="0">
                                <a:srgbClr val="000000"/>
                              </a:outerShdw>
                              <a:reflection stA="0" endPos="0" fadeDir="0" sx="0" sy="0"/>
                            </a:effectLst>
                            <a:latin typeface="Cambria Math" panose="02040503050406030204" pitchFamily="18" charset="0"/>
                          </a:rPr>
                          <m:t> &gt; </m:t>
                        </m:r>
                        <m:r>
                          <m:rPr>
                            <m:sty m:val="p"/>
                          </m:rPr>
                          <a:rPr lang="en-US">
                            <a:effectLst>
                              <a:glow>
                                <a:srgbClr val="000000"/>
                              </a:glow>
                              <a:outerShdw sx="0" sy="0">
                                <a:srgbClr val="000000"/>
                              </a:outerShdw>
                              <a:reflection stA="0" endPos="0" fadeDir="0" sx="0" sy="0"/>
                            </a:effectLst>
                            <a:latin typeface="Cambria Math" panose="02040503050406030204" pitchFamily="18" charset="0"/>
                          </a:rPr>
                          <m:t>x</m:t>
                        </m:r>
                      </m:e>
                    </m:d>
                    <m:r>
                      <a:rPr lang="en-US">
                        <a:effectLst>
                          <a:glow>
                            <a:srgbClr val="000000"/>
                          </a:glow>
                          <a:outerShdw sx="0" sy="0">
                            <a:srgbClr val="000000"/>
                          </a:outerShdw>
                          <a:reflection stA="0" endPos="0" fadeDir="0" sx="0" sy="0"/>
                        </a:effectLst>
                        <a:latin typeface="Cambria Math" panose="02040503050406030204" pitchFamily="18" charset="0"/>
                      </a:rPr>
                      <m:t>=1</m:t>
                    </m:r>
                    <m:r>
                      <a:rPr lang="en-US" i="1">
                        <a:effectLst>
                          <a:glow>
                            <a:srgbClr val="000000"/>
                          </a:glow>
                          <a:outerShdw sx="0" sy="0">
                            <a:srgbClr val="000000"/>
                          </a:outerShdw>
                          <a:reflection stA="0" endPos="0" fadeDir="0" sx="0" sy="0"/>
                        </a:effectLst>
                        <a:latin typeface="Cambria Math" panose="02040503050406030204" pitchFamily="18" charset="0"/>
                      </a:rPr>
                      <m:t>−</m:t>
                    </m:r>
                    <m:r>
                      <m:rPr>
                        <m:sty m:val="p"/>
                      </m:rPr>
                      <a:rPr lang="en-US">
                        <a:effectLst>
                          <a:glow>
                            <a:srgbClr val="000000"/>
                          </a:glow>
                          <a:outerShdw sx="0" sy="0">
                            <a:srgbClr val="000000"/>
                          </a:outerShdw>
                          <a:reflection stA="0" endPos="0" fadeDir="0" sx="0" sy="0"/>
                        </a:effectLst>
                        <a:latin typeface="Cambria Math" panose="02040503050406030204" pitchFamily="18" charset="0"/>
                      </a:rPr>
                      <m:t>P</m:t>
                    </m:r>
                    <m:d>
                      <m:dPr>
                        <m:ctrlPr>
                          <a:rPr lang="en-IN" i="1">
                            <a:effectLst>
                              <a:glow>
                                <a:srgbClr val="000000"/>
                              </a:glow>
                              <a:outerShdw sx="0" sy="0">
                                <a:srgbClr val="000000"/>
                              </a:outerShdw>
                              <a:reflection stA="0" endPos="0" fadeDir="0" sx="0" sy="0"/>
                            </a:effectLst>
                            <a:latin typeface="Cambria Math" panose="02040503050406030204" pitchFamily="18" charset="0"/>
                          </a:rPr>
                        </m:ctrlPr>
                      </m:dPr>
                      <m:e>
                        <m:r>
                          <m:rPr>
                            <m:sty m:val="p"/>
                          </m:rPr>
                          <a:rPr lang="en-US">
                            <a:effectLst>
                              <a:glow>
                                <a:srgbClr val="000000"/>
                              </a:glow>
                              <a:outerShdw sx="0" sy="0">
                                <a:srgbClr val="000000"/>
                              </a:outerShdw>
                              <a:reflection stA="0" endPos="0" fadeDir="0" sx="0" sy="0"/>
                            </a:effectLst>
                            <a:latin typeface="Cambria Math" panose="02040503050406030204" pitchFamily="18" charset="0"/>
                          </a:rPr>
                          <m:t>X</m:t>
                        </m:r>
                        <m:r>
                          <a:rPr lang="en-US">
                            <a:effectLst>
                              <a:glow>
                                <a:srgbClr val="000000"/>
                              </a:glow>
                              <a:outerShdw sx="0" sy="0">
                                <a:srgbClr val="000000"/>
                              </a:outerShdw>
                              <a:reflection stA="0" endPos="0" fadeDir="0" sx="0" sy="0"/>
                            </a:effectLst>
                            <a:latin typeface="Cambria Math" panose="02040503050406030204" pitchFamily="18" charset="0"/>
                          </a:rPr>
                          <m:t>≤</m:t>
                        </m:r>
                        <m:r>
                          <m:rPr>
                            <m:sty m:val="p"/>
                          </m:rPr>
                          <a:rPr lang="en-US">
                            <a:effectLst>
                              <a:glow>
                                <a:srgbClr val="000000"/>
                              </a:glow>
                              <a:outerShdw sx="0" sy="0">
                                <a:srgbClr val="000000"/>
                              </a:outerShdw>
                              <a:reflection stA="0" endPos="0" fadeDir="0" sx="0" sy="0"/>
                            </a:effectLst>
                            <a:latin typeface="Cambria Math" panose="02040503050406030204" pitchFamily="18" charset="0"/>
                          </a:rPr>
                          <m:t>x</m:t>
                        </m:r>
                      </m:e>
                    </m:d>
                    <m:r>
                      <a:rPr lang="en-US">
                        <a:effectLst>
                          <a:glow>
                            <a:srgbClr val="000000"/>
                          </a:glow>
                          <a:outerShdw sx="0" sy="0">
                            <a:srgbClr val="000000"/>
                          </a:outerShdw>
                          <a:reflection stA="0" endPos="0" fadeDir="0" sx="0" sy="0"/>
                        </a:effectLst>
                        <a:latin typeface="Cambria Math" panose="02040503050406030204" pitchFamily="18" charset="0"/>
                      </a:rPr>
                      <m:t>=1 </m:t>
                    </m:r>
                    <m:r>
                      <a:rPr lang="en-US" i="1">
                        <a:effectLst>
                          <a:glow>
                            <a:srgbClr val="000000"/>
                          </a:glow>
                          <a:outerShdw sx="0" sy="0">
                            <a:srgbClr val="000000"/>
                          </a:outerShdw>
                          <a:reflection stA="0" endPos="0" fadeDir="0" sx="0" sy="0"/>
                        </a:effectLst>
                        <a:latin typeface="Cambria Math" panose="02040503050406030204" pitchFamily="18" charset="0"/>
                      </a:rPr>
                      <m:t>−</m:t>
                    </m:r>
                    <m:r>
                      <a:rPr lang="en-US">
                        <a:effectLst>
                          <a:glow>
                            <a:srgbClr val="000000"/>
                          </a:glow>
                          <a:outerShdw sx="0" sy="0">
                            <a:srgbClr val="000000"/>
                          </a:outerShdw>
                          <a:reflection stA="0" endPos="0" fadeDir="0" sx="0" sy="0"/>
                        </a:effectLst>
                        <a:latin typeface="Cambria Math" panose="02040503050406030204" pitchFamily="18" charset="0"/>
                      </a:rPr>
                      <m:t> </m:t>
                    </m:r>
                    <m:r>
                      <m:rPr>
                        <m:sty m:val="p"/>
                      </m:rPr>
                      <a:rPr lang="en-US">
                        <a:effectLst>
                          <a:glow>
                            <a:srgbClr val="000000"/>
                          </a:glow>
                          <a:outerShdw sx="0" sy="0">
                            <a:srgbClr val="000000"/>
                          </a:outerShdw>
                          <a:reflection stA="0" endPos="0" fadeDir="0" sx="0" sy="0"/>
                        </a:effectLst>
                        <a:latin typeface="Cambria Math" panose="02040503050406030204" pitchFamily="18" charset="0"/>
                      </a:rPr>
                      <m:t>F</m:t>
                    </m:r>
                    <m:d>
                      <m:dPr>
                        <m:ctrlPr>
                          <a:rPr lang="en-IN" i="1">
                            <a:effectLst>
                              <a:glow>
                                <a:srgbClr val="000000"/>
                              </a:glow>
                              <a:outerShdw sx="0" sy="0">
                                <a:srgbClr val="000000"/>
                              </a:outerShdw>
                              <a:reflection stA="0" endPos="0" fadeDir="0" sx="0" sy="0"/>
                            </a:effectLst>
                            <a:latin typeface="Cambria Math" panose="02040503050406030204" pitchFamily="18" charset="0"/>
                          </a:rPr>
                        </m:ctrlPr>
                      </m:dPr>
                      <m:e>
                        <m:r>
                          <m:rPr>
                            <m:sty m:val="p"/>
                          </m:rPr>
                          <a:rPr lang="en-US">
                            <a:effectLst>
                              <a:glow>
                                <a:srgbClr val="000000"/>
                              </a:glow>
                              <a:outerShdw sx="0" sy="0">
                                <a:srgbClr val="000000"/>
                              </a:outerShdw>
                              <a:reflection stA="0" endPos="0" fadeDir="0" sx="0" sy="0"/>
                            </a:effectLst>
                            <a:latin typeface="Cambria Math" panose="02040503050406030204" pitchFamily="18" charset="0"/>
                          </a:rPr>
                          <m:t>x</m:t>
                        </m:r>
                      </m:e>
                    </m:d>
                  </m:oMath>
                </a14:m>
                <a:endParaRPr lang="en-IN" dirty="0">
                  <a:effectLst>
                    <a:glow>
                      <a:srgbClr val="000000"/>
                    </a:glow>
                    <a:outerShdw sx="0" sy="0">
                      <a:srgbClr val="000000"/>
                    </a:outerShdw>
                    <a:reflection stA="0" endPos="0" fadeDir="0" sx="0" sy="0"/>
                  </a:effectLst>
                </a:endParaRPr>
              </a:p>
              <a:p>
                <a:pPr>
                  <a:lnSpc>
                    <a:spcPct val="135000"/>
                  </a:lnSpc>
                  <a:spcBef>
                    <a:spcPts val="1600"/>
                  </a:spcBef>
                </a:pPr>
                <a14:m>
                  <m:oMath xmlns:m="http://schemas.openxmlformats.org/officeDocument/2006/math">
                    <m:sSup>
                      <m:sSupPr>
                        <m:ctrlPr>
                          <a:rPr lang="en-IN" i="1">
                            <a:latin typeface="Cambria Math" panose="02040503050406030204" pitchFamily="18" charset="0"/>
                          </a:rPr>
                        </m:ctrlPr>
                      </m:sSupPr>
                      <m:e>
                        <m:r>
                          <m:rPr>
                            <m:sty m:val="p"/>
                          </m:rPr>
                          <a:rPr lang="en-US">
                            <a:latin typeface="Cambria Math" panose="02040503050406030204" pitchFamily="18" charset="0"/>
                          </a:rPr>
                          <m:t>F</m:t>
                        </m:r>
                      </m:e>
                      <m:sup>
                        <m:r>
                          <a:rPr lang="en-IN" b="0" i="1" smtClean="0">
                            <a:latin typeface="Cambria Math" panose="02040503050406030204" pitchFamily="18" charset="0"/>
                          </a:rPr>
                          <m:t>′</m:t>
                        </m:r>
                      </m:sup>
                    </m:sSup>
                    <m:d>
                      <m:dPr>
                        <m:ctrlPr>
                          <a:rPr lang="en-IN" i="1">
                            <a:latin typeface="Cambria Math" panose="02040503050406030204" pitchFamily="18" charset="0"/>
                          </a:rPr>
                        </m:ctrlPr>
                      </m:dPr>
                      <m:e>
                        <m:r>
                          <m:rPr>
                            <m:sty m:val="p"/>
                          </m:rPr>
                          <a:rPr lang="en-US">
                            <a:latin typeface="Cambria Math" panose="02040503050406030204" pitchFamily="18" charset="0"/>
                          </a:rPr>
                          <m:t>x</m:t>
                        </m:r>
                      </m:e>
                    </m:d>
                    <m:r>
                      <a:rPr lang="en-US">
                        <a:latin typeface="Cambria Math" panose="02040503050406030204" pitchFamily="18" charset="0"/>
                      </a:rPr>
                      <m:t>=</m:t>
                    </m:r>
                    <m:r>
                      <m:rPr>
                        <m:sty m:val="p"/>
                      </m:rPr>
                      <a:rPr lang="en-US">
                        <a:latin typeface="Cambria Math" panose="02040503050406030204" pitchFamily="18" charset="0"/>
                      </a:rPr>
                      <m:t>f</m:t>
                    </m:r>
                    <m:d>
                      <m:dPr>
                        <m:ctrlPr>
                          <a:rPr lang="en-IN" i="1">
                            <a:latin typeface="Cambria Math" panose="02040503050406030204" pitchFamily="18" charset="0"/>
                          </a:rPr>
                        </m:ctrlPr>
                      </m:dPr>
                      <m:e>
                        <m:r>
                          <m:rPr>
                            <m:sty m:val="p"/>
                          </m:rPr>
                          <a:rPr lang="en-US">
                            <a:latin typeface="Cambria Math" panose="02040503050406030204" pitchFamily="18" charset="0"/>
                          </a:rPr>
                          <m:t>x</m:t>
                        </m:r>
                      </m:e>
                    </m:d>
                    <m:r>
                      <a:rPr lang="en-US">
                        <a:latin typeface="Cambria Math" panose="02040503050406030204" pitchFamily="18" charset="0"/>
                      </a:rPr>
                      <m:t>;  </m:t>
                    </m:r>
                    <m:r>
                      <m:rPr>
                        <m:sty m:val="p"/>
                      </m:rPr>
                      <a:rPr lang="en-US">
                        <a:latin typeface="Cambria Math" panose="02040503050406030204" pitchFamily="18" charset="0"/>
                      </a:rPr>
                      <m:t>f</m:t>
                    </m:r>
                    <m:d>
                      <m:dPr>
                        <m:ctrlPr>
                          <a:rPr lang="en-IN" i="1">
                            <a:latin typeface="Cambria Math" panose="02040503050406030204" pitchFamily="18" charset="0"/>
                          </a:rPr>
                        </m:ctrlPr>
                      </m:dPr>
                      <m:e>
                        <m:r>
                          <m:rPr>
                            <m:sty m:val="p"/>
                          </m:rPr>
                          <a:rPr lang="en-US">
                            <a:latin typeface="Cambria Math" panose="02040503050406030204" pitchFamily="18" charset="0"/>
                          </a:rPr>
                          <m:t>x</m:t>
                        </m:r>
                      </m:e>
                    </m:d>
                    <m:r>
                      <a:rPr lang="en-US">
                        <a:latin typeface="Cambria Math" panose="02040503050406030204" pitchFamily="18" charset="0"/>
                      </a:rPr>
                      <m:t>≥0</m:t>
                    </m:r>
                  </m:oMath>
                </a14:m>
                <a:endParaRPr lang="en-IN" dirty="0"/>
              </a:p>
            </p:txBody>
          </p:sp>
        </mc:Choice>
        <mc:Fallback xmlns="">
          <p:sp>
            <p:nvSpPr>
              <p:cNvPr id="2" name="Content Placeholder 1">
                <a:extLst>
                  <a:ext uri="{FF2B5EF4-FFF2-40B4-BE49-F238E27FC236}">
                    <a16:creationId xmlns:a16="http://schemas.microsoft.com/office/drawing/2014/main" id="{24C63A3C-2CE8-4697-8081-BFF512197936}"/>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256234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 7</a:t>
            </a:r>
          </a:p>
        </p:txBody>
      </p:sp>
      <p:sp>
        <p:nvSpPr>
          <p:cNvPr id="3" name="Text Placeholder 2"/>
          <p:cNvSpPr>
            <a:spLocks noGrp="1"/>
          </p:cNvSpPr>
          <p:nvPr>
            <p:ph type="body" idx="1"/>
          </p:nvPr>
        </p:nvSpPr>
        <p:spPr>
          <a:xfrm>
            <a:off x="831850" y="4561050"/>
            <a:ext cx="10515600" cy="1500187"/>
          </a:xfrm>
        </p:spPr>
        <p:txBody>
          <a:bodyPr>
            <a:normAutofit/>
          </a:bodyPr>
          <a:lstStyle/>
          <a:p>
            <a:r>
              <a:rPr lang="en-GB" dirty="0"/>
              <a:t>Cumulative Distribution Function</a:t>
            </a:r>
            <a:endParaRPr lang="en-US" sz="2800" dirty="0"/>
          </a:p>
        </p:txBody>
      </p:sp>
    </p:spTree>
    <p:extLst>
      <p:ext uri="{BB962C8B-B14F-4D97-AF65-F5344CB8AC3E}">
        <p14:creationId xmlns:p14="http://schemas.microsoft.com/office/powerpoint/2010/main" val="2957463261"/>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8"/>
                <a:ext cx="11929645" cy="2121533"/>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0000"/>
                  </a:lnSpc>
                  <a:tabLst>
                    <a:tab pos="0" algn="l"/>
                    <a:tab pos="447675" algn="l"/>
                  </a:tabLst>
                </a:pPr>
                <a:r>
                  <a:rPr lang="en-GB" dirty="0">
                    <a:latin typeface="+mj-lt"/>
                    <a:ea typeface="Calibri" panose="020F0502020204030204" pitchFamily="34" charset="0"/>
                    <a:cs typeface="Shruti" panose="020B0502040204020203" pitchFamily="34" charset="0"/>
                  </a:rPr>
                  <a:t>A random variable X takes the values </a:t>
                </a:r>
                <a14:m>
                  <m:oMath xmlns:m="http://schemas.openxmlformats.org/officeDocument/2006/math">
                    <m:r>
                      <a:rPr lang="en-GB" i="1" dirty="0" smtClean="0">
                        <a:latin typeface="Cambria Math" panose="02040503050406030204" pitchFamily="18" charset="0"/>
                        <a:ea typeface="Calibri" panose="020F0502020204030204" pitchFamily="34" charset="0"/>
                        <a:cs typeface="Shruti" panose="020B0502040204020203" pitchFamily="34" charset="0"/>
                      </a:rPr>
                      <m:t>−3,  −2,  −1,  0,  1,  2,  3</m:t>
                    </m:r>
                  </m:oMath>
                </a14:m>
                <a:r>
                  <a:rPr lang="en-GB" dirty="0">
                    <a:latin typeface="+mj-lt"/>
                    <a:ea typeface="Calibri" panose="020F0502020204030204" pitchFamily="34" charset="0"/>
                    <a:cs typeface="Shruti" panose="020B0502040204020203" pitchFamily="34" charset="0"/>
                  </a:rPr>
                  <a:t> such that </a:t>
                </a:r>
              </a:p>
              <a:p>
                <a:pPr>
                  <a:lnSpc>
                    <a:spcPct val="120000"/>
                  </a:lnSpc>
                  <a:tabLst>
                    <a:tab pos="0" algn="l"/>
                    <a:tab pos="447675" algn="l"/>
                  </a:tabLst>
                </a:pPr>
                <a:endParaRPr lang="en-GB" i="0" dirty="0">
                  <a:latin typeface="Cambria Math" panose="02040503050406030204" pitchFamily="18" charset="0"/>
                  <a:ea typeface="Calibri" panose="020F0502020204030204" pitchFamily="34" charset="0"/>
                  <a:cs typeface="Shruti" panose="020B0502040204020203" pitchFamily="34" charset="0"/>
                </a:endParaRPr>
              </a:p>
              <a:p>
                <a:pPr>
                  <a:lnSpc>
                    <a:spcPct val="120000"/>
                  </a:lnSpc>
                  <a:tabLst>
                    <a:tab pos="0" algn="l"/>
                    <a:tab pos="447675" algn="l"/>
                  </a:tabLst>
                </a:pPr>
                <a14:m>
                  <m:oMathPara xmlns:m="http://schemas.openxmlformats.org/officeDocument/2006/math">
                    <m:oMathParaPr>
                      <m:jc m:val="left"/>
                    </m:oMathParaPr>
                    <m:oMath xmlns:m="http://schemas.openxmlformats.org/officeDocument/2006/math">
                      <m:r>
                        <m:rPr>
                          <m:sty m:val="p"/>
                        </m:rPr>
                        <a:rPr lang="en-GB" i="0" dirty="0" smtClean="0">
                          <a:latin typeface="Cambria Math" panose="02040503050406030204" pitchFamily="18" charset="0"/>
                          <a:ea typeface="Calibri" panose="020F0502020204030204" pitchFamily="34" charset="0"/>
                          <a:cs typeface="Shruti" panose="020B0502040204020203" pitchFamily="34" charset="0"/>
                        </a:rPr>
                        <m:t>P</m:t>
                      </m:r>
                      <m:d>
                        <m:dPr>
                          <m:ctrlPr>
                            <a:rPr lang="en-GB" i="1" dirty="0" smtClean="0">
                              <a:latin typeface="Cambria Math" panose="02040503050406030204" pitchFamily="18" charset="0"/>
                              <a:ea typeface="Calibri" panose="020F0502020204030204" pitchFamily="34" charset="0"/>
                              <a:cs typeface="Shruti" panose="020B0502040204020203" pitchFamily="34" charset="0"/>
                            </a:rPr>
                          </m:ctrlPr>
                        </m:dPr>
                        <m:e>
                          <m:r>
                            <m:rPr>
                              <m:sty m:val="p"/>
                            </m:rPr>
                            <a:rPr lang="en-GB" i="0" dirty="0" smtClean="0">
                              <a:latin typeface="Cambria Math" panose="02040503050406030204" pitchFamily="18" charset="0"/>
                              <a:ea typeface="Calibri" panose="020F0502020204030204" pitchFamily="34" charset="0"/>
                              <a:cs typeface="Shruti" panose="020B0502040204020203" pitchFamily="34" charset="0"/>
                            </a:rPr>
                            <m:t>X</m:t>
                          </m:r>
                          <m:r>
                            <a:rPr lang="en-GB" i="0" dirty="0" smtClean="0">
                              <a:latin typeface="Cambria Math" panose="02040503050406030204" pitchFamily="18" charset="0"/>
                              <a:ea typeface="Calibri" panose="020F0502020204030204" pitchFamily="34" charset="0"/>
                              <a:cs typeface="Shruti" panose="020B0502040204020203" pitchFamily="34" charset="0"/>
                            </a:rPr>
                            <m:t>=−3</m:t>
                          </m:r>
                        </m:e>
                      </m:d>
                      <m:r>
                        <a:rPr lang="en-GB" i="0" dirty="0" smtClean="0">
                          <a:latin typeface="Cambria Math" panose="02040503050406030204" pitchFamily="18" charset="0"/>
                          <a:ea typeface="Calibri" panose="020F0502020204030204" pitchFamily="34" charset="0"/>
                          <a:cs typeface="Shruti" panose="020B0502040204020203" pitchFamily="34" charset="0"/>
                        </a:rPr>
                        <m:t>=</m:t>
                      </m:r>
                      <m:r>
                        <m:rPr>
                          <m:sty m:val="p"/>
                        </m:rPr>
                        <a:rPr lang="en-GB" i="0" dirty="0" smtClean="0">
                          <a:latin typeface="Cambria Math" panose="02040503050406030204" pitchFamily="18" charset="0"/>
                          <a:ea typeface="Calibri" panose="020F0502020204030204" pitchFamily="34" charset="0"/>
                          <a:cs typeface="Shruti" panose="020B0502040204020203" pitchFamily="34" charset="0"/>
                        </a:rPr>
                        <m:t>P</m:t>
                      </m:r>
                      <m:d>
                        <m:dPr>
                          <m:ctrlPr>
                            <a:rPr lang="en-GB" i="1" dirty="0" smtClean="0">
                              <a:latin typeface="Cambria Math" panose="02040503050406030204" pitchFamily="18" charset="0"/>
                              <a:ea typeface="Calibri" panose="020F0502020204030204" pitchFamily="34" charset="0"/>
                              <a:cs typeface="Shruti" panose="020B0502040204020203" pitchFamily="34" charset="0"/>
                            </a:rPr>
                          </m:ctrlPr>
                        </m:dPr>
                        <m:e>
                          <m:r>
                            <m:rPr>
                              <m:sty m:val="p"/>
                            </m:rPr>
                            <a:rPr lang="en-GB" i="0" dirty="0" smtClean="0">
                              <a:latin typeface="Cambria Math" panose="02040503050406030204" pitchFamily="18" charset="0"/>
                              <a:ea typeface="Calibri" panose="020F0502020204030204" pitchFamily="34" charset="0"/>
                              <a:cs typeface="Shruti" panose="020B0502040204020203" pitchFamily="34" charset="0"/>
                            </a:rPr>
                            <m:t>X</m:t>
                          </m:r>
                          <m:r>
                            <a:rPr lang="en-GB" i="0" dirty="0" smtClean="0">
                              <a:latin typeface="Cambria Math" panose="02040503050406030204" pitchFamily="18" charset="0"/>
                              <a:ea typeface="Calibri" panose="020F0502020204030204" pitchFamily="34" charset="0"/>
                              <a:cs typeface="Shruti" panose="020B0502040204020203" pitchFamily="34" charset="0"/>
                            </a:rPr>
                            <m:t>=−2</m:t>
                          </m:r>
                        </m:e>
                      </m:d>
                      <m:r>
                        <a:rPr lang="en-GB" i="0" dirty="0" smtClean="0">
                          <a:latin typeface="Cambria Math" panose="02040503050406030204" pitchFamily="18" charset="0"/>
                          <a:ea typeface="Calibri" panose="020F0502020204030204" pitchFamily="34" charset="0"/>
                          <a:cs typeface="Shruti" panose="020B0502040204020203" pitchFamily="34" charset="0"/>
                        </a:rPr>
                        <m:t>=</m:t>
                      </m:r>
                      <m:r>
                        <m:rPr>
                          <m:sty m:val="p"/>
                        </m:rPr>
                        <a:rPr lang="en-GB" i="0" dirty="0" smtClean="0">
                          <a:latin typeface="Cambria Math" panose="02040503050406030204" pitchFamily="18" charset="0"/>
                          <a:ea typeface="Calibri" panose="020F0502020204030204" pitchFamily="34" charset="0"/>
                          <a:cs typeface="Shruti" panose="020B0502040204020203" pitchFamily="34" charset="0"/>
                        </a:rPr>
                        <m:t>P</m:t>
                      </m:r>
                      <m:d>
                        <m:dPr>
                          <m:ctrlPr>
                            <a:rPr lang="en-GB" i="1" dirty="0" smtClean="0">
                              <a:latin typeface="Cambria Math" panose="02040503050406030204" pitchFamily="18" charset="0"/>
                              <a:ea typeface="Calibri" panose="020F0502020204030204" pitchFamily="34" charset="0"/>
                              <a:cs typeface="Shruti" panose="020B0502040204020203" pitchFamily="34" charset="0"/>
                            </a:rPr>
                          </m:ctrlPr>
                        </m:dPr>
                        <m:e>
                          <m:r>
                            <m:rPr>
                              <m:sty m:val="p"/>
                            </m:rPr>
                            <a:rPr lang="en-GB" i="0" dirty="0" smtClean="0">
                              <a:latin typeface="Cambria Math" panose="02040503050406030204" pitchFamily="18" charset="0"/>
                              <a:ea typeface="Calibri" panose="020F0502020204030204" pitchFamily="34" charset="0"/>
                              <a:cs typeface="Shruti" panose="020B0502040204020203" pitchFamily="34" charset="0"/>
                            </a:rPr>
                            <m:t>X</m:t>
                          </m:r>
                          <m:r>
                            <a:rPr lang="en-GB" i="0" dirty="0" smtClean="0">
                              <a:latin typeface="Cambria Math" panose="02040503050406030204" pitchFamily="18" charset="0"/>
                              <a:ea typeface="Calibri" panose="020F0502020204030204" pitchFamily="34" charset="0"/>
                              <a:cs typeface="Shruti" panose="020B0502040204020203" pitchFamily="34" charset="0"/>
                            </a:rPr>
                            <m:t>=−1</m:t>
                          </m:r>
                        </m:e>
                      </m:d>
                      <m:r>
                        <a:rPr lang="en-GB" i="0" dirty="0" smtClean="0">
                          <a:latin typeface="Cambria Math" panose="02040503050406030204" pitchFamily="18" charset="0"/>
                          <a:ea typeface="Calibri" panose="020F0502020204030204" pitchFamily="34" charset="0"/>
                          <a:cs typeface="Shruti" panose="020B0502040204020203" pitchFamily="34" charset="0"/>
                        </a:rPr>
                        <m:t>=</m:t>
                      </m:r>
                      <m:r>
                        <m:rPr>
                          <m:sty m:val="p"/>
                        </m:rPr>
                        <a:rPr lang="en-GB" i="0" dirty="0" smtClean="0">
                          <a:latin typeface="Cambria Math" panose="02040503050406030204" pitchFamily="18" charset="0"/>
                          <a:ea typeface="Calibri" panose="020F0502020204030204" pitchFamily="34" charset="0"/>
                          <a:cs typeface="Shruti" panose="020B0502040204020203" pitchFamily="34" charset="0"/>
                        </a:rPr>
                        <m:t>P</m:t>
                      </m:r>
                      <m:d>
                        <m:dPr>
                          <m:ctrlPr>
                            <a:rPr lang="en-GB" i="1" dirty="0" smtClean="0">
                              <a:latin typeface="Cambria Math" panose="02040503050406030204" pitchFamily="18" charset="0"/>
                              <a:ea typeface="Calibri" panose="020F0502020204030204" pitchFamily="34" charset="0"/>
                              <a:cs typeface="Shruti" panose="020B0502040204020203" pitchFamily="34" charset="0"/>
                            </a:rPr>
                          </m:ctrlPr>
                        </m:dPr>
                        <m:e>
                          <m:r>
                            <m:rPr>
                              <m:sty m:val="p"/>
                            </m:rPr>
                            <a:rPr lang="en-GB" i="0" dirty="0" smtClean="0">
                              <a:latin typeface="Cambria Math" panose="02040503050406030204" pitchFamily="18" charset="0"/>
                              <a:ea typeface="Calibri" panose="020F0502020204030204" pitchFamily="34" charset="0"/>
                              <a:cs typeface="Shruti" panose="020B0502040204020203" pitchFamily="34" charset="0"/>
                            </a:rPr>
                            <m:t>X</m:t>
                          </m:r>
                          <m:r>
                            <a:rPr lang="en-GB" i="0" dirty="0" smtClean="0">
                              <a:latin typeface="Cambria Math" panose="02040503050406030204" pitchFamily="18" charset="0"/>
                              <a:ea typeface="Calibri" panose="020F0502020204030204" pitchFamily="34" charset="0"/>
                              <a:cs typeface="Shruti" panose="020B0502040204020203" pitchFamily="34" charset="0"/>
                            </a:rPr>
                            <m:t>=1</m:t>
                          </m:r>
                        </m:e>
                      </m:d>
                      <m:r>
                        <a:rPr lang="en-GB" i="0" dirty="0" smtClean="0">
                          <a:latin typeface="Cambria Math" panose="02040503050406030204" pitchFamily="18" charset="0"/>
                          <a:ea typeface="Calibri" panose="020F0502020204030204" pitchFamily="34" charset="0"/>
                          <a:cs typeface="Shruti" panose="020B0502040204020203" pitchFamily="34" charset="0"/>
                        </a:rPr>
                        <m:t>=</m:t>
                      </m:r>
                      <m:r>
                        <m:rPr>
                          <m:sty m:val="p"/>
                        </m:rPr>
                        <a:rPr lang="en-GB" i="0" dirty="0" smtClean="0">
                          <a:latin typeface="Cambria Math" panose="02040503050406030204" pitchFamily="18" charset="0"/>
                          <a:ea typeface="Calibri" panose="020F0502020204030204" pitchFamily="34" charset="0"/>
                          <a:cs typeface="Shruti" panose="020B0502040204020203" pitchFamily="34" charset="0"/>
                        </a:rPr>
                        <m:t>P</m:t>
                      </m:r>
                      <m:d>
                        <m:dPr>
                          <m:ctrlPr>
                            <a:rPr lang="en-GB" i="1" dirty="0" smtClean="0">
                              <a:latin typeface="Cambria Math" panose="02040503050406030204" pitchFamily="18" charset="0"/>
                              <a:ea typeface="Calibri" panose="020F0502020204030204" pitchFamily="34" charset="0"/>
                              <a:cs typeface="Shruti" panose="020B0502040204020203" pitchFamily="34" charset="0"/>
                            </a:rPr>
                          </m:ctrlPr>
                        </m:dPr>
                        <m:e>
                          <m:r>
                            <m:rPr>
                              <m:sty m:val="p"/>
                            </m:rPr>
                            <a:rPr lang="en-GB" i="0" dirty="0" smtClean="0">
                              <a:latin typeface="Cambria Math" panose="02040503050406030204" pitchFamily="18" charset="0"/>
                              <a:ea typeface="Calibri" panose="020F0502020204030204" pitchFamily="34" charset="0"/>
                              <a:cs typeface="Shruti" panose="020B0502040204020203" pitchFamily="34" charset="0"/>
                            </a:rPr>
                            <m:t>X</m:t>
                          </m:r>
                          <m:r>
                            <a:rPr lang="en-GB" i="0" dirty="0" smtClean="0">
                              <a:latin typeface="Cambria Math" panose="02040503050406030204" pitchFamily="18" charset="0"/>
                              <a:ea typeface="Calibri" panose="020F0502020204030204" pitchFamily="34" charset="0"/>
                              <a:cs typeface="Shruti" panose="020B0502040204020203" pitchFamily="34" charset="0"/>
                            </a:rPr>
                            <m:t>=2</m:t>
                          </m:r>
                        </m:e>
                      </m:d>
                      <m:r>
                        <a:rPr lang="en-GB" i="0" dirty="0" smtClean="0">
                          <a:latin typeface="Cambria Math" panose="02040503050406030204" pitchFamily="18" charset="0"/>
                          <a:ea typeface="Calibri" panose="020F0502020204030204" pitchFamily="34" charset="0"/>
                          <a:cs typeface="Shruti" panose="020B0502040204020203" pitchFamily="34" charset="0"/>
                        </a:rPr>
                        <m:t>=</m:t>
                      </m:r>
                      <m:r>
                        <m:rPr>
                          <m:sty m:val="p"/>
                        </m:rPr>
                        <a:rPr lang="en-GB" i="0" dirty="0" smtClean="0">
                          <a:latin typeface="Cambria Math" panose="02040503050406030204" pitchFamily="18" charset="0"/>
                          <a:ea typeface="Calibri" panose="020F0502020204030204" pitchFamily="34" charset="0"/>
                          <a:cs typeface="Shruti" panose="020B0502040204020203" pitchFamily="34" charset="0"/>
                        </a:rPr>
                        <m:t>P</m:t>
                      </m:r>
                      <m:d>
                        <m:dPr>
                          <m:ctrlPr>
                            <a:rPr lang="en-GB" i="1" dirty="0" smtClean="0">
                              <a:latin typeface="Cambria Math" panose="02040503050406030204" pitchFamily="18" charset="0"/>
                              <a:ea typeface="Calibri" panose="020F0502020204030204" pitchFamily="34" charset="0"/>
                              <a:cs typeface="Shruti" panose="020B0502040204020203" pitchFamily="34" charset="0"/>
                            </a:rPr>
                          </m:ctrlPr>
                        </m:dPr>
                        <m:e>
                          <m:r>
                            <m:rPr>
                              <m:sty m:val="p"/>
                            </m:rPr>
                            <a:rPr lang="en-GB" i="0" dirty="0" smtClean="0">
                              <a:latin typeface="Cambria Math" panose="02040503050406030204" pitchFamily="18" charset="0"/>
                              <a:ea typeface="Calibri" panose="020F0502020204030204" pitchFamily="34" charset="0"/>
                              <a:cs typeface="Shruti" panose="020B0502040204020203" pitchFamily="34" charset="0"/>
                            </a:rPr>
                            <m:t>X</m:t>
                          </m:r>
                          <m:r>
                            <a:rPr lang="en-GB" i="0" dirty="0" smtClean="0">
                              <a:latin typeface="Cambria Math" panose="02040503050406030204" pitchFamily="18" charset="0"/>
                              <a:ea typeface="Calibri" panose="020F0502020204030204" pitchFamily="34" charset="0"/>
                              <a:cs typeface="Shruti" panose="020B0502040204020203" pitchFamily="34" charset="0"/>
                            </a:rPr>
                            <m:t>=3</m:t>
                          </m:r>
                        </m:e>
                      </m:d>
                      <m:r>
                        <a:rPr lang="en-GB" i="0" dirty="0" smtClean="0">
                          <a:latin typeface="Cambria Math" panose="02040503050406030204" pitchFamily="18" charset="0"/>
                          <a:ea typeface="Calibri" panose="020F0502020204030204" pitchFamily="34" charset="0"/>
                          <a:cs typeface="Shruti" panose="020B0502040204020203" pitchFamily="34" charset="0"/>
                        </a:rPr>
                        <m:t>.</m:t>
                      </m:r>
                    </m:oMath>
                  </m:oMathPara>
                </a14:m>
                <a:endParaRPr lang="en-GB" dirty="0">
                  <a:latin typeface="+mj-lt"/>
                  <a:ea typeface="Calibri" panose="020F0502020204030204" pitchFamily="34" charset="0"/>
                  <a:cs typeface="Shruti" panose="020B0502040204020203" pitchFamily="34" charset="0"/>
                </a:endParaRPr>
              </a:p>
              <a:p>
                <a:pPr>
                  <a:lnSpc>
                    <a:spcPct val="120000"/>
                  </a:lnSpc>
                  <a:tabLst>
                    <a:tab pos="0" algn="l"/>
                    <a:tab pos="447675" algn="l"/>
                  </a:tabLst>
                </a:pPr>
                <a:r>
                  <a:rPr lang="en-GB" dirty="0">
                    <a:latin typeface="+mj-lt"/>
                    <a:ea typeface="Calibri" panose="020F0502020204030204" pitchFamily="34" charset="0"/>
                    <a:cs typeface="Shruti" panose="020B0502040204020203" pitchFamily="34" charset="0"/>
                  </a:rPr>
                  <a:t>Obtain the probability distribution and the distribution function of </a:t>
                </a:r>
                <a14:m>
                  <m:oMath xmlns:m="http://schemas.openxmlformats.org/officeDocument/2006/math">
                    <m:r>
                      <m:rPr>
                        <m:sty m:val="p"/>
                      </m:rPr>
                      <a:rPr lang="en-GB" i="0" dirty="0" smtClean="0">
                        <a:latin typeface="Cambria Math" panose="02040503050406030204" pitchFamily="18" charset="0"/>
                        <a:ea typeface="Calibri" panose="020F0502020204030204" pitchFamily="34" charset="0"/>
                        <a:cs typeface="Shruti" panose="020B0502040204020203" pitchFamily="34" charset="0"/>
                      </a:rPr>
                      <m:t>X</m:t>
                    </m:r>
                  </m:oMath>
                </a14:m>
                <a:r>
                  <a:rPr lang="en-GB" dirty="0">
                    <a:latin typeface="+mj-lt"/>
                    <a:ea typeface="Calibri" panose="020F0502020204030204" pitchFamily="34" charset="0"/>
                    <a:cs typeface="Shruti" panose="020B0502040204020203" pitchFamily="34" charset="0"/>
                  </a:rPr>
                  <a:t>.</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8"/>
                <a:ext cx="11929645" cy="2121533"/>
              </a:xfrm>
              <a:prstGeom prst="rect">
                <a:avLst/>
              </a:prstGeom>
              <a:blipFill>
                <a:blip r:embed="rId2"/>
                <a:stretch>
                  <a:fillRect l="-1074" t="-575" b="-7184"/>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7 ⇝ Example 1</a:t>
            </a:r>
            <a:endParaRPr lang="en-US" dirty="0"/>
          </a:p>
        </p:txBody>
      </p:sp>
      <p:sp>
        <p:nvSpPr>
          <p:cNvPr id="4" name="Content Placeholder 2"/>
          <p:cNvSpPr txBox="1">
            <a:spLocks/>
          </p:cNvSpPr>
          <p:nvPr/>
        </p:nvSpPr>
        <p:spPr>
          <a:xfrm>
            <a:off x="114082" y="3146008"/>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21" name="TextBox 20">
            <a:extLst>
              <a:ext uri="{FF2B5EF4-FFF2-40B4-BE49-F238E27FC236}">
                <a16:creationId xmlns:a16="http://schemas.microsoft.com/office/drawing/2014/main" id="{39AB56B1-91F7-4EC3-A8DA-3E4826259CC3}"/>
              </a:ext>
            </a:extLst>
          </p:cNvPr>
          <p:cNvSpPr txBox="1"/>
          <p:nvPr/>
        </p:nvSpPr>
        <p:spPr>
          <a:xfrm>
            <a:off x="114082" y="3694420"/>
            <a:ext cx="916432" cy="523220"/>
          </a:xfrm>
          <a:prstGeom prst="rect">
            <a:avLst/>
          </a:prstGeom>
          <a:noFill/>
        </p:spPr>
        <p:txBody>
          <a:bodyPr wrap="square">
            <a:spAutoFit/>
          </a:bodyPr>
          <a:lstStyle/>
          <a:p>
            <a:r>
              <a:rPr lang="en-IN" sz="2800" dirty="0">
                <a:solidFill>
                  <a:srgbClr val="002060"/>
                </a:solidFill>
                <a:latin typeface="+mj-lt"/>
              </a:rPr>
              <a:t>Let,</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CF186C8-77AB-404B-A0B6-C8F8ECDECB94}"/>
                  </a:ext>
                </a:extLst>
              </p:cNvPr>
              <p:cNvSpPr txBox="1"/>
              <p:nvPr/>
            </p:nvSpPr>
            <p:spPr>
              <a:xfrm>
                <a:off x="43542" y="4228318"/>
                <a:ext cx="1219200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=−3</m:t>
                          </m:r>
                        </m:e>
                      </m:d>
                      <m:r>
                        <a:rPr lang="en-IN" sz="2800"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=−2</m:t>
                          </m:r>
                        </m:e>
                      </m:d>
                      <m:r>
                        <a:rPr lang="en-IN" sz="2800"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=−1</m:t>
                          </m:r>
                        </m:e>
                      </m:d>
                      <m:r>
                        <a:rPr lang="en-IN" sz="2800"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=1</m:t>
                          </m:r>
                        </m:e>
                      </m:d>
                      <m:r>
                        <a:rPr lang="en-IN" sz="2800"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=2</m:t>
                          </m:r>
                        </m:e>
                      </m:d>
                      <m:r>
                        <a:rPr lang="en-IN" sz="2800"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=3</m:t>
                          </m:r>
                        </m:e>
                      </m:d>
                      <m:r>
                        <a:rPr lang="en-IN" sz="2800" b="1" dirty="0" smtClean="0">
                          <a:solidFill>
                            <a:srgbClr val="FF0000"/>
                          </a:solidFill>
                          <a:latin typeface="Cambria Math" panose="02040503050406030204" pitchFamily="18" charset="0"/>
                        </a:rPr>
                        <m:t>=</m:t>
                      </m:r>
                      <m:r>
                        <a:rPr lang="en-IN" sz="2800" b="1" i="1" dirty="0" smtClean="0">
                          <a:solidFill>
                            <a:srgbClr val="FF0000"/>
                          </a:solidFill>
                          <a:latin typeface="Cambria Math" panose="02040503050406030204" pitchFamily="18" charset="0"/>
                        </a:rPr>
                        <m:t>𝐤</m:t>
                      </m:r>
                    </m:oMath>
                  </m:oMathPara>
                </a14:m>
                <a:endParaRPr lang="en-IN" sz="2800" b="1" dirty="0">
                  <a:solidFill>
                    <a:srgbClr val="002060"/>
                  </a:solidFill>
                  <a:latin typeface="+mj-lt"/>
                </a:endParaRPr>
              </a:p>
            </p:txBody>
          </p:sp>
        </mc:Choice>
        <mc:Fallback xmlns="">
          <p:sp>
            <p:nvSpPr>
              <p:cNvPr id="15" name="TextBox 14">
                <a:extLst>
                  <a:ext uri="{FF2B5EF4-FFF2-40B4-BE49-F238E27FC236}">
                    <a16:creationId xmlns:a16="http://schemas.microsoft.com/office/drawing/2014/main" id="{4CF186C8-77AB-404B-A0B6-C8F8ECDECB94}"/>
                  </a:ext>
                </a:extLst>
              </p:cNvPr>
              <p:cNvSpPr txBox="1">
                <a:spLocks noRot="1" noChangeAspect="1" noMove="1" noResize="1" noEditPoints="1" noAdjustHandles="1" noChangeArrowheads="1" noChangeShapeType="1" noTextEdit="1"/>
              </p:cNvSpPr>
              <p:nvPr/>
            </p:nvSpPr>
            <p:spPr>
              <a:xfrm>
                <a:off x="43542" y="4228318"/>
                <a:ext cx="12192000" cy="523220"/>
              </a:xfrm>
              <a:prstGeom prst="rect">
                <a:avLst/>
              </a:prstGeom>
              <a:blipFill>
                <a:blip r:embed="rId3"/>
                <a:stretch>
                  <a:fillRect/>
                </a:stretch>
              </a:blipFill>
            </p:spPr>
            <p:txBody>
              <a:bodyPr/>
              <a:lstStyle/>
              <a:p>
                <a:r>
                  <a:rPr lang="en-IN">
                    <a:noFill/>
                  </a:rPr>
                  <a:t> </a:t>
                </a:r>
              </a:p>
            </p:txBody>
          </p:sp>
        </mc:Fallback>
      </mc:AlternateContent>
      <p:sp>
        <p:nvSpPr>
          <p:cNvPr id="16" name="TextBox 15">
            <a:extLst>
              <a:ext uri="{FF2B5EF4-FFF2-40B4-BE49-F238E27FC236}">
                <a16:creationId xmlns:a16="http://schemas.microsoft.com/office/drawing/2014/main" id="{8D69D989-F456-4122-AD05-CFFA2B715BB7}"/>
              </a:ext>
            </a:extLst>
          </p:cNvPr>
          <p:cNvSpPr txBox="1"/>
          <p:nvPr/>
        </p:nvSpPr>
        <p:spPr>
          <a:xfrm>
            <a:off x="114082" y="4751538"/>
            <a:ext cx="916432" cy="523220"/>
          </a:xfrm>
          <a:prstGeom prst="rect">
            <a:avLst/>
          </a:prstGeom>
          <a:noFill/>
        </p:spPr>
        <p:txBody>
          <a:bodyPr wrap="square">
            <a:spAutoFit/>
          </a:bodyPr>
          <a:lstStyle/>
          <a:p>
            <a:r>
              <a:rPr lang="en-IN" sz="2800" dirty="0">
                <a:solidFill>
                  <a:srgbClr val="002060"/>
                </a:solidFill>
                <a:latin typeface="+mj-lt"/>
              </a:rPr>
              <a:t>Now,</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DD6633E-7A11-4142-99B6-21BFF5287101}"/>
                  </a:ext>
                </a:extLst>
              </p:cNvPr>
              <p:cNvSpPr txBox="1"/>
              <p:nvPr/>
            </p:nvSpPr>
            <p:spPr>
              <a:xfrm>
                <a:off x="685582" y="5274758"/>
                <a:ext cx="180180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IN" sz="2800" i="0" dirty="0" smtClean="0">
                              <a:solidFill>
                                <a:srgbClr val="002060"/>
                              </a:solidFill>
                              <a:latin typeface="Cambria Math" panose="02040503050406030204" pitchFamily="18" charset="0"/>
                            </a:rPr>
                            <m:t>X</m:t>
                          </m:r>
                          <m:r>
                            <a:rPr lang="en-IN" sz="2800" i="0" dirty="0" smtClean="0">
                              <a:solidFill>
                                <a:srgbClr val="002060"/>
                              </a:solidFill>
                              <a:latin typeface="Cambria Math" panose="02040503050406030204" pitchFamily="18" charset="0"/>
                            </a:rPr>
                            <m:t>&lt;0</m:t>
                          </m:r>
                        </m:e>
                      </m:d>
                    </m:oMath>
                  </m:oMathPara>
                </a14:m>
                <a:endParaRPr lang="en-IN" sz="2800" dirty="0">
                  <a:solidFill>
                    <a:srgbClr val="002060"/>
                  </a:solidFill>
                  <a:latin typeface="+mj-lt"/>
                </a:endParaRPr>
              </a:p>
            </p:txBody>
          </p:sp>
        </mc:Choice>
        <mc:Fallback xmlns="">
          <p:sp>
            <p:nvSpPr>
              <p:cNvPr id="17" name="TextBox 16">
                <a:extLst>
                  <a:ext uri="{FF2B5EF4-FFF2-40B4-BE49-F238E27FC236}">
                    <a16:creationId xmlns:a16="http://schemas.microsoft.com/office/drawing/2014/main" id="{6DD6633E-7A11-4142-99B6-21BFF5287101}"/>
                  </a:ext>
                </a:extLst>
              </p:cNvPr>
              <p:cNvSpPr txBox="1">
                <a:spLocks noRot="1" noChangeAspect="1" noMove="1" noResize="1" noEditPoints="1" noAdjustHandles="1" noChangeArrowheads="1" noChangeShapeType="1" noTextEdit="1"/>
              </p:cNvSpPr>
              <p:nvPr/>
            </p:nvSpPr>
            <p:spPr>
              <a:xfrm>
                <a:off x="685582" y="5274758"/>
                <a:ext cx="1801804"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E9AF7BE-B2F0-4DDD-88DB-B59176CE4451}"/>
                  </a:ext>
                </a:extLst>
              </p:cNvPr>
              <p:cNvSpPr txBox="1"/>
              <p:nvPr/>
            </p:nvSpPr>
            <p:spPr>
              <a:xfrm>
                <a:off x="2148622" y="5274758"/>
                <a:ext cx="644928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m:rPr>
                          <m:sty m:val="p"/>
                        </m:rPr>
                        <a:rPr lang="en-IN" sz="280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IN" sz="2800" dirty="0" smtClean="0">
                              <a:solidFill>
                                <a:srgbClr val="002060"/>
                              </a:solidFill>
                              <a:latin typeface="Cambria Math" panose="02040503050406030204" pitchFamily="18" charset="0"/>
                            </a:rPr>
                            <m:t>X</m:t>
                          </m:r>
                          <m:r>
                            <a:rPr lang="en-IN" sz="2800" dirty="0" smtClean="0">
                              <a:solidFill>
                                <a:srgbClr val="002060"/>
                              </a:solidFill>
                              <a:latin typeface="Cambria Math" panose="02040503050406030204" pitchFamily="18" charset="0"/>
                            </a:rPr>
                            <m:t>=−3</m:t>
                          </m:r>
                        </m:e>
                      </m:d>
                      <m:r>
                        <a:rPr lang="en-IN" sz="2800" dirty="0" smtClean="0">
                          <a:solidFill>
                            <a:srgbClr val="002060"/>
                          </a:solidFill>
                          <a:latin typeface="Cambria Math" panose="02040503050406030204" pitchFamily="18" charset="0"/>
                        </a:rPr>
                        <m:t>+</m:t>
                      </m:r>
                      <m:r>
                        <m:rPr>
                          <m:sty m:val="p"/>
                        </m:rPr>
                        <a:rPr lang="en-IN" sz="280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IN" sz="2800" dirty="0" smtClean="0">
                              <a:solidFill>
                                <a:srgbClr val="002060"/>
                              </a:solidFill>
                              <a:latin typeface="Cambria Math" panose="02040503050406030204" pitchFamily="18" charset="0"/>
                            </a:rPr>
                            <m:t>X</m:t>
                          </m:r>
                          <m:r>
                            <a:rPr lang="en-IN" sz="2800" dirty="0" smtClean="0">
                              <a:solidFill>
                                <a:srgbClr val="002060"/>
                              </a:solidFill>
                              <a:latin typeface="Cambria Math" panose="02040503050406030204" pitchFamily="18" charset="0"/>
                            </a:rPr>
                            <m:t>=−2</m:t>
                          </m:r>
                        </m:e>
                      </m:d>
                      <m:r>
                        <a:rPr lang="en-IN" sz="2800" dirty="0" smtClean="0">
                          <a:solidFill>
                            <a:srgbClr val="002060"/>
                          </a:solidFill>
                          <a:latin typeface="Cambria Math" panose="02040503050406030204" pitchFamily="18" charset="0"/>
                        </a:rPr>
                        <m:t>+</m:t>
                      </m:r>
                      <m:r>
                        <m:rPr>
                          <m:sty m:val="p"/>
                        </m:rPr>
                        <a:rPr lang="en-IN" sz="2800" dirty="0" smtClean="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=−1</m:t>
                          </m:r>
                        </m:e>
                      </m:d>
                    </m:oMath>
                  </m:oMathPara>
                </a14:m>
                <a:endParaRPr lang="en-IN" sz="2800" dirty="0">
                  <a:solidFill>
                    <a:srgbClr val="002060"/>
                  </a:solidFill>
                  <a:latin typeface="+mj-lt"/>
                </a:endParaRPr>
              </a:p>
            </p:txBody>
          </p:sp>
        </mc:Choice>
        <mc:Fallback xmlns="">
          <p:sp>
            <p:nvSpPr>
              <p:cNvPr id="18" name="TextBox 17">
                <a:extLst>
                  <a:ext uri="{FF2B5EF4-FFF2-40B4-BE49-F238E27FC236}">
                    <a16:creationId xmlns:a16="http://schemas.microsoft.com/office/drawing/2014/main" id="{0E9AF7BE-B2F0-4DDD-88DB-B59176CE4451}"/>
                  </a:ext>
                </a:extLst>
              </p:cNvPr>
              <p:cNvSpPr txBox="1">
                <a:spLocks noRot="1" noChangeAspect="1" noMove="1" noResize="1" noEditPoints="1" noAdjustHandles="1" noChangeArrowheads="1" noChangeShapeType="1" noTextEdit="1"/>
              </p:cNvSpPr>
              <p:nvPr/>
            </p:nvSpPr>
            <p:spPr>
              <a:xfrm>
                <a:off x="2148622" y="5274758"/>
                <a:ext cx="6449280"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4EB6BFB-A0BD-4664-9AEC-E29AD7EDB5A9}"/>
                  </a:ext>
                </a:extLst>
              </p:cNvPr>
              <p:cNvSpPr txBox="1"/>
              <p:nvPr/>
            </p:nvSpPr>
            <p:spPr>
              <a:xfrm>
                <a:off x="8360736" y="5274758"/>
                <a:ext cx="97739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=3</m:t>
                      </m:r>
                      <m:r>
                        <m:rPr>
                          <m:sty m:val="p"/>
                        </m:rPr>
                        <a:rPr lang="en-IN" sz="2800" b="0" i="0" dirty="0">
                          <a:solidFill>
                            <a:srgbClr val="002060"/>
                          </a:solidFill>
                          <a:latin typeface="Cambria Math" panose="02040503050406030204" pitchFamily="18" charset="0"/>
                        </a:rPr>
                        <m:t>k</m:t>
                      </m:r>
                    </m:oMath>
                  </m:oMathPara>
                </a14:m>
                <a:endParaRPr lang="en-IN" sz="2800" dirty="0">
                  <a:solidFill>
                    <a:srgbClr val="002060"/>
                  </a:solidFill>
                  <a:latin typeface="+mj-lt"/>
                </a:endParaRPr>
              </a:p>
            </p:txBody>
          </p:sp>
        </mc:Choice>
        <mc:Fallback xmlns="">
          <p:sp>
            <p:nvSpPr>
              <p:cNvPr id="20" name="TextBox 19">
                <a:extLst>
                  <a:ext uri="{FF2B5EF4-FFF2-40B4-BE49-F238E27FC236}">
                    <a16:creationId xmlns:a16="http://schemas.microsoft.com/office/drawing/2014/main" id="{F4EB6BFB-A0BD-4664-9AEC-E29AD7EDB5A9}"/>
                  </a:ext>
                </a:extLst>
              </p:cNvPr>
              <p:cNvSpPr txBox="1">
                <a:spLocks noRot="1" noChangeAspect="1" noMove="1" noResize="1" noEditPoints="1" noAdjustHandles="1" noChangeArrowheads="1" noChangeShapeType="1" noTextEdit="1"/>
              </p:cNvSpPr>
              <p:nvPr/>
            </p:nvSpPr>
            <p:spPr>
              <a:xfrm>
                <a:off x="8360736" y="5274758"/>
                <a:ext cx="977393"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1">
                <a:extLst>
                  <a:ext uri="{FF2B5EF4-FFF2-40B4-BE49-F238E27FC236}">
                    <a16:creationId xmlns:a16="http://schemas.microsoft.com/office/drawing/2014/main" id="{89D1BC4C-6B41-46BC-80AB-79C22A2C5E1A}"/>
                  </a:ext>
                </a:extLst>
              </p:cNvPr>
              <p:cNvSpPr txBox="1"/>
              <p:nvPr/>
            </p:nvSpPr>
            <p:spPr>
              <a:xfrm>
                <a:off x="236655" y="5983268"/>
                <a:ext cx="562138"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22" name="!!1">
                <a:extLst>
                  <a:ext uri="{FF2B5EF4-FFF2-40B4-BE49-F238E27FC236}">
                    <a16:creationId xmlns:a16="http://schemas.microsoft.com/office/drawing/2014/main" id="{89D1BC4C-6B41-46BC-80AB-79C22A2C5E1A}"/>
                  </a:ext>
                </a:extLst>
              </p:cNvPr>
              <p:cNvSpPr txBox="1">
                <a:spLocks noRot="1" noChangeAspect="1" noMove="1" noResize="1" noEditPoints="1" noAdjustHandles="1" noChangeArrowheads="1" noChangeShapeType="1" noTextEdit="1"/>
              </p:cNvSpPr>
              <p:nvPr/>
            </p:nvSpPr>
            <p:spPr>
              <a:xfrm>
                <a:off x="236655" y="5983268"/>
                <a:ext cx="562138"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B288A80-52A4-4A23-8EEF-3076F2A88942}"/>
                  </a:ext>
                </a:extLst>
              </p:cNvPr>
              <p:cNvSpPr txBox="1"/>
              <p:nvPr/>
            </p:nvSpPr>
            <p:spPr>
              <a:xfrm>
                <a:off x="3925045" y="5983268"/>
                <a:ext cx="97739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=3</m:t>
                      </m:r>
                      <m:r>
                        <m:rPr>
                          <m:sty m:val="p"/>
                        </m:rPr>
                        <a:rPr lang="en-IN" sz="2800" b="0" i="0" dirty="0">
                          <a:solidFill>
                            <a:srgbClr val="002060"/>
                          </a:solidFill>
                          <a:latin typeface="Cambria Math" panose="02040503050406030204" pitchFamily="18" charset="0"/>
                        </a:rPr>
                        <m:t>k</m:t>
                      </m:r>
                    </m:oMath>
                  </m:oMathPara>
                </a14:m>
                <a:endParaRPr lang="en-IN" sz="2800" dirty="0">
                  <a:solidFill>
                    <a:srgbClr val="002060"/>
                  </a:solidFill>
                  <a:latin typeface="+mj-lt"/>
                </a:endParaRPr>
              </a:p>
            </p:txBody>
          </p:sp>
        </mc:Choice>
        <mc:Fallback xmlns="">
          <p:sp>
            <p:nvSpPr>
              <p:cNvPr id="24" name="TextBox 23">
                <a:extLst>
                  <a:ext uri="{FF2B5EF4-FFF2-40B4-BE49-F238E27FC236}">
                    <a16:creationId xmlns:a16="http://schemas.microsoft.com/office/drawing/2014/main" id="{AB288A80-52A4-4A23-8EEF-3076F2A88942}"/>
                  </a:ext>
                </a:extLst>
              </p:cNvPr>
              <p:cNvSpPr txBox="1">
                <a:spLocks noRot="1" noChangeAspect="1" noMove="1" noResize="1" noEditPoints="1" noAdjustHandles="1" noChangeArrowheads="1" noChangeShapeType="1" noTextEdit="1"/>
              </p:cNvSpPr>
              <p:nvPr/>
            </p:nvSpPr>
            <p:spPr>
              <a:xfrm>
                <a:off x="3925045" y="5983268"/>
                <a:ext cx="977393"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A8A67B34-1177-4099-A72D-BBEFA1278049}"/>
                  </a:ext>
                </a:extLst>
              </p:cNvPr>
              <p:cNvSpPr txBox="1"/>
              <p:nvPr/>
            </p:nvSpPr>
            <p:spPr>
              <a:xfrm>
                <a:off x="680902" y="5983268"/>
                <a:ext cx="180180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IN" sz="280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&gt;</m:t>
                          </m:r>
                          <m:r>
                            <a:rPr lang="en-IN" sz="2800" i="0" dirty="0" smtClean="0">
                              <a:solidFill>
                                <a:srgbClr val="002060"/>
                              </a:solidFill>
                              <a:latin typeface="Cambria Math" panose="02040503050406030204" pitchFamily="18" charset="0"/>
                            </a:rPr>
                            <m:t>0</m:t>
                          </m:r>
                        </m:e>
                      </m:d>
                    </m:oMath>
                  </m:oMathPara>
                </a14:m>
                <a:endParaRPr lang="en-IN" sz="2800" dirty="0">
                  <a:solidFill>
                    <a:srgbClr val="002060"/>
                  </a:solidFill>
                  <a:latin typeface="+mj-lt"/>
                </a:endParaRPr>
              </a:p>
            </p:txBody>
          </p:sp>
        </mc:Choice>
        <mc:Fallback xmlns="">
          <p:sp>
            <p:nvSpPr>
              <p:cNvPr id="28" name="TextBox 27">
                <a:extLst>
                  <a:ext uri="{FF2B5EF4-FFF2-40B4-BE49-F238E27FC236}">
                    <a16:creationId xmlns:a16="http://schemas.microsoft.com/office/drawing/2014/main" id="{A8A67B34-1177-4099-A72D-BBEFA1278049}"/>
                  </a:ext>
                </a:extLst>
              </p:cNvPr>
              <p:cNvSpPr txBox="1">
                <a:spLocks noRot="1" noChangeAspect="1" noMove="1" noResize="1" noEditPoints="1" noAdjustHandles="1" noChangeArrowheads="1" noChangeShapeType="1" noTextEdit="1"/>
              </p:cNvSpPr>
              <p:nvPr/>
            </p:nvSpPr>
            <p:spPr>
              <a:xfrm>
                <a:off x="680902" y="5983268"/>
                <a:ext cx="1801804"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F7E9724-5CCD-4C55-8A66-DF148AAB0E14}"/>
                  </a:ext>
                </a:extLst>
              </p:cNvPr>
              <p:cNvSpPr txBox="1"/>
              <p:nvPr/>
            </p:nvSpPr>
            <p:spPr>
              <a:xfrm>
                <a:off x="2139534" y="5983268"/>
                <a:ext cx="2002208"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m:rPr>
                          <m:sty m:val="p"/>
                        </m:rPr>
                        <a:rPr lang="en-IN" sz="280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IN" sz="280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m:t>
                          </m:r>
                          <m:r>
                            <a:rPr lang="en-IN" sz="2800" i="0" dirty="0" smtClean="0">
                              <a:solidFill>
                                <a:srgbClr val="002060"/>
                              </a:solidFill>
                              <a:latin typeface="Cambria Math" panose="02040503050406030204" pitchFamily="18" charset="0"/>
                            </a:rPr>
                            <m:t>0</m:t>
                          </m:r>
                        </m:e>
                      </m:d>
                    </m:oMath>
                  </m:oMathPara>
                </a14:m>
                <a:endParaRPr lang="en-IN" sz="2800" dirty="0">
                  <a:solidFill>
                    <a:srgbClr val="002060"/>
                  </a:solidFill>
                  <a:latin typeface="+mj-lt"/>
                </a:endParaRPr>
              </a:p>
            </p:txBody>
          </p:sp>
        </mc:Choice>
        <mc:Fallback xmlns="">
          <p:sp>
            <p:nvSpPr>
              <p:cNvPr id="33" name="TextBox 32">
                <a:extLst>
                  <a:ext uri="{FF2B5EF4-FFF2-40B4-BE49-F238E27FC236}">
                    <a16:creationId xmlns:a16="http://schemas.microsoft.com/office/drawing/2014/main" id="{6F7E9724-5CCD-4C55-8A66-DF148AAB0E14}"/>
                  </a:ext>
                </a:extLst>
              </p:cNvPr>
              <p:cNvSpPr txBox="1">
                <a:spLocks noRot="1" noChangeAspect="1" noMove="1" noResize="1" noEditPoints="1" noAdjustHandles="1" noChangeArrowheads="1" noChangeShapeType="1" noTextEdit="1"/>
              </p:cNvSpPr>
              <p:nvPr/>
            </p:nvSpPr>
            <p:spPr>
              <a:xfrm>
                <a:off x="2139534" y="5983268"/>
                <a:ext cx="2002208"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57082F6-A0C2-469A-B3A8-33F6786BC543}"/>
                  </a:ext>
                </a:extLst>
              </p:cNvPr>
              <p:cNvSpPr txBox="1"/>
              <p:nvPr/>
            </p:nvSpPr>
            <p:spPr>
              <a:xfrm>
                <a:off x="131176" y="1405384"/>
                <a:ext cx="520282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P</m:t>
                      </m:r>
                      <m:d>
                        <m:dPr>
                          <m:ctrlPr>
                            <a:rPr lang="en-GB" sz="2800" i="1"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ctrlPr>
                        </m:dPr>
                        <m:e>
                          <m:r>
                            <m:rPr>
                              <m:sty m:val="p"/>
                            </m:rP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X</m:t>
                          </m:r>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=0</m:t>
                          </m:r>
                        </m:e>
                      </m:d>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m:t>
                      </m:r>
                      <m:r>
                        <m:rPr>
                          <m:sty m:val="p"/>
                        </m:rP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P</m:t>
                      </m:r>
                      <m:d>
                        <m:dPr>
                          <m:ctrlPr>
                            <a:rPr lang="en-GB" sz="2800" i="1"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ctrlPr>
                        </m:dPr>
                        <m:e>
                          <m:r>
                            <m:rPr>
                              <m:sty m:val="p"/>
                            </m:rP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X</m:t>
                          </m:r>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&gt;0</m:t>
                          </m:r>
                        </m:e>
                      </m:d>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m:t>
                      </m:r>
                      <m:r>
                        <m:rPr>
                          <m:sty m:val="p"/>
                        </m:rP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P</m:t>
                      </m:r>
                      <m:d>
                        <m:dPr>
                          <m:ctrlPr>
                            <a:rPr lang="en-GB" sz="2800" i="1"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ctrlPr>
                        </m:dPr>
                        <m:e>
                          <m:r>
                            <m:rPr>
                              <m:sty m:val="p"/>
                            </m:rP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X</m:t>
                          </m:r>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&lt;0</m:t>
                          </m:r>
                        </m:e>
                      </m:d>
                    </m:oMath>
                  </m:oMathPara>
                </a14:m>
                <a:endParaRPr lang="en-IN" sz="2800" dirty="0">
                  <a:solidFill>
                    <a:schemeClr val="bg1"/>
                  </a:solidFill>
                </a:endParaRPr>
              </a:p>
            </p:txBody>
          </p:sp>
        </mc:Choice>
        <mc:Fallback xmlns="">
          <p:sp>
            <p:nvSpPr>
              <p:cNvPr id="23" name="TextBox 22">
                <a:extLst>
                  <a:ext uri="{FF2B5EF4-FFF2-40B4-BE49-F238E27FC236}">
                    <a16:creationId xmlns:a16="http://schemas.microsoft.com/office/drawing/2014/main" id="{257082F6-A0C2-469A-B3A8-33F6786BC543}"/>
                  </a:ext>
                </a:extLst>
              </p:cNvPr>
              <p:cNvSpPr txBox="1">
                <a:spLocks noRot="1" noChangeAspect="1" noMove="1" noResize="1" noEditPoints="1" noAdjustHandles="1" noChangeArrowheads="1" noChangeShapeType="1" noTextEdit="1"/>
              </p:cNvSpPr>
              <p:nvPr/>
            </p:nvSpPr>
            <p:spPr>
              <a:xfrm>
                <a:off x="131176" y="1405384"/>
                <a:ext cx="5202824" cy="523220"/>
              </a:xfrm>
              <a:prstGeom prst="rect">
                <a:avLst/>
              </a:prstGeom>
              <a:blipFill>
                <a:blip r:embed="rId11"/>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915140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1" grpId="0"/>
      <p:bldP spid="15" grpId="0"/>
      <p:bldP spid="16" grpId="0"/>
      <p:bldP spid="17" grpId="0"/>
      <p:bldP spid="18" grpId="0"/>
      <p:bldP spid="20" grpId="0"/>
      <p:bldP spid="22" grpId="0"/>
      <p:bldP spid="24" grpId="0"/>
      <p:bldP spid="28" grpId="0"/>
      <p:bldP spid="33" grpId="0"/>
    </p:bld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7 ⇝ Example 1 (</a:t>
            </a:r>
            <a:r>
              <a:rPr lang="en-IN" dirty="0"/>
              <a:t>Continue</a:t>
            </a:r>
            <a:r>
              <a:rPr lang="en-GB" dirty="0"/>
              <a:t>)</a:t>
            </a:r>
            <a:endParaRPr lang="en-US" dirty="0"/>
          </a:p>
        </p:txBody>
      </p:sp>
      <p:sp>
        <p:nvSpPr>
          <p:cNvPr id="18" name="TextBox 17">
            <a:extLst>
              <a:ext uri="{FF2B5EF4-FFF2-40B4-BE49-F238E27FC236}">
                <a16:creationId xmlns:a16="http://schemas.microsoft.com/office/drawing/2014/main" id="{0E9AF7BE-B2F0-4DDD-88DB-B59176CE4451}"/>
              </a:ext>
            </a:extLst>
          </p:cNvPr>
          <p:cNvSpPr txBox="1"/>
          <p:nvPr/>
        </p:nvSpPr>
        <p:spPr>
          <a:xfrm>
            <a:off x="1028482" y="1386593"/>
            <a:ext cx="1047061" cy="523220"/>
          </a:xfrm>
          <a:prstGeom prst="rect">
            <a:avLst/>
          </a:prstGeom>
          <a:noFill/>
        </p:spPr>
        <p:txBody>
          <a:bodyPr wrap="square">
            <a:spAutoFit/>
          </a:bodyPr>
          <a:lstStyle/>
          <a:p>
            <a:r>
              <a:rPr lang="en-IN" sz="2800">
                <a:solidFill>
                  <a:srgbClr val="002060"/>
                </a:solidFill>
                <a:latin typeface="+mj-lt"/>
              </a:rPr>
              <a:t>Since,</a:t>
            </a:r>
            <a:endParaRPr lang="en-IN" sz="2800" dirty="0">
              <a:solidFill>
                <a:srgbClr val="002060"/>
              </a:solidFill>
              <a:latin typeface="+mj-lt"/>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4EB6BFB-A0BD-4664-9AEC-E29AD7EDB5A9}"/>
                  </a:ext>
                </a:extLst>
              </p:cNvPr>
              <p:cNvSpPr txBox="1"/>
              <p:nvPr/>
            </p:nvSpPr>
            <p:spPr>
              <a:xfrm>
                <a:off x="6096000" y="1974774"/>
                <a:ext cx="97739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 1</m:t>
                      </m:r>
                    </m:oMath>
                  </m:oMathPara>
                </a14:m>
                <a:endParaRPr lang="en-IN" sz="2800" dirty="0">
                  <a:solidFill>
                    <a:srgbClr val="002060"/>
                  </a:solidFill>
                  <a:latin typeface="+mj-lt"/>
                </a:endParaRPr>
              </a:p>
            </p:txBody>
          </p:sp>
        </mc:Choice>
        <mc:Fallback xmlns="">
          <p:sp>
            <p:nvSpPr>
              <p:cNvPr id="20" name="TextBox 19">
                <a:extLst>
                  <a:ext uri="{FF2B5EF4-FFF2-40B4-BE49-F238E27FC236}">
                    <a16:creationId xmlns:a16="http://schemas.microsoft.com/office/drawing/2014/main" id="{F4EB6BFB-A0BD-4664-9AEC-E29AD7EDB5A9}"/>
                  </a:ext>
                </a:extLst>
              </p:cNvPr>
              <p:cNvSpPr txBox="1">
                <a:spLocks noRot="1" noChangeAspect="1" noMove="1" noResize="1" noEditPoints="1" noAdjustHandles="1" noChangeArrowheads="1" noChangeShapeType="1" noTextEdit="1"/>
              </p:cNvSpPr>
              <p:nvPr/>
            </p:nvSpPr>
            <p:spPr>
              <a:xfrm>
                <a:off x="6096000" y="1974774"/>
                <a:ext cx="977393" cy="523220"/>
              </a:xfrm>
              <a:prstGeom prst="rect">
                <a:avLst/>
              </a:prstGeom>
              <a:blipFill>
                <a:blip r:embed="rId3"/>
                <a:stretch>
                  <a:fillRect/>
                </a:stretch>
              </a:blipFill>
            </p:spPr>
            <p:txBody>
              <a:bodyPr/>
              <a:lstStyle/>
              <a:p>
                <a:r>
                  <a:rPr lang="en-IN">
                    <a:noFill/>
                  </a:rPr>
                  <a:t> </a:t>
                </a:r>
              </a:p>
            </p:txBody>
          </p:sp>
        </mc:Fallback>
      </mc:AlternateContent>
      <p:sp>
        <p:nvSpPr>
          <p:cNvPr id="22" name="TextBox 21">
            <a:extLst>
              <a:ext uri="{FF2B5EF4-FFF2-40B4-BE49-F238E27FC236}">
                <a16:creationId xmlns:a16="http://schemas.microsoft.com/office/drawing/2014/main" id="{89D1BC4C-6B41-46BC-80AB-79C22A2C5E1A}"/>
              </a:ext>
            </a:extLst>
          </p:cNvPr>
          <p:cNvSpPr txBox="1"/>
          <p:nvPr/>
        </p:nvSpPr>
        <p:spPr>
          <a:xfrm>
            <a:off x="190934" y="3304084"/>
            <a:ext cx="837547" cy="523220"/>
          </a:xfrm>
          <a:prstGeom prst="rect">
            <a:avLst/>
          </a:prstGeom>
          <a:noFill/>
        </p:spPr>
        <p:txBody>
          <a:bodyPr wrap="square">
            <a:spAutoFit/>
          </a:bodyPr>
          <a:lstStyle/>
          <a:p>
            <a:r>
              <a:rPr lang="en-IN" sz="2800" dirty="0">
                <a:solidFill>
                  <a:srgbClr val="002060"/>
                </a:solidFill>
                <a:latin typeface="+mj-lt"/>
              </a:rPr>
              <a:t>So,</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B288A80-52A4-4A23-8EEF-3076F2A88942}"/>
                  </a:ext>
                </a:extLst>
              </p:cNvPr>
              <p:cNvSpPr txBox="1"/>
              <p:nvPr/>
            </p:nvSpPr>
            <p:spPr>
              <a:xfrm>
                <a:off x="6246660" y="798412"/>
                <a:ext cx="97739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=3</m:t>
                      </m:r>
                      <m:r>
                        <m:rPr>
                          <m:sty m:val="p"/>
                        </m:rPr>
                        <a:rPr lang="en-IN" sz="2800" b="0" i="0" dirty="0">
                          <a:solidFill>
                            <a:srgbClr val="002060"/>
                          </a:solidFill>
                          <a:latin typeface="Cambria Math" panose="02040503050406030204" pitchFamily="18" charset="0"/>
                        </a:rPr>
                        <m:t>k</m:t>
                      </m:r>
                    </m:oMath>
                  </m:oMathPara>
                </a14:m>
                <a:endParaRPr lang="en-IN" sz="2800" dirty="0">
                  <a:solidFill>
                    <a:srgbClr val="002060"/>
                  </a:solidFill>
                  <a:latin typeface="+mj-lt"/>
                </a:endParaRPr>
              </a:p>
            </p:txBody>
          </p:sp>
        </mc:Choice>
        <mc:Fallback xmlns="">
          <p:sp>
            <p:nvSpPr>
              <p:cNvPr id="24" name="TextBox 23">
                <a:extLst>
                  <a:ext uri="{FF2B5EF4-FFF2-40B4-BE49-F238E27FC236}">
                    <a16:creationId xmlns:a16="http://schemas.microsoft.com/office/drawing/2014/main" id="{AB288A80-52A4-4A23-8EEF-3076F2A88942}"/>
                  </a:ext>
                </a:extLst>
              </p:cNvPr>
              <p:cNvSpPr txBox="1">
                <a:spLocks noRot="1" noChangeAspect="1" noMove="1" noResize="1" noEditPoints="1" noAdjustHandles="1" noChangeArrowheads="1" noChangeShapeType="1" noTextEdit="1"/>
              </p:cNvSpPr>
              <p:nvPr/>
            </p:nvSpPr>
            <p:spPr>
              <a:xfrm>
                <a:off x="6246660" y="798412"/>
                <a:ext cx="977393"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D2CDCAFC-03E6-425D-B0D4-9F5662EFB5F7}"/>
                  </a:ext>
                </a:extLst>
              </p:cNvPr>
              <p:cNvSpPr txBox="1"/>
              <p:nvPr/>
            </p:nvSpPr>
            <p:spPr>
              <a:xfrm>
                <a:off x="953152" y="1974774"/>
                <a:ext cx="5218178" cy="523220"/>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IN" sz="280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IN" sz="280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&lt;0</m:t>
                          </m:r>
                        </m:e>
                      </m:d>
                      <m:r>
                        <a:rPr lang="en-IN" sz="2800" dirty="0" smtClean="0">
                          <a:solidFill>
                            <a:srgbClr val="002060"/>
                          </a:solidFill>
                          <a:latin typeface="Cambria Math" panose="02040503050406030204" pitchFamily="18" charset="0"/>
                        </a:rPr>
                        <m:t>+</m:t>
                      </m:r>
                      <m:r>
                        <m:rPr>
                          <m:sty m:val="p"/>
                        </m:rPr>
                        <a:rPr lang="en-IN" sz="280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IN" sz="2800" dirty="0" smtClean="0">
                              <a:solidFill>
                                <a:srgbClr val="002060"/>
                              </a:solidFill>
                              <a:latin typeface="Cambria Math" panose="02040503050406030204" pitchFamily="18" charset="0"/>
                            </a:rPr>
                            <m:t>X</m:t>
                          </m:r>
                          <m:r>
                            <a:rPr lang="en-IN" sz="2800" dirty="0" smtClean="0">
                              <a:solidFill>
                                <a:srgbClr val="002060"/>
                              </a:solidFill>
                              <a:latin typeface="Cambria Math" panose="02040503050406030204" pitchFamily="18" charset="0"/>
                            </a:rPr>
                            <m:t>=0</m:t>
                          </m:r>
                        </m:e>
                      </m:d>
                      <m:r>
                        <a:rPr lang="en-IN" sz="2800" dirty="0" smtClean="0">
                          <a:solidFill>
                            <a:srgbClr val="002060"/>
                          </a:solidFill>
                          <a:latin typeface="Cambria Math" panose="02040503050406030204" pitchFamily="18" charset="0"/>
                        </a:rPr>
                        <m:t>+</m:t>
                      </m:r>
                      <m:r>
                        <m:rPr>
                          <m:sty m:val="p"/>
                        </m:rPr>
                        <a:rPr lang="en-IN" sz="2800" dirty="0" smtClean="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&gt;0</m:t>
                          </m:r>
                        </m:e>
                      </m:d>
                    </m:oMath>
                  </m:oMathPara>
                </a14:m>
                <a:endParaRPr lang="en-IN" sz="2800" dirty="0">
                  <a:solidFill>
                    <a:srgbClr val="002060"/>
                  </a:solidFill>
                  <a:latin typeface="+mj-lt"/>
                </a:endParaRPr>
              </a:p>
            </p:txBody>
          </p:sp>
        </mc:Choice>
        <mc:Fallback xmlns="">
          <p:sp>
            <p:nvSpPr>
              <p:cNvPr id="25" name="TextBox 24">
                <a:extLst>
                  <a:ext uri="{FF2B5EF4-FFF2-40B4-BE49-F238E27FC236}">
                    <a16:creationId xmlns:a16="http://schemas.microsoft.com/office/drawing/2014/main" id="{D2CDCAFC-03E6-425D-B0D4-9F5662EFB5F7}"/>
                  </a:ext>
                </a:extLst>
              </p:cNvPr>
              <p:cNvSpPr txBox="1">
                <a:spLocks noRot="1" noChangeAspect="1" noMove="1" noResize="1" noEditPoints="1" noAdjustHandles="1" noChangeArrowheads="1" noChangeShapeType="1" noTextEdit="1"/>
              </p:cNvSpPr>
              <p:nvPr/>
            </p:nvSpPr>
            <p:spPr>
              <a:xfrm>
                <a:off x="953152" y="1974774"/>
                <a:ext cx="5218178"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FECE5B7-6B69-4744-9190-78353F3749AC}"/>
                  </a:ext>
                </a:extLst>
              </p:cNvPr>
              <p:cNvSpPr txBox="1"/>
              <p:nvPr/>
            </p:nvSpPr>
            <p:spPr>
              <a:xfrm>
                <a:off x="3743324" y="2587649"/>
                <a:ext cx="2352675" cy="523220"/>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a:rPr lang="en-IN" sz="2800" i="0" dirty="0" smtClean="0">
                          <a:solidFill>
                            <a:srgbClr val="002060"/>
                          </a:solidFill>
                          <a:latin typeface="Cambria Math" panose="02040503050406030204" pitchFamily="18" charset="0"/>
                        </a:rPr>
                        <m:t>3</m:t>
                      </m:r>
                      <m:r>
                        <m:rPr>
                          <m:sty m:val="p"/>
                        </m:rPr>
                        <a:rPr lang="en-IN" sz="2800" i="0" dirty="0" smtClean="0">
                          <a:solidFill>
                            <a:srgbClr val="002060"/>
                          </a:solidFill>
                          <a:latin typeface="Cambria Math" panose="02040503050406030204" pitchFamily="18" charset="0"/>
                        </a:rPr>
                        <m:t>k</m:t>
                      </m:r>
                      <m:r>
                        <a:rPr lang="en-IN" sz="2800" i="0" dirty="0" smtClean="0">
                          <a:solidFill>
                            <a:srgbClr val="002060"/>
                          </a:solidFill>
                          <a:latin typeface="Cambria Math" panose="02040503050406030204" pitchFamily="18" charset="0"/>
                        </a:rPr>
                        <m:t>+3</m:t>
                      </m:r>
                      <m:r>
                        <m:rPr>
                          <m:sty m:val="p"/>
                        </m:rPr>
                        <a:rPr lang="en-IN" sz="2800" i="0" dirty="0" smtClean="0">
                          <a:solidFill>
                            <a:srgbClr val="002060"/>
                          </a:solidFill>
                          <a:latin typeface="Cambria Math" panose="02040503050406030204" pitchFamily="18" charset="0"/>
                        </a:rPr>
                        <m:t>k</m:t>
                      </m:r>
                      <m:r>
                        <a:rPr lang="en-IN" sz="2800" i="0" dirty="0" smtClean="0">
                          <a:solidFill>
                            <a:srgbClr val="002060"/>
                          </a:solidFill>
                          <a:latin typeface="Cambria Math" panose="02040503050406030204" pitchFamily="18" charset="0"/>
                        </a:rPr>
                        <m:t>+3</m:t>
                      </m:r>
                      <m:r>
                        <m:rPr>
                          <m:sty m:val="p"/>
                        </m:rPr>
                        <a:rPr lang="en-IN" sz="2800" i="0" dirty="0" smtClean="0">
                          <a:solidFill>
                            <a:srgbClr val="002060"/>
                          </a:solidFill>
                          <a:latin typeface="Cambria Math" panose="02040503050406030204" pitchFamily="18" charset="0"/>
                        </a:rPr>
                        <m:t>k</m:t>
                      </m:r>
                    </m:oMath>
                  </m:oMathPara>
                </a14:m>
                <a:endParaRPr lang="en-IN" sz="2800" dirty="0">
                  <a:solidFill>
                    <a:srgbClr val="002060"/>
                  </a:solidFill>
                  <a:latin typeface="+mj-lt"/>
                </a:endParaRPr>
              </a:p>
            </p:txBody>
          </p:sp>
        </mc:Choice>
        <mc:Fallback xmlns="">
          <p:sp>
            <p:nvSpPr>
              <p:cNvPr id="26" name="TextBox 25">
                <a:extLst>
                  <a:ext uri="{FF2B5EF4-FFF2-40B4-BE49-F238E27FC236}">
                    <a16:creationId xmlns:a16="http://schemas.microsoft.com/office/drawing/2014/main" id="{2FECE5B7-6B69-4744-9190-78353F3749AC}"/>
                  </a:ext>
                </a:extLst>
              </p:cNvPr>
              <p:cNvSpPr txBox="1">
                <a:spLocks noRot="1" noChangeAspect="1" noMove="1" noResize="1" noEditPoints="1" noAdjustHandles="1" noChangeArrowheads="1" noChangeShapeType="1" noTextEdit="1"/>
              </p:cNvSpPr>
              <p:nvPr/>
            </p:nvSpPr>
            <p:spPr>
              <a:xfrm>
                <a:off x="3743324" y="2587649"/>
                <a:ext cx="2352675"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CB53ADB-A1C1-4720-B4E1-F3F77884EFEA}"/>
                  </a:ext>
                </a:extLst>
              </p:cNvPr>
              <p:cNvSpPr txBox="1"/>
              <p:nvPr/>
            </p:nvSpPr>
            <p:spPr>
              <a:xfrm>
                <a:off x="6096000" y="2585205"/>
                <a:ext cx="97739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 1</m:t>
                      </m:r>
                    </m:oMath>
                  </m:oMathPara>
                </a14:m>
                <a:endParaRPr lang="en-IN" sz="2800" dirty="0">
                  <a:solidFill>
                    <a:srgbClr val="002060"/>
                  </a:solidFill>
                  <a:latin typeface="+mj-lt"/>
                </a:endParaRPr>
              </a:p>
            </p:txBody>
          </p:sp>
        </mc:Choice>
        <mc:Fallback xmlns="">
          <p:sp>
            <p:nvSpPr>
              <p:cNvPr id="27" name="TextBox 26">
                <a:extLst>
                  <a:ext uri="{FF2B5EF4-FFF2-40B4-BE49-F238E27FC236}">
                    <a16:creationId xmlns:a16="http://schemas.microsoft.com/office/drawing/2014/main" id="{2CB53ADB-A1C1-4720-B4E1-F3F77884EFEA}"/>
                  </a:ext>
                </a:extLst>
              </p:cNvPr>
              <p:cNvSpPr txBox="1">
                <a:spLocks noRot="1" noChangeAspect="1" noMove="1" noResize="1" noEditPoints="1" noAdjustHandles="1" noChangeArrowheads="1" noChangeShapeType="1" noTextEdit="1"/>
              </p:cNvSpPr>
              <p:nvPr/>
            </p:nvSpPr>
            <p:spPr>
              <a:xfrm>
                <a:off x="6096000" y="2585205"/>
                <a:ext cx="977393"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0E54957-1803-4814-A2F8-E062BF6233DA}"/>
                  </a:ext>
                </a:extLst>
              </p:cNvPr>
              <p:cNvSpPr txBox="1"/>
              <p:nvPr/>
            </p:nvSpPr>
            <p:spPr>
              <a:xfrm>
                <a:off x="7300726" y="2585205"/>
                <a:ext cx="609599"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IN" sz="2800" b="0" i="0" dirty="0" smtClean="0">
                          <a:solidFill>
                            <a:srgbClr val="002060"/>
                          </a:solidFill>
                          <a:latin typeface="Cambria Math" panose="02040503050406030204" pitchFamily="18" charset="0"/>
                        </a:rPr>
                        <m:t>k</m:t>
                      </m:r>
                    </m:oMath>
                  </m:oMathPara>
                </a14:m>
                <a:endParaRPr lang="en-IN" sz="2800" dirty="0">
                  <a:solidFill>
                    <a:srgbClr val="002060"/>
                  </a:solidFill>
                  <a:latin typeface="+mj-lt"/>
                </a:endParaRPr>
              </a:p>
            </p:txBody>
          </p:sp>
        </mc:Choice>
        <mc:Fallback xmlns="">
          <p:sp>
            <p:nvSpPr>
              <p:cNvPr id="29" name="TextBox 28">
                <a:extLst>
                  <a:ext uri="{FF2B5EF4-FFF2-40B4-BE49-F238E27FC236}">
                    <a16:creationId xmlns:a16="http://schemas.microsoft.com/office/drawing/2014/main" id="{40E54957-1803-4814-A2F8-E062BF6233DA}"/>
                  </a:ext>
                </a:extLst>
              </p:cNvPr>
              <p:cNvSpPr txBox="1">
                <a:spLocks noRot="1" noChangeAspect="1" noMove="1" noResize="1" noEditPoints="1" noAdjustHandles="1" noChangeArrowheads="1" noChangeShapeType="1" noTextEdit="1"/>
              </p:cNvSpPr>
              <p:nvPr/>
            </p:nvSpPr>
            <p:spPr>
              <a:xfrm>
                <a:off x="7300726" y="2585205"/>
                <a:ext cx="609599"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5A881714-765D-4B17-B6A1-32A32D0C1F1F}"/>
                  </a:ext>
                </a:extLst>
              </p:cNvPr>
              <p:cNvSpPr txBox="1"/>
              <p:nvPr/>
            </p:nvSpPr>
            <p:spPr>
              <a:xfrm>
                <a:off x="7794436" y="2389546"/>
                <a:ext cx="977393"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9 </m:t>
                          </m:r>
                        </m:den>
                      </m:f>
                    </m:oMath>
                  </m:oMathPara>
                </a14:m>
                <a:endParaRPr lang="en-IN" sz="2800" dirty="0">
                  <a:solidFill>
                    <a:srgbClr val="002060"/>
                  </a:solidFill>
                  <a:latin typeface="+mj-lt"/>
                </a:endParaRPr>
              </a:p>
            </p:txBody>
          </p:sp>
        </mc:Choice>
        <mc:Fallback xmlns="">
          <p:sp>
            <p:nvSpPr>
              <p:cNvPr id="31" name="TextBox 30">
                <a:extLst>
                  <a:ext uri="{FF2B5EF4-FFF2-40B4-BE49-F238E27FC236}">
                    <a16:creationId xmlns:a16="http://schemas.microsoft.com/office/drawing/2014/main" id="{5A881714-765D-4B17-B6A1-32A32D0C1F1F}"/>
                  </a:ext>
                </a:extLst>
              </p:cNvPr>
              <p:cNvSpPr txBox="1">
                <a:spLocks noRot="1" noChangeAspect="1" noMove="1" noResize="1" noEditPoints="1" noAdjustHandles="1" noChangeArrowheads="1" noChangeShapeType="1" noTextEdit="1"/>
              </p:cNvSpPr>
              <p:nvPr/>
            </p:nvSpPr>
            <p:spPr>
              <a:xfrm>
                <a:off x="7794436" y="2389546"/>
                <a:ext cx="977393" cy="898964"/>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34" name="Table 4">
                <a:extLst>
                  <a:ext uri="{FF2B5EF4-FFF2-40B4-BE49-F238E27FC236}">
                    <a16:creationId xmlns:a16="http://schemas.microsoft.com/office/drawing/2014/main" id="{92E38ED7-8240-4EB9-B2BA-C908D303DFD5}"/>
                  </a:ext>
                </a:extLst>
              </p:cNvPr>
              <p:cNvGraphicFramePr>
                <a:graphicFrameLocks noGrp="1"/>
              </p:cNvGraphicFramePr>
              <p:nvPr/>
            </p:nvGraphicFramePr>
            <p:xfrm>
              <a:off x="309557" y="3910113"/>
              <a:ext cx="9960617" cy="1512000"/>
            </p:xfrm>
            <a:graphic>
              <a:graphicData uri="http://schemas.openxmlformats.org/drawingml/2006/table">
                <a:tbl>
                  <a:tblPr firstRow="1" bandRow="1">
                    <a:tableStyleId>{E8B1032C-EA38-4F05-BA0D-38AFFFC7BED3}</a:tableStyleId>
                  </a:tblPr>
                  <a:tblGrid>
                    <a:gridCol w="2009002">
                      <a:extLst>
                        <a:ext uri="{9D8B030D-6E8A-4147-A177-3AD203B41FA5}">
                          <a16:colId xmlns:a16="http://schemas.microsoft.com/office/drawing/2014/main" val="2160788424"/>
                        </a:ext>
                      </a:extLst>
                    </a:gridCol>
                    <a:gridCol w="1135945">
                      <a:extLst>
                        <a:ext uri="{9D8B030D-6E8A-4147-A177-3AD203B41FA5}">
                          <a16:colId xmlns:a16="http://schemas.microsoft.com/office/drawing/2014/main" val="442773458"/>
                        </a:ext>
                      </a:extLst>
                    </a:gridCol>
                    <a:gridCol w="1135945">
                      <a:extLst>
                        <a:ext uri="{9D8B030D-6E8A-4147-A177-3AD203B41FA5}">
                          <a16:colId xmlns:a16="http://schemas.microsoft.com/office/drawing/2014/main" val="1291606709"/>
                        </a:ext>
                      </a:extLst>
                    </a:gridCol>
                    <a:gridCol w="1135945">
                      <a:extLst>
                        <a:ext uri="{9D8B030D-6E8A-4147-A177-3AD203B41FA5}">
                          <a16:colId xmlns:a16="http://schemas.microsoft.com/office/drawing/2014/main" val="1336429719"/>
                        </a:ext>
                      </a:extLst>
                    </a:gridCol>
                    <a:gridCol w="1135945">
                      <a:extLst>
                        <a:ext uri="{9D8B030D-6E8A-4147-A177-3AD203B41FA5}">
                          <a16:colId xmlns:a16="http://schemas.microsoft.com/office/drawing/2014/main" val="2548766450"/>
                        </a:ext>
                      </a:extLst>
                    </a:gridCol>
                    <a:gridCol w="1135945">
                      <a:extLst>
                        <a:ext uri="{9D8B030D-6E8A-4147-A177-3AD203B41FA5}">
                          <a16:colId xmlns:a16="http://schemas.microsoft.com/office/drawing/2014/main" val="2208636898"/>
                        </a:ext>
                      </a:extLst>
                    </a:gridCol>
                    <a:gridCol w="1135945">
                      <a:extLst>
                        <a:ext uri="{9D8B030D-6E8A-4147-A177-3AD203B41FA5}">
                          <a16:colId xmlns:a16="http://schemas.microsoft.com/office/drawing/2014/main" val="1962852765"/>
                        </a:ext>
                      </a:extLst>
                    </a:gridCol>
                    <a:gridCol w="1135945">
                      <a:extLst>
                        <a:ext uri="{9D8B030D-6E8A-4147-A177-3AD203B41FA5}">
                          <a16:colId xmlns:a16="http://schemas.microsoft.com/office/drawing/2014/main" val="2281907699"/>
                        </a:ext>
                      </a:extLst>
                    </a:gridCol>
                  </a:tblGrid>
                  <a:tr h="540000">
                    <a:tc>
                      <a:txBody>
                        <a:bodyPr/>
                        <a:lstStyle/>
                        <a:p>
                          <a:pPr algn="ctr"/>
                          <a14:m>
                            <m:oMathPara xmlns:m="http://schemas.openxmlformats.org/officeDocument/2006/math">
                              <m:oMathParaPr>
                                <m:jc m:val="centerGroup"/>
                              </m:oMathParaPr>
                              <m:oMath xmlns:m="http://schemas.openxmlformats.org/officeDocument/2006/math">
                                <m:r>
                                  <a:rPr lang="en-IN" sz="2800" b="1" i="0" dirty="0" smtClean="0">
                                    <a:solidFill>
                                      <a:srgbClr val="002060"/>
                                    </a:solidFill>
                                    <a:latin typeface="Cambria Math" panose="02040503050406030204" pitchFamily="18" charset="0"/>
                                    <a:ea typeface="Cambria Math" panose="02040503050406030204" pitchFamily="18" charset="0"/>
                                  </a:rPr>
                                  <m:t>𝐗</m:t>
                                </m:r>
                              </m:oMath>
                            </m:oMathPara>
                          </a14:m>
                          <a:endParaRPr lang="en-IN" sz="2800" b="1" i="0" dirty="0">
                            <a:solidFill>
                              <a:srgbClr val="002060"/>
                            </a:solidFill>
                            <a:latin typeface="Cambria Math" panose="02040503050406030204" pitchFamily="18" charset="0"/>
                            <a:ea typeface="Cambria Math" panose="02040503050406030204" pitchFamily="18" charset="0"/>
                          </a:endParaRPr>
                        </a:p>
                      </a:txBody>
                      <a:tcPr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8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−3</m:t>
                                </m:r>
                              </m:oMath>
                            </m:oMathPara>
                          </a14:m>
                          <a:endParaRPr lang="en-IN" sz="2800" b="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8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oMath>
                            </m:oMathPara>
                          </a14:m>
                          <a:endParaRPr lang="en-IN" sz="2800" b="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8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−1</m:t>
                                </m:r>
                              </m:oMath>
                            </m:oMathPara>
                          </a14:m>
                          <a:endParaRPr lang="en-IN" sz="2800" b="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8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m:t>
                                </m:r>
                              </m:oMath>
                            </m:oMathPara>
                          </a14:m>
                          <a:endParaRPr lang="en-IN" sz="2800" b="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8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1</m:t>
                                </m:r>
                              </m:oMath>
                            </m:oMathPara>
                          </a14:m>
                          <a:endParaRPr lang="en-IN" sz="2800" b="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8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oMath>
                            </m:oMathPara>
                          </a14:m>
                          <a:endParaRPr lang="en-IN" sz="2800" b="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8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3</m:t>
                                </m:r>
                              </m:oMath>
                            </m:oMathPara>
                          </a14:m>
                          <a:endParaRPr lang="en-IN" sz="2800" b="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715006325"/>
                      </a:ext>
                    </a:extLst>
                  </a:tr>
                  <a:tr h="972000">
                    <a:tc>
                      <a:txBody>
                        <a:bodyPr/>
                        <a:lstStyle/>
                        <a:p>
                          <a:pPr algn="ctr"/>
                          <a14:m>
                            <m:oMathPara xmlns:m="http://schemas.openxmlformats.org/officeDocument/2006/math">
                              <m:oMathParaPr>
                                <m:jc m:val="centerGroup"/>
                              </m:oMathParaPr>
                              <m:oMath xmlns:m="http://schemas.openxmlformats.org/officeDocument/2006/math">
                                <m:r>
                                  <a:rPr lang="en-IN" sz="2800" b="1" i="0" dirty="0" smtClean="0">
                                    <a:solidFill>
                                      <a:srgbClr val="002060"/>
                                    </a:solidFill>
                                    <a:latin typeface="Cambria Math" panose="02040503050406030204" pitchFamily="18" charset="0"/>
                                    <a:ea typeface="Cambria Math" panose="02040503050406030204" pitchFamily="18" charset="0"/>
                                  </a:rPr>
                                  <m:t>𝐏</m:t>
                                </m:r>
                                <m:d>
                                  <m:dPr>
                                    <m:ctrlPr>
                                      <a:rPr lang="en-IN" sz="2800" b="1" i="1" dirty="0" smtClean="0">
                                        <a:solidFill>
                                          <a:srgbClr val="002060"/>
                                        </a:solidFill>
                                        <a:latin typeface="Cambria Math" panose="02040503050406030204" pitchFamily="18" charset="0"/>
                                        <a:ea typeface="Cambria Math" panose="02040503050406030204" pitchFamily="18" charset="0"/>
                                      </a:rPr>
                                    </m:ctrlPr>
                                  </m:dPr>
                                  <m:e>
                                    <m:r>
                                      <a:rPr lang="en-IN" sz="2800" b="1" i="0" dirty="0" smtClean="0">
                                        <a:solidFill>
                                          <a:srgbClr val="002060"/>
                                        </a:solidFill>
                                        <a:latin typeface="Cambria Math" panose="02040503050406030204" pitchFamily="18" charset="0"/>
                                        <a:ea typeface="Cambria Math" panose="02040503050406030204" pitchFamily="18" charset="0"/>
                                      </a:rPr>
                                      <m:t>𝐗</m:t>
                                    </m:r>
                                    <m:r>
                                      <a:rPr lang="en-IN" sz="2800" b="1" i="0" dirty="0" smtClean="0">
                                        <a:solidFill>
                                          <a:srgbClr val="002060"/>
                                        </a:solidFill>
                                        <a:latin typeface="Cambria Math" panose="02040503050406030204" pitchFamily="18" charset="0"/>
                                        <a:ea typeface="Cambria Math" panose="02040503050406030204" pitchFamily="18" charset="0"/>
                                      </a:rPr>
                                      <m:t>=</m:t>
                                    </m:r>
                                    <m:r>
                                      <a:rPr lang="en-IN" sz="2800" b="1" i="0" dirty="0" smtClean="0">
                                        <a:solidFill>
                                          <a:srgbClr val="002060"/>
                                        </a:solidFill>
                                        <a:latin typeface="Cambria Math" panose="02040503050406030204" pitchFamily="18" charset="0"/>
                                        <a:ea typeface="Cambria Math" panose="02040503050406030204" pitchFamily="18" charset="0"/>
                                      </a:rPr>
                                      <m:t>𝐱</m:t>
                                    </m:r>
                                  </m:e>
                                </m:d>
                              </m:oMath>
                            </m:oMathPara>
                          </a14:m>
                          <a:endParaRPr lang="en-IN" sz="2800" b="1" i="0" dirty="0">
                            <a:solidFill>
                              <a:srgbClr val="002060"/>
                            </a:solidFill>
                            <a:latin typeface="Cambria Math" panose="02040503050406030204" pitchFamily="18" charset="0"/>
                            <a:ea typeface="Cambria Math" panose="02040503050406030204" pitchFamily="18" charset="0"/>
                          </a:endParaRPr>
                        </a:p>
                      </a:txBody>
                      <a:tcPr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Choice>
        <mc:Fallback xmlns="">
          <p:graphicFrame>
            <p:nvGraphicFramePr>
              <p:cNvPr id="34" name="Table 4">
                <a:extLst>
                  <a:ext uri="{FF2B5EF4-FFF2-40B4-BE49-F238E27FC236}">
                    <a16:creationId xmlns:a16="http://schemas.microsoft.com/office/drawing/2014/main" id="{92E38ED7-8240-4EB9-B2BA-C908D303DFD5}"/>
                  </a:ext>
                </a:extLst>
              </p:cNvPr>
              <p:cNvGraphicFramePr>
                <a:graphicFrameLocks noGrp="1"/>
              </p:cNvGraphicFramePr>
              <p:nvPr>
                <p:extLst>
                  <p:ext uri="{D42A27DB-BD31-4B8C-83A1-F6EECF244321}">
                    <p14:modId xmlns:p14="http://schemas.microsoft.com/office/powerpoint/2010/main" val="1936572716"/>
                  </p:ext>
                </p:extLst>
              </p:nvPr>
            </p:nvGraphicFramePr>
            <p:xfrm>
              <a:off x="309557" y="3910113"/>
              <a:ext cx="9960617" cy="1512000"/>
            </p:xfrm>
            <a:graphic>
              <a:graphicData uri="http://schemas.openxmlformats.org/drawingml/2006/table">
                <a:tbl>
                  <a:tblPr firstRow="1" bandRow="1">
                    <a:tableStyleId>{E8B1032C-EA38-4F05-BA0D-38AFFFC7BED3}</a:tableStyleId>
                  </a:tblPr>
                  <a:tblGrid>
                    <a:gridCol w="2009002">
                      <a:extLst>
                        <a:ext uri="{9D8B030D-6E8A-4147-A177-3AD203B41FA5}">
                          <a16:colId xmlns:a16="http://schemas.microsoft.com/office/drawing/2014/main" val="2160788424"/>
                        </a:ext>
                      </a:extLst>
                    </a:gridCol>
                    <a:gridCol w="1135945">
                      <a:extLst>
                        <a:ext uri="{9D8B030D-6E8A-4147-A177-3AD203B41FA5}">
                          <a16:colId xmlns:a16="http://schemas.microsoft.com/office/drawing/2014/main" val="442773458"/>
                        </a:ext>
                      </a:extLst>
                    </a:gridCol>
                    <a:gridCol w="1135945">
                      <a:extLst>
                        <a:ext uri="{9D8B030D-6E8A-4147-A177-3AD203B41FA5}">
                          <a16:colId xmlns:a16="http://schemas.microsoft.com/office/drawing/2014/main" val="1291606709"/>
                        </a:ext>
                      </a:extLst>
                    </a:gridCol>
                    <a:gridCol w="1135945">
                      <a:extLst>
                        <a:ext uri="{9D8B030D-6E8A-4147-A177-3AD203B41FA5}">
                          <a16:colId xmlns:a16="http://schemas.microsoft.com/office/drawing/2014/main" val="1336429719"/>
                        </a:ext>
                      </a:extLst>
                    </a:gridCol>
                    <a:gridCol w="1135945">
                      <a:extLst>
                        <a:ext uri="{9D8B030D-6E8A-4147-A177-3AD203B41FA5}">
                          <a16:colId xmlns:a16="http://schemas.microsoft.com/office/drawing/2014/main" val="2548766450"/>
                        </a:ext>
                      </a:extLst>
                    </a:gridCol>
                    <a:gridCol w="1135945">
                      <a:extLst>
                        <a:ext uri="{9D8B030D-6E8A-4147-A177-3AD203B41FA5}">
                          <a16:colId xmlns:a16="http://schemas.microsoft.com/office/drawing/2014/main" val="2208636898"/>
                        </a:ext>
                      </a:extLst>
                    </a:gridCol>
                    <a:gridCol w="1135945">
                      <a:extLst>
                        <a:ext uri="{9D8B030D-6E8A-4147-A177-3AD203B41FA5}">
                          <a16:colId xmlns:a16="http://schemas.microsoft.com/office/drawing/2014/main" val="1962852765"/>
                        </a:ext>
                      </a:extLst>
                    </a:gridCol>
                    <a:gridCol w="1135945">
                      <a:extLst>
                        <a:ext uri="{9D8B030D-6E8A-4147-A177-3AD203B41FA5}">
                          <a16:colId xmlns:a16="http://schemas.microsoft.com/office/drawing/2014/main" val="2281907699"/>
                        </a:ext>
                      </a:extLst>
                    </a:gridCol>
                  </a:tblGrid>
                  <a:tr h="540000">
                    <a:tc>
                      <a:txBody>
                        <a:bodyPr/>
                        <a:lstStyle/>
                        <a:p>
                          <a:endParaRPr lang="en-US"/>
                        </a:p>
                      </a:txBody>
                      <a:tcPr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blipFill>
                          <a:blip r:embed="rId13"/>
                          <a:stretch>
                            <a:fillRect l="-303" t="-2247" r="-396364" b="-183146"/>
                          </a:stretch>
                        </a:blipFill>
                      </a:tcPr>
                    </a:tc>
                    <a:tc>
                      <a:txBody>
                        <a:bodyPr/>
                        <a:lstStyle/>
                        <a:p>
                          <a:endParaRPr lang="en-US"/>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blipFill>
                          <a:blip r:embed="rId13"/>
                          <a:stretch>
                            <a:fillRect l="-177957" t="-2247" r="-603226" b="-183146"/>
                          </a:stretch>
                        </a:blipFill>
                      </a:tcPr>
                    </a:tc>
                    <a:tc>
                      <a:txBody>
                        <a:bodyPr/>
                        <a:lstStyle/>
                        <a:p>
                          <a:endParaRPr lang="en-US"/>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blipFill>
                          <a:blip r:embed="rId13"/>
                          <a:stretch>
                            <a:fillRect l="-276471" t="-2247" r="-500000" b="-183146"/>
                          </a:stretch>
                        </a:blipFill>
                      </a:tcPr>
                    </a:tc>
                    <a:tc>
                      <a:txBody>
                        <a:bodyPr/>
                        <a:lstStyle/>
                        <a:p>
                          <a:endParaRPr lang="en-US"/>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blipFill>
                          <a:blip r:embed="rId13"/>
                          <a:stretch>
                            <a:fillRect l="-378495" t="-2247" r="-402688" b="-183146"/>
                          </a:stretch>
                        </a:blipFill>
                      </a:tcPr>
                    </a:tc>
                    <a:tc>
                      <a:txBody>
                        <a:bodyPr/>
                        <a:lstStyle/>
                        <a:p>
                          <a:endParaRPr lang="en-US"/>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blipFill>
                          <a:blip r:embed="rId13"/>
                          <a:stretch>
                            <a:fillRect l="-475936" t="-2247" r="-300535" b="-183146"/>
                          </a:stretch>
                        </a:blipFill>
                      </a:tcPr>
                    </a:tc>
                    <a:tc>
                      <a:txBody>
                        <a:bodyPr/>
                        <a:lstStyle/>
                        <a:p>
                          <a:endParaRPr lang="en-US"/>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blipFill>
                          <a:blip r:embed="rId13"/>
                          <a:stretch>
                            <a:fillRect l="-579032" t="-2247" r="-202151" b="-183146"/>
                          </a:stretch>
                        </a:blipFill>
                      </a:tcPr>
                    </a:tc>
                    <a:tc>
                      <a:txBody>
                        <a:bodyPr/>
                        <a:lstStyle/>
                        <a:p>
                          <a:endParaRPr lang="en-US"/>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blipFill>
                          <a:blip r:embed="rId13"/>
                          <a:stretch>
                            <a:fillRect l="-675401" t="-2247" r="-101070" b="-183146"/>
                          </a:stretch>
                        </a:blipFill>
                      </a:tcPr>
                    </a:tc>
                    <a:tc>
                      <a:txBody>
                        <a:bodyPr/>
                        <a:lstStyle/>
                        <a:p>
                          <a:endParaRPr lang="en-US"/>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blipFill>
                          <a:blip r:embed="rId13"/>
                          <a:stretch>
                            <a:fillRect l="-779570" t="-2247" r="-1613" b="-183146"/>
                          </a:stretch>
                        </a:blipFill>
                      </a:tcPr>
                    </a:tc>
                    <a:extLst>
                      <a:ext uri="{0D108BD9-81ED-4DB2-BD59-A6C34878D82A}">
                        <a16:rowId xmlns:a16="http://schemas.microsoft.com/office/drawing/2014/main" val="3715006325"/>
                      </a:ext>
                    </a:extLst>
                  </a:tr>
                  <a:tr h="972000">
                    <a:tc>
                      <a:txBody>
                        <a:bodyPr/>
                        <a:lstStyle/>
                        <a:p>
                          <a:endParaRPr lang="en-US"/>
                        </a:p>
                      </a:txBody>
                      <a:tcPr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blipFill>
                          <a:blip r:embed="rId13"/>
                          <a:stretch>
                            <a:fillRect l="-303" t="-56875" r="-396364" b="-1875"/>
                          </a:stretch>
                        </a:blip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5220574-0619-42CF-99E3-0366DDF88189}"/>
                  </a:ext>
                </a:extLst>
              </p:cNvPr>
              <p:cNvSpPr txBox="1"/>
              <p:nvPr/>
            </p:nvSpPr>
            <p:spPr>
              <a:xfrm>
                <a:off x="2375141" y="4474824"/>
                <a:ext cx="1001729"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9 </m:t>
                          </m:r>
                        </m:den>
                      </m:f>
                    </m:oMath>
                  </m:oMathPara>
                </a14:m>
                <a:endParaRPr lang="en-IN" sz="2800" dirty="0"/>
              </a:p>
            </p:txBody>
          </p:sp>
        </mc:Choice>
        <mc:Fallback xmlns="">
          <p:sp>
            <p:nvSpPr>
              <p:cNvPr id="35" name="TextBox 34">
                <a:extLst>
                  <a:ext uri="{FF2B5EF4-FFF2-40B4-BE49-F238E27FC236}">
                    <a16:creationId xmlns:a16="http://schemas.microsoft.com/office/drawing/2014/main" id="{35220574-0619-42CF-99E3-0366DDF88189}"/>
                  </a:ext>
                </a:extLst>
              </p:cNvPr>
              <p:cNvSpPr txBox="1">
                <a:spLocks noRot="1" noChangeAspect="1" noMove="1" noResize="1" noEditPoints="1" noAdjustHandles="1" noChangeArrowheads="1" noChangeShapeType="1" noTextEdit="1"/>
              </p:cNvSpPr>
              <p:nvPr/>
            </p:nvSpPr>
            <p:spPr>
              <a:xfrm>
                <a:off x="2375141" y="4474824"/>
                <a:ext cx="1001729" cy="901785"/>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9C29BE1C-628B-4FCE-86E2-8E70BB304409}"/>
                  </a:ext>
                </a:extLst>
              </p:cNvPr>
              <p:cNvSpPr txBox="1"/>
              <p:nvPr/>
            </p:nvSpPr>
            <p:spPr>
              <a:xfrm>
                <a:off x="3511692" y="4474823"/>
                <a:ext cx="1001729"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9 </m:t>
                          </m:r>
                        </m:den>
                      </m:f>
                    </m:oMath>
                  </m:oMathPara>
                </a14:m>
                <a:endParaRPr lang="en-IN" sz="2800" dirty="0"/>
              </a:p>
            </p:txBody>
          </p:sp>
        </mc:Choice>
        <mc:Fallback xmlns="">
          <p:sp>
            <p:nvSpPr>
              <p:cNvPr id="37" name="TextBox 36">
                <a:extLst>
                  <a:ext uri="{FF2B5EF4-FFF2-40B4-BE49-F238E27FC236}">
                    <a16:creationId xmlns:a16="http://schemas.microsoft.com/office/drawing/2014/main" id="{9C29BE1C-628B-4FCE-86E2-8E70BB304409}"/>
                  </a:ext>
                </a:extLst>
              </p:cNvPr>
              <p:cNvSpPr txBox="1">
                <a:spLocks noRot="1" noChangeAspect="1" noMove="1" noResize="1" noEditPoints="1" noAdjustHandles="1" noChangeArrowheads="1" noChangeShapeType="1" noTextEdit="1"/>
              </p:cNvSpPr>
              <p:nvPr/>
            </p:nvSpPr>
            <p:spPr>
              <a:xfrm>
                <a:off x="3511692" y="4474823"/>
                <a:ext cx="1001729" cy="901785"/>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6FA41B5-EA94-45D9-B59E-57EA0D4D5E47}"/>
                  </a:ext>
                </a:extLst>
              </p:cNvPr>
              <p:cNvSpPr txBox="1"/>
              <p:nvPr/>
            </p:nvSpPr>
            <p:spPr>
              <a:xfrm>
                <a:off x="4648243" y="4474822"/>
                <a:ext cx="1001729"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9 </m:t>
                          </m:r>
                        </m:den>
                      </m:f>
                    </m:oMath>
                  </m:oMathPara>
                </a14:m>
                <a:endParaRPr lang="en-IN" sz="2800" dirty="0"/>
              </a:p>
            </p:txBody>
          </p:sp>
        </mc:Choice>
        <mc:Fallback xmlns="">
          <p:sp>
            <p:nvSpPr>
              <p:cNvPr id="38" name="TextBox 37">
                <a:extLst>
                  <a:ext uri="{FF2B5EF4-FFF2-40B4-BE49-F238E27FC236}">
                    <a16:creationId xmlns:a16="http://schemas.microsoft.com/office/drawing/2014/main" id="{06FA41B5-EA94-45D9-B59E-57EA0D4D5E47}"/>
                  </a:ext>
                </a:extLst>
              </p:cNvPr>
              <p:cNvSpPr txBox="1">
                <a:spLocks noRot="1" noChangeAspect="1" noMove="1" noResize="1" noEditPoints="1" noAdjustHandles="1" noChangeArrowheads="1" noChangeShapeType="1" noTextEdit="1"/>
              </p:cNvSpPr>
              <p:nvPr/>
            </p:nvSpPr>
            <p:spPr>
              <a:xfrm>
                <a:off x="4648243" y="4474822"/>
                <a:ext cx="1001729" cy="901785"/>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42E65DD3-907C-4759-9C66-A01379F975C1}"/>
                  </a:ext>
                </a:extLst>
              </p:cNvPr>
              <p:cNvSpPr txBox="1"/>
              <p:nvPr/>
            </p:nvSpPr>
            <p:spPr>
              <a:xfrm>
                <a:off x="5793834" y="4474821"/>
                <a:ext cx="1001729"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3 </m:t>
                          </m:r>
                        </m:den>
                      </m:f>
                    </m:oMath>
                  </m:oMathPara>
                </a14:m>
                <a:endParaRPr lang="en-IN" sz="2800" dirty="0"/>
              </a:p>
            </p:txBody>
          </p:sp>
        </mc:Choice>
        <mc:Fallback xmlns="">
          <p:sp>
            <p:nvSpPr>
              <p:cNvPr id="39" name="TextBox 38">
                <a:extLst>
                  <a:ext uri="{FF2B5EF4-FFF2-40B4-BE49-F238E27FC236}">
                    <a16:creationId xmlns:a16="http://schemas.microsoft.com/office/drawing/2014/main" id="{42E65DD3-907C-4759-9C66-A01379F975C1}"/>
                  </a:ext>
                </a:extLst>
              </p:cNvPr>
              <p:cNvSpPr txBox="1">
                <a:spLocks noRot="1" noChangeAspect="1" noMove="1" noResize="1" noEditPoints="1" noAdjustHandles="1" noChangeArrowheads="1" noChangeShapeType="1" noTextEdit="1"/>
              </p:cNvSpPr>
              <p:nvPr/>
            </p:nvSpPr>
            <p:spPr>
              <a:xfrm>
                <a:off x="5793834" y="4474821"/>
                <a:ext cx="1001729" cy="901785"/>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05FFDCC9-0D65-465D-A093-37914E833C36}"/>
                  </a:ext>
                </a:extLst>
              </p:cNvPr>
              <p:cNvSpPr txBox="1"/>
              <p:nvPr/>
            </p:nvSpPr>
            <p:spPr>
              <a:xfrm>
                <a:off x="6921345" y="4474820"/>
                <a:ext cx="1001729"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9 </m:t>
                          </m:r>
                        </m:den>
                      </m:f>
                    </m:oMath>
                  </m:oMathPara>
                </a14:m>
                <a:endParaRPr lang="en-IN" sz="2800" dirty="0"/>
              </a:p>
            </p:txBody>
          </p:sp>
        </mc:Choice>
        <mc:Fallback xmlns="">
          <p:sp>
            <p:nvSpPr>
              <p:cNvPr id="40" name="TextBox 39">
                <a:extLst>
                  <a:ext uri="{FF2B5EF4-FFF2-40B4-BE49-F238E27FC236}">
                    <a16:creationId xmlns:a16="http://schemas.microsoft.com/office/drawing/2014/main" id="{05FFDCC9-0D65-465D-A093-37914E833C36}"/>
                  </a:ext>
                </a:extLst>
              </p:cNvPr>
              <p:cNvSpPr txBox="1">
                <a:spLocks noRot="1" noChangeAspect="1" noMove="1" noResize="1" noEditPoints="1" noAdjustHandles="1" noChangeArrowheads="1" noChangeShapeType="1" noTextEdit="1"/>
              </p:cNvSpPr>
              <p:nvPr/>
            </p:nvSpPr>
            <p:spPr>
              <a:xfrm>
                <a:off x="6921345" y="4474820"/>
                <a:ext cx="1001729" cy="901785"/>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D4584C96-FF04-4CC8-A01C-BE5F77BAC03A}"/>
                  </a:ext>
                </a:extLst>
              </p:cNvPr>
              <p:cNvSpPr txBox="1"/>
              <p:nvPr/>
            </p:nvSpPr>
            <p:spPr>
              <a:xfrm>
                <a:off x="8057896" y="4474819"/>
                <a:ext cx="1001729"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9 </m:t>
                          </m:r>
                        </m:den>
                      </m:f>
                    </m:oMath>
                  </m:oMathPara>
                </a14:m>
                <a:endParaRPr lang="en-IN" sz="2800" dirty="0"/>
              </a:p>
            </p:txBody>
          </p:sp>
        </mc:Choice>
        <mc:Fallback xmlns="">
          <p:sp>
            <p:nvSpPr>
              <p:cNvPr id="41" name="TextBox 40">
                <a:extLst>
                  <a:ext uri="{FF2B5EF4-FFF2-40B4-BE49-F238E27FC236}">
                    <a16:creationId xmlns:a16="http://schemas.microsoft.com/office/drawing/2014/main" id="{D4584C96-FF04-4CC8-A01C-BE5F77BAC03A}"/>
                  </a:ext>
                </a:extLst>
              </p:cNvPr>
              <p:cNvSpPr txBox="1">
                <a:spLocks noRot="1" noChangeAspect="1" noMove="1" noResize="1" noEditPoints="1" noAdjustHandles="1" noChangeArrowheads="1" noChangeShapeType="1" noTextEdit="1"/>
              </p:cNvSpPr>
              <p:nvPr/>
            </p:nvSpPr>
            <p:spPr>
              <a:xfrm>
                <a:off x="8057896" y="4474819"/>
                <a:ext cx="1001729" cy="901785"/>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A100801E-FBE2-49B1-A660-3F33457E0DFC}"/>
                  </a:ext>
                </a:extLst>
              </p:cNvPr>
              <p:cNvSpPr txBox="1"/>
              <p:nvPr/>
            </p:nvSpPr>
            <p:spPr>
              <a:xfrm>
                <a:off x="9194445" y="4474818"/>
                <a:ext cx="1001729"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9 </m:t>
                          </m:r>
                        </m:den>
                      </m:f>
                    </m:oMath>
                  </m:oMathPara>
                </a14:m>
                <a:endParaRPr lang="en-IN" sz="2800" dirty="0"/>
              </a:p>
            </p:txBody>
          </p:sp>
        </mc:Choice>
        <mc:Fallback xmlns="">
          <p:sp>
            <p:nvSpPr>
              <p:cNvPr id="42" name="TextBox 41">
                <a:extLst>
                  <a:ext uri="{FF2B5EF4-FFF2-40B4-BE49-F238E27FC236}">
                    <a16:creationId xmlns:a16="http://schemas.microsoft.com/office/drawing/2014/main" id="{A100801E-FBE2-49B1-A660-3F33457E0DFC}"/>
                  </a:ext>
                </a:extLst>
              </p:cNvPr>
              <p:cNvSpPr txBox="1">
                <a:spLocks noRot="1" noChangeAspect="1" noMove="1" noResize="1" noEditPoints="1" noAdjustHandles="1" noChangeArrowheads="1" noChangeShapeType="1" noTextEdit="1"/>
              </p:cNvSpPr>
              <p:nvPr/>
            </p:nvSpPr>
            <p:spPr>
              <a:xfrm>
                <a:off x="9194445" y="4474818"/>
                <a:ext cx="1001729" cy="901785"/>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D116EDE-71D4-4BFC-9D09-5D0DB07D84F3}"/>
                  </a:ext>
                </a:extLst>
              </p:cNvPr>
              <p:cNvSpPr txBox="1"/>
              <p:nvPr/>
            </p:nvSpPr>
            <p:spPr>
              <a:xfrm>
                <a:off x="6932932" y="2587649"/>
                <a:ext cx="51326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43" name="TextBox 42">
                <a:extLst>
                  <a:ext uri="{FF2B5EF4-FFF2-40B4-BE49-F238E27FC236}">
                    <a16:creationId xmlns:a16="http://schemas.microsoft.com/office/drawing/2014/main" id="{2D116EDE-71D4-4BFC-9D09-5D0DB07D84F3}"/>
                  </a:ext>
                </a:extLst>
              </p:cNvPr>
              <p:cNvSpPr txBox="1">
                <a:spLocks noRot="1" noChangeAspect="1" noMove="1" noResize="1" noEditPoints="1" noAdjustHandles="1" noChangeArrowheads="1" noChangeShapeType="1" noTextEdit="1"/>
              </p:cNvSpPr>
              <p:nvPr/>
            </p:nvSpPr>
            <p:spPr>
              <a:xfrm>
                <a:off x="6932932" y="2587649"/>
                <a:ext cx="513269"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A4104331-87EB-4F68-9D0D-76DB4C1B9141}"/>
                  </a:ext>
                </a:extLst>
              </p:cNvPr>
              <p:cNvGraphicFramePr>
                <a:graphicFrameLocks noGrp="1"/>
              </p:cNvGraphicFramePr>
              <p:nvPr/>
            </p:nvGraphicFramePr>
            <p:xfrm>
              <a:off x="309557" y="5422113"/>
              <a:ext cx="9960621" cy="972000"/>
            </p:xfrm>
            <a:graphic>
              <a:graphicData uri="http://schemas.openxmlformats.org/drawingml/2006/table">
                <a:tbl>
                  <a:tblPr firstRow="1" bandRow="1">
                    <a:tableStyleId>{E8B1032C-EA38-4F05-BA0D-38AFFFC7BED3}</a:tableStyleId>
                  </a:tblPr>
                  <a:tblGrid>
                    <a:gridCol w="2014284">
                      <a:extLst>
                        <a:ext uri="{9D8B030D-6E8A-4147-A177-3AD203B41FA5}">
                          <a16:colId xmlns:a16="http://schemas.microsoft.com/office/drawing/2014/main" val="4214428969"/>
                        </a:ext>
                      </a:extLst>
                    </a:gridCol>
                    <a:gridCol w="1135191">
                      <a:extLst>
                        <a:ext uri="{9D8B030D-6E8A-4147-A177-3AD203B41FA5}">
                          <a16:colId xmlns:a16="http://schemas.microsoft.com/office/drawing/2014/main" val="1050801041"/>
                        </a:ext>
                      </a:extLst>
                    </a:gridCol>
                    <a:gridCol w="1135191">
                      <a:extLst>
                        <a:ext uri="{9D8B030D-6E8A-4147-A177-3AD203B41FA5}">
                          <a16:colId xmlns:a16="http://schemas.microsoft.com/office/drawing/2014/main" val="2875159002"/>
                        </a:ext>
                      </a:extLst>
                    </a:gridCol>
                    <a:gridCol w="1135191">
                      <a:extLst>
                        <a:ext uri="{9D8B030D-6E8A-4147-A177-3AD203B41FA5}">
                          <a16:colId xmlns:a16="http://schemas.microsoft.com/office/drawing/2014/main" val="215126673"/>
                        </a:ext>
                      </a:extLst>
                    </a:gridCol>
                    <a:gridCol w="1135191">
                      <a:extLst>
                        <a:ext uri="{9D8B030D-6E8A-4147-A177-3AD203B41FA5}">
                          <a16:colId xmlns:a16="http://schemas.microsoft.com/office/drawing/2014/main" val="2137501542"/>
                        </a:ext>
                      </a:extLst>
                    </a:gridCol>
                    <a:gridCol w="1135191">
                      <a:extLst>
                        <a:ext uri="{9D8B030D-6E8A-4147-A177-3AD203B41FA5}">
                          <a16:colId xmlns:a16="http://schemas.microsoft.com/office/drawing/2014/main" val="794655546"/>
                        </a:ext>
                      </a:extLst>
                    </a:gridCol>
                    <a:gridCol w="1135191">
                      <a:extLst>
                        <a:ext uri="{9D8B030D-6E8A-4147-A177-3AD203B41FA5}">
                          <a16:colId xmlns:a16="http://schemas.microsoft.com/office/drawing/2014/main" val="166557846"/>
                        </a:ext>
                      </a:extLst>
                    </a:gridCol>
                    <a:gridCol w="1135191">
                      <a:extLst>
                        <a:ext uri="{9D8B030D-6E8A-4147-A177-3AD203B41FA5}">
                          <a16:colId xmlns:a16="http://schemas.microsoft.com/office/drawing/2014/main" val="3745598535"/>
                        </a:ext>
                      </a:extLst>
                    </a:gridCol>
                  </a:tblGrid>
                  <a:tr h="972000">
                    <a:tc>
                      <a:txBody>
                        <a:bodyPr/>
                        <a:lstStyle/>
                        <a:p>
                          <a:pPr algn="ctr"/>
                          <a14:m>
                            <m:oMathPara xmlns:m="http://schemas.openxmlformats.org/officeDocument/2006/math">
                              <m:oMathParaPr>
                                <m:jc m:val="centerGroup"/>
                              </m:oMathParaPr>
                              <m:oMath xmlns:m="http://schemas.openxmlformats.org/officeDocument/2006/math">
                                <m:r>
                                  <a:rPr lang="en-IN" sz="2800" b="1" i="0" dirty="0" smtClean="0">
                                    <a:solidFill>
                                      <a:srgbClr val="002060"/>
                                    </a:solidFill>
                                    <a:latin typeface="Cambria Math" panose="02040503050406030204" pitchFamily="18" charset="0"/>
                                    <a:ea typeface="Cambria Math" panose="02040503050406030204" pitchFamily="18" charset="0"/>
                                  </a:rPr>
                                  <m:t>𝐅</m:t>
                                </m:r>
                                <m:d>
                                  <m:dPr>
                                    <m:ctrlPr>
                                      <a:rPr lang="en-IN" sz="2800" b="1" i="1" dirty="0" smtClean="0">
                                        <a:solidFill>
                                          <a:srgbClr val="002060"/>
                                        </a:solidFill>
                                        <a:latin typeface="Cambria Math" panose="02040503050406030204" pitchFamily="18" charset="0"/>
                                        <a:ea typeface="Cambria Math" panose="02040503050406030204" pitchFamily="18" charset="0"/>
                                      </a:rPr>
                                    </m:ctrlPr>
                                  </m:dPr>
                                  <m:e>
                                    <m:r>
                                      <a:rPr lang="en-IN" sz="2800" b="1" i="0" dirty="0" smtClean="0">
                                        <a:solidFill>
                                          <a:srgbClr val="002060"/>
                                        </a:solidFill>
                                        <a:latin typeface="Cambria Math" panose="02040503050406030204" pitchFamily="18" charset="0"/>
                                        <a:ea typeface="Cambria Math" panose="02040503050406030204" pitchFamily="18" charset="0"/>
                                      </a:rPr>
                                      <m:t>𝐱</m:t>
                                    </m:r>
                                  </m:e>
                                </m:d>
                              </m:oMath>
                            </m:oMathPara>
                          </a14:m>
                          <a:endParaRPr lang="en-IN" sz="2800" b="1" i="0" dirty="0">
                            <a:solidFill>
                              <a:srgbClr val="002060"/>
                            </a:solidFill>
                            <a:latin typeface="Cambria Math" panose="02040503050406030204" pitchFamily="18" charset="0"/>
                            <a:ea typeface="Cambria Math" panose="02040503050406030204" pitchFamily="18" charset="0"/>
                          </a:endParaRPr>
                        </a:p>
                        <a:p>
                          <a:pPr algn="ctr"/>
                          <a14:m>
                            <m:oMathPara xmlns:m="http://schemas.openxmlformats.org/officeDocument/2006/math">
                              <m:oMathParaPr>
                                <m:jc m:val="left"/>
                              </m:oMathParaPr>
                              <m:oMath xmlns:m="http://schemas.openxmlformats.org/officeDocument/2006/math">
                                <m:r>
                                  <a:rPr lang="en-IN" sz="2800" b="1" i="0" dirty="0" smtClean="0">
                                    <a:solidFill>
                                      <a:srgbClr val="002060"/>
                                    </a:solidFill>
                                    <a:latin typeface="Cambria Math" panose="02040503050406030204" pitchFamily="18" charset="0"/>
                                    <a:ea typeface="Cambria Math" panose="02040503050406030204" pitchFamily="18" charset="0"/>
                                  </a:rPr>
                                  <m:t>=</m:t>
                                </m:r>
                                <m:r>
                                  <a:rPr lang="en-IN" sz="2800" b="1" i="0" dirty="0" smtClean="0">
                                    <a:solidFill>
                                      <a:srgbClr val="002060"/>
                                    </a:solidFill>
                                    <a:latin typeface="Cambria Math" panose="02040503050406030204" pitchFamily="18" charset="0"/>
                                    <a:ea typeface="Cambria Math" panose="02040503050406030204" pitchFamily="18" charset="0"/>
                                  </a:rPr>
                                  <m:t>𝐏</m:t>
                                </m:r>
                                <m:d>
                                  <m:dPr>
                                    <m:ctrlPr>
                                      <a:rPr lang="en-IN" sz="2800" b="1" i="1" dirty="0" smtClean="0">
                                        <a:solidFill>
                                          <a:srgbClr val="002060"/>
                                        </a:solidFill>
                                        <a:latin typeface="Cambria Math" panose="02040503050406030204" pitchFamily="18" charset="0"/>
                                        <a:ea typeface="Cambria Math" panose="02040503050406030204" pitchFamily="18" charset="0"/>
                                      </a:rPr>
                                    </m:ctrlPr>
                                  </m:dPr>
                                  <m:e>
                                    <m:r>
                                      <a:rPr lang="en-IN" sz="2800" b="1" i="0" dirty="0" smtClean="0">
                                        <a:solidFill>
                                          <a:srgbClr val="002060"/>
                                        </a:solidFill>
                                        <a:latin typeface="Cambria Math" panose="02040503050406030204" pitchFamily="18" charset="0"/>
                                        <a:ea typeface="Cambria Math" panose="02040503050406030204" pitchFamily="18" charset="0"/>
                                      </a:rPr>
                                      <m:t>𝐗</m:t>
                                    </m:r>
                                    <m:r>
                                      <a:rPr lang="en-IN" sz="2800" b="1" i="0" dirty="0" smtClean="0">
                                        <a:solidFill>
                                          <a:srgbClr val="002060"/>
                                        </a:solidFill>
                                        <a:latin typeface="Cambria Math" panose="02040503050406030204" pitchFamily="18" charset="0"/>
                                        <a:ea typeface="Cambria Math" panose="02040503050406030204" pitchFamily="18" charset="0"/>
                                      </a:rPr>
                                      <m:t>≤</m:t>
                                    </m:r>
                                    <m:r>
                                      <a:rPr lang="en-IN" sz="2800" b="1" i="0" dirty="0" smtClean="0">
                                        <a:solidFill>
                                          <a:srgbClr val="002060"/>
                                        </a:solidFill>
                                        <a:latin typeface="Cambria Math" panose="02040503050406030204" pitchFamily="18" charset="0"/>
                                        <a:ea typeface="Cambria Math" panose="02040503050406030204" pitchFamily="18" charset="0"/>
                                      </a:rPr>
                                      <m:t>𝐱</m:t>
                                    </m:r>
                                  </m:e>
                                </m:d>
                              </m:oMath>
                            </m:oMathPara>
                          </a14:m>
                          <a:endParaRPr lang="en-IN" sz="2800" b="1" i="0" dirty="0">
                            <a:solidFill>
                              <a:srgbClr val="002060"/>
                            </a:solidFill>
                            <a:latin typeface="Cambria Math" panose="02040503050406030204" pitchFamily="18" charset="0"/>
                            <a:ea typeface="Cambria Math" panose="02040503050406030204" pitchFamily="18" charset="0"/>
                          </a:endParaRPr>
                        </a:p>
                      </a:txBody>
                      <a:tcPr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168594060"/>
                      </a:ext>
                    </a:extLst>
                  </a:tr>
                </a:tbl>
              </a:graphicData>
            </a:graphic>
          </p:graphicFrame>
        </mc:Choice>
        <mc:Fallback xmlns="">
          <p:graphicFrame>
            <p:nvGraphicFramePr>
              <p:cNvPr id="5" name="Table 4">
                <a:extLst>
                  <a:ext uri="{FF2B5EF4-FFF2-40B4-BE49-F238E27FC236}">
                    <a16:creationId xmlns:a16="http://schemas.microsoft.com/office/drawing/2014/main" id="{A4104331-87EB-4F68-9D0D-76DB4C1B9141}"/>
                  </a:ext>
                </a:extLst>
              </p:cNvPr>
              <p:cNvGraphicFramePr>
                <a:graphicFrameLocks noGrp="1"/>
              </p:cNvGraphicFramePr>
              <p:nvPr>
                <p:extLst>
                  <p:ext uri="{D42A27DB-BD31-4B8C-83A1-F6EECF244321}">
                    <p14:modId xmlns:p14="http://schemas.microsoft.com/office/powerpoint/2010/main" val="3048783474"/>
                  </p:ext>
                </p:extLst>
              </p:nvPr>
            </p:nvGraphicFramePr>
            <p:xfrm>
              <a:off x="309557" y="5422113"/>
              <a:ext cx="9960621" cy="972000"/>
            </p:xfrm>
            <a:graphic>
              <a:graphicData uri="http://schemas.openxmlformats.org/drawingml/2006/table">
                <a:tbl>
                  <a:tblPr firstRow="1" bandRow="1">
                    <a:tableStyleId>{E8B1032C-EA38-4F05-BA0D-38AFFFC7BED3}</a:tableStyleId>
                  </a:tblPr>
                  <a:tblGrid>
                    <a:gridCol w="2014284">
                      <a:extLst>
                        <a:ext uri="{9D8B030D-6E8A-4147-A177-3AD203B41FA5}">
                          <a16:colId xmlns:a16="http://schemas.microsoft.com/office/drawing/2014/main" val="4214428969"/>
                        </a:ext>
                      </a:extLst>
                    </a:gridCol>
                    <a:gridCol w="1135191">
                      <a:extLst>
                        <a:ext uri="{9D8B030D-6E8A-4147-A177-3AD203B41FA5}">
                          <a16:colId xmlns:a16="http://schemas.microsoft.com/office/drawing/2014/main" val="1050801041"/>
                        </a:ext>
                      </a:extLst>
                    </a:gridCol>
                    <a:gridCol w="1135191">
                      <a:extLst>
                        <a:ext uri="{9D8B030D-6E8A-4147-A177-3AD203B41FA5}">
                          <a16:colId xmlns:a16="http://schemas.microsoft.com/office/drawing/2014/main" val="2875159002"/>
                        </a:ext>
                      </a:extLst>
                    </a:gridCol>
                    <a:gridCol w="1135191">
                      <a:extLst>
                        <a:ext uri="{9D8B030D-6E8A-4147-A177-3AD203B41FA5}">
                          <a16:colId xmlns:a16="http://schemas.microsoft.com/office/drawing/2014/main" val="215126673"/>
                        </a:ext>
                      </a:extLst>
                    </a:gridCol>
                    <a:gridCol w="1135191">
                      <a:extLst>
                        <a:ext uri="{9D8B030D-6E8A-4147-A177-3AD203B41FA5}">
                          <a16:colId xmlns:a16="http://schemas.microsoft.com/office/drawing/2014/main" val="2137501542"/>
                        </a:ext>
                      </a:extLst>
                    </a:gridCol>
                    <a:gridCol w="1135191">
                      <a:extLst>
                        <a:ext uri="{9D8B030D-6E8A-4147-A177-3AD203B41FA5}">
                          <a16:colId xmlns:a16="http://schemas.microsoft.com/office/drawing/2014/main" val="794655546"/>
                        </a:ext>
                      </a:extLst>
                    </a:gridCol>
                    <a:gridCol w="1135191">
                      <a:extLst>
                        <a:ext uri="{9D8B030D-6E8A-4147-A177-3AD203B41FA5}">
                          <a16:colId xmlns:a16="http://schemas.microsoft.com/office/drawing/2014/main" val="166557846"/>
                        </a:ext>
                      </a:extLst>
                    </a:gridCol>
                    <a:gridCol w="1135191">
                      <a:extLst>
                        <a:ext uri="{9D8B030D-6E8A-4147-A177-3AD203B41FA5}">
                          <a16:colId xmlns:a16="http://schemas.microsoft.com/office/drawing/2014/main" val="3745598535"/>
                        </a:ext>
                      </a:extLst>
                    </a:gridCol>
                  </a:tblGrid>
                  <a:tr h="972000">
                    <a:tc>
                      <a:txBody>
                        <a:bodyPr/>
                        <a:lstStyle/>
                        <a:p>
                          <a:endParaRPr lang="en-US"/>
                        </a:p>
                      </a:txBody>
                      <a:tcPr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blipFill>
                          <a:blip r:embed="rId22"/>
                          <a:stretch>
                            <a:fillRect l="-302" t="-1250" r="-394864" b="-2500"/>
                          </a:stretch>
                        </a:blip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168594060"/>
                      </a:ext>
                    </a:extLst>
                  </a:tr>
                </a:tbl>
              </a:graphicData>
            </a:graphic>
          </p:graphicFrame>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7041176B-C103-46B4-AF82-65328C768783}"/>
                  </a:ext>
                </a:extLst>
              </p:cNvPr>
              <p:cNvSpPr txBox="1"/>
              <p:nvPr/>
            </p:nvSpPr>
            <p:spPr>
              <a:xfrm>
                <a:off x="2375141" y="5457220"/>
                <a:ext cx="1001729"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9 </m:t>
                          </m:r>
                        </m:den>
                      </m:f>
                    </m:oMath>
                  </m:oMathPara>
                </a14:m>
                <a:endParaRPr lang="en-IN" sz="2800" dirty="0"/>
              </a:p>
            </p:txBody>
          </p:sp>
        </mc:Choice>
        <mc:Fallback xmlns="">
          <p:sp>
            <p:nvSpPr>
              <p:cNvPr id="44" name="TextBox 43">
                <a:extLst>
                  <a:ext uri="{FF2B5EF4-FFF2-40B4-BE49-F238E27FC236}">
                    <a16:creationId xmlns:a16="http://schemas.microsoft.com/office/drawing/2014/main" id="{7041176B-C103-46B4-AF82-65328C768783}"/>
                  </a:ext>
                </a:extLst>
              </p:cNvPr>
              <p:cNvSpPr txBox="1">
                <a:spLocks noRot="1" noChangeAspect="1" noMove="1" noResize="1" noEditPoints="1" noAdjustHandles="1" noChangeArrowheads="1" noChangeShapeType="1" noTextEdit="1"/>
              </p:cNvSpPr>
              <p:nvPr/>
            </p:nvSpPr>
            <p:spPr>
              <a:xfrm>
                <a:off x="2375141" y="5457220"/>
                <a:ext cx="1001729" cy="901785"/>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C72F86B5-8249-48A8-9925-B143B48E3406}"/>
                  </a:ext>
                </a:extLst>
              </p:cNvPr>
              <p:cNvSpPr txBox="1"/>
              <p:nvPr/>
            </p:nvSpPr>
            <p:spPr>
              <a:xfrm>
                <a:off x="3496854" y="5457220"/>
                <a:ext cx="1001729"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2</m:t>
                          </m:r>
                        </m:num>
                        <m:den>
                          <m:r>
                            <a:rPr lang="en-IN" sz="2800" b="0" i="1" dirty="0" smtClean="0">
                              <a:solidFill>
                                <a:srgbClr val="002060"/>
                              </a:solidFill>
                              <a:latin typeface="Cambria Math" panose="02040503050406030204" pitchFamily="18" charset="0"/>
                            </a:rPr>
                            <m:t> 9 </m:t>
                          </m:r>
                        </m:den>
                      </m:f>
                    </m:oMath>
                  </m:oMathPara>
                </a14:m>
                <a:endParaRPr lang="en-IN" sz="2800" dirty="0"/>
              </a:p>
            </p:txBody>
          </p:sp>
        </mc:Choice>
        <mc:Fallback xmlns="">
          <p:sp>
            <p:nvSpPr>
              <p:cNvPr id="45" name="TextBox 44">
                <a:extLst>
                  <a:ext uri="{FF2B5EF4-FFF2-40B4-BE49-F238E27FC236}">
                    <a16:creationId xmlns:a16="http://schemas.microsoft.com/office/drawing/2014/main" id="{C72F86B5-8249-48A8-9925-B143B48E3406}"/>
                  </a:ext>
                </a:extLst>
              </p:cNvPr>
              <p:cNvSpPr txBox="1">
                <a:spLocks noRot="1" noChangeAspect="1" noMove="1" noResize="1" noEditPoints="1" noAdjustHandles="1" noChangeArrowheads="1" noChangeShapeType="1" noTextEdit="1"/>
              </p:cNvSpPr>
              <p:nvPr/>
            </p:nvSpPr>
            <p:spPr>
              <a:xfrm>
                <a:off x="3496854" y="5457220"/>
                <a:ext cx="1001729" cy="901785"/>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6A348C6-4643-45C6-929A-27F8D080A96A}"/>
                  </a:ext>
                </a:extLst>
              </p:cNvPr>
              <p:cNvSpPr txBox="1"/>
              <p:nvPr/>
            </p:nvSpPr>
            <p:spPr>
              <a:xfrm>
                <a:off x="4648242" y="5457220"/>
                <a:ext cx="1001729"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3 </m:t>
                          </m:r>
                        </m:den>
                      </m:f>
                    </m:oMath>
                  </m:oMathPara>
                </a14:m>
                <a:endParaRPr lang="en-IN" sz="2800" dirty="0"/>
              </a:p>
            </p:txBody>
          </p:sp>
        </mc:Choice>
        <mc:Fallback xmlns="">
          <p:sp>
            <p:nvSpPr>
              <p:cNvPr id="46" name="TextBox 45">
                <a:extLst>
                  <a:ext uri="{FF2B5EF4-FFF2-40B4-BE49-F238E27FC236}">
                    <a16:creationId xmlns:a16="http://schemas.microsoft.com/office/drawing/2014/main" id="{D6A348C6-4643-45C6-929A-27F8D080A96A}"/>
                  </a:ext>
                </a:extLst>
              </p:cNvPr>
              <p:cNvSpPr txBox="1">
                <a:spLocks noRot="1" noChangeAspect="1" noMove="1" noResize="1" noEditPoints="1" noAdjustHandles="1" noChangeArrowheads="1" noChangeShapeType="1" noTextEdit="1"/>
              </p:cNvSpPr>
              <p:nvPr/>
            </p:nvSpPr>
            <p:spPr>
              <a:xfrm>
                <a:off x="4648242" y="5457220"/>
                <a:ext cx="1001729" cy="901785"/>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04F3099D-C0E0-4315-BADC-05C69989EE76}"/>
                  </a:ext>
                </a:extLst>
              </p:cNvPr>
              <p:cNvSpPr txBox="1"/>
              <p:nvPr/>
            </p:nvSpPr>
            <p:spPr>
              <a:xfrm>
                <a:off x="5793834" y="5457220"/>
                <a:ext cx="1001729"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2</m:t>
                          </m:r>
                        </m:num>
                        <m:den>
                          <m:r>
                            <a:rPr lang="en-IN" sz="2800" b="0" i="1" dirty="0" smtClean="0">
                              <a:solidFill>
                                <a:srgbClr val="002060"/>
                              </a:solidFill>
                              <a:latin typeface="Cambria Math" panose="02040503050406030204" pitchFamily="18" charset="0"/>
                            </a:rPr>
                            <m:t> 3 </m:t>
                          </m:r>
                        </m:den>
                      </m:f>
                    </m:oMath>
                  </m:oMathPara>
                </a14:m>
                <a:endParaRPr lang="en-IN" sz="2800" dirty="0"/>
              </a:p>
            </p:txBody>
          </p:sp>
        </mc:Choice>
        <mc:Fallback xmlns="">
          <p:sp>
            <p:nvSpPr>
              <p:cNvPr id="47" name="TextBox 46">
                <a:extLst>
                  <a:ext uri="{FF2B5EF4-FFF2-40B4-BE49-F238E27FC236}">
                    <a16:creationId xmlns:a16="http://schemas.microsoft.com/office/drawing/2014/main" id="{04F3099D-C0E0-4315-BADC-05C69989EE76}"/>
                  </a:ext>
                </a:extLst>
              </p:cNvPr>
              <p:cNvSpPr txBox="1">
                <a:spLocks noRot="1" noChangeAspect="1" noMove="1" noResize="1" noEditPoints="1" noAdjustHandles="1" noChangeArrowheads="1" noChangeShapeType="1" noTextEdit="1"/>
              </p:cNvSpPr>
              <p:nvPr/>
            </p:nvSpPr>
            <p:spPr>
              <a:xfrm>
                <a:off x="5793834" y="5457220"/>
                <a:ext cx="1001729" cy="901785"/>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6F12AC73-E867-4A2D-9500-50B0B3F8D753}"/>
                  </a:ext>
                </a:extLst>
              </p:cNvPr>
              <p:cNvSpPr txBox="1"/>
              <p:nvPr/>
            </p:nvSpPr>
            <p:spPr>
              <a:xfrm>
                <a:off x="6939426" y="5457220"/>
                <a:ext cx="1001729"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7</m:t>
                          </m:r>
                        </m:num>
                        <m:den>
                          <m:r>
                            <a:rPr lang="en-IN" sz="2800" b="0" i="1" dirty="0" smtClean="0">
                              <a:solidFill>
                                <a:srgbClr val="002060"/>
                              </a:solidFill>
                              <a:latin typeface="Cambria Math" panose="02040503050406030204" pitchFamily="18" charset="0"/>
                            </a:rPr>
                            <m:t> 9 </m:t>
                          </m:r>
                        </m:den>
                      </m:f>
                    </m:oMath>
                  </m:oMathPara>
                </a14:m>
                <a:endParaRPr lang="en-IN" sz="2800" dirty="0"/>
              </a:p>
            </p:txBody>
          </p:sp>
        </mc:Choice>
        <mc:Fallback xmlns="">
          <p:sp>
            <p:nvSpPr>
              <p:cNvPr id="48" name="TextBox 47">
                <a:extLst>
                  <a:ext uri="{FF2B5EF4-FFF2-40B4-BE49-F238E27FC236}">
                    <a16:creationId xmlns:a16="http://schemas.microsoft.com/office/drawing/2014/main" id="{6F12AC73-E867-4A2D-9500-50B0B3F8D753}"/>
                  </a:ext>
                </a:extLst>
              </p:cNvPr>
              <p:cNvSpPr txBox="1">
                <a:spLocks noRot="1" noChangeAspect="1" noMove="1" noResize="1" noEditPoints="1" noAdjustHandles="1" noChangeArrowheads="1" noChangeShapeType="1" noTextEdit="1"/>
              </p:cNvSpPr>
              <p:nvPr/>
            </p:nvSpPr>
            <p:spPr>
              <a:xfrm>
                <a:off x="6939426" y="5457220"/>
                <a:ext cx="1001729" cy="901785"/>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CD12C0A1-753B-4173-85F0-24AD9E42F162}"/>
                  </a:ext>
                </a:extLst>
              </p:cNvPr>
              <p:cNvSpPr txBox="1"/>
              <p:nvPr/>
            </p:nvSpPr>
            <p:spPr>
              <a:xfrm>
                <a:off x="8056170" y="5457220"/>
                <a:ext cx="1001729"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8</m:t>
                          </m:r>
                        </m:num>
                        <m:den>
                          <m:r>
                            <a:rPr lang="en-IN" sz="2800" b="0" i="1" dirty="0" smtClean="0">
                              <a:solidFill>
                                <a:srgbClr val="002060"/>
                              </a:solidFill>
                              <a:latin typeface="Cambria Math" panose="02040503050406030204" pitchFamily="18" charset="0"/>
                            </a:rPr>
                            <m:t> 9 </m:t>
                          </m:r>
                        </m:den>
                      </m:f>
                    </m:oMath>
                  </m:oMathPara>
                </a14:m>
                <a:endParaRPr lang="en-IN" sz="2800" dirty="0"/>
              </a:p>
            </p:txBody>
          </p:sp>
        </mc:Choice>
        <mc:Fallback xmlns="">
          <p:sp>
            <p:nvSpPr>
              <p:cNvPr id="49" name="TextBox 48">
                <a:extLst>
                  <a:ext uri="{FF2B5EF4-FFF2-40B4-BE49-F238E27FC236}">
                    <a16:creationId xmlns:a16="http://schemas.microsoft.com/office/drawing/2014/main" id="{CD12C0A1-753B-4173-85F0-24AD9E42F162}"/>
                  </a:ext>
                </a:extLst>
              </p:cNvPr>
              <p:cNvSpPr txBox="1">
                <a:spLocks noRot="1" noChangeAspect="1" noMove="1" noResize="1" noEditPoints="1" noAdjustHandles="1" noChangeArrowheads="1" noChangeShapeType="1" noTextEdit="1"/>
              </p:cNvSpPr>
              <p:nvPr/>
            </p:nvSpPr>
            <p:spPr>
              <a:xfrm>
                <a:off x="8056170" y="5457220"/>
                <a:ext cx="1001729" cy="901785"/>
              </a:xfrm>
              <a:prstGeom prst="rect">
                <a:avLst/>
              </a:prstGeom>
              <a:blipFill>
                <a:blip r:embed="rId2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145F153B-67BF-4560-81D0-472E2CE4C8A8}"/>
                  </a:ext>
                </a:extLst>
              </p:cNvPr>
              <p:cNvSpPr txBox="1"/>
              <p:nvPr/>
            </p:nvSpPr>
            <p:spPr>
              <a:xfrm>
                <a:off x="9194444" y="5646502"/>
                <a:ext cx="100172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1</m:t>
                      </m:r>
                    </m:oMath>
                  </m:oMathPara>
                </a14:m>
                <a:endParaRPr lang="en-IN" sz="2800" dirty="0"/>
              </a:p>
            </p:txBody>
          </p:sp>
        </mc:Choice>
        <mc:Fallback xmlns="">
          <p:sp>
            <p:nvSpPr>
              <p:cNvPr id="50" name="TextBox 49">
                <a:extLst>
                  <a:ext uri="{FF2B5EF4-FFF2-40B4-BE49-F238E27FC236}">
                    <a16:creationId xmlns:a16="http://schemas.microsoft.com/office/drawing/2014/main" id="{145F153B-67BF-4560-81D0-472E2CE4C8A8}"/>
                  </a:ext>
                </a:extLst>
              </p:cNvPr>
              <p:cNvSpPr txBox="1">
                <a:spLocks noRot="1" noChangeAspect="1" noMove="1" noResize="1" noEditPoints="1" noAdjustHandles="1" noChangeArrowheads="1" noChangeShapeType="1" noTextEdit="1"/>
              </p:cNvSpPr>
              <p:nvPr/>
            </p:nvSpPr>
            <p:spPr>
              <a:xfrm>
                <a:off x="9194444" y="5646502"/>
                <a:ext cx="1001729" cy="523220"/>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BE24382B-CE27-4B1D-A854-2E492E1E4007}"/>
                  </a:ext>
                </a:extLst>
              </p:cNvPr>
              <p:cNvSpPr txBox="1"/>
              <p:nvPr/>
            </p:nvSpPr>
            <p:spPr>
              <a:xfrm>
                <a:off x="1028481" y="797217"/>
                <a:ext cx="520282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P</m:t>
                      </m:r>
                      <m:d>
                        <m:dPr>
                          <m:ctrlPr>
                            <a:rPr lang="en-GB" sz="280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m:rPr>
                              <m:sty m:val="p"/>
                            </m:rPr>
                            <a:rPr lang="en-GB" sz="28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8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=0</m:t>
                          </m:r>
                        </m:e>
                      </m:d>
                      <m:r>
                        <a:rPr lang="en-GB" sz="28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m:t>
                      </m:r>
                      <m:r>
                        <m:rPr>
                          <m:sty m:val="p"/>
                        </m:rPr>
                        <a:rPr lang="en-GB" sz="28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P</m:t>
                      </m:r>
                      <m:d>
                        <m:dPr>
                          <m:ctrlPr>
                            <a:rPr lang="en-GB" sz="280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m:rPr>
                              <m:sty m:val="p"/>
                            </m:rPr>
                            <a:rPr lang="en-GB" sz="28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8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&gt;0</m:t>
                          </m:r>
                        </m:e>
                      </m:d>
                      <m:r>
                        <a:rPr lang="en-GB" sz="28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m:t>
                      </m:r>
                      <m:r>
                        <m:rPr>
                          <m:sty m:val="p"/>
                        </m:rPr>
                        <a:rPr lang="en-GB" sz="28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P</m:t>
                      </m:r>
                      <m:d>
                        <m:dPr>
                          <m:ctrlPr>
                            <a:rPr lang="en-GB" sz="280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m:rPr>
                              <m:sty m:val="p"/>
                            </m:rPr>
                            <a:rPr lang="en-GB" sz="28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8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&lt;0</m:t>
                          </m:r>
                        </m:e>
                      </m:d>
                    </m:oMath>
                  </m:oMathPara>
                </a14:m>
                <a:endParaRPr lang="en-IN" sz="2800" dirty="0">
                  <a:solidFill>
                    <a:srgbClr val="002060"/>
                  </a:solidFill>
                </a:endParaRPr>
              </a:p>
            </p:txBody>
          </p:sp>
        </mc:Choice>
        <mc:Fallback xmlns="">
          <p:sp>
            <p:nvSpPr>
              <p:cNvPr id="36" name="TextBox 35">
                <a:extLst>
                  <a:ext uri="{FF2B5EF4-FFF2-40B4-BE49-F238E27FC236}">
                    <a16:creationId xmlns:a16="http://schemas.microsoft.com/office/drawing/2014/main" id="{BE24382B-CE27-4B1D-A854-2E492E1E4007}"/>
                  </a:ext>
                </a:extLst>
              </p:cNvPr>
              <p:cNvSpPr txBox="1">
                <a:spLocks noRot="1" noChangeAspect="1" noMove="1" noResize="1" noEditPoints="1" noAdjustHandles="1" noChangeArrowheads="1" noChangeShapeType="1" noTextEdit="1"/>
              </p:cNvSpPr>
              <p:nvPr/>
            </p:nvSpPr>
            <p:spPr>
              <a:xfrm>
                <a:off x="1028481" y="797217"/>
                <a:ext cx="5202824" cy="523220"/>
              </a:xfrm>
              <a:prstGeom prst="rect">
                <a:avLst/>
              </a:prstGeom>
              <a:blipFill>
                <a:blip r:embed="rId30"/>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6899080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250"/>
                                  </p:stCondLst>
                                  <p:childTnLst>
                                    <p:set>
                                      <p:cBhvr>
                                        <p:cTn id="21" dur="1" fill="hold">
                                          <p:stCondLst>
                                            <p:cond delay="0"/>
                                          </p:stCondLst>
                                        </p:cTn>
                                        <p:tgtEl>
                                          <p:spTgt spid="2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9"/>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35"/>
                                        </p:tgtEl>
                                        <p:attrNameLst>
                                          <p:attrName>style.visibility</p:attrName>
                                        </p:attrNameLst>
                                      </p:cBhvr>
                                      <p:to>
                                        <p:strVal val="visible"/>
                                      </p:to>
                                    </p:set>
                                  </p:childTnLst>
                                </p:cTn>
                              </p:par>
                            </p:childTnLst>
                          </p:cTn>
                        </p:par>
                        <p:par>
                          <p:cTn id="44" fill="hold">
                            <p:stCondLst>
                              <p:cond delay="0"/>
                            </p:stCondLst>
                            <p:childTnLst>
                              <p:par>
                                <p:cTn id="45" presetID="1" presetClass="entr" presetSubtype="0" fill="hold" grpId="0" nodeType="afterEffect">
                                  <p:stCondLst>
                                    <p:cond delay="250"/>
                                  </p:stCondLst>
                                  <p:childTnLst>
                                    <p:set>
                                      <p:cBhvr>
                                        <p:cTn id="46" dur="1" fill="hold">
                                          <p:stCondLst>
                                            <p:cond delay="0"/>
                                          </p:stCondLst>
                                        </p:cTn>
                                        <p:tgtEl>
                                          <p:spTgt spid="37"/>
                                        </p:tgtEl>
                                        <p:attrNameLst>
                                          <p:attrName>style.visibility</p:attrName>
                                        </p:attrNameLst>
                                      </p:cBhvr>
                                      <p:to>
                                        <p:strVal val="visible"/>
                                      </p:to>
                                    </p:set>
                                  </p:childTnLst>
                                </p:cTn>
                              </p:par>
                            </p:childTnLst>
                          </p:cTn>
                        </p:par>
                        <p:par>
                          <p:cTn id="47" fill="hold">
                            <p:stCondLst>
                              <p:cond delay="250"/>
                            </p:stCondLst>
                            <p:childTnLst>
                              <p:par>
                                <p:cTn id="48" presetID="1" presetClass="entr" presetSubtype="0" fill="hold" grpId="0" nodeType="afterEffect">
                                  <p:stCondLst>
                                    <p:cond delay="250"/>
                                  </p:stCondLst>
                                  <p:childTnLst>
                                    <p:set>
                                      <p:cBhvr>
                                        <p:cTn id="49" dur="1" fill="hold">
                                          <p:stCondLst>
                                            <p:cond delay="0"/>
                                          </p:stCondLst>
                                        </p:cTn>
                                        <p:tgtEl>
                                          <p:spTgt spid="38"/>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39"/>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40"/>
                                        </p:tgtEl>
                                        <p:attrNameLst>
                                          <p:attrName>style.visibility</p:attrName>
                                        </p:attrNameLst>
                                      </p:cBhvr>
                                      <p:to>
                                        <p:strVal val="visible"/>
                                      </p:to>
                                    </p:set>
                                  </p:childTnLst>
                                </p:cTn>
                              </p:par>
                            </p:childTnLst>
                          </p:cTn>
                        </p:par>
                        <p:par>
                          <p:cTn id="58" fill="hold">
                            <p:stCondLst>
                              <p:cond delay="0"/>
                            </p:stCondLst>
                            <p:childTnLst>
                              <p:par>
                                <p:cTn id="59" presetID="1" presetClass="entr" presetSubtype="0" fill="hold" grpId="0" nodeType="afterEffect">
                                  <p:stCondLst>
                                    <p:cond delay="250"/>
                                  </p:stCondLst>
                                  <p:childTnLst>
                                    <p:set>
                                      <p:cBhvr>
                                        <p:cTn id="60" dur="1" fill="hold">
                                          <p:stCondLst>
                                            <p:cond delay="0"/>
                                          </p:stCondLst>
                                        </p:cTn>
                                        <p:tgtEl>
                                          <p:spTgt spid="41"/>
                                        </p:tgtEl>
                                        <p:attrNameLst>
                                          <p:attrName>style.visibility</p:attrName>
                                        </p:attrNameLst>
                                      </p:cBhvr>
                                      <p:to>
                                        <p:strVal val="visible"/>
                                      </p:to>
                                    </p:set>
                                  </p:childTnLst>
                                </p:cTn>
                              </p:par>
                            </p:childTnLst>
                          </p:cTn>
                        </p:par>
                        <p:par>
                          <p:cTn id="61" fill="hold">
                            <p:stCondLst>
                              <p:cond delay="250"/>
                            </p:stCondLst>
                            <p:childTnLst>
                              <p:par>
                                <p:cTn id="62" presetID="1" presetClass="entr" presetSubtype="0" fill="hold" grpId="0" nodeType="afterEffect">
                                  <p:stCondLst>
                                    <p:cond delay="250"/>
                                  </p:stCondLst>
                                  <p:childTnLst>
                                    <p:set>
                                      <p:cBhvr>
                                        <p:cTn id="63" dur="1" fill="hold">
                                          <p:stCondLst>
                                            <p:cond delay="0"/>
                                          </p:stCondLst>
                                        </p:cTn>
                                        <p:tgtEl>
                                          <p:spTgt spid="42"/>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5"/>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44"/>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45"/>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46"/>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47"/>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48"/>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49"/>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2" grpId="0"/>
      <p:bldP spid="25" grpId="0"/>
      <p:bldP spid="26" grpId="0"/>
      <p:bldP spid="27" grpId="0"/>
      <p:bldP spid="29" grpId="0"/>
      <p:bldP spid="31" grpId="0"/>
      <p:bldP spid="35" grpId="0"/>
      <p:bldP spid="37" grpId="0"/>
      <p:bldP spid="38" grpId="0"/>
      <p:bldP spid="39" grpId="0"/>
      <p:bldP spid="40" grpId="0"/>
      <p:bldP spid="41" grpId="0"/>
      <p:bldP spid="42" grpId="0"/>
      <p:bldP spid="43" grpId="0"/>
      <p:bldP spid="44" grpId="0"/>
      <p:bldP spid="45" grpId="0"/>
      <p:bldP spid="46" grpId="0"/>
      <p:bldP spid="47" grpId="0"/>
      <p:bldP spid="48" grpId="0"/>
      <p:bldP spid="49" grpId="0"/>
      <p:bldP spid="50" grpId="0"/>
    </p:bld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59751" y="867838"/>
            <a:ext cx="11929645" cy="4662105"/>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0000"/>
              </a:lnSpc>
              <a:tabLst>
                <a:tab pos="0" algn="l"/>
                <a:tab pos="447675" algn="l"/>
              </a:tabLst>
            </a:pPr>
            <a:r>
              <a:rPr lang="en-GB" dirty="0">
                <a:latin typeface="+mj-lt"/>
                <a:ea typeface="Calibri" panose="020F0502020204030204" pitchFamily="34" charset="0"/>
                <a:cs typeface="Shruti" panose="020B0502040204020203" pitchFamily="34" charset="0"/>
              </a:rPr>
              <a:t>A discrete random variable X has the following distribution function:</a:t>
            </a:r>
          </a:p>
          <a:p>
            <a:pPr>
              <a:lnSpc>
                <a:spcPct val="100000"/>
              </a:lnSpc>
              <a:spcBef>
                <a:spcPts val="600"/>
              </a:spcBef>
              <a:tabLst>
                <a:tab pos="0" algn="l"/>
                <a:tab pos="447675" algn="l"/>
              </a:tabLst>
            </a:pPr>
            <a:endParaRPr lang="en-GB" dirty="0">
              <a:latin typeface="+mj-lt"/>
              <a:ea typeface="Calibri" panose="020F0502020204030204" pitchFamily="34" charset="0"/>
              <a:cs typeface="Shruti" panose="020B0502040204020203" pitchFamily="34" charset="0"/>
            </a:endParaRPr>
          </a:p>
        </p:txBody>
      </p:sp>
      <p:sp>
        <p:nvSpPr>
          <p:cNvPr id="2" name="Title 1"/>
          <p:cNvSpPr>
            <a:spLocks noGrp="1"/>
          </p:cNvSpPr>
          <p:nvPr>
            <p:ph type="title"/>
          </p:nvPr>
        </p:nvSpPr>
        <p:spPr/>
        <p:txBody>
          <a:bodyPr/>
          <a:lstStyle/>
          <a:p>
            <a:r>
              <a:rPr lang="en-GB" dirty="0"/>
              <a:t>Method 7 ⇝ Example 2</a:t>
            </a:r>
            <a:endParaRPr lang="en-US" dirty="0"/>
          </a:p>
        </p:txBody>
      </p:sp>
      <p:sp>
        <p:nvSpPr>
          <p:cNvPr id="4" name="Content Placeholder 2"/>
          <p:cNvSpPr txBox="1">
            <a:spLocks/>
          </p:cNvSpPr>
          <p:nvPr/>
        </p:nvSpPr>
        <p:spPr>
          <a:xfrm>
            <a:off x="114082" y="5733878"/>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3727D16-72FF-4CCE-91A0-8680DF304B2D}"/>
                  </a:ext>
                </a:extLst>
              </p:cNvPr>
              <p:cNvSpPr txBox="1"/>
              <p:nvPr/>
            </p:nvSpPr>
            <p:spPr>
              <a:xfrm>
                <a:off x="131176" y="1398342"/>
                <a:ext cx="4400552" cy="357206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F</m:t>
                      </m:r>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m:t>
                      </m:r>
                      <m:r>
                        <m:rPr>
                          <m:sty m:val="p"/>
                        </m:rP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x</m:t>
                      </m:r>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m:t>
                      </m:r>
                      <m:d>
                        <m:dPr>
                          <m:begChr m:val="{"/>
                          <m:endChr m:val=""/>
                          <m:ctrlPr>
                            <a:rPr lang="en-GB" sz="2800" i="1"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ctrlPr>
                        </m:dPr>
                        <m:e>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m:t>
                          </m:r>
                          <m:eqArr>
                            <m:eqArrPr>
                              <m:ctrlPr>
                                <a:rPr lang="en-GB" sz="2800" i="1"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ctrlPr>
                            </m:eqArrPr>
                            <m:e>
                              <m:r>
                                <a:rPr lang="en-IN" sz="2800" b="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m:t>
                              </m:r>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0   ;          </m:t>
                              </m:r>
                              <m:r>
                                <m:rPr>
                                  <m:sty m:val="p"/>
                                </m:rP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x</m:t>
                              </m:r>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&lt;1</m:t>
                              </m:r>
                            </m:e>
                            <m:e>
                              <m:f>
                                <m:fPr>
                                  <m:ctrlPr>
                                    <a:rPr lang="en-GB" sz="2800" i="1"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ctrlPr>
                                </m:fPr>
                                <m:num>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1 </m:t>
                                  </m:r>
                                </m:num>
                                <m:den>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3 </m:t>
                                  </m:r>
                                </m:den>
                              </m:f>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 1≤</m:t>
                              </m:r>
                              <m:r>
                                <m:rPr>
                                  <m:sty m:val="p"/>
                                </m:rP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x</m:t>
                              </m:r>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&lt;4</m:t>
                              </m:r>
                            </m:e>
                            <m:e>
                              <m:f>
                                <m:fPr>
                                  <m:ctrlPr>
                                    <a:rPr lang="en-GB" sz="2800" i="1"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ctrlPr>
                                </m:fPr>
                                <m:num>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1 </m:t>
                                  </m:r>
                                </m:num>
                                <m:den>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2 </m:t>
                                  </m:r>
                                </m:den>
                              </m:f>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 4≤</m:t>
                              </m:r>
                              <m:r>
                                <m:rPr>
                                  <m:sty m:val="p"/>
                                </m:rP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x</m:t>
                              </m:r>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&lt;6</m:t>
                              </m:r>
                            </m:e>
                            <m:e>
                              <m:r>
                                <a:rPr lang="en-IN" sz="2800" b="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m:t>
                              </m:r>
                              <m:f>
                                <m:fPr>
                                  <m:ctrlPr>
                                    <a:rPr lang="en-GB" sz="2800" i="1"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ctrlPr>
                                </m:fPr>
                                <m:num>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5 </m:t>
                                  </m:r>
                                </m:num>
                                <m:den>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6 </m:t>
                                  </m:r>
                                </m:den>
                              </m:f>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 6≤</m:t>
                              </m:r>
                              <m:r>
                                <m:rPr>
                                  <m:sty m:val="p"/>
                                </m:rP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x</m:t>
                              </m:r>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&lt;10</m:t>
                              </m:r>
                            </m:e>
                            <m:e>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m:t>
                              </m:r>
                              <m:r>
                                <a:rPr lang="en-IN" sz="2800" b="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m:t>
                              </m:r>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1   ;        </m:t>
                              </m:r>
                              <m:r>
                                <m:rPr>
                                  <m:sty m:val="p"/>
                                </m:rP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x</m:t>
                              </m:r>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≥10</m:t>
                              </m:r>
                            </m:e>
                          </m:eqArr>
                        </m:e>
                      </m:d>
                    </m:oMath>
                  </m:oMathPara>
                </a14:m>
                <a:endParaRPr lang="en-IN" sz="2800" dirty="0">
                  <a:solidFill>
                    <a:schemeClr val="bg1"/>
                  </a:solidFill>
                </a:endParaRPr>
              </a:p>
            </p:txBody>
          </p:sp>
        </mc:Choice>
        <mc:Fallback xmlns="">
          <p:sp>
            <p:nvSpPr>
              <p:cNvPr id="23" name="TextBox 22">
                <a:extLst>
                  <a:ext uri="{FF2B5EF4-FFF2-40B4-BE49-F238E27FC236}">
                    <a16:creationId xmlns:a16="http://schemas.microsoft.com/office/drawing/2014/main" id="{83727D16-72FF-4CCE-91A0-8680DF304B2D}"/>
                  </a:ext>
                </a:extLst>
              </p:cNvPr>
              <p:cNvSpPr txBox="1">
                <a:spLocks noRot="1" noChangeAspect="1" noMove="1" noResize="1" noEditPoints="1" noAdjustHandles="1" noChangeArrowheads="1" noChangeShapeType="1" noTextEdit="1"/>
              </p:cNvSpPr>
              <p:nvPr/>
            </p:nvSpPr>
            <p:spPr>
              <a:xfrm>
                <a:off x="131176" y="1398342"/>
                <a:ext cx="4400552" cy="3572068"/>
              </a:xfrm>
              <a:prstGeom prst="rect">
                <a:avLst/>
              </a:prstGeom>
              <a:blipFill>
                <a:blip r:embed="rId2"/>
                <a:stretch>
                  <a:fillRect/>
                </a:stretch>
              </a:blipFill>
            </p:spPr>
            <p:txBody>
              <a:bodyPr/>
              <a:lstStyle/>
              <a:p>
                <a:r>
                  <a:rPr lang="en-IN">
                    <a:noFill/>
                  </a:rPr>
                  <a:t> </a:t>
                </a:r>
              </a:p>
            </p:txBody>
          </p:sp>
        </mc:Fallback>
      </mc:AlternateContent>
      <p:sp>
        <p:nvSpPr>
          <p:cNvPr id="25" name="TextBox 24">
            <a:extLst>
              <a:ext uri="{FF2B5EF4-FFF2-40B4-BE49-F238E27FC236}">
                <a16:creationId xmlns:a16="http://schemas.microsoft.com/office/drawing/2014/main" id="{AE8ACC66-9495-434A-A4DF-815B37A71728}"/>
              </a:ext>
            </a:extLst>
          </p:cNvPr>
          <p:cNvSpPr txBox="1"/>
          <p:nvPr/>
        </p:nvSpPr>
        <p:spPr>
          <a:xfrm>
            <a:off x="131176" y="4962014"/>
            <a:ext cx="10043338" cy="523220"/>
          </a:xfrm>
          <a:prstGeom prst="rect">
            <a:avLst/>
          </a:prstGeom>
          <a:noFill/>
        </p:spPr>
        <p:txBody>
          <a:bodyPr wrap="square">
            <a:spAutoFit/>
          </a:bodyPr>
          <a:lstStyle/>
          <a:p>
            <a:pPr>
              <a:tabLst>
                <a:tab pos="0" algn="l"/>
                <a:tab pos="447675" algn="l"/>
              </a:tabLst>
            </a:pPr>
            <a:r>
              <a:rPr lang="en-US" sz="2800" dirty="0">
                <a:solidFill>
                  <a:schemeClr val="bg1"/>
                </a:solidFill>
              </a:rPr>
              <a:t>Find			  ,	          ,		       ,		    ,		.</a:t>
            </a:r>
            <a:endParaRPr lang="en-GB" sz="2800" dirty="0">
              <a:solidFill>
                <a:schemeClr val="bg1"/>
              </a:solidFill>
              <a:latin typeface="+mj-lt"/>
              <a:ea typeface="Calibri" panose="020F0502020204030204" pitchFamily="34" charset="0"/>
              <a:cs typeface="Shruti" panose="020B0502040204020203" pitchFamily="34"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6502579-3CBA-45B3-B562-CD22F6CEAA77}"/>
                  </a:ext>
                </a:extLst>
              </p:cNvPr>
              <p:cNvSpPr txBox="1"/>
              <p:nvPr/>
            </p:nvSpPr>
            <p:spPr>
              <a:xfrm>
                <a:off x="1014943" y="4962014"/>
                <a:ext cx="2214063" cy="523220"/>
              </a:xfrm>
              <a:prstGeom prst="rect">
                <a:avLst/>
              </a:prstGeom>
              <a:noFill/>
            </p:spPr>
            <p:txBody>
              <a:bodyPr wrap="square">
                <a:spAutoFit/>
              </a:bodyPr>
              <a:lstStyle/>
              <a:p>
                <a:pPr>
                  <a:tabLst>
                    <a:tab pos="0" algn="l"/>
                    <a:tab pos="447675" algn="l"/>
                  </a:tabLst>
                </a:pPr>
                <a14:m>
                  <m:oMathPara xmlns:m="http://schemas.openxmlformats.org/officeDocument/2006/math">
                    <m:oMathParaPr>
                      <m:jc m:val="centerGroup"/>
                    </m:oMathParaPr>
                    <m:oMath xmlns:m="http://schemas.openxmlformats.org/officeDocument/2006/math">
                      <m:r>
                        <m:rPr>
                          <m:sty m:val="p"/>
                        </m:rPr>
                        <a:rPr lang="en-US" sz="2800" smtClean="0">
                          <a:solidFill>
                            <a:schemeClr val="bg1"/>
                          </a:solidFill>
                          <a:latin typeface="Cambria Math" panose="02040503050406030204" pitchFamily="18" charset="0"/>
                        </a:rPr>
                        <m:t>P</m:t>
                      </m:r>
                      <m:d>
                        <m:dPr>
                          <m:ctrlPr>
                            <a:rPr lang="en-IN" sz="2800" i="1">
                              <a:solidFill>
                                <a:schemeClr val="bg1"/>
                              </a:solidFill>
                              <a:latin typeface="Cambria Math" panose="02040503050406030204" pitchFamily="18" charset="0"/>
                            </a:rPr>
                          </m:ctrlPr>
                        </m:dPr>
                        <m:e>
                          <m:r>
                            <a:rPr lang="en-US" sz="2800">
                              <a:solidFill>
                                <a:schemeClr val="bg1"/>
                              </a:solidFill>
                              <a:latin typeface="Cambria Math" panose="02040503050406030204" pitchFamily="18" charset="0"/>
                            </a:rPr>
                            <m:t>2&lt;</m:t>
                          </m:r>
                          <m:r>
                            <m:rPr>
                              <m:sty m:val="p"/>
                            </m:rPr>
                            <a:rPr lang="en-US" sz="2800">
                              <a:solidFill>
                                <a:schemeClr val="bg1"/>
                              </a:solidFill>
                              <a:latin typeface="Cambria Math" panose="02040503050406030204" pitchFamily="18" charset="0"/>
                            </a:rPr>
                            <m:t>X</m:t>
                          </m:r>
                          <m:r>
                            <a:rPr lang="en-US" sz="2800">
                              <a:solidFill>
                                <a:schemeClr val="bg1"/>
                              </a:solidFill>
                              <a:latin typeface="Cambria Math" panose="02040503050406030204" pitchFamily="18" charset="0"/>
                            </a:rPr>
                            <m:t>≤6</m:t>
                          </m:r>
                        </m:e>
                      </m:d>
                    </m:oMath>
                  </m:oMathPara>
                </a14:m>
                <a:endParaRPr lang="en-GB" sz="2800" dirty="0">
                  <a:solidFill>
                    <a:schemeClr val="bg1"/>
                  </a:solidFill>
                  <a:latin typeface="+mj-lt"/>
                  <a:ea typeface="Calibri" panose="020F0502020204030204" pitchFamily="34" charset="0"/>
                  <a:cs typeface="Shruti" panose="020B0502040204020203" pitchFamily="34" charset="0"/>
                </a:endParaRPr>
              </a:p>
            </p:txBody>
          </p:sp>
        </mc:Choice>
        <mc:Fallback xmlns="">
          <p:sp>
            <p:nvSpPr>
              <p:cNvPr id="8" name="TextBox 7">
                <a:extLst>
                  <a:ext uri="{FF2B5EF4-FFF2-40B4-BE49-F238E27FC236}">
                    <a16:creationId xmlns:a16="http://schemas.microsoft.com/office/drawing/2014/main" id="{D6502579-3CBA-45B3-B562-CD22F6CEAA77}"/>
                  </a:ext>
                </a:extLst>
              </p:cNvPr>
              <p:cNvSpPr txBox="1">
                <a:spLocks noRot="1" noChangeAspect="1" noMove="1" noResize="1" noEditPoints="1" noAdjustHandles="1" noChangeArrowheads="1" noChangeShapeType="1" noTextEdit="1"/>
              </p:cNvSpPr>
              <p:nvPr/>
            </p:nvSpPr>
            <p:spPr>
              <a:xfrm>
                <a:off x="1014943" y="4962014"/>
                <a:ext cx="2214063"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D509D69-E19A-454E-888F-F665FADCCDE7}"/>
                  </a:ext>
                </a:extLst>
              </p:cNvPr>
              <p:cNvSpPr txBox="1"/>
              <p:nvPr/>
            </p:nvSpPr>
            <p:spPr>
              <a:xfrm>
                <a:off x="3138936" y="4962014"/>
                <a:ext cx="1663459" cy="523220"/>
              </a:xfrm>
              <a:prstGeom prst="rect">
                <a:avLst/>
              </a:prstGeom>
              <a:noFill/>
            </p:spPr>
            <p:txBody>
              <a:bodyPr wrap="square">
                <a:spAutoFit/>
              </a:bodyPr>
              <a:lstStyle/>
              <a:p>
                <a:pPr>
                  <a:tabLst>
                    <a:tab pos="0" algn="l"/>
                    <a:tab pos="447675" algn="l"/>
                  </a:tabLst>
                </a:pPr>
                <a14:m>
                  <m:oMathPara xmlns:m="http://schemas.openxmlformats.org/officeDocument/2006/math">
                    <m:oMathParaPr>
                      <m:jc m:val="centerGroup"/>
                    </m:oMathParaPr>
                    <m:oMath xmlns:m="http://schemas.openxmlformats.org/officeDocument/2006/math">
                      <m:r>
                        <a:rPr lang="en-IN" sz="2800" i="1">
                          <a:solidFill>
                            <a:schemeClr val="bg1"/>
                          </a:solidFill>
                          <a:latin typeface="Cambria Math" panose="02040503050406030204" pitchFamily="18" charset="0"/>
                        </a:rPr>
                        <m:t> </m:t>
                      </m:r>
                      <m:r>
                        <m:rPr>
                          <m:sty m:val="p"/>
                        </m:rPr>
                        <a:rPr lang="en-US" sz="2800">
                          <a:solidFill>
                            <a:schemeClr val="bg1"/>
                          </a:solidFill>
                          <a:latin typeface="Cambria Math" panose="02040503050406030204" pitchFamily="18" charset="0"/>
                        </a:rPr>
                        <m:t>P</m:t>
                      </m:r>
                      <m:d>
                        <m:dPr>
                          <m:ctrlPr>
                            <a:rPr lang="en-IN" sz="2800" i="1">
                              <a:solidFill>
                                <a:schemeClr val="bg1"/>
                              </a:solidFill>
                              <a:latin typeface="Cambria Math" panose="02040503050406030204" pitchFamily="18" charset="0"/>
                            </a:rPr>
                          </m:ctrlPr>
                        </m:dPr>
                        <m:e>
                          <m:r>
                            <m:rPr>
                              <m:sty m:val="p"/>
                            </m:rPr>
                            <a:rPr lang="en-US" sz="2800">
                              <a:solidFill>
                                <a:schemeClr val="bg1"/>
                              </a:solidFill>
                              <a:latin typeface="Cambria Math" panose="02040503050406030204" pitchFamily="18" charset="0"/>
                            </a:rPr>
                            <m:t>X</m:t>
                          </m:r>
                          <m:r>
                            <a:rPr lang="en-US" sz="2800">
                              <a:solidFill>
                                <a:schemeClr val="bg1"/>
                              </a:solidFill>
                              <a:latin typeface="Cambria Math" panose="02040503050406030204" pitchFamily="18" charset="0"/>
                            </a:rPr>
                            <m:t>=5</m:t>
                          </m:r>
                        </m:e>
                      </m:d>
                    </m:oMath>
                  </m:oMathPara>
                </a14:m>
                <a:endParaRPr lang="en-GB" sz="2800" dirty="0">
                  <a:solidFill>
                    <a:schemeClr val="bg1"/>
                  </a:solidFill>
                  <a:latin typeface="+mj-lt"/>
                  <a:ea typeface="Calibri" panose="020F0502020204030204" pitchFamily="34" charset="0"/>
                  <a:cs typeface="Shruti" panose="020B0502040204020203" pitchFamily="34" charset="0"/>
                </a:endParaRPr>
              </a:p>
            </p:txBody>
          </p:sp>
        </mc:Choice>
        <mc:Fallback xmlns="">
          <p:sp>
            <p:nvSpPr>
              <p:cNvPr id="9" name="TextBox 8">
                <a:extLst>
                  <a:ext uri="{FF2B5EF4-FFF2-40B4-BE49-F238E27FC236}">
                    <a16:creationId xmlns:a16="http://schemas.microsoft.com/office/drawing/2014/main" id="{BD509D69-E19A-454E-888F-F665FADCCDE7}"/>
                  </a:ext>
                </a:extLst>
              </p:cNvPr>
              <p:cNvSpPr txBox="1">
                <a:spLocks noRot="1" noChangeAspect="1" noMove="1" noResize="1" noEditPoints="1" noAdjustHandles="1" noChangeArrowheads="1" noChangeShapeType="1" noTextEdit="1"/>
              </p:cNvSpPr>
              <p:nvPr/>
            </p:nvSpPr>
            <p:spPr>
              <a:xfrm>
                <a:off x="3138936" y="4962014"/>
                <a:ext cx="1663459"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ED9EFC3-C8BE-4DFF-A6F5-E75231C057C5}"/>
                  </a:ext>
                </a:extLst>
              </p:cNvPr>
              <p:cNvSpPr txBox="1"/>
              <p:nvPr/>
            </p:nvSpPr>
            <p:spPr>
              <a:xfrm>
                <a:off x="4762667" y="4962014"/>
                <a:ext cx="1663459" cy="523220"/>
              </a:xfrm>
              <a:prstGeom prst="rect">
                <a:avLst/>
              </a:prstGeom>
              <a:noFill/>
            </p:spPr>
            <p:txBody>
              <a:bodyPr wrap="square">
                <a:spAutoFit/>
              </a:bodyPr>
              <a:lstStyle/>
              <a:p>
                <a:pPr>
                  <a:tabLst>
                    <a:tab pos="0" algn="l"/>
                    <a:tab pos="447675" algn="l"/>
                  </a:tabLst>
                </a:pPr>
                <a14:m>
                  <m:oMathPara xmlns:m="http://schemas.openxmlformats.org/officeDocument/2006/math">
                    <m:oMathParaPr>
                      <m:jc m:val="centerGroup"/>
                    </m:oMathParaPr>
                    <m:oMath xmlns:m="http://schemas.openxmlformats.org/officeDocument/2006/math">
                      <m:r>
                        <m:rPr>
                          <m:sty m:val="p"/>
                        </m:rPr>
                        <a:rPr lang="en-US" sz="2800">
                          <a:solidFill>
                            <a:schemeClr val="bg1"/>
                          </a:solidFill>
                          <a:latin typeface="Cambria Math" panose="02040503050406030204" pitchFamily="18" charset="0"/>
                        </a:rPr>
                        <m:t>P</m:t>
                      </m:r>
                      <m:d>
                        <m:dPr>
                          <m:ctrlPr>
                            <a:rPr lang="en-IN" sz="2800" i="1">
                              <a:solidFill>
                                <a:schemeClr val="bg1"/>
                              </a:solidFill>
                              <a:latin typeface="Cambria Math" panose="02040503050406030204" pitchFamily="18" charset="0"/>
                            </a:rPr>
                          </m:ctrlPr>
                        </m:dPr>
                        <m:e>
                          <m:r>
                            <m:rPr>
                              <m:sty m:val="p"/>
                            </m:rPr>
                            <a:rPr lang="en-US" sz="2800">
                              <a:solidFill>
                                <a:schemeClr val="bg1"/>
                              </a:solidFill>
                              <a:latin typeface="Cambria Math" panose="02040503050406030204" pitchFamily="18" charset="0"/>
                            </a:rPr>
                            <m:t>X</m:t>
                          </m:r>
                          <m:r>
                            <a:rPr lang="en-US" sz="2800">
                              <a:solidFill>
                                <a:schemeClr val="bg1"/>
                              </a:solidFill>
                              <a:latin typeface="Cambria Math" panose="02040503050406030204" pitchFamily="18" charset="0"/>
                            </a:rPr>
                            <m:t>=4</m:t>
                          </m:r>
                        </m:e>
                      </m:d>
                    </m:oMath>
                  </m:oMathPara>
                </a14:m>
                <a:endParaRPr lang="en-GB" sz="2800" dirty="0">
                  <a:solidFill>
                    <a:schemeClr val="bg1"/>
                  </a:solidFill>
                  <a:ea typeface="Calibri" panose="020F0502020204030204" pitchFamily="34" charset="0"/>
                  <a:cs typeface="Shruti" panose="020B0502040204020203" pitchFamily="34" charset="0"/>
                </a:endParaRPr>
              </a:p>
            </p:txBody>
          </p:sp>
        </mc:Choice>
        <mc:Fallback xmlns="">
          <p:sp>
            <p:nvSpPr>
              <p:cNvPr id="10" name="TextBox 9">
                <a:extLst>
                  <a:ext uri="{FF2B5EF4-FFF2-40B4-BE49-F238E27FC236}">
                    <a16:creationId xmlns:a16="http://schemas.microsoft.com/office/drawing/2014/main" id="{6ED9EFC3-C8BE-4DFF-A6F5-E75231C057C5}"/>
                  </a:ext>
                </a:extLst>
              </p:cNvPr>
              <p:cNvSpPr txBox="1">
                <a:spLocks noRot="1" noChangeAspect="1" noMove="1" noResize="1" noEditPoints="1" noAdjustHandles="1" noChangeArrowheads="1" noChangeShapeType="1" noTextEdit="1"/>
              </p:cNvSpPr>
              <p:nvPr/>
            </p:nvSpPr>
            <p:spPr>
              <a:xfrm>
                <a:off x="4762667" y="4962014"/>
                <a:ext cx="1663459"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0B5B27A-3458-4445-BF6A-43A21C09FC65}"/>
                  </a:ext>
                </a:extLst>
              </p:cNvPr>
              <p:cNvSpPr txBox="1"/>
              <p:nvPr/>
            </p:nvSpPr>
            <p:spPr>
              <a:xfrm>
                <a:off x="6364631" y="4962014"/>
                <a:ext cx="1663459" cy="523220"/>
              </a:xfrm>
              <a:prstGeom prst="rect">
                <a:avLst/>
              </a:prstGeom>
              <a:noFill/>
            </p:spPr>
            <p:txBody>
              <a:bodyPr wrap="square">
                <a:spAutoFit/>
              </a:bodyPr>
              <a:lstStyle/>
              <a:p>
                <a:pPr>
                  <a:tabLst>
                    <a:tab pos="0" algn="l"/>
                    <a:tab pos="447675" algn="l"/>
                  </a:tabLst>
                </a:pPr>
                <a14:m>
                  <m:oMathPara xmlns:m="http://schemas.openxmlformats.org/officeDocument/2006/math">
                    <m:oMathParaPr>
                      <m:jc m:val="centerGroup"/>
                    </m:oMathParaPr>
                    <m:oMath xmlns:m="http://schemas.openxmlformats.org/officeDocument/2006/math">
                      <m:r>
                        <m:rPr>
                          <m:sty m:val="p"/>
                        </m:rPr>
                        <a:rPr lang="en-US" sz="2800">
                          <a:solidFill>
                            <a:schemeClr val="bg1"/>
                          </a:solidFill>
                          <a:latin typeface="Cambria Math" panose="02040503050406030204" pitchFamily="18" charset="0"/>
                        </a:rPr>
                        <m:t>P</m:t>
                      </m:r>
                      <m:d>
                        <m:dPr>
                          <m:ctrlPr>
                            <a:rPr lang="en-IN" sz="2800" i="1">
                              <a:solidFill>
                                <a:schemeClr val="bg1"/>
                              </a:solidFill>
                              <a:latin typeface="Cambria Math" panose="02040503050406030204" pitchFamily="18" charset="0"/>
                            </a:rPr>
                          </m:ctrlPr>
                        </m:dPr>
                        <m:e>
                          <m:r>
                            <m:rPr>
                              <m:sty m:val="p"/>
                            </m:rPr>
                            <a:rPr lang="en-US" sz="2800">
                              <a:solidFill>
                                <a:schemeClr val="bg1"/>
                              </a:solidFill>
                              <a:latin typeface="Cambria Math" panose="02040503050406030204" pitchFamily="18" charset="0"/>
                            </a:rPr>
                            <m:t>X</m:t>
                          </m:r>
                          <m:r>
                            <a:rPr lang="en-US" sz="2800">
                              <a:solidFill>
                                <a:schemeClr val="bg1"/>
                              </a:solidFill>
                              <a:latin typeface="Cambria Math" panose="02040503050406030204" pitchFamily="18" charset="0"/>
                            </a:rPr>
                            <m:t>≤6</m:t>
                          </m:r>
                        </m:e>
                      </m:d>
                    </m:oMath>
                  </m:oMathPara>
                </a14:m>
                <a:endParaRPr lang="en-GB" sz="2800" dirty="0">
                  <a:solidFill>
                    <a:schemeClr val="bg1"/>
                  </a:solidFill>
                  <a:ea typeface="Calibri" panose="020F0502020204030204" pitchFamily="34" charset="0"/>
                  <a:cs typeface="Shruti" panose="020B0502040204020203" pitchFamily="34" charset="0"/>
                </a:endParaRPr>
              </a:p>
            </p:txBody>
          </p:sp>
        </mc:Choice>
        <mc:Fallback xmlns="">
          <p:sp>
            <p:nvSpPr>
              <p:cNvPr id="11" name="TextBox 10">
                <a:extLst>
                  <a:ext uri="{FF2B5EF4-FFF2-40B4-BE49-F238E27FC236}">
                    <a16:creationId xmlns:a16="http://schemas.microsoft.com/office/drawing/2014/main" id="{60B5B27A-3458-4445-BF6A-43A21C09FC65}"/>
                  </a:ext>
                </a:extLst>
              </p:cNvPr>
              <p:cNvSpPr txBox="1">
                <a:spLocks noRot="1" noChangeAspect="1" noMove="1" noResize="1" noEditPoints="1" noAdjustHandles="1" noChangeArrowheads="1" noChangeShapeType="1" noTextEdit="1"/>
              </p:cNvSpPr>
              <p:nvPr/>
            </p:nvSpPr>
            <p:spPr>
              <a:xfrm>
                <a:off x="6364631" y="4962014"/>
                <a:ext cx="1663459"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22BC35F-E21D-4871-9D29-4C0111AB3EA5}"/>
                  </a:ext>
                </a:extLst>
              </p:cNvPr>
              <p:cNvSpPr txBox="1"/>
              <p:nvPr/>
            </p:nvSpPr>
            <p:spPr>
              <a:xfrm>
                <a:off x="7880165" y="4962014"/>
                <a:ext cx="1663459" cy="523220"/>
              </a:xfrm>
              <a:prstGeom prst="rect">
                <a:avLst/>
              </a:prstGeom>
              <a:noFill/>
            </p:spPr>
            <p:txBody>
              <a:bodyPr wrap="square">
                <a:spAutoFit/>
              </a:bodyPr>
              <a:lstStyle/>
              <a:p>
                <a:pPr>
                  <a:tabLst>
                    <a:tab pos="0" algn="l"/>
                    <a:tab pos="447675" algn="l"/>
                  </a:tabLst>
                </a:pPr>
                <a14:m>
                  <m:oMathPara xmlns:m="http://schemas.openxmlformats.org/officeDocument/2006/math">
                    <m:oMathParaPr>
                      <m:jc m:val="centerGroup"/>
                    </m:oMathParaPr>
                    <m:oMath xmlns:m="http://schemas.openxmlformats.org/officeDocument/2006/math">
                      <m:r>
                        <m:rPr>
                          <m:sty m:val="p"/>
                        </m:rPr>
                        <a:rPr lang="en-US" sz="2800">
                          <a:solidFill>
                            <a:schemeClr val="bg1"/>
                          </a:solidFill>
                          <a:latin typeface="Cambria Math" panose="02040503050406030204" pitchFamily="18" charset="0"/>
                        </a:rPr>
                        <m:t>P</m:t>
                      </m:r>
                      <m:d>
                        <m:dPr>
                          <m:ctrlPr>
                            <a:rPr lang="en-IN" sz="2800" i="1">
                              <a:solidFill>
                                <a:schemeClr val="bg1"/>
                              </a:solidFill>
                              <a:latin typeface="Cambria Math" panose="02040503050406030204" pitchFamily="18" charset="0"/>
                            </a:rPr>
                          </m:ctrlPr>
                        </m:dPr>
                        <m:e>
                          <m:r>
                            <m:rPr>
                              <m:sty m:val="p"/>
                            </m:rPr>
                            <a:rPr lang="en-US" sz="2800">
                              <a:solidFill>
                                <a:schemeClr val="bg1"/>
                              </a:solidFill>
                              <a:latin typeface="Cambria Math" panose="02040503050406030204" pitchFamily="18" charset="0"/>
                            </a:rPr>
                            <m:t>X</m:t>
                          </m:r>
                          <m:r>
                            <a:rPr lang="en-US" sz="2800">
                              <a:solidFill>
                                <a:schemeClr val="bg1"/>
                              </a:solidFill>
                              <a:latin typeface="Cambria Math" panose="02040503050406030204" pitchFamily="18" charset="0"/>
                            </a:rPr>
                            <m:t>=6</m:t>
                          </m:r>
                        </m:e>
                      </m:d>
                    </m:oMath>
                  </m:oMathPara>
                </a14:m>
                <a:endParaRPr lang="en-GB" sz="2800" dirty="0">
                  <a:solidFill>
                    <a:schemeClr val="bg1"/>
                  </a:solidFill>
                  <a:ea typeface="Calibri" panose="020F0502020204030204" pitchFamily="34" charset="0"/>
                  <a:cs typeface="Shruti" panose="020B0502040204020203" pitchFamily="34" charset="0"/>
                </a:endParaRPr>
              </a:p>
            </p:txBody>
          </p:sp>
        </mc:Choice>
        <mc:Fallback xmlns="">
          <p:sp>
            <p:nvSpPr>
              <p:cNvPr id="12" name="TextBox 11">
                <a:extLst>
                  <a:ext uri="{FF2B5EF4-FFF2-40B4-BE49-F238E27FC236}">
                    <a16:creationId xmlns:a16="http://schemas.microsoft.com/office/drawing/2014/main" id="{022BC35F-E21D-4871-9D29-4C0111AB3EA5}"/>
                  </a:ext>
                </a:extLst>
              </p:cNvPr>
              <p:cNvSpPr txBox="1">
                <a:spLocks noRot="1" noChangeAspect="1" noMove="1" noResize="1" noEditPoints="1" noAdjustHandles="1" noChangeArrowheads="1" noChangeShapeType="1" noTextEdit="1"/>
              </p:cNvSpPr>
              <p:nvPr/>
            </p:nvSpPr>
            <p:spPr>
              <a:xfrm>
                <a:off x="7880165" y="4962014"/>
                <a:ext cx="1663459" cy="523220"/>
              </a:xfrm>
              <a:prstGeom prst="rect">
                <a:avLst/>
              </a:prstGeom>
              <a:blipFill>
                <a:blip r:embed="rId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788002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7 ⇝ Example 2 (</a:t>
            </a:r>
            <a:r>
              <a:rPr lang="en-IN" dirty="0"/>
              <a:t>Continue</a:t>
            </a:r>
            <a:r>
              <a:rPr lang="en-GB" dirty="0"/>
              <a:t>)</a:t>
            </a:r>
            <a:endParaRPr lang="en-US" dirty="0"/>
          </a:p>
        </p:txBody>
      </p:sp>
      <p:sp>
        <p:nvSpPr>
          <p:cNvPr id="4" name="Content Placeholder 2"/>
          <p:cNvSpPr txBox="1">
            <a:spLocks/>
          </p:cNvSpPr>
          <p:nvPr/>
        </p:nvSpPr>
        <p:spPr>
          <a:xfrm>
            <a:off x="114082" y="816999"/>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3727D16-72FF-4CCE-91A0-8680DF304B2D}"/>
                  </a:ext>
                </a:extLst>
              </p:cNvPr>
              <p:cNvSpPr txBox="1"/>
              <p:nvPr/>
            </p:nvSpPr>
            <p:spPr>
              <a:xfrm>
                <a:off x="8416288" y="711201"/>
                <a:ext cx="3775712" cy="307507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F</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m:t>
                      </m:r>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m:t>
                      </m:r>
                      <m:d>
                        <m:dPr>
                          <m:begChr m:val="{"/>
                          <m:endChr m:val=""/>
                          <m:ctrlPr>
                            <a:rPr lang="en-GB" sz="240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eqArr>
                            <m:eqArrPr>
                              <m:ctrlPr>
                                <a:rPr lang="en-GB" sz="240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eqArrPr>
                            <m:e>
                              <m:r>
                                <a:rPr lang="en-IN" sz="2400" b="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0   ;          </m:t>
                              </m:r>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&lt;1</m:t>
                              </m:r>
                            </m:e>
                            <m:e>
                              <m:f>
                                <m:fPr>
                                  <m:ctrlPr>
                                    <a:rPr lang="en-GB" sz="240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1 </m:t>
                                  </m:r>
                                </m:num>
                                <m:den>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3 </m:t>
                                  </m:r>
                                </m:den>
                              </m:f>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 1≤</m:t>
                              </m:r>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&lt;4</m:t>
                              </m:r>
                            </m:e>
                            <m:e>
                              <m:f>
                                <m:fPr>
                                  <m:ctrlPr>
                                    <a:rPr lang="en-GB" sz="240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1 </m:t>
                                  </m:r>
                                </m:num>
                                <m:den>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2 </m:t>
                                  </m:r>
                                </m:den>
                              </m:f>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 4≤</m:t>
                              </m:r>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&lt;6</m:t>
                              </m:r>
                            </m:e>
                            <m:e>
                              <m:r>
                                <a:rPr lang="en-IN" sz="2400" b="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f>
                                <m:fPr>
                                  <m:ctrlPr>
                                    <a:rPr lang="en-GB" sz="240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5 </m:t>
                                  </m:r>
                                </m:num>
                                <m:den>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6 </m:t>
                                  </m:r>
                                </m:den>
                              </m:f>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 6≤</m:t>
                              </m:r>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&lt;10</m:t>
                              </m:r>
                            </m:e>
                            <m:e>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IN" sz="2400" b="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1   ;        </m:t>
                              </m:r>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≥10</m:t>
                              </m:r>
                            </m:e>
                          </m:eqArr>
                        </m:e>
                      </m:d>
                    </m:oMath>
                  </m:oMathPara>
                </a14:m>
                <a:endParaRPr lang="en-IN" sz="2400" dirty="0">
                  <a:solidFill>
                    <a:srgbClr val="002060"/>
                  </a:solidFill>
                </a:endParaRPr>
              </a:p>
            </p:txBody>
          </p:sp>
        </mc:Choice>
        <mc:Fallback xmlns="">
          <p:sp>
            <p:nvSpPr>
              <p:cNvPr id="23" name="TextBox 22">
                <a:extLst>
                  <a:ext uri="{FF2B5EF4-FFF2-40B4-BE49-F238E27FC236}">
                    <a16:creationId xmlns:a16="http://schemas.microsoft.com/office/drawing/2014/main" id="{83727D16-72FF-4CCE-91A0-8680DF304B2D}"/>
                  </a:ext>
                </a:extLst>
              </p:cNvPr>
              <p:cNvSpPr txBox="1">
                <a:spLocks noRot="1" noChangeAspect="1" noMove="1" noResize="1" noEditPoints="1" noAdjustHandles="1" noChangeArrowheads="1" noChangeShapeType="1" noTextEdit="1"/>
              </p:cNvSpPr>
              <p:nvPr/>
            </p:nvSpPr>
            <p:spPr>
              <a:xfrm>
                <a:off x="8416288" y="711201"/>
                <a:ext cx="3775712" cy="3075073"/>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17E159D-6B10-4F64-89B9-BE33CD94B8B3}"/>
                  </a:ext>
                </a:extLst>
              </p:cNvPr>
              <p:cNvSpPr txBox="1"/>
              <p:nvPr/>
            </p:nvSpPr>
            <p:spPr>
              <a:xfrm>
                <a:off x="114082" y="1470661"/>
                <a:ext cx="2214063"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800" i="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i="0">
                              <a:solidFill>
                                <a:srgbClr val="002060"/>
                              </a:solidFill>
                              <a:latin typeface="Cambria Math" panose="02040503050406030204" pitchFamily="18" charset="0"/>
                            </a:rPr>
                            <m:t>2&lt;</m:t>
                          </m:r>
                          <m:r>
                            <m:rPr>
                              <m:sty m:val="p"/>
                            </m:rPr>
                            <a:rPr lang="en-US" sz="2800" i="0">
                              <a:solidFill>
                                <a:srgbClr val="002060"/>
                              </a:solidFill>
                              <a:latin typeface="Cambria Math" panose="02040503050406030204" pitchFamily="18" charset="0"/>
                            </a:rPr>
                            <m:t>X</m:t>
                          </m:r>
                          <m:r>
                            <a:rPr lang="en-US" sz="2800" i="0">
                              <a:solidFill>
                                <a:srgbClr val="002060"/>
                              </a:solidFill>
                              <a:latin typeface="Cambria Math" panose="02040503050406030204" pitchFamily="18" charset="0"/>
                            </a:rPr>
                            <m:t>≤6</m:t>
                          </m:r>
                        </m:e>
                      </m:d>
                    </m:oMath>
                  </m:oMathPara>
                </a14:m>
                <a:endParaRPr lang="en-IN" sz="2800" dirty="0"/>
              </a:p>
            </p:txBody>
          </p:sp>
        </mc:Choice>
        <mc:Fallback xmlns="">
          <p:sp>
            <p:nvSpPr>
              <p:cNvPr id="8" name="TextBox 7">
                <a:extLst>
                  <a:ext uri="{FF2B5EF4-FFF2-40B4-BE49-F238E27FC236}">
                    <a16:creationId xmlns:a16="http://schemas.microsoft.com/office/drawing/2014/main" id="{C17E159D-6B10-4F64-89B9-BE33CD94B8B3}"/>
                  </a:ext>
                </a:extLst>
              </p:cNvPr>
              <p:cNvSpPr txBox="1">
                <a:spLocks noRot="1" noChangeAspect="1" noMove="1" noResize="1" noEditPoints="1" noAdjustHandles="1" noChangeArrowheads="1" noChangeShapeType="1" noTextEdit="1"/>
              </p:cNvSpPr>
              <p:nvPr/>
            </p:nvSpPr>
            <p:spPr>
              <a:xfrm>
                <a:off x="114082" y="1470661"/>
                <a:ext cx="2214063"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51D38E4-9406-4EBF-B566-61A7C504BD66}"/>
                  </a:ext>
                </a:extLst>
              </p:cNvPr>
              <p:cNvSpPr txBox="1"/>
              <p:nvPr/>
            </p:nvSpPr>
            <p:spPr>
              <a:xfrm>
                <a:off x="2328145" y="1470661"/>
                <a:ext cx="251817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i="0" smtClean="0">
                          <a:solidFill>
                            <a:srgbClr val="002060"/>
                          </a:solidFill>
                          <a:latin typeface="Cambria Math" panose="02040503050406030204" pitchFamily="18" charset="0"/>
                        </a:rPr>
                        <m:t>F</m:t>
                      </m:r>
                      <m:d>
                        <m:dPr>
                          <m:ctrlPr>
                            <a:rPr lang="en-IN" sz="2800" i="1" smtClean="0">
                              <a:solidFill>
                                <a:srgbClr val="002060"/>
                              </a:solidFill>
                              <a:latin typeface="Cambria Math" panose="02040503050406030204" pitchFamily="18" charset="0"/>
                            </a:rPr>
                          </m:ctrlPr>
                        </m:dPr>
                        <m:e>
                          <m:r>
                            <a:rPr lang="en-IN" sz="2800" i="0" smtClean="0">
                              <a:solidFill>
                                <a:srgbClr val="002060"/>
                              </a:solidFill>
                              <a:latin typeface="Cambria Math" panose="02040503050406030204" pitchFamily="18" charset="0"/>
                            </a:rPr>
                            <m:t>6</m:t>
                          </m:r>
                        </m:e>
                      </m:d>
                      <m:r>
                        <a:rPr lang="en-IN" sz="2800" i="0" smtClean="0">
                          <a:solidFill>
                            <a:srgbClr val="002060"/>
                          </a:solidFill>
                          <a:latin typeface="Cambria Math" panose="02040503050406030204" pitchFamily="18" charset="0"/>
                        </a:rPr>
                        <m:t>−</m:t>
                      </m:r>
                      <m:r>
                        <m:rPr>
                          <m:sty m:val="p"/>
                        </m:rPr>
                        <a:rPr lang="en-IN" sz="2800" i="0" smtClean="0">
                          <a:solidFill>
                            <a:srgbClr val="002060"/>
                          </a:solidFill>
                          <a:latin typeface="Cambria Math" panose="02040503050406030204" pitchFamily="18" charset="0"/>
                        </a:rPr>
                        <m:t>F</m:t>
                      </m:r>
                      <m:d>
                        <m:dPr>
                          <m:ctrlPr>
                            <a:rPr lang="en-IN" sz="2800" i="1">
                              <a:solidFill>
                                <a:srgbClr val="002060"/>
                              </a:solidFill>
                              <a:latin typeface="Cambria Math" panose="02040503050406030204" pitchFamily="18" charset="0"/>
                            </a:rPr>
                          </m:ctrlPr>
                        </m:dPr>
                        <m:e>
                          <m:r>
                            <a:rPr lang="en-IN" sz="2800" i="0">
                              <a:solidFill>
                                <a:srgbClr val="002060"/>
                              </a:solidFill>
                              <a:latin typeface="Cambria Math" panose="02040503050406030204" pitchFamily="18" charset="0"/>
                            </a:rPr>
                            <m:t>2</m:t>
                          </m:r>
                        </m:e>
                      </m:d>
                    </m:oMath>
                  </m:oMathPara>
                </a14:m>
                <a:endParaRPr lang="en-IN" sz="2800" dirty="0"/>
              </a:p>
            </p:txBody>
          </p:sp>
        </mc:Choice>
        <mc:Fallback xmlns="">
          <p:sp>
            <p:nvSpPr>
              <p:cNvPr id="9" name="TextBox 8">
                <a:extLst>
                  <a:ext uri="{FF2B5EF4-FFF2-40B4-BE49-F238E27FC236}">
                    <a16:creationId xmlns:a16="http://schemas.microsoft.com/office/drawing/2014/main" id="{B51D38E4-9406-4EBF-B566-61A7C504BD66}"/>
                  </a:ext>
                </a:extLst>
              </p:cNvPr>
              <p:cNvSpPr txBox="1">
                <a:spLocks noRot="1" noChangeAspect="1" noMove="1" noResize="1" noEditPoints="1" noAdjustHandles="1" noChangeArrowheads="1" noChangeShapeType="1" noTextEdit="1"/>
              </p:cNvSpPr>
              <p:nvPr/>
            </p:nvSpPr>
            <p:spPr>
              <a:xfrm>
                <a:off x="2328145" y="1470661"/>
                <a:ext cx="2518175"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5A83BD2-7121-4D3F-BAFB-6BCAB977458E}"/>
                  </a:ext>
                </a:extLst>
              </p:cNvPr>
              <p:cNvSpPr txBox="1"/>
              <p:nvPr/>
            </p:nvSpPr>
            <p:spPr>
              <a:xfrm>
                <a:off x="2328146" y="2076044"/>
                <a:ext cx="1880998" cy="91057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5</m:t>
                          </m:r>
                        </m:num>
                        <m:den>
                          <m:r>
                            <a:rPr lang="en-IN" sz="2800" b="0" i="0" smtClean="0">
                              <a:solidFill>
                                <a:srgbClr val="002060"/>
                              </a:solidFill>
                              <a:latin typeface="Cambria Math" panose="02040503050406030204" pitchFamily="18" charset="0"/>
                            </a:rPr>
                            <m:t> 6 </m:t>
                          </m:r>
                        </m:den>
                      </m:f>
                      <m:r>
                        <a:rPr lang="en-IN"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1</m:t>
                          </m:r>
                        </m:num>
                        <m:den>
                          <m:r>
                            <a:rPr lang="en-IN" sz="2800" b="0" i="0" smtClean="0">
                              <a:solidFill>
                                <a:srgbClr val="002060"/>
                              </a:solidFill>
                              <a:latin typeface="Cambria Math" panose="02040503050406030204" pitchFamily="18" charset="0"/>
                            </a:rPr>
                            <m:t> 3 </m:t>
                          </m:r>
                        </m:den>
                      </m:f>
                      <m:r>
                        <a:rPr lang="en-IN" sz="2800" b="0" i="0" smtClean="0">
                          <a:solidFill>
                            <a:srgbClr val="002060"/>
                          </a:solidFill>
                          <a:latin typeface="Cambria Math" panose="02040503050406030204" pitchFamily="18" charset="0"/>
                        </a:rPr>
                        <m:t> </m:t>
                      </m:r>
                    </m:oMath>
                  </m:oMathPara>
                </a14:m>
                <a:endParaRPr lang="en-IN" sz="2800" dirty="0"/>
              </a:p>
            </p:txBody>
          </p:sp>
        </mc:Choice>
        <mc:Fallback xmlns="">
          <p:sp>
            <p:nvSpPr>
              <p:cNvPr id="10" name="TextBox 9">
                <a:extLst>
                  <a:ext uri="{FF2B5EF4-FFF2-40B4-BE49-F238E27FC236}">
                    <a16:creationId xmlns:a16="http://schemas.microsoft.com/office/drawing/2014/main" id="{75A83BD2-7121-4D3F-BAFB-6BCAB977458E}"/>
                  </a:ext>
                </a:extLst>
              </p:cNvPr>
              <p:cNvSpPr txBox="1">
                <a:spLocks noRot="1" noChangeAspect="1" noMove="1" noResize="1" noEditPoints="1" noAdjustHandles="1" noChangeArrowheads="1" noChangeShapeType="1" noTextEdit="1"/>
              </p:cNvSpPr>
              <p:nvPr/>
            </p:nvSpPr>
            <p:spPr>
              <a:xfrm>
                <a:off x="2328146" y="2076044"/>
                <a:ext cx="1880998" cy="910570"/>
              </a:xfrm>
              <a:prstGeom prst="rect">
                <a:avLst/>
              </a:prstGeom>
              <a:blipFill>
                <a:blip r:embed="rId5"/>
                <a:stretch>
                  <a:fillRect/>
                </a:stretch>
              </a:blipFill>
            </p:spPr>
            <p:txBody>
              <a:bodyPr/>
              <a:lstStyle/>
              <a:p>
                <a:r>
                  <a:rPr lang="en-IN">
                    <a:noFill/>
                  </a:rPr>
                  <a:t> </a:t>
                </a:r>
              </a:p>
            </p:txBody>
          </p:sp>
        </mc:Fallback>
      </mc:AlternateContent>
      <p:sp>
        <p:nvSpPr>
          <p:cNvPr id="5" name="Rectangle: Rounded Corners 4">
            <a:extLst>
              <a:ext uri="{FF2B5EF4-FFF2-40B4-BE49-F238E27FC236}">
                <a16:creationId xmlns:a16="http://schemas.microsoft.com/office/drawing/2014/main" id="{53D83ED8-80A7-481B-84D9-7443E3360FDE}"/>
              </a:ext>
            </a:extLst>
          </p:cNvPr>
          <p:cNvSpPr/>
          <p:nvPr/>
        </p:nvSpPr>
        <p:spPr>
          <a:xfrm>
            <a:off x="9814323" y="2621280"/>
            <a:ext cx="2240280" cy="73914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4EA60E7A-1567-4772-B4F4-2B0AC2CD2574}"/>
              </a:ext>
            </a:extLst>
          </p:cNvPr>
          <p:cNvSpPr/>
          <p:nvPr/>
        </p:nvSpPr>
        <p:spPr>
          <a:xfrm>
            <a:off x="9814323" y="1164590"/>
            <a:ext cx="2240280" cy="73914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E0E5922-7B8B-44C4-B143-6A2A20C0D058}"/>
                  </a:ext>
                </a:extLst>
              </p:cNvPr>
              <p:cNvSpPr txBox="1"/>
              <p:nvPr/>
            </p:nvSpPr>
            <p:spPr>
              <a:xfrm>
                <a:off x="4056206" y="2076044"/>
                <a:ext cx="1096365"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 </m:t>
                      </m:r>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1</m:t>
                          </m:r>
                        </m:num>
                        <m:den>
                          <m:r>
                            <a:rPr lang="en-IN" sz="2800" b="0" i="0" smtClean="0">
                              <a:solidFill>
                                <a:srgbClr val="002060"/>
                              </a:solidFill>
                              <a:latin typeface="Cambria Math" panose="02040503050406030204" pitchFamily="18" charset="0"/>
                            </a:rPr>
                            <m:t> 2 </m:t>
                          </m:r>
                        </m:den>
                      </m:f>
                      <m:r>
                        <a:rPr lang="en-IN" sz="2800" b="0" i="0" smtClean="0">
                          <a:solidFill>
                            <a:srgbClr val="002060"/>
                          </a:solidFill>
                          <a:latin typeface="Cambria Math" panose="02040503050406030204" pitchFamily="18" charset="0"/>
                        </a:rPr>
                        <m:t> </m:t>
                      </m:r>
                    </m:oMath>
                  </m:oMathPara>
                </a14:m>
                <a:endParaRPr lang="en-IN" sz="2800" dirty="0"/>
              </a:p>
            </p:txBody>
          </p:sp>
        </mc:Choice>
        <mc:Fallback xmlns="">
          <p:sp>
            <p:nvSpPr>
              <p:cNvPr id="13" name="TextBox 12">
                <a:extLst>
                  <a:ext uri="{FF2B5EF4-FFF2-40B4-BE49-F238E27FC236}">
                    <a16:creationId xmlns:a16="http://schemas.microsoft.com/office/drawing/2014/main" id="{6E0E5922-7B8B-44C4-B143-6A2A20C0D058}"/>
                  </a:ext>
                </a:extLst>
              </p:cNvPr>
              <p:cNvSpPr txBox="1">
                <a:spLocks noRot="1" noChangeAspect="1" noMove="1" noResize="1" noEditPoints="1" noAdjustHandles="1" noChangeArrowheads="1" noChangeShapeType="1" noTextEdit="1"/>
              </p:cNvSpPr>
              <p:nvPr/>
            </p:nvSpPr>
            <p:spPr>
              <a:xfrm>
                <a:off x="4056206" y="2076044"/>
                <a:ext cx="1096365" cy="899157"/>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A18F7A5-5E82-4003-916B-D4B0C0999851}"/>
                  </a:ext>
                </a:extLst>
              </p:cNvPr>
              <p:cNvSpPr txBox="1"/>
              <p:nvPr/>
            </p:nvSpPr>
            <p:spPr>
              <a:xfrm>
                <a:off x="769257" y="3243845"/>
                <a:ext cx="1558888"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80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i="0">
                              <a:solidFill>
                                <a:srgbClr val="002060"/>
                              </a:solidFill>
                              <a:latin typeface="Cambria Math" panose="02040503050406030204" pitchFamily="18" charset="0"/>
                            </a:rPr>
                            <m:t>X</m:t>
                          </m:r>
                          <m:r>
                            <a:rPr lang="en-US" sz="2800" i="0">
                              <a:solidFill>
                                <a:srgbClr val="002060"/>
                              </a:solidFill>
                              <a:latin typeface="Cambria Math" panose="02040503050406030204" pitchFamily="18" charset="0"/>
                            </a:rPr>
                            <m:t>=5</m:t>
                          </m:r>
                        </m:e>
                      </m:d>
                    </m:oMath>
                  </m:oMathPara>
                </a14:m>
                <a:endParaRPr lang="en-IN" sz="2800" dirty="0"/>
              </a:p>
            </p:txBody>
          </p:sp>
        </mc:Choice>
        <mc:Fallback xmlns="">
          <p:sp>
            <p:nvSpPr>
              <p:cNvPr id="15" name="TextBox 14">
                <a:extLst>
                  <a:ext uri="{FF2B5EF4-FFF2-40B4-BE49-F238E27FC236}">
                    <a16:creationId xmlns:a16="http://schemas.microsoft.com/office/drawing/2014/main" id="{BA18F7A5-5E82-4003-916B-D4B0C0999851}"/>
                  </a:ext>
                </a:extLst>
              </p:cNvPr>
              <p:cNvSpPr txBox="1">
                <a:spLocks noRot="1" noChangeAspect="1" noMove="1" noResize="1" noEditPoints="1" noAdjustHandles="1" noChangeArrowheads="1" noChangeShapeType="1" noTextEdit="1"/>
              </p:cNvSpPr>
              <p:nvPr/>
            </p:nvSpPr>
            <p:spPr>
              <a:xfrm>
                <a:off x="769257" y="3243845"/>
                <a:ext cx="1558888"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CBB539A-4804-4F2B-A2B2-C580282E3FC4}"/>
                  </a:ext>
                </a:extLst>
              </p:cNvPr>
              <p:cNvSpPr txBox="1"/>
              <p:nvPr/>
            </p:nvSpPr>
            <p:spPr>
              <a:xfrm>
                <a:off x="2328145" y="3243845"/>
                <a:ext cx="392751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≤5</m:t>
                          </m:r>
                        </m:e>
                      </m:d>
                      <m:r>
                        <a:rPr lang="en-IN" sz="2800" i="0" smtClean="0">
                          <a:solidFill>
                            <a:srgbClr val="002060"/>
                          </a:solidFill>
                          <a:latin typeface="Cambria Math" panose="02040503050406030204" pitchFamily="18" charset="0"/>
                        </a:rPr>
                        <m:t>−</m:t>
                      </m:r>
                      <m:r>
                        <m:rPr>
                          <m:sty m:val="p"/>
                        </m:rPr>
                        <a:rPr lang="en-IN" sz="280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i="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&lt;</m:t>
                          </m:r>
                          <m:r>
                            <a:rPr lang="en-IN" sz="2800" i="0">
                              <a:solidFill>
                                <a:srgbClr val="002060"/>
                              </a:solidFill>
                              <a:latin typeface="Cambria Math" panose="02040503050406030204" pitchFamily="18" charset="0"/>
                            </a:rPr>
                            <m:t>5</m:t>
                          </m:r>
                        </m:e>
                      </m:d>
                    </m:oMath>
                  </m:oMathPara>
                </a14:m>
                <a:endParaRPr lang="en-IN" sz="2800" dirty="0"/>
              </a:p>
            </p:txBody>
          </p:sp>
        </mc:Choice>
        <mc:Fallback xmlns="">
          <p:sp>
            <p:nvSpPr>
              <p:cNvPr id="16" name="TextBox 15">
                <a:extLst>
                  <a:ext uri="{FF2B5EF4-FFF2-40B4-BE49-F238E27FC236}">
                    <a16:creationId xmlns:a16="http://schemas.microsoft.com/office/drawing/2014/main" id="{5CBB539A-4804-4F2B-A2B2-C580282E3FC4}"/>
                  </a:ext>
                </a:extLst>
              </p:cNvPr>
              <p:cNvSpPr txBox="1">
                <a:spLocks noRot="1" noChangeAspect="1" noMove="1" noResize="1" noEditPoints="1" noAdjustHandles="1" noChangeArrowheads="1" noChangeShapeType="1" noTextEdit="1"/>
              </p:cNvSpPr>
              <p:nvPr/>
            </p:nvSpPr>
            <p:spPr>
              <a:xfrm>
                <a:off x="2328145" y="3243845"/>
                <a:ext cx="3927512"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B5A8731-B17F-4856-B4E7-28F838506FCF}"/>
                  </a:ext>
                </a:extLst>
              </p:cNvPr>
              <p:cNvSpPr txBox="1"/>
              <p:nvPr/>
            </p:nvSpPr>
            <p:spPr>
              <a:xfrm>
                <a:off x="2328145" y="5063973"/>
                <a:ext cx="1880998" cy="91057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1</m:t>
                          </m:r>
                        </m:num>
                        <m:den>
                          <m:r>
                            <a:rPr lang="en-IN" sz="2800" b="0" i="0" smtClean="0">
                              <a:solidFill>
                                <a:srgbClr val="002060"/>
                              </a:solidFill>
                              <a:latin typeface="Cambria Math" panose="02040503050406030204" pitchFamily="18" charset="0"/>
                            </a:rPr>
                            <m:t> 2 </m:t>
                          </m:r>
                        </m:den>
                      </m:f>
                      <m:r>
                        <a:rPr lang="en-IN"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1</m:t>
                          </m:r>
                        </m:num>
                        <m:den>
                          <m:r>
                            <a:rPr lang="en-IN" sz="2800" b="0" i="0" smtClean="0">
                              <a:solidFill>
                                <a:srgbClr val="002060"/>
                              </a:solidFill>
                              <a:latin typeface="Cambria Math" panose="02040503050406030204" pitchFamily="18" charset="0"/>
                            </a:rPr>
                            <m:t> 2 </m:t>
                          </m:r>
                        </m:den>
                      </m:f>
                      <m:r>
                        <a:rPr lang="en-IN" sz="2800" b="0" i="0" smtClean="0">
                          <a:solidFill>
                            <a:srgbClr val="002060"/>
                          </a:solidFill>
                          <a:latin typeface="Cambria Math" panose="02040503050406030204" pitchFamily="18" charset="0"/>
                        </a:rPr>
                        <m:t> </m:t>
                      </m:r>
                    </m:oMath>
                  </m:oMathPara>
                </a14:m>
                <a:endParaRPr lang="en-IN" sz="2800" dirty="0"/>
              </a:p>
            </p:txBody>
          </p:sp>
        </mc:Choice>
        <mc:Fallback xmlns="">
          <p:sp>
            <p:nvSpPr>
              <p:cNvPr id="17" name="TextBox 16">
                <a:extLst>
                  <a:ext uri="{FF2B5EF4-FFF2-40B4-BE49-F238E27FC236}">
                    <a16:creationId xmlns:a16="http://schemas.microsoft.com/office/drawing/2014/main" id="{EB5A8731-B17F-4856-B4E7-28F838506FCF}"/>
                  </a:ext>
                </a:extLst>
              </p:cNvPr>
              <p:cNvSpPr txBox="1">
                <a:spLocks noRot="1" noChangeAspect="1" noMove="1" noResize="1" noEditPoints="1" noAdjustHandles="1" noChangeArrowheads="1" noChangeShapeType="1" noTextEdit="1"/>
              </p:cNvSpPr>
              <p:nvPr/>
            </p:nvSpPr>
            <p:spPr>
              <a:xfrm>
                <a:off x="2328145" y="5063973"/>
                <a:ext cx="1880998" cy="91057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877E097-9087-41AE-9C05-B64CDA82829A}"/>
                  </a:ext>
                </a:extLst>
              </p:cNvPr>
              <p:cNvSpPr txBox="1"/>
              <p:nvPr/>
            </p:nvSpPr>
            <p:spPr>
              <a:xfrm>
                <a:off x="2328145" y="6074905"/>
                <a:ext cx="79011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=0 </m:t>
                      </m:r>
                    </m:oMath>
                  </m:oMathPara>
                </a14:m>
                <a:endParaRPr lang="en-IN" sz="2800" dirty="0"/>
              </a:p>
            </p:txBody>
          </p:sp>
        </mc:Choice>
        <mc:Fallback xmlns="">
          <p:sp>
            <p:nvSpPr>
              <p:cNvPr id="18" name="TextBox 17">
                <a:extLst>
                  <a:ext uri="{FF2B5EF4-FFF2-40B4-BE49-F238E27FC236}">
                    <a16:creationId xmlns:a16="http://schemas.microsoft.com/office/drawing/2014/main" id="{2877E097-9087-41AE-9C05-B64CDA82829A}"/>
                  </a:ext>
                </a:extLst>
              </p:cNvPr>
              <p:cNvSpPr txBox="1">
                <a:spLocks noRot="1" noChangeAspect="1" noMove="1" noResize="1" noEditPoints="1" noAdjustHandles="1" noChangeArrowheads="1" noChangeShapeType="1" noTextEdit="1"/>
              </p:cNvSpPr>
              <p:nvPr/>
            </p:nvSpPr>
            <p:spPr>
              <a:xfrm>
                <a:off x="2328145" y="6074905"/>
                <a:ext cx="790114" cy="523220"/>
              </a:xfrm>
              <a:prstGeom prst="rect">
                <a:avLst/>
              </a:prstGeom>
              <a:blipFill>
                <a:blip r:embed="rId10"/>
                <a:stretch>
                  <a:fillRect/>
                </a:stretch>
              </a:blipFill>
            </p:spPr>
            <p:txBody>
              <a:bodyPr/>
              <a:lstStyle/>
              <a:p>
                <a:r>
                  <a:rPr lang="en-IN">
                    <a:noFill/>
                  </a:rPr>
                  <a:t> </a:t>
                </a:r>
              </a:p>
            </p:txBody>
          </p:sp>
        </mc:Fallback>
      </mc:AlternateContent>
      <p:sp>
        <p:nvSpPr>
          <p:cNvPr id="20" name="Rectangle: Rounded Corners 19">
            <a:extLst>
              <a:ext uri="{FF2B5EF4-FFF2-40B4-BE49-F238E27FC236}">
                <a16:creationId xmlns:a16="http://schemas.microsoft.com/office/drawing/2014/main" id="{0EF67AF2-B7E0-4679-B61C-8D08A0B14467}"/>
              </a:ext>
            </a:extLst>
          </p:cNvPr>
          <p:cNvSpPr/>
          <p:nvPr/>
        </p:nvSpPr>
        <p:spPr>
          <a:xfrm>
            <a:off x="9814323" y="1885315"/>
            <a:ext cx="2240280" cy="73914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8E16564D-2875-44DB-B0CE-7850DC0254C3}"/>
                  </a:ext>
                </a:extLst>
              </p:cNvPr>
              <p:cNvSpPr txBox="1"/>
              <p:nvPr/>
            </p:nvSpPr>
            <p:spPr>
              <a:xfrm>
                <a:off x="2328145" y="3850554"/>
                <a:ext cx="352111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5</m:t>
                          </m:r>
                        </m:e>
                      </m:d>
                      <m:r>
                        <a:rPr lang="en-IN" sz="2800" i="0" smtClean="0">
                          <a:solidFill>
                            <a:srgbClr val="002060"/>
                          </a:solidFill>
                          <a:latin typeface="Cambria Math" panose="02040503050406030204" pitchFamily="18" charset="0"/>
                        </a:rPr>
                        <m:t>−</m:t>
                      </m:r>
                      <m:r>
                        <m:rPr>
                          <m:sty m:val="p"/>
                        </m:rPr>
                        <a:rPr lang="en-IN" sz="280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i="0">
                              <a:solidFill>
                                <a:srgbClr val="002060"/>
                              </a:solidFill>
                              <a:latin typeface="Cambria Math" panose="02040503050406030204" pitchFamily="18" charset="0"/>
                            </a:rPr>
                            <m:t>X</m:t>
                          </m:r>
                          <m:r>
                            <a:rPr lang="en-IN" sz="2800" i="0">
                              <a:solidFill>
                                <a:srgbClr val="002060"/>
                              </a:solidFill>
                              <a:latin typeface="Cambria Math" panose="02040503050406030204" pitchFamily="18" charset="0"/>
                            </a:rPr>
                            <m:t>≤4</m:t>
                          </m:r>
                        </m:e>
                      </m:d>
                    </m:oMath>
                  </m:oMathPara>
                </a14:m>
                <a:endParaRPr lang="en-IN" sz="2800" dirty="0"/>
              </a:p>
            </p:txBody>
          </p:sp>
        </mc:Choice>
        <mc:Fallback xmlns="">
          <p:sp>
            <p:nvSpPr>
              <p:cNvPr id="27" name="TextBox 26">
                <a:extLst>
                  <a:ext uri="{FF2B5EF4-FFF2-40B4-BE49-F238E27FC236}">
                    <a16:creationId xmlns:a16="http://schemas.microsoft.com/office/drawing/2014/main" id="{8E16564D-2875-44DB-B0CE-7850DC0254C3}"/>
                  </a:ext>
                </a:extLst>
              </p:cNvPr>
              <p:cNvSpPr txBox="1">
                <a:spLocks noRot="1" noChangeAspect="1" noMove="1" noResize="1" noEditPoints="1" noAdjustHandles="1" noChangeArrowheads="1" noChangeShapeType="1" noTextEdit="1"/>
              </p:cNvSpPr>
              <p:nvPr/>
            </p:nvSpPr>
            <p:spPr>
              <a:xfrm>
                <a:off x="2328145" y="3850554"/>
                <a:ext cx="3521112"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088B8FA-D9B3-4AAD-9F6C-87C92115656D}"/>
                  </a:ext>
                </a:extLst>
              </p:cNvPr>
              <p:cNvSpPr txBox="1"/>
              <p:nvPr/>
            </p:nvSpPr>
            <p:spPr>
              <a:xfrm>
                <a:off x="2328145" y="4457263"/>
                <a:ext cx="352111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5</m:t>
                          </m:r>
                        </m:e>
                      </m:d>
                      <m:r>
                        <a:rPr lang="en-IN" sz="2800" i="0" smtClean="0">
                          <a:solidFill>
                            <a:srgbClr val="002060"/>
                          </a:solidFill>
                          <a:latin typeface="Cambria Math" panose="02040503050406030204" pitchFamily="18" charset="0"/>
                        </a:rPr>
                        <m:t>−</m:t>
                      </m:r>
                      <m:r>
                        <m:rPr>
                          <m:sty m:val="p"/>
                        </m:rPr>
                        <a:rPr lang="en-IN" sz="2800" i="0">
                          <a:solidFill>
                            <a:srgbClr val="002060"/>
                          </a:solidFill>
                          <a:latin typeface="Cambria Math" panose="02040503050406030204" pitchFamily="18" charset="0"/>
                        </a:rPr>
                        <m:t>F</m:t>
                      </m:r>
                      <m:d>
                        <m:dPr>
                          <m:ctrlPr>
                            <a:rPr lang="en-IN" sz="2800" i="1">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4</m:t>
                          </m:r>
                        </m:e>
                      </m:d>
                    </m:oMath>
                  </m:oMathPara>
                </a14:m>
                <a:endParaRPr lang="en-IN" sz="2800" dirty="0"/>
              </a:p>
            </p:txBody>
          </p:sp>
        </mc:Choice>
        <mc:Fallback xmlns="">
          <p:sp>
            <p:nvSpPr>
              <p:cNvPr id="28" name="TextBox 27">
                <a:extLst>
                  <a:ext uri="{FF2B5EF4-FFF2-40B4-BE49-F238E27FC236}">
                    <a16:creationId xmlns:a16="http://schemas.microsoft.com/office/drawing/2014/main" id="{2088B8FA-D9B3-4AAD-9F6C-87C92115656D}"/>
                  </a:ext>
                </a:extLst>
              </p:cNvPr>
              <p:cNvSpPr txBox="1">
                <a:spLocks noRot="1" noChangeAspect="1" noMove="1" noResize="1" noEditPoints="1" noAdjustHandles="1" noChangeArrowheads="1" noChangeShapeType="1" noTextEdit="1"/>
              </p:cNvSpPr>
              <p:nvPr/>
            </p:nvSpPr>
            <p:spPr>
              <a:xfrm>
                <a:off x="2328145" y="4457263"/>
                <a:ext cx="3521112"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2E75D14-3314-4AEC-8ACC-1BA018F19435}"/>
                  </a:ext>
                </a:extLst>
              </p:cNvPr>
              <p:cNvSpPr txBox="1"/>
              <p:nvPr/>
            </p:nvSpPr>
            <p:spPr>
              <a:xfrm>
                <a:off x="1589000" y="829321"/>
                <a:ext cx="1663459" cy="523220"/>
              </a:xfrm>
              <a:prstGeom prst="rect">
                <a:avLst/>
              </a:prstGeom>
              <a:noFill/>
            </p:spPr>
            <p:txBody>
              <a:bodyPr wrap="square">
                <a:spAutoFit/>
              </a:bodyPr>
              <a:lstStyle/>
              <a:p>
                <a:pPr>
                  <a:tabLst>
                    <a:tab pos="0" algn="l"/>
                    <a:tab pos="447675" algn="l"/>
                  </a:tabLst>
                </a:pPr>
                <a14:m>
                  <m:oMathPara xmlns:m="http://schemas.openxmlformats.org/officeDocument/2006/math">
                    <m:oMathParaPr>
                      <m:jc m:val="centerGroup"/>
                    </m:oMathParaPr>
                    <m:oMath xmlns:m="http://schemas.openxmlformats.org/officeDocument/2006/math">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=4</m:t>
                          </m:r>
                        </m:e>
                      </m:d>
                    </m:oMath>
                  </m:oMathPara>
                </a14:m>
                <a:endParaRPr lang="en-GB" sz="2800" dirty="0">
                  <a:solidFill>
                    <a:srgbClr val="002060"/>
                  </a:solidFill>
                  <a:ea typeface="Calibri" panose="020F0502020204030204" pitchFamily="34" charset="0"/>
                  <a:cs typeface="Shruti" panose="020B0502040204020203" pitchFamily="34" charset="0"/>
                </a:endParaRPr>
              </a:p>
            </p:txBody>
          </p:sp>
        </mc:Choice>
        <mc:Fallback xmlns="">
          <p:sp>
            <p:nvSpPr>
              <p:cNvPr id="19" name="TextBox 18">
                <a:extLst>
                  <a:ext uri="{FF2B5EF4-FFF2-40B4-BE49-F238E27FC236}">
                    <a16:creationId xmlns:a16="http://schemas.microsoft.com/office/drawing/2014/main" id="{32E75D14-3314-4AEC-8ACC-1BA018F19435}"/>
                  </a:ext>
                </a:extLst>
              </p:cNvPr>
              <p:cNvSpPr txBox="1">
                <a:spLocks noRot="1" noChangeAspect="1" noMove="1" noResize="1" noEditPoints="1" noAdjustHandles="1" noChangeArrowheads="1" noChangeShapeType="1" noTextEdit="1"/>
              </p:cNvSpPr>
              <p:nvPr/>
            </p:nvSpPr>
            <p:spPr>
              <a:xfrm>
                <a:off x="1589000" y="829321"/>
                <a:ext cx="1663459"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BA469B7-1B72-4DED-9659-D0152860E69F}"/>
                  </a:ext>
                </a:extLst>
              </p:cNvPr>
              <p:cNvSpPr txBox="1"/>
              <p:nvPr/>
            </p:nvSpPr>
            <p:spPr>
              <a:xfrm>
                <a:off x="3589526" y="829321"/>
                <a:ext cx="1663459" cy="523220"/>
              </a:xfrm>
              <a:prstGeom prst="rect">
                <a:avLst/>
              </a:prstGeom>
              <a:noFill/>
            </p:spPr>
            <p:txBody>
              <a:bodyPr wrap="square">
                <a:spAutoFit/>
              </a:bodyPr>
              <a:lstStyle/>
              <a:p>
                <a:pPr>
                  <a:tabLst>
                    <a:tab pos="0" algn="l"/>
                    <a:tab pos="447675" algn="l"/>
                  </a:tabLst>
                </a:pPr>
                <a14:m>
                  <m:oMathPara xmlns:m="http://schemas.openxmlformats.org/officeDocument/2006/math">
                    <m:oMathParaPr>
                      <m:jc m:val="centerGroup"/>
                    </m:oMathParaPr>
                    <m:oMath xmlns:m="http://schemas.openxmlformats.org/officeDocument/2006/math">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≤6</m:t>
                          </m:r>
                        </m:e>
                      </m:d>
                    </m:oMath>
                  </m:oMathPara>
                </a14:m>
                <a:endParaRPr lang="en-GB" sz="2800" dirty="0">
                  <a:solidFill>
                    <a:srgbClr val="002060"/>
                  </a:solidFill>
                  <a:ea typeface="Calibri" panose="020F0502020204030204" pitchFamily="34" charset="0"/>
                  <a:cs typeface="Shruti" panose="020B0502040204020203" pitchFamily="34" charset="0"/>
                </a:endParaRPr>
              </a:p>
            </p:txBody>
          </p:sp>
        </mc:Choice>
        <mc:Fallback xmlns="">
          <p:sp>
            <p:nvSpPr>
              <p:cNvPr id="21" name="TextBox 20">
                <a:extLst>
                  <a:ext uri="{FF2B5EF4-FFF2-40B4-BE49-F238E27FC236}">
                    <a16:creationId xmlns:a16="http://schemas.microsoft.com/office/drawing/2014/main" id="{ABA469B7-1B72-4DED-9659-D0152860E69F}"/>
                  </a:ext>
                </a:extLst>
              </p:cNvPr>
              <p:cNvSpPr txBox="1">
                <a:spLocks noRot="1" noChangeAspect="1" noMove="1" noResize="1" noEditPoints="1" noAdjustHandles="1" noChangeArrowheads="1" noChangeShapeType="1" noTextEdit="1"/>
              </p:cNvSpPr>
              <p:nvPr/>
            </p:nvSpPr>
            <p:spPr>
              <a:xfrm>
                <a:off x="3589526" y="829321"/>
                <a:ext cx="1663459"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65153AC-E70D-4519-853D-9C1F489B7087}"/>
                  </a:ext>
                </a:extLst>
              </p:cNvPr>
              <p:cNvSpPr txBox="1"/>
              <p:nvPr/>
            </p:nvSpPr>
            <p:spPr>
              <a:xfrm>
                <a:off x="5909221" y="829321"/>
                <a:ext cx="1663459" cy="523220"/>
              </a:xfrm>
              <a:prstGeom prst="rect">
                <a:avLst/>
              </a:prstGeom>
              <a:noFill/>
            </p:spPr>
            <p:txBody>
              <a:bodyPr wrap="square">
                <a:spAutoFit/>
              </a:bodyPr>
              <a:lstStyle/>
              <a:p>
                <a:pPr>
                  <a:tabLst>
                    <a:tab pos="0" algn="l"/>
                    <a:tab pos="447675" algn="l"/>
                  </a:tabLst>
                </a:pPr>
                <a14:m>
                  <m:oMathPara xmlns:m="http://schemas.openxmlformats.org/officeDocument/2006/math">
                    <m:oMathParaPr>
                      <m:jc m:val="centerGroup"/>
                    </m:oMathParaPr>
                    <m:oMath xmlns:m="http://schemas.openxmlformats.org/officeDocument/2006/math">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=6</m:t>
                          </m:r>
                        </m:e>
                      </m:d>
                    </m:oMath>
                  </m:oMathPara>
                </a14:m>
                <a:endParaRPr lang="en-GB" sz="2800" dirty="0">
                  <a:solidFill>
                    <a:srgbClr val="002060"/>
                  </a:solidFill>
                  <a:ea typeface="Calibri" panose="020F0502020204030204" pitchFamily="34" charset="0"/>
                  <a:cs typeface="Shruti" panose="020B0502040204020203" pitchFamily="34" charset="0"/>
                </a:endParaRPr>
              </a:p>
            </p:txBody>
          </p:sp>
        </mc:Choice>
        <mc:Fallback xmlns="">
          <p:sp>
            <p:nvSpPr>
              <p:cNvPr id="22" name="TextBox 21">
                <a:extLst>
                  <a:ext uri="{FF2B5EF4-FFF2-40B4-BE49-F238E27FC236}">
                    <a16:creationId xmlns:a16="http://schemas.microsoft.com/office/drawing/2014/main" id="{165153AC-E70D-4519-853D-9C1F489B7087}"/>
                  </a:ext>
                </a:extLst>
              </p:cNvPr>
              <p:cNvSpPr txBox="1">
                <a:spLocks noRot="1" noChangeAspect="1" noMove="1" noResize="1" noEditPoints="1" noAdjustHandles="1" noChangeArrowheads="1" noChangeShapeType="1" noTextEdit="1"/>
              </p:cNvSpPr>
              <p:nvPr/>
            </p:nvSpPr>
            <p:spPr>
              <a:xfrm>
                <a:off x="5909221" y="829321"/>
                <a:ext cx="1663459" cy="523220"/>
              </a:xfrm>
              <a:prstGeom prst="rect">
                <a:avLst/>
              </a:prstGeom>
              <a:blipFill>
                <a:blip r:embed="rId1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3624148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5"/>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12"/>
                                        </p:tgtEl>
                                        <p:attrNameLst>
                                          <p:attrName>style.visibility</p:attrName>
                                        </p:attrNameLst>
                                      </p:cBhvr>
                                      <p:to>
                                        <p:strVal val="hidden"/>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7"/>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0"/>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xit" presetSubtype="0" fill="hold" grpId="1" nodeType="clickEffect">
                                  <p:stCondLst>
                                    <p:cond delay="0"/>
                                  </p:stCondLst>
                                  <p:childTnLst>
                                    <p:set>
                                      <p:cBhvr>
                                        <p:cTn id="51" dur="1" fill="hold">
                                          <p:stCondLst>
                                            <p:cond delay="0"/>
                                          </p:stCondLst>
                                        </p:cTn>
                                        <p:tgtEl>
                                          <p:spTgt spid="20"/>
                                        </p:tgtEl>
                                        <p:attrNameLst>
                                          <p:attrName>style.visibility</p:attrName>
                                        </p:attrNameLst>
                                      </p:cBhvr>
                                      <p:to>
                                        <p:strVal val="hidden"/>
                                      </p:to>
                                    </p:set>
                                  </p:childTnLst>
                                </p:cTn>
                              </p:par>
                            </p:childTnLst>
                          </p:cTn>
                        </p:par>
                        <p:par>
                          <p:cTn id="52" fill="hold">
                            <p:stCondLst>
                              <p:cond delay="0"/>
                            </p:stCondLst>
                            <p:childTnLst>
                              <p:par>
                                <p:cTn id="53" presetID="1" presetClass="entr" presetSubtype="0" fill="hold" grpId="0" nodeType="after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5" grpId="0" animBg="1"/>
      <p:bldP spid="5" grpId="1" animBg="1"/>
      <p:bldP spid="12" grpId="0" animBg="1"/>
      <p:bldP spid="12" grpId="1" animBg="1"/>
      <p:bldP spid="13" grpId="0"/>
      <p:bldP spid="16" grpId="0"/>
      <p:bldP spid="17" grpId="0"/>
      <p:bldP spid="18" grpId="0"/>
      <p:bldP spid="20" grpId="0" animBg="1"/>
      <p:bldP spid="20" grpId="1" animBg="1"/>
      <p:bldP spid="27" grpId="0"/>
      <p:bldP spid="28" grpId="0"/>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7 ⇝ Example 2 (</a:t>
            </a:r>
            <a:r>
              <a:rPr lang="en-IN" dirty="0"/>
              <a:t>Continue</a:t>
            </a:r>
            <a:r>
              <a:rPr lang="en-GB" dirty="0"/>
              <a:t>)</a:t>
            </a:r>
            <a:endParaRPr lang="en-US"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3727D16-72FF-4CCE-91A0-8680DF304B2D}"/>
                  </a:ext>
                </a:extLst>
              </p:cNvPr>
              <p:cNvSpPr txBox="1"/>
              <p:nvPr/>
            </p:nvSpPr>
            <p:spPr>
              <a:xfrm>
                <a:off x="8416288" y="711201"/>
                <a:ext cx="3775712" cy="307507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F</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m:t>
                      </m:r>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m:t>
                      </m:r>
                      <m:d>
                        <m:dPr>
                          <m:begChr m:val="{"/>
                          <m:endChr m:val=""/>
                          <m:ctrlPr>
                            <a:rPr lang="en-GB" sz="240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eqArr>
                            <m:eqArrPr>
                              <m:ctrlPr>
                                <a:rPr lang="en-GB" sz="240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eqArrPr>
                            <m:e>
                              <m:r>
                                <a:rPr lang="en-IN" sz="2400" b="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0   ;          </m:t>
                              </m:r>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&lt;1</m:t>
                              </m:r>
                            </m:e>
                            <m:e>
                              <m:f>
                                <m:fPr>
                                  <m:ctrlPr>
                                    <a:rPr lang="en-GB" sz="240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1 </m:t>
                                  </m:r>
                                </m:num>
                                <m:den>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3 </m:t>
                                  </m:r>
                                </m:den>
                              </m:f>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 1≤</m:t>
                              </m:r>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&lt;4</m:t>
                              </m:r>
                            </m:e>
                            <m:e>
                              <m:f>
                                <m:fPr>
                                  <m:ctrlPr>
                                    <a:rPr lang="en-GB" sz="240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1 </m:t>
                                  </m:r>
                                </m:num>
                                <m:den>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2 </m:t>
                                  </m:r>
                                </m:den>
                              </m:f>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 4≤</m:t>
                              </m:r>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&lt;6</m:t>
                              </m:r>
                            </m:e>
                            <m:e>
                              <m:r>
                                <a:rPr lang="en-IN" sz="2400" b="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f>
                                <m:fPr>
                                  <m:ctrlPr>
                                    <a:rPr lang="en-GB" sz="240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5 </m:t>
                                  </m:r>
                                </m:num>
                                <m:den>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6 </m:t>
                                  </m:r>
                                </m:den>
                              </m:f>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 6≤</m:t>
                              </m:r>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&lt;10</m:t>
                              </m:r>
                            </m:e>
                            <m:e>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IN" sz="2400" b="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1   ;        </m:t>
                              </m:r>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≥10</m:t>
                              </m:r>
                            </m:e>
                          </m:eqArr>
                        </m:e>
                      </m:d>
                    </m:oMath>
                  </m:oMathPara>
                </a14:m>
                <a:endParaRPr lang="en-IN" sz="2400" dirty="0">
                  <a:solidFill>
                    <a:srgbClr val="002060"/>
                  </a:solidFill>
                </a:endParaRPr>
              </a:p>
            </p:txBody>
          </p:sp>
        </mc:Choice>
        <mc:Fallback xmlns="">
          <p:sp>
            <p:nvSpPr>
              <p:cNvPr id="23" name="TextBox 22">
                <a:extLst>
                  <a:ext uri="{FF2B5EF4-FFF2-40B4-BE49-F238E27FC236}">
                    <a16:creationId xmlns:a16="http://schemas.microsoft.com/office/drawing/2014/main" id="{83727D16-72FF-4CCE-91A0-8680DF304B2D}"/>
                  </a:ext>
                </a:extLst>
              </p:cNvPr>
              <p:cNvSpPr txBox="1">
                <a:spLocks noRot="1" noChangeAspect="1" noMove="1" noResize="1" noEditPoints="1" noAdjustHandles="1" noChangeArrowheads="1" noChangeShapeType="1" noTextEdit="1"/>
              </p:cNvSpPr>
              <p:nvPr/>
            </p:nvSpPr>
            <p:spPr>
              <a:xfrm>
                <a:off x="8416288" y="711201"/>
                <a:ext cx="3775712" cy="3075073"/>
              </a:xfrm>
              <a:prstGeom prst="rect">
                <a:avLst/>
              </a:prstGeom>
              <a:blipFill>
                <a:blip r:embed="rId2"/>
                <a:stretch>
                  <a:fillRect/>
                </a:stretch>
              </a:blipFill>
            </p:spPr>
            <p:txBody>
              <a:bodyPr/>
              <a:lstStyle/>
              <a:p>
                <a:r>
                  <a:rPr lang="en-IN">
                    <a:noFill/>
                  </a:rPr>
                  <a:t> </a:t>
                </a:r>
              </a:p>
            </p:txBody>
          </p:sp>
        </mc:Fallback>
      </mc:AlternateContent>
      <p:sp>
        <p:nvSpPr>
          <p:cNvPr id="5" name="Rectangle: Rounded Corners 4">
            <a:extLst>
              <a:ext uri="{FF2B5EF4-FFF2-40B4-BE49-F238E27FC236}">
                <a16:creationId xmlns:a16="http://schemas.microsoft.com/office/drawing/2014/main" id="{53D83ED8-80A7-481B-84D9-7443E3360FDE}"/>
              </a:ext>
            </a:extLst>
          </p:cNvPr>
          <p:cNvSpPr/>
          <p:nvPr/>
        </p:nvSpPr>
        <p:spPr>
          <a:xfrm>
            <a:off x="9814323" y="2621280"/>
            <a:ext cx="2240280" cy="73914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4EA60E7A-1567-4772-B4F4-2B0AC2CD2574}"/>
              </a:ext>
            </a:extLst>
          </p:cNvPr>
          <p:cNvSpPr/>
          <p:nvPr/>
        </p:nvSpPr>
        <p:spPr>
          <a:xfrm>
            <a:off x="9814323" y="1164590"/>
            <a:ext cx="2240280" cy="73914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A18F7A5-5E82-4003-916B-D4B0C0999851}"/>
                  </a:ext>
                </a:extLst>
              </p:cNvPr>
              <p:cNvSpPr txBox="1"/>
              <p:nvPr/>
            </p:nvSpPr>
            <p:spPr>
              <a:xfrm>
                <a:off x="769257" y="782122"/>
                <a:ext cx="1558888"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800" i="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i="0">
                              <a:solidFill>
                                <a:srgbClr val="002060"/>
                              </a:solidFill>
                              <a:latin typeface="Cambria Math" panose="02040503050406030204" pitchFamily="18" charset="0"/>
                            </a:rPr>
                            <m:t>X</m:t>
                          </m:r>
                          <m:r>
                            <a:rPr lang="en-US" sz="2800" i="0">
                              <a:solidFill>
                                <a:srgbClr val="002060"/>
                              </a:solidFill>
                              <a:latin typeface="Cambria Math" panose="02040503050406030204" pitchFamily="18" charset="0"/>
                            </a:rPr>
                            <m:t>=4</m:t>
                          </m:r>
                        </m:e>
                      </m:d>
                    </m:oMath>
                  </m:oMathPara>
                </a14:m>
                <a:endParaRPr lang="en-IN" sz="2800" dirty="0"/>
              </a:p>
            </p:txBody>
          </p:sp>
        </mc:Choice>
        <mc:Fallback xmlns="">
          <p:sp>
            <p:nvSpPr>
              <p:cNvPr id="15" name="TextBox 14">
                <a:extLst>
                  <a:ext uri="{FF2B5EF4-FFF2-40B4-BE49-F238E27FC236}">
                    <a16:creationId xmlns:a16="http://schemas.microsoft.com/office/drawing/2014/main" id="{BA18F7A5-5E82-4003-916B-D4B0C0999851}"/>
                  </a:ext>
                </a:extLst>
              </p:cNvPr>
              <p:cNvSpPr txBox="1">
                <a:spLocks noRot="1" noChangeAspect="1" noMove="1" noResize="1" noEditPoints="1" noAdjustHandles="1" noChangeArrowheads="1" noChangeShapeType="1" noTextEdit="1"/>
              </p:cNvSpPr>
              <p:nvPr/>
            </p:nvSpPr>
            <p:spPr>
              <a:xfrm>
                <a:off x="769257" y="782122"/>
                <a:ext cx="1558888"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CBB539A-4804-4F2B-A2B2-C580282E3FC4}"/>
                  </a:ext>
                </a:extLst>
              </p:cNvPr>
              <p:cNvSpPr txBox="1"/>
              <p:nvPr/>
            </p:nvSpPr>
            <p:spPr>
              <a:xfrm>
                <a:off x="2328145" y="782122"/>
                <a:ext cx="392751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≤4</m:t>
                          </m:r>
                        </m:e>
                      </m:d>
                      <m:r>
                        <a:rPr lang="en-IN" sz="2800" i="0" smtClean="0">
                          <a:solidFill>
                            <a:srgbClr val="002060"/>
                          </a:solidFill>
                          <a:latin typeface="Cambria Math" panose="02040503050406030204" pitchFamily="18" charset="0"/>
                        </a:rPr>
                        <m:t>−</m:t>
                      </m:r>
                      <m:r>
                        <m:rPr>
                          <m:sty m:val="p"/>
                        </m:rPr>
                        <a:rPr lang="en-IN" sz="280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i="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&lt;4</m:t>
                          </m:r>
                        </m:e>
                      </m:d>
                    </m:oMath>
                  </m:oMathPara>
                </a14:m>
                <a:endParaRPr lang="en-IN" sz="2800" dirty="0"/>
              </a:p>
            </p:txBody>
          </p:sp>
        </mc:Choice>
        <mc:Fallback xmlns="">
          <p:sp>
            <p:nvSpPr>
              <p:cNvPr id="16" name="TextBox 15">
                <a:extLst>
                  <a:ext uri="{FF2B5EF4-FFF2-40B4-BE49-F238E27FC236}">
                    <a16:creationId xmlns:a16="http://schemas.microsoft.com/office/drawing/2014/main" id="{5CBB539A-4804-4F2B-A2B2-C580282E3FC4}"/>
                  </a:ext>
                </a:extLst>
              </p:cNvPr>
              <p:cNvSpPr txBox="1">
                <a:spLocks noRot="1" noChangeAspect="1" noMove="1" noResize="1" noEditPoints="1" noAdjustHandles="1" noChangeArrowheads="1" noChangeShapeType="1" noTextEdit="1"/>
              </p:cNvSpPr>
              <p:nvPr/>
            </p:nvSpPr>
            <p:spPr>
              <a:xfrm>
                <a:off x="2328145" y="782122"/>
                <a:ext cx="3927512"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B5A8731-B17F-4856-B4E7-28F838506FCF}"/>
                  </a:ext>
                </a:extLst>
              </p:cNvPr>
              <p:cNvSpPr txBox="1"/>
              <p:nvPr/>
            </p:nvSpPr>
            <p:spPr>
              <a:xfrm>
                <a:off x="2328145" y="2027198"/>
                <a:ext cx="1880998" cy="91057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1</m:t>
                          </m:r>
                        </m:num>
                        <m:den>
                          <m:r>
                            <a:rPr lang="en-IN" sz="2800" b="0" i="0" smtClean="0">
                              <a:solidFill>
                                <a:srgbClr val="002060"/>
                              </a:solidFill>
                              <a:latin typeface="Cambria Math" panose="02040503050406030204" pitchFamily="18" charset="0"/>
                            </a:rPr>
                            <m:t> 2 </m:t>
                          </m:r>
                        </m:den>
                      </m:f>
                      <m:r>
                        <a:rPr lang="en-IN"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1</m:t>
                          </m:r>
                        </m:num>
                        <m:den>
                          <m:r>
                            <a:rPr lang="en-IN" sz="2800" b="0" i="0" smtClean="0">
                              <a:solidFill>
                                <a:srgbClr val="002060"/>
                              </a:solidFill>
                              <a:latin typeface="Cambria Math" panose="02040503050406030204" pitchFamily="18" charset="0"/>
                            </a:rPr>
                            <m:t> 3 </m:t>
                          </m:r>
                        </m:den>
                      </m:f>
                      <m:r>
                        <a:rPr lang="en-IN" sz="2800" b="0" i="0" smtClean="0">
                          <a:solidFill>
                            <a:srgbClr val="002060"/>
                          </a:solidFill>
                          <a:latin typeface="Cambria Math" panose="02040503050406030204" pitchFamily="18" charset="0"/>
                        </a:rPr>
                        <m:t> </m:t>
                      </m:r>
                    </m:oMath>
                  </m:oMathPara>
                </a14:m>
                <a:endParaRPr lang="en-IN" sz="2800" dirty="0"/>
              </a:p>
            </p:txBody>
          </p:sp>
        </mc:Choice>
        <mc:Fallback xmlns="">
          <p:sp>
            <p:nvSpPr>
              <p:cNvPr id="17" name="TextBox 16">
                <a:extLst>
                  <a:ext uri="{FF2B5EF4-FFF2-40B4-BE49-F238E27FC236}">
                    <a16:creationId xmlns:a16="http://schemas.microsoft.com/office/drawing/2014/main" id="{EB5A8731-B17F-4856-B4E7-28F838506FCF}"/>
                  </a:ext>
                </a:extLst>
              </p:cNvPr>
              <p:cNvSpPr txBox="1">
                <a:spLocks noRot="1" noChangeAspect="1" noMove="1" noResize="1" noEditPoints="1" noAdjustHandles="1" noChangeArrowheads="1" noChangeShapeType="1" noTextEdit="1"/>
              </p:cNvSpPr>
              <p:nvPr/>
            </p:nvSpPr>
            <p:spPr>
              <a:xfrm>
                <a:off x="2328145" y="2027198"/>
                <a:ext cx="1880998" cy="91057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877E097-9087-41AE-9C05-B64CDA82829A}"/>
                  </a:ext>
                </a:extLst>
              </p:cNvPr>
              <p:cNvSpPr txBox="1"/>
              <p:nvPr/>
            </p:nvSpPr>
            <p:spPr>
              <a:xfrm>
                <a:off x="4048949" y="2020192"/>
                <a:ext cx="790114"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1</m:t>
                          </m:r>
                        </m:num>
                        <m:den>
                          <m:r>
                            <a:rPr lang="en-IN" sz="2800" b="0" i="0" smtClean="0">
                              <a:solidFill>
                                <a:srgbClr val="002060"/>
                              </a:solidFill>
                              <a:latin typeface="Cambria Math" panose="02040503050406030204" pitchFamily="18" charset="0"/>
                            </a:rPr>
                            <m:t> 6 </m:t>
                          </m:r>
                        </m:den>
                      </m:f>
                    </m:oMath>
                  </m:oMathPara>
                </a14:m>
                <a:endParaRPr lang="en-IN" sz="2800" dirty="0"/>
              </a:p>
            </p:txBody>
          </p:sp>
        </mc:Choice>
        <mc:Fallback xmlns="">
          <p:sp>
            <p:nvSpPr>
              <p:cNvPr id="18" name="TextBox 17">
                <a:extLst>
                  <a:ext uri="{FF2B5EF4-FFF2-40B4-BE49-F238E27FC236}">
                    <a16:creationId xmlns:a16="http://schemas.microsoft.com/office/drawing/2014/main" id="{2877E097-9087-41AE-9C05-B64CDA82829A}"/>
                  </a:ext>
                </a:extLst>
              </p:cNvPr>
              <p:cNvSpPr txBox="1">
                <a:spLocks noRot="1" noChangeAspect="1" noMove="1" noResize="1" noEditPoints="1" noAdjustHandles="1" noChangeArrowheads="1" noChangeShapeType="1" noTextEdit="1"/>
              </p:cNvSpPr>
              <p:nvPr/>
            </p:nvSpPr>
            <p:spPr>
              <a:xfrm>
                <a:off x="4048949" y="2020192"/>
                <a:ext cx="790114" cy="901785"/>
              </a:xfrm>
              <a:prstGeom prst="rect">
                <a:avLst/>
              </a:prstGeom>
              <a:blipFill>
                <a:blip r:embed="rId6"/>
                <a:stretch>
                  <a:fillRect r="-3077"/>
                </a:stretch>
              </a:blipFill>
            </p:spPr>
            <p:txBody>
              <a:bodyPr/>
              <a:lstStyle/>
              <a:p>
                <a:r>
                  <a:rPr lang="en-IN">
                    <a:noFill/>
                  </a:rPr>
                  <a:t> </a:t>
                </a:r>
              </a:p>
            </p:txBody>
          </p:sp>
        </mc:Fallback>
      </mc:AlternateContent>
      <p:sp>
        <p:nvSpPr>
          <p:cNvPr id="20" name="Rectangle: Rounded Corners 19">
            <a:extLst>
              <a:ext uri="{FF2B5EF4-FFF2-40B4-BE49-F238E27FC236}">
                <a16:creationId xmlns:a16="http://schemas.microsoft.com/office/drawing/2014/main" id="{0EF67AF2-B7E0-4679-B61C-8D08A0B14467}"/>
              </a:ext>
            </a:extLst>
          </p:cNvPr>
          <p:cNvSpPr/>
          <p:nvPr/>
        </p:nvSpPr>
        <p:spPr>
          <a:xfrm>
            <a:off x="9814323" y="1885315"/>
            <a:ext cx="2240280" cy="73914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088B8FA-D9B3-4AAD-9F6C-87C92115656D}"/>
                  </a:ext>
                </a:extLst>
              </p:cNvPr>
              <p:cNvSpPr txBox="1"/>
              <p:nvPr/>
            </p:nvSpPr>
            <p:spPr>
              <a:xfrm>
                <a:off x="2328145" y="1376263"/>
                <a:ext cx="252325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5</m:t>
                          </m:r>
                        </m:e>
                      </m:d>
                      <m:r>
                        <a:rPr lang="en-IN" sz="2800" i="0" smtClean="0">
                          <a:solidFill>
                            <a:srgbClr val="002060"/>
                          </a:solidFill>
                          <a:latin typeface="Cambria Math" panose="02040503050406030204" pitchFamily="18" charset="0"/>
                        </a:rPr>
                        <m:t>−</m:t>
                      </m:r>
                      <m:r>
                        <m:rPr>
                          <m:sty m:val="p"/>
                        </m:rPr>
                        <a:rPr lang="en-IN" sz="2800" i="0">
                          <a:solidFill>
                            <a:srgbClr val="002060"/>
                          </a:solidFill>
                          <a:latin typeface="Cambria Math" panose="02040503050406030204" pitchFamily="18" charset="0"/>
                        </a:rPr>
                        <m:t>F</m:t>
                      </m:r>
                      <m:d>
                        <m:dPr>
                          <m:ctrlPr>
                            <a:rPr lang="en-IN" sz="2800" i="1">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3</m:t>
                          </m:r>
                        </m:e>
                      </m:d>
                    </m:oMath>
                  </m:oMathPara>
                </a14:m>
                <a:endParaRPr lang="en-IN" sz="2800" dirty="0"/>
              </a:p>
            </p:txBody>
          </p:sp>
        </mc:Choice>
        <mc:Fallback xmlns="">
          <p:sp>
            <p:nvSpPr>
              <p:cNvPr id="28" name="TextBox 27">
                <a:extLst>
                  <a:ext uri="{FF2B5EF4-FFF2-40B4-BE49-F238E27FC236}">
                    <a16:creationId xmlns:a16="http://schemas.microsoft.com/office/drawing/2014/main" id="{2088B8FA-D9B3-4AAD-9F6C-87C92115656D}"/>
                  </a:ext>
                </a:extLst>
              </p:cNvPr>
              <p:cNvSpPr txBox="1">
                <a:spLocks noRot="1" noChangeAspect="1" noMove="1" noResize="1" noEditPoints="1" noAdjustHandles="1" noChangeArrowheads="1" noChangeShapeType="1" noTextEdit="1"/>
              </p:cNvSpPr>
              <p:nvPr/>
            </p:nvSpPr>
            <p:spPr>
              <a:xfrm>
                <a:off x="2328145" y="1376263"/>
                <a:ext cx="2523255"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2321587-5B73-4940-9E64-395C9A7F8697}"/>
                  </a:ext>
                </a:extLst>
              </p:cNvPr>
              <p:cNvSpPr txBox="1"/>
              <p:nvPr/>
            </p:nvSpPr>
            <p:spPr>
              <a:xfrm>
                <a:off x="769257" y="3365107"/>
                <a:ext cx="1558888"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800" i="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i="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≤6</m:t>
                          </m:r>
                        </m:e>
                      </m:d>
                    </m:oMath>
                  </m:oMathPara>
                </a14:m>
                <a:endParaRPr lang="en-IN" sz="2800" dirty="0"/>
              </a:p>
            </p:txBody>
          </p:sp>
        </mc:Choice>
        <mc:Fallback xmlns="">
          <p:sp>
            <p:nvSpPr>
              <p:cNvPr id="19" name="TextBox 18">
                <a:extLst>
                  <a:ext uri="{FF2B5EF4-FFF2-40B4-BE49-F238E27FC236}">
                    <a16:creationId xmlns:a16="http://schemas.microsoft.com/office/drawing/2014/main" id="{52321587-5B73-4940-9E64-395C9A7F8697}"/>
                  </a:ext>
                </a:extLst>
              </p:cNvPr>
              <p:cNvSpPr txBox="1">
                <a:spLocks noRot="1" noChangeAspect="1" noMove="1" noResize="1" noEditPoints="1" noAdjustHandles="1" noChangeArrowheads="1" noChangeShapeType="1" noTextEdit="1"/>
              </p:cNvSpPr>
              <p:nvPr/>
            </p:nvSpPr>
            <p:spPr>
              <a:xfrm>
                <a:off x="769257" y="3365107"/>
                <a:ext cx="1558888"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F1EA920F-DFC4-4E4A-9B68-94F637148551}"/>
                  </a:ext>
                </a:extLst>
              </p:cNvPr>
              <p:cNvSpPr txBox="1"/>
              <p:nvPr/>
            </p:nvSpPr>
            <p:spPr>
              <a:xfrm>
                <a:off x="3583604" y="3175485"/>
                <a:ext cx="1034116" cy="91057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5</m:t>
                          </m:r>
                        </m:num>
                        <m:den>
                          <m:r>
                            <a:rPr lang="en-IN" sz="2800" b="0" i="0" smtClean="0">
                              <a:solidFill>
                                <a:srgbClr val="002060"/>
                              </a:solidFill>
                              <a:latin typeface="Cambria Math" panose="02040503050406030204" pitchFamily="18" charset="0"/>
                            </a:rPr>
                            <m:t> 6 </m:t>
                          </m:r>
                        </m:den>
                      </m:f>
                    </m:oMath>
                  </m:oMathPara>
                </a14:m>
                <a:endParaRPr lang="en-IN" sz="2800" dirty="0"/>
              </a:p>
            </p:txBody>
          </p:sp>
        </mc:Choice>
        <mc:Fallback xmlns="">
          <p:sp>
            <p:nvSpPr>
              <p:cNvPr id="22" name="TextBox 21">
                <a:extLst>
                  <a:ext uri="{FF2B5EF4-FFF2-40B4-BE49-F238E27FC236}">
                    <a16:creationId xmlns:a16="http://schemas.microsoft.com/office/drawing/2014/main" id="{F1EA920F-DFC4-4E4A-9B68-94F637148551}"/>
                  </a:ext>
                </a:extLst>
              </p:cNvPr>
              <p:cNvSpPr txBox="1">
                <a:spLocks noRot="1" noChangeAspect="1" noMove="1" noResize="1" noEditPoints="1" noAdjustHandles="1" noChangeArrowheads="1" noChangeShapeType="1" noTextEdit="1"/>
              </p:cNvSpPr>
              <p:nvPr/>
            </p:nvSpPr>
            <p:spPr>
              <a:xfrm>
                <a:off x="3583604" y="3175485"/>
                <a:ext cx="1034116" cy="91057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32D1934-B132-45EB-91BF-66E95CC3CAB5}"/>
                  </a:ext>
                </a:extLst>
              </p:cNvPr>
              <p:cNvSpPr txBox="1"/>
              <p:nvPr/>
            </p:nvSpPr>
            <p:spPr>
              <a:xfrm>
                <a:off x="2328145" y="3365107"/>
                <a:ext cx="139803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6</m:t>
                          </m:r>
                        </m:e>
                      </m:d>
                    </m:oMath>
                  </m:oMathPara>
                </a14:m>
                <a:endParaRPr lang="en-IN" sz="2800" dirty="0"/>
              </a:p>
            </p:txBody>
          </p:sp>
        </mc:Choice>
        <mc:Fallback xmlns="">
          <p:sp>
            <p:nvSpPr>
              <p:cNvPr id="26" name="TextBox 25">
                <a:extLst>
                  <a:ext uri="{FF2B5EF4-FFF2-40B4-BE49-F238E27FC236}">
                    <a16:creationId xmlns:a16="http://schemas.microsoft.com/office/drawing/2014/main" id="{832D1934-B132-45EB-91BF-66E95CC3CAB5}"/>
                  </a:ext>
                </a:extLst>
              </p:cNvPr>
              <p:cNvSpPr txBox="1">
                <a:spLocks noRot="1" noChangeAspect="1" noMove="1" noResize="1" noEditPoints="1" noAdjustHandles="1" noChangeArrowheads="1" noChangeShapeType="1" noTextEdit="1"/>
              </p:cNvSpPr>
              <p:nvPr/>
            </p:nvSpPr>
            <p:spPr>
              <a:xfrm>
                <a:off x="2328145" y="3365107"/>
                <a:ext cx="1398035"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CB408601-83B5-43B7-B926-886E1D03AD37}"/>
                  </a:ext>
                </a:extLst>
              </p:cNvPr>
              <p:cNvSpPr txBox="1"/>
              <p:nvPr/>
            </p:nvSpPr>
            <p:spPr>
              <a:xfrm>
                <a:off x="769257" y="4386915"/>
                <a:ext cx="1558888"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800" i="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i="0">
                              <a:solidFill>
                                <a:srgbClr val="002060"/>
                              </a:solidFill>
                              <a:latin typeface="Cambria Math" panose="02040503050406030204" pitchFamily="18" charset="0"/>
                            </a:rPr>
                            <m:t>X</m:t>
                          </m:r>
                          <m:r>
                            <a:rPr lang="en-US" sz="2800" i="0">
                              <a:solidFill>
                                <a:srgbClr val="002060"/>
                              </a:solidFill>
                              <a:latin typeface="Cambria Math" panose="02040503050406030204" pitchFamily="18" charset="0"/>
                            </a:rPr>
                            <m:t>=6</m:t>
                          </m:r>
                        </m:e>
                      </m:d>
                    </m:oMath>
                  </m:oMathPara>
                </a14:m>
                <a:endParaRPr lang="en-IN" sz="2800" dirty="0"/>
              </a:p>
            </p:txBody>
          </p:sp>
        </mc:Choice>
        <mc:Fallback xmlns="">
          <p:sp>
            <p:nvSpPr>
              <p:cNvPr id="29" name="TextBox 28">
                <a:extLst>
                  <a:ext uri="{FF2B5EF4-FFF2-40B4-BE49-F238E27FC236}">
                    <a16:creationId xmlns:a16="http://schemas.microsoft.com/office/drawing/2014/main" id="{CB408601-83B5-43B7-B926-886E1D03AD37}"/>
                  </a:ext>
                </a:extLst>
              </p:cNvPr>
              <p:cNvSpPr txBox="1">
                <a:spLocks noRot="1" noChangeAspect="1" noMove="1" noResize="1" noEditPoints="1" noAdjustHandles="1" noChangeArrowheads="1" noChangeShapeType="1" noTextEdit="1"/>
              </p:cNvSpPr>
              <p:nvPr/>
            </p:nvSpPr>
            <p:spPr>
              <a:xfrm>
                <a:off x="769257" y="4386915"/>
                <a:ext cx="1558888"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3A74892C-073A-4477-8C5A-857833700D6B}"/>
                  </a:ext>
                </a:extLst>
              </p:cNvPr>
              <p:cNvSpPr txBox="1"/>
              <p:nvPr/>
            </p:nvSpPr>
            <p:spPr>
              <a:xfrm>
                <a:off x="2328145" y="4386915"/>
                <a:ext cx="392751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≤6</m:t>
                          </m:r>
                        </m:e>
                      </m:d>
                      <m:r>
                        <a:rPr lang="en-IN" sz="2800" i="0" smtClean="0">
                          <a:solidFill>
                            <a:srgbClr val="002060"/>
                          </a:solidFill>
                          <a:latin typeface="Cambria Math" panose="02040503050406030204" pitchFamily="18" charset="0"/>
                        </a:rPr>
                        <m:t>−</m:t>
                      </m:r>
                      <m:r>
                        <m:rPr>
                          <m:sty m:val="p"/>
                        </m:rPr>
                        <a:rPr lang="en-IN" sz="280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i="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&lt;6</m:t>
                          </m:r>
                        </m:e>
                      </m:d>
                    </m:oMath>
                  </m:oMathPara>
                </a14:m>
                <a:endParaRPr lang="en-IN" sz="2800" dirty="0"/>
              </a:p>
            </p:txBody>
          </p:sp>
        </mc:Choice>
        <mc:Fallback xmlns="">
          <p:sp>
            <p:nvSpPr>
              <p:cNvPr id="30" name="TextBox 29">
                <a:extLst>
                  <a:ext uri="{FF2B5EF4-FFF2-40B4-BE49-F238E27FC236}">
                    <a16:creationId xmlns:a16="http://schemas.microsoft.com/office/drawing/2014/main" id="{3A74892C-073A-4477-8C5A-857833700D6B}"/>
                  </a:ext>
                </a:extLst>
              </p:cNvPr>
              <p:cNvSpPr txBox="1">
                <a:spLocks noRot="1" noChangeAspect="1" noMove="1" noResize="1" noEditPoints="1" noAdjustHandles="1" noChangeArrowheads="1" noChangeShapeType="1" noTextEdit="1"/>
              </p:cNvSpPr>
              <p:nvPr/>
            </p:nvSpPr>
            <p:spPr>
              <a:xfrm>
                <a:off x="2328145" y="4386915"/>
                <a:ext cx="3927512"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68951B5-5A24-4B6F-9EC5-D1FAD3C984B1}"/>
                  </a:ext>
                </a:extLst>
              </p:cNvPr>
              <p:cNvSpPr txBox="1"/>
              <p:nvPr/>
            </p:nvSpPr>
            <p:spPr>
              <a:xfrm>
                <a:off x="2328145" y="5631991"/>
                <a:ext cx="1880998" cy="91057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5</m:t>
                          </m:r>
                        </m:num>
                        <m:den>
                          <m:r>
                            <a:rPr lang="en-IN" sz="2800" b="0" i="0" smtClean="0">
                              <a:solidFill>
                                <a:srgbClr val="002060"/>
                              </a:solidFill>
                              <a:latin typeface="Cambria Math" panose="02040503050406030204" pitchFamily="18" charset="0"/>
                            </a:rPr>
                            <m:t> 6 </m:t>
                          </m:r>
                        </m:den>
                      </m:f>
                      <m:r>
                        <a:rPr lang="en-IN"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1</m:t>
                          </m:r>
                        </m:num>
                        <m:den>
                          <m:r>
                            <a:rPr lang="en-IN" sz="2800" b="0" i="0" smtClean="0">
                              <a:solidFill>
                                <a:srgbClr val="002060"/>
                              </a:solidFill>
                              <a:latin typeface="Cambria Math" panose="02040503050406030204" pitchFamily="18" charset="0"/>
                            </a:rPr>
                            <m:t> 2 </m:t>
                          </m:r>
                        </m:den>
                      </m:f>
                      <m:r>
                        <a:rPr lang="en-IN" sz="2800" b="0" i="0" smtClean="0">
                          <a:solidFill>
                            <a:srgbClr val="002060"/>
                          </a:solidFill>
                          <a:latin typeface="Cambria Math" panose="02040503050406030204" pitchFamily="18" charset="0"/>
                        </a:rPr>
                        <m:t> </m:t>
                      </m:r>
                    </m:oMath>
                  </m:oMathPara>
                </a14:m>
                <a:endParaRPr lang="en-IN" sz="2800" dirty="0"/>
              </a:p>
            </p:txBody>
          </p:sp>
        </mc:Choice>
        <mc:Fallback xmlns="">
          <p:sp>
            <p:nvSpPr>
              <p:cNvPr id="31" name="TextBox 30">
                <a:extLst>
                  <a:ext uri="{FF2B5EF4-FFF2-40B4-BE49-F238E27FC236}">
                    <a16:creationId xmlns:a16="http://schemas.microsoft.com/office/drawing/2014/main" id="{B68951B5-5A24-4B6F-9EC5-D1FAD3C984B1}"/>
                  </a:ext>
                </a:extLst>
              </p:cNvPr>
              <p:cNvSpPr txBox="1">
                <a:spLocks noRot="1" noChangeAspect="1" noMove="1" noResize="1" noEditPoints="1" noAdjustHandles="1" noChangeArrowheads="1" noChangeShapeType="1" noTextEdit="1"/>
              </p:cNvSpPr>
              <p:nvPr/>
            </p:nvSpPr>
            <p:spPr>
              <a:xfrm>
                <a:off x="2328145" y="5631991"/>
                <a:ext cx="1880998" cy="91057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A8A4A3C-0784-4C50-AFC8-215C51E66985}"/>
                  </a:ext>
                </a:extLst>
              </p:cNvPr>
              <p:cNvSpPr txBox="1"/>
              <p:nvPr/>
            </p:nvSpPr>
            <p:spPr>
              <a:xfrm>
                <a:off x="4048949" y="5624985"/>
                <a:ext cx="790114"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1</m:t>
                          </m:r>
                        </m:num>
                        <m:den>
                          <m:r>
                            <a:rPr lang="en-IN" sz="2800" b="0" i="0" smtClean="0">
                              <a:solidFill>
                                <a:srgbClr val="002060"/>
                              </a:solidFill>
                              <a:latin typeface="Cambria Math" panose="02040503050406030204" pitchFamily="18" charset="0"/>
                            </a:rPr>
                            <m:t> 3 </m:t>
                          </m:r>
                        </m:den>
                      </m:f>
                    </m:oMath>
                  </m:oMathPara>
                </a14:m>
                <a:endParaRPr lang="en-IN" sz="2800" dirty="0"/>
              </a:p>
            </p:txBody>
          </p:sp>
        </mc:Choice>
        <mc:Fallback xmlns="">
          <p:sp>
            <p:nvSpPr>
              <p:cNvPr id="32" name="TextBox 31">
                <a:extLst>
                  <a:ext uri="{FF2B5EF4-FFF2-40B4-BE49-F238E27FC236}">
                    <a16:creationId xmlns:a16="http://schemas.microsoft.com/office/drawing/2014/main" id="{FA8A4A3C-0784-4C50-AFC8-215C51E66985}"/>
                  </a:ext>
                </a:extLst>
              </p:cNvPr>
              <p:cNvSpPr txBox="1">
                <a:spLocks noRot="1" noChangeAspect="1" noMove="1" noResize="1" noEditPoints="1" noAdjustHandles="1" noChangeArrowheads="1" noChangeShapeType="1" noTextEdit="1"/>
              </p:cNvSpPr>
              <p:nvPr/>
            </p:nvSpPr>
            <p:spPr>
              <a:xfrm>
                <a:off x="4048949" y="5624985"/>
                <a:ext cx="790114" cy="901785"/>
              </a:xfrm>
              <a:prstGeom prst="rect">
                <a:avLst/>
              </a:prstGeom>
              <a:blipFill>
                <a:blip r:embed="rId14"/>
                <a:stretch>
                  <a:fillRect r="-307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32017995-9E43-43C8-8B5C-F734427795F3}"/>
                  </a:ext>
                </a:extLst>
              </p:cNvPr>
              <p:cNvSpPr txBox="1"/>
              <p:nvPr/>
            </p:nvSpPr>
            <p:spPr>
              <a:xfrm>
                <a:off x="2328145" y="4981056"/>
                <a:ext cx="252325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6</m:t>
                          </m:r>
                        </m:e>
                      </m:d>
                      <m:r>
                        <a:rPr lang="en-IN" sz="2800" i="0" smtClean="0">
                          <a:solidFill>
                            <a:srgbClr val="002060"/>
                          </a:solidFill>
                          <a:latin typeface="Cambria Math" panose="02040503050406030204" pitchFamily="18" charset="0"/>
                        </a:rPr>
                        <m:t>−</m:t>
                      </m:r>
                      <m:r>
                        <m:rPr>
                          <m:sty m:val="p"/>
                        </m:rPr>
                        <a:rPr lang="en-IN" sz="2800" i="0">
                          <a:solidFill>
                            <a:srgbClr val="002060"/>
                          </a:solidFill>
                          <a:latin typeface="Cambria Math" panose="02040503050406030204" pitchFamily="18" charset="0"/>
                        </a:rPr>
                        <m:t>F</m:t>
                      </m:r>
                      <m:d>
                        <m:dPr>
                          <m:ctrlPr>
                            <a:rPr lang="en-IN" sz="2800" i="1">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5</m:t>
                          </m:r>
                        </m:e>
                      </m:d>
                    </m:oMath>
                  </m:oMathPara>
                </a14:m>
                <a:endParaRPr lang="en-IN" sz="2800" dirty="0"/>
              </a:p>
            </p:txBody>
          </p:sp>
        </mc:Choice>
        <mc:Fallback xmlns="">
          <p:sp>
            <p:nvSpPr>
              <p:cNvPr id="33" name="TextBox 32">
                <a:extLst>
                  <a:ext uri="{FF2B5EF4-FFF2-40B4-BE49-F238E27FC236}">
                    <a16:creationId xmlns:a16="http://schemas.microsoft.com/office/drawing/2014/main" id="{32017995-9E43-43C8-8B5C-F734427795F3}"/>
                  </a:ext>
                </a:extLst>
              </p:cNvPr>
              <p:cNvSpPr txBox="1">
                <a:spLocks noRot="1" noChangeAspect="1" noMove="1" noResize="1" noEditPoints="1" noAdjustHandles="1" noChangeArrowheads="1" noChangeShapeType="1" noTextEdit="1"/>
              </p:cNvSpPr>
              <p:nvPr/>
            </p:nvSpPr>
            <p:spPr>
              <a:xfrm>
                <a:off x="2328145" y="4981056"/>
                <a:ext cx="2523255" cy="523220"/>
              </a:xfrm>
              <a:prstGeom prst="rect">
                <a:avLst/>
              </a:prstGeom>
              <a:blipFill>
                <a:blip r:embed="rId1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3874097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20"/>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12"/>
                                        </p:tgtEl>
                                        <p:attrNameLst>
                                          <p:attrName>style.visibility</p:attrName>
                                        </p:attrNameLst>
                                      </p:cBhvr>
                                      <p:to>
                                        <p:strVal val="hidden"/>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1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5"/>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grpId="1" nodeType="clickEffect">
                                  <p:stCondLst>
                                    <p:cond delay="0"/>
                                  </p:stCondLst>
                                  <p:childTnLst>
                                    <p:set>
                                      <p:cBhvr>
                                        <p:cTn id="47" dur="1" fill="hold">
                                          <p:stCondLst>
                                            <p:cond delay="0"/>
                                          </p:stCondLst>
                                        </p:cTn>
                                        <p:tgtEl>
                                          <p:spTgt spid="5"/>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33"/>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31"/>
                                        </p:tgtEl>
                                        <p:attrNameLst>
                                          <p:attrName>style.visibility</p:attrName>
                                        </p:attrNameLst>
                                      </p:cBhvr>
                                      <p:to>
                                        <p:strVal val="visible"/>
                                      </p:to>
                                    </p:set>
                                  </p:childTnLst>
                                </p:cTn>
                              </p:par>
                            </p:childTnLst>
                          </p:cTn>
                        </p:par>
                        <p:par>
                          <p:cTn id="60" fill="hold">
                            <p:stCondLst>
                              <p:cond delay="0"/>
                            </p:stCondLst>
                            <p:childTnLst>
                              <p:par>
                                <p:cTn id="61" presetID="1" presetClass="entr" presetSubtype="0" fill="hold" grpId="0" nodeType="afterEffect">
                                  <p:stCondLst>
                                    <p:cond delay="0"/>
                                  </p:stCondLst>
                                  <p:childTnLst>
                                    <p:set>
                                      <p:cBhvr>
                                        <p:cTn id="6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12" grpId="0" animBg="1"/>
      <p:bldP spid="12" grpId="1" animBg="1"/>
      <p:bldP spid="16" grpId="0"/>
      <p:bldP spid="17" grpId="0"/>
      <p:bldP spid="18" grpId="0"/>
      <p:bldP spid="20" grpId="0" animBg="1"/>
      <p:bldP spid="20" grpId="1" animBg="1"/>
      <p:bldP spid="28" grpId="0"/>
      <p:bldP spid="22" grpId="0"/>
      <p:bldP spid="26" grpId="0"/>
      <p:bldP spid="30" grpId="0"/>
      <p:bldP spid="31" grpId="0"/>
      <p:bldP spid="32" grpId="0"/>
      <p:bldP spid="33" grpId="0"/>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4408894"/>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0000"/>
              </a:lnSpc>
              <a:tabLst>
                <a:tab pos="0" algn="l"/>
                <a:tab pos="447675" algn="l"/>
              </a:tabLst>
            </a:pPr>
            <a:r>
              <a:rPr lang="en-GB" dirty="0">
                <a:latin typeface="+mj-lt"/>
                <a:ea typeface="Calibri" panose="020F0502020204030204" pitchFamily="34" charset="0"/>
                <a:cs typeface="Shruti" panose="020B0502040204020203" pitchFamily="34" charset="0"/>
              </a:rPr>
              <a:t>A discrete random variable X has the following distribution function:</a:t>
            </a:r>
          </a:p>
          <a:p>
            <a:pPr>
              <a:lnSpc>
                <a:spcPct val="100000"/>
              </a:lnSpc>
              <a:spcBef>
                <a:spcPts val="600"/>
              </a:spcBef>
              <a:tabLst>
                <a:tab pos="0" algn="l"/>
                <a:tab pos="447675" algn="l"/>
              </a:tabLst>
            </a:pPr>
            <a:endParaRPr lang="en-GB" dirty="0">
              <a:latin typeface="+mj-lt"/>
              <a:ea typeface="Calibri" panose="020F0502020204030204" pitchFamily="34" charset="0"/>
              <a:cs typeface="Shruti" panose="020B0502040204020203" pitchFamily="34" charset="0"/>
            </a:endParaRPr>
          </a:p>
        </p:txBody>
      </p:sp>
      <p:sp>
        <p:nvSpPr>
          <p:cNvPr id="2" name="Title 1"/>
          <p:cNvSpPr>
            <a:spLocks noGrp="1"/>
          </p:cNvSpPr>
          <p:nvPr>
            <p:ph type="title"/>
          </p:nvPr>
        </p:nvSpPr>
        <p:spPr/>
        <p:txBody>
          <a:bodyPr/>
          <a:lstStyle/>
          <a:p>
            <a:r>
              <a:rPr lang="en-GB" dirty="0"/>
              <a:t>Method 7 ⇝ Example 3</a:t>
            </a:r>
            <a:endParaRPr lang="en-US" dirty="0"/>
          </a:p>
        </p:txBody>
      </p:sp>
      <p:sp>
        <p:nvSpPr>
          <p:cNvPr id="4" name="Content Placeholder 2"/>
          <p:cNvSpPr txBox="1">
            <a:spLocks/>
          </p:cNvSpPr>
          <p:nvPr/>
        </p:nvSpPr>
        <p:spPr>
          <a:xfrm>
            <a:off x="114082" y="5433371"/>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AE8ACC66-9495-434A-A4DF-815B37A71728}"/>
                  </a:ext>
                </a:extLst>
              </p:cNvPr>
              <p:cNvSpPr txBox="1"/>
              <p:nvPr/>
            </p:nvSpPr>
            <p:spPr>
              <a:xfrm>
                <a:off x="161657" y="3214630"/>
                <a:ext cx="11786504" cy="1031051"/>
              </a:xfrm>
              <a:prstGeom prst="rect">
                <a:avLst/>
              </a:prstGeom>
              <a:noFill/>
            </p:spPr>
            <p:txBody>
              <a:bodyPr wrap="square">
                <a:spAutoFit/>
              </a:bodyPr>
              <a:lstStyle/>
              <a:p>
                <a:pPr marL="514350" indent="-514350">
                  <a:spcBef>
                    <a:spcPts val="300"/>
                  </a:spcBef>
                  <a:buAutoNum type="arabicParenBoth"/>
                  <a:tabLst>
                    <a:tab pos="0" algn="l"/>
                    <a:tab pos="447675" algn="l"/>
                  </a:tabLst>
                </a:pPr>
                <a:r>
                  <a:rPr lang="en-GB" sz="2800" dirty="0">
                    <a:solidFill>
                      <a:schemeClr val="bg1"/>
                    </a:solidFill>
                  </a:rPr>
                  <a:t>Find the distribution function and use it to determine the probability that the life</a:t>
                </a:r>
              </a:p>
              <a:p>
                <a:pPr marL="533400">
                  <a:spcBef>
                    <a:spcPts val="300"/>
                  </a:spcBef>
                </a:pPr>
                <a:r>
                  <a:rPr lang="en-GB" sz="2800" dirty="0">
                    <a:solidFill>
                      <a:schemeClr val="bg1"/>
                    </a:solidFill>
                  </a:rPr>
                  <a:t>of tube is more than </a:t>
                </a:r>
                <a14:m>
                  <m:oMath xmlns:m="http://schemas.openxmlformats.org/officeDocument/2006/math">
                    <m:r>
                      <a:rPr lang="en-GB" sz="2800" i="1" dirty="0" smtClean="0">
                        <a:solidFill>
                          <a:schemeClr val="bg1"/>
                        </a:solidFill>
                        <a:latin typeface="Cambria Math" panose="02040503050406030204" pitchFamily="18" charset="0"/>
                      </a:rPr>
                      <m:t>150</m:t>
                    </m:r>
                  </m:oMath>
                </a14:m>
                <a:r>
                  <a:rPr lang="en-GB" sz="2800" dirty="0">
                    <a:solidFill>
                      <a:schemeClr val="bg1"/>
                    </a:solidFill>
                  </a:rPr>
                  <a:t> hrs.</a:t>
                </a:r>
              </a:p>
            </p:txBody>
          </p:sp>
        </mc:Choice>
        <mc:Fallback xmlns="">
          <p:sp>
            <p:nvSpPr>
              <p:cNvPr id="25" name="TextBox 24">
                <a:extLst>
                  <a:ext uri="{FF2B5EF4-FFF2-40B4-BE49-F238E27FC236}">
                    <a16:creationId xmlns:a16="http://schemas.microsoft.com/office/drawing/2014/main" id="{AE8ACC66-9495-434A-A4DF-815B37A71728}"/>
                  </a:ext>
                </a:extLst>
              </p:cNvPr>
              <p:cNvSpPr txBox="1">
                <a:spLocks noRot="1" noChangeAspect="1" noMove="1" noResize="1" noEditPoints="1" noAdjustHandles="1" noChangeArrowheads="1" noChangeShapeType="1" noTextEdit="1"/>
              </p:cNvSpPr>
              <p:nvPr/>
            </p:nvSpPr>
            <p:spPr>
              <a:xfrm>
                <a:off x="161657" y="3214630"/>
                <a:ext cx="11786504" cy="1031051"/>
              </a:xfrm>
              <a:prstGeom prst="rect">
                <a:avLst/>
              </a:prstGeom>
              <a:blipFill>
                <a:blip r:embed="rId2"/>
                <a:stretch>
                  <a:fillRect l="-1242" t="-10059" r="-466" b="-1242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7C6C1AE-EAAB-450A-8DB1-DD63F0759551}"/>
                  </a:ext>
                </a:extLst>
              </p:cNvPr>
              <p:cNvSpPr txBox="1"/>
              <p:nvPr/>
            </p:nvSpPr>
            <p:spPr>
              <a:xfrm>
                <a:off x="131176" y="1418890"/>
                <a:ext cx="4558811" cy="1703800"/>
              </a:xfrm>
              <a:prstGeom prst="rect">
                <a:avLst/>
              </a:prstGeom>
              <a:noFill/>
            </p:spPr>
            <p:txBody>
              <a:bodyPr wrap="square">
                <a:spAutoFit/>
              </a:bodyPr>
              <a:lstStyle/>
              <a:p>
                <a:pPr>
                  <a:lnSpc>
                    <a:spcPct val="101000"/>
                  </a:lnSpc>
                  <a:tabLst>
                    <a:tab pos="0" algn="l"/>
                    <a:tab pos="447675" algn="l"/>
                  </a:tabLst>
                </a:pPr>
                <a14:m>
                  <m:oMathPara xmlns:m="http://schemas.openxmlformats.org/officeDocument/2006/math">
                    <m:oMathParaPr>
                      <m:jc m:val="left"/>
                    </m:oMathParaPr>
                    <m:oMath xmlns:m="http://schemas.openxmlformats.org/officeDocument/2006/math">
                      <m:r>
                        <m:rPr>
                          <m:sty m:val="p"/>
                        </m:rPr>
                        <a:rPr lang="en-GB" sz="2800" i="0" kern="1200" smtClean="0">
                          <a:solidFill>
                            <a:schemeClr val="bg1"/>
                          </a:solidFill>
                          <a:effectLst/>
                          <a:latin typeface="Cambria Math" panose="02040503050406030204" pitchFamily="18" charset="0"/>
                          <a:ea typeface="Calibri" panose="020F0502020204030204" pitchFamily="34" charset="0"/>
                          <a:cs typeface="Shruti" panose="020B0502040204020203" pitchFamily="34" charset="0"/>
                        </a:rPr>
                        <m:t>f</m:t>
                      </m:r>
                      <m:d>
                        <m:dPr>
                          <m:ctrlPr>
                            <a:rPr lang="en-GB" sz="2800" i="1" kern="1200">
                              <a:solidFill>
                                <a:schemeClr val="bg1"/>
                              </a:solidFill>
                              <a:effectLst/>
                              <a:latin typeface="Cambria Math" panose="02040503050406030204" pitchFamily="18" charset="0"/>
                              <a:ea typeface="Calibri" panose="020F0502020204030204" pitchFamily="34" charset="0"/>
                              <a:cs typeface="Shruti" panose="020B0502040204020203" pitchFamily="34" charset="0"/>
                            </a:rPr>
                          </m:ctrlPr>
                        </m:dPr>
                        <m:e>
                          <m:r>
                            <m:rPr>
                              <m:sty m:val="p"/>
                            </m:rPr>
                            <a:rPr lang="en-GB" sz="2800" i="0" kern="1200">
                              <a:solidFill>
                                <a:schemeClr val="bg1"/>
                              </a:solidFill>
                              <a:effectLst/>
                              <a:latin typeface="Cambria Math" panose="02040503050406030204" pitchFamily="18" charset="0"/>
                              <a:ea typeface="Calibri" panose="020F0502020204030204" pitchFamily="34" charset="0"/>
                              <a:cs typeface="Shruti" panose="020B0502040204020203" pitchFamily="34" charset="0"/>
                            </a:rPr>
                            <m:t>x</m:t>
                          </m:r>
                        </m:e>
                      </m:d>
                      <m:r>
                        <a:rPr lang="en-GB" sz="2800" i="0" kern="1200">
                          <a:solidFill>
                            <a:schemeClr val="bg1"/>
                          </a:solidFill>
                          <a:effectLst/>
                          <a:latin typeface="Cambria Math" panose="02040503050406030204" pitchFamily="18" charset="0"/>
                          <a:ea typeface="Calibri" panose="020F0502020204030204" pitchFamily="34" charset="0"/>
                          <a:cs typeface="Shruti" panose="020B0502040204020203" pitchFamily="34" charset="0"/>
                        </a:rPr>
                        <m:t>=</m:t>
                      </m:r>
                      <m:d>
                        <m:dPr>
                          <m:begChr m:val="{"/>
                          <m:endChr m:val=""/>
                          <m:ctrlPr>
                            <a:rPr lang="en-GB" sz="2800" i="1">
                              <a:solidFill>
                                <a:schemeClr val="bg1"/>
                              </a:solidFill>
                              <a:latin typeface="Cambria Math" panose="02040503050406030204" pitchFamily="18" charset="0"/>
                              <a:ea typeface="Calibri" panose="020F0502020204030204" pitchFamily="34" charset="0"/>
                              <a:cs typeface="Shruti" panose="020B0502040204020203" pitchFamily="34" charset="0"/>
                            </a:rPr>
                          </m:ctrlPr>
                        </m:dPr>
                        <m:e>
                          <m:r>
                            <a:rPr lang="en-GB" sz="2800">
                              <a:solidFill>
                                <a:schemeClr val="bg1"/>
                              </a:solidFill>
                              <a:latin typeface="Cambria Math" panose="02040503050406030204" pitchFamily="18" charset="0"/>
                              <a:ea typeface="Calibri" panose="020F0502020204030204" pitchFamily="34" charset="0"/>
                              <a:cs typeface="Shruti" panose="020B0502040204020203" pitchFamily="34" charset="0"/>
                            </a:rPr>
                            <m:t> </m:t>
                          </m:r>
                          <m:eqArr>
                            <m:eqArrPr>
                              <m:ctrlPr>
                                <a:rPr lang="en-GB" sz="2800" i="1">
                                  <a:solidFill>
                                    <a:schemeClr val="bg1"/>
                                  </a:solidFill>
                                  <a:latin typeface="Cambria Math" panose="02040503050406030204" pitchFamily="18" charset="0"/>
                                  <a:ea typeface="Calibri" panose="020F0502020204030204" pitchFamily="34" charset="0"/>
                                  <a:cs typeface="Shruti" panose="020B0502040204020203" pitchFamily="34" charset="0"/>
                                </a:rPr>
                              </m:ctrlPr>
                            </m:eqArrPr>
                            <m:e>
                              <m:f>
                                <m:fPr>
                                  <m:ctrlPr>
                                    <a:rPr lang="en-GB" sz="2800" i="1">
                                      <a:solidFill>
                                        <a:schemeClr val="bg1"/>
                                      </a:solidFill>
                                      <a:latin typeface="Cambria Math" panose="02040503050406030204" pitchFamily="18" charset="0"/>
                                      <a:ea typeface="Calibri" panose="020F0502020204030204" pitchFamily="34" charset="0"/>
                                      <a:cs typeface="Shruti" panose="020B0502040204020203" pitchFamily="34" charset="0"/>
                                    </a:rPr>
                                  </m:ctrlPr>
                                </m:fPr>
                                <m:num>
                                  <m:r>
                                    <a:rPr lang="en-GB" sz="2800">
                                      <a:solidFill>
                                        <a:schemeClr val="bg1"/>
                                      </a:solidFill>
                                      <a:latin typeface="Cambria Math" panose="02040503050406030204" pitchFamily="18" charset="0"/>
                                      <a:ea typeface="Calibri" panose="020F0502020204030204" pitchFamily="34" charset="0"/>
                                      <a:cs typeface="Shruti" panose="020B0502040204020203" pitchFamily="34" charset="0"/>
                                    </a:rPr>
                                    <m:t>100 </m:t>
                                  </m:r>
                                </m:num>
                                <m:den>
                                  <m:r>
                                    <a:rPr lang="en-GB" sz="2800">
                                      <a:solidFill>
                                        <a:schemeClr val="bg1"/>
                                      </a:solidFill>
                                      <a:latin typeface="Cambria Math" panose="02040503050406030204" pitchFamily="18" charset="0"/>
                                      <a:ea typeface="Calibri" panose="020F0502020204030204" pitchFamily="34" charset="0"/>
                                      <a:cs typeface="Shruti" panose="020B0502040204020203" pitchFamily="34" charset="0"/>
                                    </a:rPr>
                                    <m:t> </m:t>
                                  </m:r>
                                  <m:sSup>
                                    <m:sSupPr>
                                      <m:ctrlPr>
                                        <a:rPr lang="en-GB" sz="2800" i="1">
                                          <a:solidFill>
                                            <a:schemeClr val="bg1"/>
                                          </a:solidFill>
                                          <a:latin typeface="Cambria Math" panose="02040503050406030204" pitchFamily="18" charset="0"/>
                                          <a:ea typeface="Calibri" panose="020F0502020204030204" pitchFamily="34" charset="0"/>
                                          <a:cs typeface="Shruti" panose="020B0502040204020203" pitchFamily="34" charset="0"/>
                                        </a:rPr>
                                      </m:ctrlPr>
                                    </m:sSupPr>
                                    <m:e>
                                      <m:r>
                                        <m:rPr>
                                          <m:sty m:val="p"/>
                                        </m:rPr>
                                        <a:rPr lang="en-GB" sz="2800">
                                          <a:solidFill>
                                            <a:schemeClr val="bg1"/>
                                          </a:solidFill>
                                          <a:latin typeface="Cambria Math" panose="02040503050406030204" pitchFamily="18" charset="0"/>
                                          <a:ea typeface="Calibri" panose="020F0502020204030204" pitchFamily="34" charset="0"/>
                                          <a:cs typeface="Shruti" panose="020B0502040204020203" pitchFamily="34" charset="0"/>
                                        </a:rPr>
                                        <m:t>x</m:t>
                                      </m:r>
                                    </m:e>
                                    <m:sup>
                                      <m:r>
                                        <a:rPr lang="en-GB" sz="2800">
                                          <a:solidFill>
                                            <a:schemeClr val="bg1"/>
                                          </a:solidFill>
                                          <a:latin typeface="Cambria Math" panose="02040503050406030204" pitchFamily="18" charset="0"/>
                                          <a:ea typeface="Calibri" panose="020F0502020204030204" pitchFamily="34" charset="0"/>
                                          <a:cs typeface="Shruti" panose="020B0502040204020203" pitchFamily="34" charset="0"/>
                                        </a:rPr>
                                        <m:t>2</m:t>
                                      </m:r>
                                    </m:sup>
                                  </m:sSup>
                                  <m:r>
                                    <a:rPr lang="en-GB" sz="2800">
                                      <a:solidFill>
                                        <a:schemeClr val="bg1"/>
                                      </a:solidFill>
                                      <a:latin typeface="Cambria Math" panose="02040503050406030204" pitchFamily="18" charset="0"/>
                                      <a:ea typeface="Calibri" panose="020F0502020204030204" pitchFamily="34" charset="0"/>
                                      <a:cs typeface="Shruti" panose="020B0502040204020203" pitchFamily="34" charset="0"/>
                                    </a:rPr>
                                    <m:t> </m:t>
                                  </m:r>
                                </m:den>
                              </m:f>
                              <m:r>
                                <a:rPr lang="en-GB" sz="2800">
                                  <a:solidFill>
                                    <a:schemeClr val="bg1"/>
                                  </a:solidFill>
                                  <a:latin typeface="Cambria Math" panose="02040503050406030204" pitchFamily="18" charset="0"/>
                                  <a:ea typeface="Calibri" panose="020F0502020204030204" pitchFamily="34" charset="0"/>
                                  <a:cs typeface="Shruti" panose="020B0502040204020203" pitchFamily="34" charset="0"/>
                                </a:rPr>
                                <m:t>;      </m:t>
                              </m:r>
                              <m:r>
                                <a:rPr lang="en-IN" sz="2800">
                                  <a:solidFill>
                                    <a:schemeClr val="bg1"/>
                                  </a:solidFill>
                                  <a:latin typeface="Cambria Math" panose="02040503050406030204" pitchFamily="18" charset="0"/>
                                  <a:ea typeface="Calibri" panose="020F0502020204030204" pitchFamily="34" charset="0"/>
                                  <a:cs typeface="Shruti" panose="020B0502040204020203" pitchFamily="34" charset="0"/>
                                </a:rPr>
                                <m:t> </m:t>
                              </m:r>
                              <m:r>
                                <m:rPr>
                                  <m:sty m:val="p"/>
                                </m:rPr>
                                <a:rPr lang="en-GB" sz="2800">
                                  <a:solidFill>
                                    <a:schemeClr val="bg1"/>
                                  </a:solidFill>
                                  <a:latin typeface="Cambria Math" panose="02040503050406030204" pitchFamily="18" charset="0"/>
                                  <a:ea typeface="Calibri" panose="020F0502020204030204" pitchFamily="34" charset="0"/>
                                  <a:cs typeface="Shruti" panose="020B0502040204020203" pitchFamily="34" charset="0"/>
                                </a:rPr>
                                <m:t>x</m:t>
                              </m:r>
                              <m:r>
                                <a:rPr lang="en-GB" sz="2800">
                                  <a:solidFill>
                                    <a:schemeClr val="bg1"/>
                                  </a:solidFill>
                                  <a:latin typeface="Cambria Math" panose="02040503050406030204" pitchFamily="18" charset="0"/>
                                  <a:ea typeface="Calibri" panose="020F0502020204030204" pitchFamily="34" charset="0"/>
                                  <a:cs typeface="Shruti" panose="020B0502040204020203" pitchFamily="34" charset="0"/>
                                </a:rPr>
                                <m:t>≥100</m:t>
                              </m:r>
                            </m:e>
                            <m:e>
                              <m:r>
                                <a:rPr lang="en-IN" sz="2800" i="1">
                                  <a:solidFill>
                                    <a:schemeClr val="bg1"/>
                                  </a:solidFill>
                                  <a:latin typeface="Cambria Math" panose="02040503050406030204" pitchFamily="18" charset="0"/>
                                  <a:ea typeface="Calibri" panose="020F0502020204030204" pitchFamily="34" charset="0"/>
                                  <a:cs typeface="Shruti" panose="020B0502040204020203" pitchFamily="34" charset="0"/>
                                </a:rPr>
                                <m:t> </m:t>
                              </m:r>
                            </m:e>
                            <m:e>
                              <m:r>
                                <a:rPr lang="en-GB" sz="2800">
                                  <a:solidFill>
                                    <a:schemeClr val="bg1"/>
                                  </a:solidFill>
                                  <a:latin typeface="Cambria Math" panose="02040503050406030204" pitchFamily="18" charset="0"/>
                                  <a:ea typeface="Calibri" panose="020F0502020204030204" pitchFamily="34" charset="0"/>
                                  <a:cs typeface="Shruti" panose="020B0502040204020203" pitchFamily="34" charset="0"/>
                                </a:rPr>
                                <m:t>    0    ;   </m:t>
                              </m:r>
                              <m:r>
                                <m:rPr>
                                  <m:sty m:val="p"/>
                                </m:rPr>
                                <a:rPr lang="en-GB" sz="2800">
                                  <a:solidFill>
                                    <a:schemeClr val="bg1"/>
                                  </a:solidFill>
                                  <a:latin typeface="Cambria Math" panose="02040503050406030204" pitchFamily="18" charset="0"/>
                                  <a:ea typeface="Calibri" panose="020F0502020204030204" pitchFamily="34" charset="0"/>
                                  <a:cs typeface="Shruti" panose="020B0502040204020203" pitchFamily="34" charset="0"/>
                                </a:rPr>
                                <m:t>elsewhere</m:t>
                              </m:r>
                            </m:e>
                          </m:eqArr>
                        </m:e>
                      </m:d>
                    </m:oMath>
                  </m:oMathPara>
                </a14:m>
                <a:endParaRPr lang="en-IN" sz="2800" dirty="0">
                  <a:solidFill>
                    <a:schemeClr val="bg1"/>
                  </a:solidFill>
                  <a:effectLst/>
                </a:endParaRPr>
              </a:p>
            </p:txBody>
          </p:sp>
        </mc:Choice>
        <mc:Fallback xmlns="">
          <p:sp>
            <p:nvSpPr>
              <p:cNvPr id="8" name="TextBox 7">
                <a:extLst>
                  <a:ext uri="{FF2B5EF4-FFF2-40B4-BE49-F238E27FC236}">
                    <a16:creationId xmlns:a16="http://schemas.microsoft.com/office/drawing/2014/main" id="{F7C6C1AE-EAAB-450A-8DB1-DD63F0759551}"/>
                  </a:ext>
                </a:extLst>
              </p:cNvPr>
              <p:cNvSpPr txBox="1">
                <a:spLocks noRot="1" noChangeAspect="1" noMove="1" noResize="1" noEditPoints="1" noAdjustHandles="1" noChangeArrowheads="1" noChangeShapeType="1" noTextEdit="1"/>
              </p:cNvSpPr>
              <p:nvPr/>
            </p:nvSpPr>
            <p:spPr>
              <a:xfrm>
                <a:off x="131176" y="1418890"/>
                <a:ext cx="4558811" cy="170380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52AA81D-47C1-4B63-AF47-A49298DCA28C}"/>
                  </a:ext>
                </a:extLst>
              </p:cNvPr>
              <p:cNvSpPr txBox="1"/>
              <p:nvPr/>
            </p:nvSpPr>
            <p:spPr>
              <a:xfrm>
                <a:off x="161657" y="4245681"/>
                <a:ext cx="11786504" cy="1031051"/>
              </a:xfrm>
              <a:prstGeom prst="rect">
                <a:avLst/>
              </a:prstGeom>
              <a:noFill/>
            </p:spPr>
            <p:txBody>
              <a:bodyPr wrap="square">
                <a:spAutoFit/>
              </a:bodyPr>
              <a:lstStyle/>
              <a:p>
                <a:pPr marL="514350" indent="-514350">
                  <a:spcBef>
                    <a:spcPts val="300"/>
                  </a:spcBef>
                  <a:buAutoNum type="arabicParenBoth" startAt="2"/>
                  <a:tabLst>
                    <a:tab pos="0" algn="l"/>
                    <a:tab pos="447675" algn="l"/>
                  </a:tabLst>
                </a:pPr>
                <a:r>
                  <a:rPr lang="en-GB" sz="2800" dirty="0">
                    <a:solidFill>
                      <a:schemeClr val="bg1"/>
                    </a:solidFill>
                  </a:rPr>
                  <a:t>What is the probability that a tube will last less than </a:t>
                </a:r>
                <a14:m>
                  <m:oMath xmlns:m="http://schemas.openxmlformats.org/officeDocument/2006/math">
                    <m:r>
                      <a:rPr lang="en-GB" sz="2800" i="1" dirty="0" smtClean="0">
                        <a:solidFill>
                          <a:schemeClr val="bg1"/>
                        </a:solidFill>
                        <a:latin typeface="Cambria Math" panose="02040503050406030204" pitchFamily="18" charset="0"/>
                      </a:rPr>
                      <m:t>200</m:t>
                    </m:r>
                  </m:oMath>
                </a14:m>
                <a:r>
                  <a:rPr lang="en-GB" sz="2800" dirty="0">
                    <a:solidFill>
                      <a:schemeClr val="bg1"/>
                    </a:solidFill>
                  </a:rPr>
                  <a:t> hrs if it is known that</a:t>
                </a:r>
              </a:p>
              <a:p>
                <a:pPr marL="533400">
                  <a:spcBef>
                    <a:spcPts val="300"/>
                  </a:spcBef>
                </a:pPr>
                <a:r>
                  <a:rPr lang="en-GB" sz="2800" dirty="0">
                    <a:solidFill>
                      <a:schemeClr val="bg1"/>
                    </a:solidFill>
                  </a:rPr>
                  <a:t>the tube is still functioning after </a:t>
                </a:r>
                <a14:m>
                  <m:oMath xmlns:m="http://schemas.openxmlformats.org/officeDocument/2006/math">
                    <m:r>
                      <a:rPr lang="en-GB" sz="2800" i="1" dirty="0" smtClean="0">
                        <a:solidFill>
                          <a:schemeClr val="bg1"/>
                        </a:solidFill>
                        <a:latin typeface="Cambria Math" panose="02040503050406030204" pitchFamily="18" charset="0"/>
                      </a:rPr>
                      <m:t>150</m:t>
                    </m:r>
                  </m:oMath>
                </a14:m>
                <a:r>
                  <a:rPr lang="en-GB" sz="2800" dirty="0">
                    <a:solidFill>
                      <a:schemeClr val="bg1"/>
                    </a:solidFill>
                  </a:rPr>
                  <a:t> hrs of service?</a:t>
                </a:r>
              </a:p>
            </p:txBody>
          </p:sp>
        </mc:Choice>
        <mc:Fallback xmlns="">
          <p:sp>
            <p:nvSpPr>
              <p:cNvPr id="9" name="TextBox 8">
                <a:extLst>
                  <a:ext uri="{FF2B5EF4-FFF2-40B4-BE49-F238E27FC236}">
                    <a16:creationId xmlns:a16="http://schemas.microsoft.com/office/drawing/2014/main" id="{552AA81D-47C1-4B63-AF47-A49298DCA28C}"/>
                  </a:ext>
                </a:extLst>
              </p:cNvPr>
              <p:cNvSpPr txBox="1">
                <a:spLocks noRot="1" noChangeAspect="1" noMove="1" noResize="1" noEditPoints="1" noAdjustHandles="1" noChangeArrowheads="1" noChangeShapeType="1" noTextEdit="1"/>
              </p:cNvSpPr>
              <p:nvPr/>
            </p:nvSpPr>
            <p:spPr>
              <a:xfrm>
                <a:off x="161657" y="4245681"/>
                <a:ext cx="11786504" cy="1031051"/>
              </a:xfrm>
              <a:prstGeom prst="rect">
                <a:avLst/>
              </a:prstGeom>
              <a:blipFill>
                <a:blip r:embed="rId4"/>
                <a:stretch>
                  <a:fillRect l="-1242" t="-10000" b="-11765"/>
                </a:stretch>
              </a:blipFill>
            </p:spPr>
            <p:txBody>
              <a:bodyPr/>
              <a:lstStyle/>
              <a:p>
                <a:r>
                  <a:rPr lang="en-IN">
                    <a:noFill/>
                  </a:rPr>
                  <a:t> </a:t>
                </a:r>
              </a:p>
            </p:txBody>
          </p:sp>
        </mc:Fallback>
      </mc:AlternateContent>
      <p:sp>
        <p:nvSpPr>
          <p:cNvPr id="15" name="Textbox">
            <a:extLst>
              <a:ext uri="{FF2B5EF4-FFF2-40B4-BE49-F238E27FC236}">
                <a16:creationId xmlns:a16="http://schemas.microsoft.com/office/drawing/2014/main" id="{ADEF0452-B5B7-4DE2-927A-36F69E292571}"/>
              </a:ext>
            </a:extLst>
          </p:cNvPr>
          <p:cNvSpPr txBox="1"/>
          <p:nvPr/>
        </p:nvSpPr>
        <p:spPr>
          <a:xfrm>
            <a:off x="1920022" y="5433371"/>
            <a:ext cx="1067018" cy="523220"/>
          </a:xfrm>
          <a:prstGeom prst="rect">
            <a:avLst/>
          </a:prstGeom>
          <a:noFill/>
        </p:spPr>
        <p:txBody>
          <a:bodyPr wrap="square">
            <a:spAutoFit/>
          </a:bodyPr>
          <a:lstStyle/>
          <a:p>
            <a:r>
              <a:rPr lang="en-GB" sz="2800" dirty="0">
                <a:solidFill>
                  <a:srgbClr val="002060"/>
                </a:solidFill>
              </a:rPr>
              <a:t>Derive</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7716620-169F-46C8-9336-96AC2DACBABC}"/>
                  </a:ext>
                </a:extLst>
              </p:cNvPr>
              <p:cNvSpPr txBox="1"/>
              <p:nvPr/>
            </p:nvSpPr>
            <p:spPr>
              <a:xfrm>
                <a:off x="1920022" y="5998622"/>
                <a:ext cx="254136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GB" sz="2800" i="1" dirty="0" smtClean="0">
                              <a:solidFill>
                                <a:srgbClr val="002060"/>
                              </a:solidFill>
                              <a:latin typeface="Cambria Math" panose="02040503050406030204" pitchFamily="18" charset="0"/>
                            </a:rPr>
                          </m:ctrlPr>
                        </m:dPr>
                        <m:e>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&gt;150</m:t>
                          </m:r>
                        </m:e>
                      </m:d>
                    </m:oMath>
                  </m:oMathPara>
                </a14:m>
                <a:endParaRPr lang="en-IN" sz="2800" dirty="0">
                  <a:solidFill>
                    <a:srgbClr val="002060"/>
                  </a:solidFill>
                </a:endParaRPr>
              </a:p>
            </p:txBody>
          </p:sp>
        </mc:Choice>
        <mc:Fallback xmlns="">
          <p:sp>
            <p:nvSpPr>
              <p:cNvPr id="16" name="TextBox 15">
                <a:extLst>
                  <a:ext uri="{FF2B5EF4-FFF2-40B4-BE49-F238E27FC236}">
                    <a16:creationId xmlns:a16="http://schemas.microsoft.com/office/drawing/2014/main" id="{17716620-169F-46C8-9336-96AC2DACBABC}"/>
                  </a:ext>
                </a:extLst>
              </p:cNvPr>
              <p:cNvSpPr txBox="1">
                <a:spLocks noRot="1" noChangeAspect="1" noMove="1" noResize="1" noEditPoints="1" noAdjustHandles="1" noChangeArrowheads="1" noChangeShapeType="1" noTextEdit="1"/>
              </p:cNvSpPr>
              <p:nvPr/>
            </p:nvSpPr>
            <p:spPr>
              <a:xfrm>
                <a:off x="1920022" y="5998622"/>
                <a:ext cx="2541361"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01BACC6-451C-48FF-B84F-200B5ACD949D}"/>
                  </a:ext>
                </a:extLst>
              </p:cNvPr>
              <p:cNvSpPr txBox="1"/>
              <p:nvPr/>
            </p:nvSpPr>
            <p:spPr>
              <a:xfrm>
                <a:off x="3727051" y="5998622"/>
                <a:ext cx="65813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17" name="TextBox 16">
                <a:extLst>
                  <a:ext uri="{FF2B5EF4-FFF2-40B4-BE49-F238E27FC236}">
                    <a16:creationId xmlns:a16="http://schemas.microsoft.com/office/drawing/2014/main" id="{901BACC6-451C-48FF-B84F-200B5ACD949D}"/>
                  </a:ext>
                </a:extLst>
              </p:cNvPr>
              <p:cNvSpPr txBox="1">
                <a:spLocks noRot="1" noChangeAspect="1" noMove="1" noResize="1" noEditPoints="1" noAdjustHandles="1" noChangeArrowheads="1" noChangeShapeType="1" noTextEdit="1"/>
              </p:cNvSpPr>
              <p:nvPr/>
            </p:nvSpPr>
            <p:spPr>
              <a:xfrm>
                <a:off x="3727051" y="5998622"/>
                <a:ext cx="658132"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FFD12D8-015A-4E22-B77E-3D8C616CC42C}"/>
                  </a:ext>
                </a:extLst>
              </p:cNvPr>
              <p:cNvSpPr txBox="1"/>
              <p:nvPr/>
            </p:nvSpPr>
            <p:spPr>
              <a:xfrm>
                <a:off x="4856155" y="5998622"/>
                <a:ext cx="356394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rgbClr val="002060"/>
                          </a:solidFill>
                          <a:latin typeface="Cambria Math" panose="02040503050406030204" pitchFamily="18" charset="0"/>
                        </a:rPr>
                        <m:t>P</m:t>
                      </m:r>
                      <m:d>
                        <m:dPr>
                          <m:sepChr m:val="∣"/>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X</m:t>
                          </m:r>
                          <m:r>
                            <a:rPr lang="en-GB" sz="2800" dirty="0">
                              <a:solidFill>
                                <a:srgbClr val="002060"/>
                              </a:solidFill>
                              <a:latin typeface="Cambria Math" panose="02040503050406030204" pitchFamily="18" charset="0"/>
                            </a:rPr>
                            <m:t>&lt;200</m:t>
                          </m:r>
                        </m:e>
                        <m:e>
                          <m:r>
                            <m:rPr>
                              <m:sty m:val="p"/>
                            </m:rPr>
                            <a:rPr lang="en-GB" sz="2800" dirty="0">
                              <a:solidFill>
                                <a:srgbClr val="002060"/>
                              </a:solidFill>
                              <a:latin typeface="Cambria Math" panose="02040503050406030204" pitchFamily="18" charset="0"/>
                            </a:rPr>
                            <m:t>X</m:t>
                          </m:r>
                          <m:r>
                            <a:rPr lang="en-GB" sz="2800" dirty="0">
                              <a:solidFill>
                                <a:srgbClr val="002060"/>
                              </a:solidFill>
                              <a:latin typeface="Cambria Math" panose="02040503050406030204" pitchFamily="18" charset="0"/>
                            </a:rPr>
                            <m:t>&gt;150</m:t>
                          </m:r>
                        </m:e>
                      </m:d>
                    </m:oMath>
                  </m:oMathPara>
                </a14:m>
                <a:endParaRPr lang="en-IN" sz="2800" dirty="0">
                  <a:solidFill>
                    <a:srgbClr val="002060"/>
                  </a:solidFill>
                </a:endParaRPr>
              </a:p>
            </p:txBody>
          </p:sp>
        </mc:Choice>
        <mc:Fallback xmlns="">
          <p:sp>
            <p:nvSpPr>
              <p:cNvPr id="18" name="TextBox 17">
                <a:extLst>
                  <a:ext uri="{FF2B5EF4-FFF2-40B4-BE49-F238E27FC236}">
                    <a16:creationId xmlns:a16="http://schemas.microsoft.com/office/drawing/2014/main" id="{CFFD12D8-015A-4E22-B77E-3D8C616CC42C}"/>
                  </a:ext>
                </a:extLst>
              </p:cNvPr>
              <p:cNvSpPr txBox="1">
                <a:spLocks noRot="1" noChangeAspect="1" noMove="1" noResize="1" noEditPoints="1" noAdjustHandles="1" noChangeArrowheads="1" noChangeShapeType="1" noTextEdit="1"/>
              </p:cNvSpPr>
              <p:nvPr/>
            </p:nvSpPr>
            <p:spPr>
              <a:xfrm>
                <a:off x="4856155" y="5998622"/>
                <a:ext cx="3563946"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643B7D9-70A0-4B30-97EA-8BD5E5024521}"/>
                  </a:ext>
                </a:extLst>
              </p:cNvPr>
              <p:cNvSpPr txBox="1"/>
              <p:nvPr/>
            </p:nvSpPr>
            <p:spPr>
              <a:xfrm>
                <a:off x="8396054" y="5998622"/>
                <a:ext cx="65813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20" name="TextBox 19">
                <a:extLst>
                  <a:ext uri="{FF2B5EF4-FFF2-40B4-BE49-F238E27FC236}">
                    <a16:creationId xmlns:a16="http://schemas.microsoft.com/office/drawing/2014/main" id="{7643B7D9-70A0-4B30-97EA-8BD5E5024521}"/>
                  </a:ext>
                </a:extLst>
              </p:cNvPr>
              <p:cNvSpPr txBox="1">
                <a:spLocks noRot="1" noChangeAspect="1" noMove="1" noResize="1" noEditPoints="1" noAdjustHandles="1" noChangeArrowheads="1" noChangeShapeType="1" noTextEdit="1"/>
              </p:cNvSpPr>
              <p:nvPr/>
            </p:nvSpPr>
            <p:spPr>
              <a:xfrm>
                <a:off x="8396054" y="5998622"/>
                <a:ext cx="658132" cy="523220"/>
              </a:xfrm>
              <a:prstGeom prst="rect">
                <a:avLst/>
              </a:prstGeom>
              <a:blipFill>
                <a:blip r:embed="rId8"/>
                <a:stretch>
                  <a:fillRect/>
                </a:stretch>
              </a:blipFill>
            </p:spPr>
            <p:txBody>
              <a:bodyPr/>
              <a:lstStyle/>
              <a:p>
                <a:r>
                  <a:rPr lang="en-IN">
                    <a:noFill/>
                  </a:rPr>
                  <a:t> </a:t>
                </a:r>
              </a:p>
            </p:txBody>
          </p:sp>
        </mc:Fallback>
      </mc:AlternateContent>
      <p:sp>
        <p:nvSpPr>
          <p:cNvPr id="13" name="!!CDF">
            <a:extLst>
              <a:ext uri="{FF2B5EF4-FFF2-40B4-BE49-F238E27FC236}">
                <a16:creationId xmlns:a16="http://schemas.microsoft.com/office/drawing/2014/main" id="{00AC1D45-2701-4E77-9BF0-43EE74A34ED7}"/>
              </a:ext>
            </a:extLst>
          </p:cNvPr>
          <p:cNvSpPr txBox="1"/>
          <p:nvPr/>
        </p:nvSpPr>
        <p:spPr>
          <a:xfrm>
            <a:off x="2989098" y="5433371"/>
            <a:ext cx="4067021" cy="523220"/>
          </a:xfrm>
          <a:prstGeom prst="rect">
            <a:avLst/>
          </a:prstGeom>
          <a:noFill/>
        </p:spPr>
        <p:txBody>
          <a:bodyPr wrap="square">
            <a:spAutoFit/>
          </a:bodyPr>
          <a:lstStyle/>
          <a:p>
            <a:r>
              <a:rPr lang="en-GB" sz="2800" dirty="0">
                <a:solidFill>
                  <a:srgbClr val="002060"/>
                </a:solidFill>
              </a:rPr>
              <a:t>Distribution Function (CDF)</a:t>
            </a:r>
          </a:p>
        </p:txBody>
      </p:sp>
    </p:spTree>
    <p:extLst>
      <p:ext uri="{BB962C8B-B14F-4D97-AF65-F5344CB8AC3E}">
        <p14:creationId xmlns:p14="http://schemas.microsoft.com/office/powerpoint/2010/main" val="191294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5" grpId="0"/>
      <p:bldP spid="16" grpId="0"/>
      <p:bldP spid="17" grpId="0"/>
      <p:bldP spid="18" grpId="0"/>
      <p:bldP spid="20" grpId="0"/>
      <p:bldP spid="13" grpId="0"/>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7 ⇝ Example 3 (</a:t>
            </a:r>
            <a:r>
              <a:rPr lang="en-IN" dirty="0"/>
              <a:t>Continue</a:t>
            </a:r>
            <a:r>
              <a:rPr lang="en-GB" dirty="0"/>
              <a:t>)</a:t>
            </a:r>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7C6C1AE-EAAB-450A-8DB1-DD63F0759551}"/>
                  </a:ext>
                </a:extLst>
              </p:cNvPr>
              <p:cNvSpPr txBox="1"/>
              <p:nvPr/>
            </p:nvSpPr>
            <p:spPr>
              <a:xfrm>
                <a:off x="8389255" y="768351"/>
                <a:ext cx="3711119" cy="1473545"/>
              </a:xfrm>
              <a:prstGeom prst="rect">
                <a:avLst/>
              </a:prstGeom>
              <a:noFill/>
            </p:spPr>
            <p:txBody>
              <a:bodyPr wrap="square">
                <a:spAutoFit/>
              </a:bodyPr>
              <a:lstStyle/>
              <a:p>
                <a:pPr marL="0" algn="l" rtl="0" eaLnBrk="1" latinLnBrk="0" hangingPunct="1">
                  <a:lnSpc>
                    <a:spcPct val="101000"/>
                  </a:lnSpc>
                  <a:spcBef>
                    <a:spcPts val="0"/>
                  </a:spcBef>
                  <a:spcAft>
                    <a:spcPts val="0"/>
                  </a:spcAft>
                  <a:tabLst>
                    <a:tab pos="0" algn="l"/>
                    <a:tab pos="447675" algn="l"/>
                  </a:tabLst>
                </a:pPr>
                <a14:m>
                  <m:oMathPara xmlns:m="http://schemas.openxmlformats.org/officeDocument/2006/math">
                    <m:oMathParaPr>
                      <m:jc m:val="left"/>
                    </m:oMathParaPr>
                    <m:oMath xmlns:m="http://schemas.openxmlformats.org/officeDocument/2006/math">
                      <m:r>
                        <m:rPr>
                          <m:sty m:val="p"/>
                        </m:rPr>
                        <a:rPr lang="en-GB" sz="2400" i="0" kern="1200" smtClean="0">
                          <a:solidFill>
                            <a:srgbClr val="002060"/>
                          </a:solidFill>
                          <a:effectLst/>
                          <a:latin typeface="Cambria Math" panose="02040503050406030204" pitchFamily="18" charset="0"/>
                          <a:ea typeface="Calibri" panose="020F0502020204030204" pitchFamily="34" charset="0"/>
                          <a:cs typeface="Shruti" panose="020B0502040204020203" pitchFamily="34" charset="0"/>
                        </a:rPr>
                        <m:t>f</m:t>
                      </m:r>
                      <m:d>
                        <m:dPr>
                          <m:ctrlPr>
                            <a:rPr lang="en-GB" sz="2400" i="1"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dPr>
                        <m:e>
                          <m:r>
                            <m:rPr>
                              <m:sty m:val="p"/>
                            </m:rP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x</m:t>
                          </m:r>
                        </m:e>
                      </m:d>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d>
                        <m:dPr>
                          <m:begChr m:val="{"/>
                          <m:endChr m:val=""/>
                          <m:ctrlPr>
                            <a:rPr lang="en-GB" sz="2400" i="1"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dPr>
                        <m:e>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m:t>
                          </m:r>
                          <m:eqArr>
                            <m:eqArrPr>
                              <m:ctrlPr>
                                <a:rPr lang="en-GB" sz="2400" i="1"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eqArrPr>
                            <m:e>
                              <m:f>
                                <m:fPr>
                                  <m:ctrlPr>
                                    <a:rPr lang="en-GB" sz="2400" i="1"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fPr>
                                <m:num>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100 </m:t>
                                  </m:r>
                                </m:num>
                                <m:den>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m:t>
                                  </m:r>
                                  <m:sSup>
                                    <m:sSupPr>
                                      <m:ctrlPr>
                                        <a:rPr lang="en-GB" sz="2400" i="1"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pPr>
                                    <m:e>
                                      <m:r>
                                        <m:rPr>
                                          <m:sty m:val="p"/>
                                        </m:rP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x</m:t>
                                      </m:r>
                                    </m:e>
                                    <m:sup>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2</m:t>
                                      </m:r>
                                    </m:sup>
                                  </m:sSup>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m:t>
                                  </m:r>
                                </m:den>
                              </m:f>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m:t>
                              </m:r>
                              <m:r>
                                <a:rPr lang="en-IN" sz="2400" b="0" i="0" kern="1200" smtClean="0">
                                  <a:solidFill>
                                    <a:srgbClr val="002060"/>
                                  </a:solidFill>
                                  <a:effectLst/>
                                  <a:latin typeface="Cambria Math" panose="02040503050406030204" pitchFamily="18" charset="0"/>
                                  <a:ea typeface="Calibri" panose="020F0502020204030204" pitchFamily="34" charset="0"/>
                                  <a:cs typeface="Shruti" panose="020B0502040204020203" pitchFamily="34" charset="0"/>
                                </a:rPr>
                                <m:t> </m:t>
                              </m:r>
                              <m:r>
                                <m:rPr>
                                  <m:sty m:val="p"/>
                                </m:rP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x</m:t>
                              </m:r>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≥100</m:t>
                              </m:r>
                            </m:e>
                            <m:e>
                              <m:r>
                                <a:rPr lang="en-IN" sz="2400" b="0" i="1"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m:t>
                              </m:r>
                            </m:e>
                            <m:e>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0    ;   </m:t>
                              </m:r>
                              <m:r>
                                <m:rPr>
                                  <m:sty m:val="p"/>
                                </m:rP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elsewhere</m:t>
                              </m:r>
                            </m:e>
                          </m:eqArr>
                        </m:e>
                      </m:d>
                    </m:oMath>
                  </m:oMathPara>
                </a14:m>
                <a:endParaRPr lang="en-IN" sz="2400" dirty="0">
                  <a:solidFill>
                    <a:srgbClr val="002060"/>
                  </a:solidFill>
                  <a:effectLst/>
                </a:endParaRPr>
              </a:p>
            </p:txBody>
          </p:sp>
        </mc:Choice>
        <mc:Fallback xmlns="">
          <p:sp>
            <p:nvSpPr>
              <p:cNvPr id="8" name="TextBox 7">
                <a:extLst>
                  <a:ext uri="{FF2B5EF4-FFF2-40B4-BE49-F238E27FC236}">
                    <a16:creationId xmlns:a16="http://schemas.microsoft.com/office/drawing/2014/main" id="{F7C6C1AE-EAAB-450A-8DB1-DD63F0759551}"/>
                  </a:ext>
                </a:extLst>
              </p:cNvPr>
              <p:cNvSpPr txBox="1">
                <a:spLocks noRot="1" noChangeAspect="1" noMove="1" noResize="1" noEditPoints="1" noAdjustHandles="1" noChangeArrowheads="1" noChangeShapeType="1" noTextEdit="1"/>
              </p:cNvSpPr>
              <p:nvPr/>
            </p:nvSpPr>
            <p:spPr>
              <a:xfrm>
                <a:off x="8389255" y="768351"/>
                <a:ext cx="3711119" cy="1473545"/>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C6F3FA1-CE0C-47A7-BC43-EDDB5CF080CF}"/>
                  </a:ext>
                </a:extLst>
              </p:cNvPr>
              <p:cNvSpPr txBox="1"/>
              <p:nvPr/>
            </p:nvSpPr>
            <p:spPr>
              <a:xfrm>
                <a:off x="129726" y="3032983"/>
                <a:ext cx="73950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e>
                      </m:d>
                    </m:oMath>
                  </m:oMathPara>
                </a14:m>
                <a:endParaRPr lang="en-IN" sz="2800" dirty="0"/>
              </a:p>
            </p:txBody>
          </p:sp>
        </mc:Choice>
        <mc:Fallback xmlns="">
          <p:sp>
            <p:nvSpPr>
              <p:cNvPr id="10" name="TextBox 9">
                <a:extLst>
                  <a:ext uri="{FF2B5EF4-FFF2-40B4-BE49-F238E27FC236}">
                    <a16:creationId xmlns:a16="http://schemas.microsoft.com/office/drawing/2014/main" id="{BC6F3FA1-CE0C-47A7-BC43-EDDB5CF080CF}"/>
                  </a:ext>
                </a:extLst>
              </p:cNvPr>
              <p:cNvSpPr txBox="1">
                <a:spLocks noRot="1" noChangeAspect="1" noMove="1" noResize="1" noEditPoints="1" noAdjustHandles="1" noChangeArrowheads="1" noChangeShapeType="1" noTextEdit="1"/>
              </p:cNvSpPr>
              <p:nvPr/>
            </p:nvSpPr>
            <p:spPr>
              <a:xfrm>
                <a:off x="129726" y="3032983"/>
                <a:ext cx="739503"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79C33CD-1179-4E3A-BD28-3243DCB55A05}"/>
                  </a:ext>
                </a:extLst>
              </p:cNvPr>
              <p:cNvSpPr txBox="1"/>
              <p:nvPr/>
            </p:nvSpPr>
            <p:spPr>
              <a:xfrm>
                <a:off x="869229" y="3032983"/>
                <a:ext cx="202775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US" sz="2800" i="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i="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x</m:t>
                          </m:r>
                        </m:e>
                      </m:d>
                    </m:oMath>
                  </m:oMathPara>
                </a14:m>
                <a:endParaRPr lang="en-IN" sz="2800" dirty="0"/>
              </a:p>
            </p:txBody>
          </p:sp>
        </mc:Choice>
        <mc:Fallback xmlns="">
          <p:sp>
            <p:nvSpPr>
              <p:cNvPr id="11" name="TextBox 10">
                <a:extLst>
                  <a:ext uri="{FF2B5EF4-FFF2-40B4-BE49-F238E27FC236}">
                    <a16:creationId xmlns:a16="http://schemas.microsoft.com/office/drawing/2014/main" id="{079C33CD-1179-4E3A-BD28-3243DCB55A05}"/>
                  </a:ext>
                </a:extLst>
              </p:cNvPr>
              <p:cNvSpPr txBox="1">
                <a:spLocks noRot="1" noChangeAspect="1" noMove="1" noResize="1" noEditPoints="1" noAdjustHandles="1" noChangeArrowheads="1" noChangeShapeType="1" noTextEdit="1"/>
              </p:cNvSpPr>
              <p:nvPr/>
            </p:nvSpPr>
            <p:spPr>
              <a:xfrm>
                <a:off x="869229" y="3032983"/>
                <a:ext cx="2027753" cy="523220"/>
              </a:xfrm>
              <a:prstGeom prst="rect">
                <a:avLst/>
              </a:prstGeom>
              <a:blipFill>
                <a:blip r:embed="rId4"/>
                <a:stretch>
                  <a:fillRect/>
                </a:stretch>
              </a:blipFill>
            </p:spPr>
            <p:txBody>
              <a:bodyPr/>
              <a:lstStyle/>
              <a:p>
                <a:r>
                  <a:rPr lang="en-IN">
                    <a:noFill/>
                  </a:rPr>
                  <a:t> </a:t>
                </a:r>
              </a:p>
            </p:txBody>
          </p:sp>
        </mc:Fallback>
      </mc:AlternateContent>
      <p:sp>
        <p:nvSpPr>
          <p:cNvPr id="12" name="!!CDF">
            <a:extLst>
              <a:ext uri="{FF2B5EF4-FFF2-40B4-BE49-F238E27FC236}">
                <a16:creationId xmlns:a16="http://schemas.microsoft.com/office/drawing/2014/main" id="{C503FD85-670B-4406-9B07-384DD16678B5}"/>
              </a:ext>
            </a:extLst>
          </p:cNvPr>
          <p:cNvSpPr txBox="1"/>
          <p:nvPr/>
        </p:nvSpPr>
        <p:spPr>
          <a:xfrm>
            <a:off x="129726" y="783535"/>
            <a:ext cx="4105543" cy="523220"/>
          </a:xfrm>
          <a:prstGeom prst="rect">
            <a:avLst/>
          </a:prstGeom>
          <a:noFill/>
        </p:spPr>
        <p:txBody>
          <a:bodyPr wrap="square">
            <a:spAutoFit/>
          </a:bodyPr>
          <a:lstStyle/>
          <a:p>
            <a:r>
              <a:rPr lang="en-IN" sz="2800" b="1" dirty="0">
                <a:solidFill>
                  <a:srgbClr val="002060"/>
                </a:solidFill>
              </a:rPr>
              <a:t>Distribution Function (CDF):</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2CBE56B-2FF5-4F44-B530-0F67D374EA6E}"/>
                  </a:ext>
                </a:extLst>
              </p:cNvPr>
              <p:cNvSpPr txBox="1"/>
              <p:nvPr/>
            </p:nvSpPr>
            <p:spPr>
              <a:xfrm>
                <a:off x="2695400" y="2620913"/>
                <a:ext cx="2190550" cy="135165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a:solidFill>
                                <a:srgbClr val="002060"/>
                              </a:solidFill>
                              <a:latin typeface="Cambria Math" panose="02040503050406030204" pitchFamily="18" charset="0"/>
                            </a:rPr>
                          </m:ctrlPr>
                        </m:naryPr>
                        <m:sub>
                          <m:r>
                            <m:rPr>
                              <m:brk m:alnAt="24"/>
                            </m:rPr>
                            <a:rPr lang="en-IN" sz="2800" i="0" dirty="0">
                              <a:solidFill>
                                <a:srgbClr val="002060"/>
                              </a:solidFill>
                              <a:latin typeface="Cambria Math" panose="02040503050406030204" pitchFamily="18" charset="0"/>
                            </a:rPr>
                            <m:t>−</m:t>
                          </m:r>
                          <m:r>
                            <a:rPr lang="en-IN" sz="2800" i="0" dirty="0">
                              <a:solidFill>
                                <a:srgbClr val="002060"/>
                              </a:solidFill>
                              <a:latin typeface="Cambria Math" panose="02040503050406030204" pitchFamily="18" charset="0"/>
                            </a:rPr>
                            <m:t>∞</m:t>
                          </m:r>
                        </m:sub>
                        <m:sup>
                          <m:r>
                            <m:rPr>
                              <m:sty m:val="p"/>
                            </m:rPr>
                            <a:rPr lang="en-IN" sz="2800" b="0" i="0" dirty="0" smtClean="0">
                              <a:solidFill>
                                <a:srgbClr val="002060"/>
                              </a:solidFill>
                              <a:latin typeface="Cambria Math" panose="02040503050406030204" pitchFamily="18" charset="0"/>
                            </a:rPr>
                            <m:t>x</m:t>
                          </m:r>
                        </m:sup>
                        <m:e>
                          <m:r>
                            <m:rPr>
                              <m:sty m:val="p"/>
                            </m:rPr>
                            <a:rPr lang="en-IN" sz="2800" i="0" dirty="0">
                              <a:solidFill>
                                <a:srgbClr val="002060"/>
                              </a:solidFill>
                              <a:latin typeface="Cambria Math" panose="02040503050406030204" pitchFamily="18" charset="0"/>
                            </a:rPr>
                            <m:t>f</m:t>
                          </m:r>
                          <m:d>
                            <m:dPr>
                              <m:ctrlPr>
                                <a:rPr lang="en-IN" sz="2800" i="1" dirty="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t</m:t>
                              </m:r>
                            </m:e>
                          </m:d>
                        </m:e>
                      </m:nary>
                      <m:r>
                        <m:rPr>
                          <m:sty m:val="p"/>
                        </m:rPr>
                        <a:rPr lang="en-IN" sz="2800" i="0" dirty="0">
                          <a:solidFill>
                            <a:srgbClr val="002060"/>
                          </a:solidFill>
                          <a:latin typeface="Cambria Math" panose="02040503050406030204" pitchFamily="18" charset="0"/>
                        </a:rPr>
                        <m:t>d</m:t>
                      </m:r>
                      <m:r>
                        <m:rPr>
                          <m:sty m:val="p"/>
                        </m:rPr>
                        <a:rPr lang="en-IN" sz="2800" b="0" i="0" dirty="0" smtClean="0">
                          <a:solidFill>
                            <a:srgbClr val="002060"/>
                          </a:solidFill>
                          <a:latin typeface="Cambria Math" panose="02040503050406030204" pitchFamily="18" charset="0"/>
                        </a:rPr>
                        <m:t>t</m:t>
                      </m:r>
                    </m:oMath>
                  </m:oMathPara>
                </a14:m>
                <a:endParaRPr lang="en-IN" sz="2800" dirty="0"/>
              </a:p>
            </p:txBody>
          </p:sp>
        </mc:Choice>
        <mc:Fallback xmlns="">
          <p:sp>
            <p:nvSpPr>
              <p:cNvPr id="13" name="TextBox 12">
                <a:extLst>
                  <a:ext uri="{FF2B5EF4-FFF2-40B4-BE49-F238E27FC236}">
                    <a16:creationId xmlns:a16="http://schemas.microsoft.com/office/drawing/2014/main" id="{42CBE56B-2FF5-4F44-B530-0F67D374EA6E}"/>
                  </a:ext>
                </a:extLst>
              </p:cNvPr>
              <p:cNvSpPr txBox="1">
                <a:spLocks noRot="1" noChangeAspect="1" noMove="1" noResize="1" noEditPoints="1" noAdjustHandles="1" noChangeArrowheads="1" noChangeShapeType="1" noTextEdit="1"/>
              </p:cNvSpPr>
              <p:nvPr/>
            </p:nvSpPr>
            <p:spPr>
              <a:xfrm>
                <a:off x="2695400" y="2620913"/>
                <a:ext cx="2190550" cy="135165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778C4F3-E5D3-4F1F-9EE8-A18087CD460E}"/>
                  </a:ext>
                </a:extLst>
              </p:cNvPr>
              <p:cNvSpPr txBox="1"/>
              <p:nvPr/>
            </p:nvSpPr>
            <p:spPr>
              <a:xfrm>
                <a:off x="129726" y="1285416"/>
                <a:ext cx="4928503" cy="1123449"/>
              </a:xfrm>
              <a:prstGeom prst="rect">
                <a:avLst/>
              </a:prstGeom>
              <a:noFill/>
            </p:spPr>
            <p:txBody>
              <a:bodyPr wrap="square">
                <a:spAutoFit/>
              </a:bodyPr>
              <a:lstStyle/>
              <a:p>
                <a:pPr algn="just">
                  <a:lnSpc>
                    <a:spcPct val="125000"/>
                  </a:lnSpc>
                  <a:spcBef>
                    <a:spcPts val="1000"/>
                  </a:spcBef>
                </a:pPr>
                <a:r>
                  <a:rPr lang="en-GB" sz="2800" dirty="0">
                    <a:solidFill>
                      <a:srgbClr val="002060"/>
                    </a:solidFill>
                  </a:rPr>
                  <a:t>For a continuous random variable, the CDF </a:t>
                </a:r>
                <a14:m>
                  <m:oMath xmlns:m="http://schemas.openxmlformats.org/officeDocument/2006/math">
                    <m:r>
                      <m:rPr>
                        <m:sty m:val="p"/>
                      </m:rPr>
                      <a:rPr lang="en-GB" sz="2800" b="0" i="0" dirty="0" smtClean="0">
                        <a:solidFill>
                          <a:srgbClr val="002060"/>
                        </a:solidFill>
                        <a:latin typeface="Cambria Math" panose="02040503050406030204" pitchFamily="18" charset="0"/>
                      </a:rPr>
                      <m:t>F</m:t>
                    </m:r>
                    <m:d>
                      <m:dPr>
                        <m:ctrlPr>
                          <a:rPr lang="en-GB" sz="2800" i="1" dirty="0" smtClean="0">
                            <a:solidFill>
                              <a:srgbClr val="002060"/>
                            </a:solidFill>
                            <a:latin typeface="Cambria Math" panose="02040503050406030204" pitchFamily="18" charset="0"/>
                          </a:rPr>
                        </m:ctrlPr>
                      </m:dPr>
                      <m:e>
                        <m:r>
                          <m:rPr>
                            <m:sty m:val="p"/>
                          </m:rPr>
                          <a:rPr lang="en-GB" sz="2800" b="0" i="0" dirty="0" smtClean="0">
                            <a:solidFill>
                              <a:srgbClr val="002060"/>
                            </a:solidFill>
                            <a:latin typeface="Cambria Math" panose="02040503050406030204" pitchFamily="18" charset="0"/>
                          </a:rPr>
                          <m:t>x</m:t>
                        </m:r>
                      </m:e>
                    </m:d>
                  </m:oMath>
                </a14:m>
                <a:r>
                  <a:rPr lang="en-GB" sz="2800" dirty="0">
                    <a:solidFill>
                      <a:srgbClr val="002060"/>
                    </a:solidFill>
                  </a:rPr>
                  <a:t> is defined as:</a:t>
                </a:r>
                <a:endParaRPr lang="en-IN" sz="2800" dirty="0">
                  <a:solidFill>
                    <a:srgbClr val="002060"/>
                  </a:solidFill>
                </a:endParaRPr>
              </a:p>
            </p:txBody>
          </p:sp>
        </mc:Choice>
        <mc:Fallback xmlns="">
          <p:sp>
            <p:nvSpPr>
              <p:cNvPr id="14" name="TextBox 13">
                <a:extLst>
                  <a:ext uri="{FF2B5EF4-FFF2-40B4-BE49-F238E27FC236}">
                    <a16:creationId xmlns:a16="http://schemas.microsoft.com/office/drawing/2014/main" id="{4778C4F3-E5D3-4F1F-9EE8-A18087CD460E}"/>
                  </a:ext>
                </a:extLst>
              </p:cNvPr>
              <p:cNvSpPr txBox="1">
                <a:spLocks noRot="1" noChangeAspect="1" noMove="1" noResize="1" noEditPoints="1" noAdjustHandles="1" noChangeArrowheads="1" noChangeShapeType="1" noTextEdit="1"/>
              </p:cNvSpPr>
              <p:nvPr/>
            </p:nvSpPr>
            <p:spPr>
              <a:xfrm>
                <a:off x="129726" y="1285416"/>
                <a:ext cx="4928503" cy="1123449"/>
              </a:xfrm>
              <a:prstGeom prst="rect">
                <a:avLst/>
              </a:prstGeom>
              <a:blipFill>
                <a:blip r:embed="rId6"/>
                <a:stretch>
                  <a:fillRect l="-2472" r="-2472" b="-14674"/>
                </a:stretch>
              </a:blipFill>
            </p:spPr>
            <p:txBody>
              <a:bodyPr/>
              <a:lstStyle/>
              <a:p>
                <a:r>
                  <a:rPr lang="en-IN">
                    <a:noFill/>
                  </a:rPr>
                  <a:t> </a:t>
                </a:r>
              </a:p>
            </p:txBody>
          </p:sp>
        </mc:Fallback>
      </mc:AlternateContent>
      <p:sp>
        <p:nvSpPr>
          <p:cNvPr id="16" name="TextBox 15">
            <a:extLst>
              <a:ext uri="{FF2B5EF4-FFF2-40B4-BE49-F238E27FC236}">
                <a16:creationId xmlns:a16="http://schemas.microsoft.com/office/drawing/2014/main" id="{CA33D721-0AE3-477A-8DF3-8C5E31C34D90}"/>
              </a:ext>
            </a:extLst>
          </p:cNvPr>
          <p:cNvSpPr txBox="1"/>
          <p:nvPr/>
        </p:nvSpPr>
        <p:spPr>
          <a:xfrm>
            <a:off x="129726" y="4261414"/>
            <a:ext cx="1298029" cy="523220"/>
          </a:xfrm>
          <a:prstGeom prst="rect">
            <a:avLst/>
          </a:prstGeom>
          <a:noFill/>
        </p:spPr>
        <p:txBody>
          <a:bodyPr wrap="square">
            <a:spAutoFit/>
          </a:bodyPr>
          <a:lstStyle/>
          <a:p>
            <a:r>
              <a:rPr lang="en-GB" sz="2800" b="1" i="0" dirty="0">
                <a:solidFill>
                  <a:srgbClr val="002060"/>
                </a:solidFill>
                <a:latin typeface="+mj-lt"/>
              </a:rPr>
              <a:t>Case 1:</a:t>
            </a:r>
            <a:endParaRPr lang="en-IN" sz="2800" b="1" dirty="0">
              <a:solidFill>
                <a:srgbClr val="002060"/>
              </a:solidFill>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D0631C7-7728-45F6-A480-AF4CFFD00698}"/>
                  </a:ext>
                </a:extLst>
              </p:cNvPr>
              <p:cNvSpPr txBox="1"/>
              <p:nvPr/>
            </p:nvSpPr>
            <p:spPr>
              <a:xfrm>
                <a:off x="1315829" y="4258161"/>
                <a:ext cx="144315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a:solidFill>
                            <a:srgbClr val="002060"/>
                          </a:solidFill>
                          <a:latin typeface="Cambria Math" panose="02040503050406030204" pitchFamily="18" charset="0"/>
                        </a:rPr>
                        <m:t>x</m:t>
                      </m:r>
                      <m:r>
                        <a:rPr lang="en-GB" sz="2800">
                          <a:solidFill>
                            <a:srgbClr val="002060"/>
                          </a:solidFill>
                          <a:latin typeface="Cambria Math" panose="02040503050406030204" pitchFamily="18" charset="0"/>
                        </a:rPr>
                        <m:t>&lt;100</m:t>
                      </m:r>
                    </m:oMath>
                  </m:oMathPara>
                </a14:m>
                <a:endParaRPr lang="en-IN" sz="2800" b="1" dirty="0">
                  <a:solidFill>
                    <a:srgbClr val="0070C0"/>
                  </a:solidFill>
                </a:endParaRPr>
              </a:p>
            </p:txBody>
          </p:sp>
        </mc:Choice>
        <mc:Fallback xmlns="">
          <p:sp>
            <p:nvSpPr>
              <p:cNvPr id="17" name="TextBox 16">
                <a:extLst>
                  <a:ext uri="{FF2B5EF4-FFF2-40B4-BE49-F238E27FC236}">
                    <a16:creationId xmlns:a16="http://schemas.microsoft.com/office/drawing/2014/main" id="{7D0631C7-7728-45F6-A480-AF4CFFD00698}"/>
                  </a:ext>
                </a:extLst>
              </p:cNvPr>
              <p:cNvSpPr txBox="1">
                <a:spLocks noRot="1" noChangeAspect="1" noMove="1" noResize="1" noEditPoints="1" noAdjustHandles="1" noChangeArrowheads="1" noChangeShapeType="1" noTextEdit="1"/>
              </p:cNvSpPr>
              <p:nvPr/>
            </p:nvSpPr>
            <p:spPr>
              <a:xfrm>
                <a:off x="1315829" y="4258161"/>
                <a:ext cx="1443159"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009A7E3-8CB8-4825-B784-5B0D4C96783C}"/>
                  </a:ext>
                </a:extLst>
              </p:cNvPr>
              <p:cNvSpPr txBox="1"/>
              <p:nvPr/>
            </p:nvSpPr>
            <p:spPr>
              <a:xfrm>
                <a:off x="3139994" y="4263664"/>
                <a:ext cx="2190549" cy="523220"/>
              </a:xfrm>
              <a:prstGeom prst="rect">
                <a:avLst/>
              </a:prstGeom>
              <a:noFill/>
            </p:spPr>
            <p:txBody>
              <a:bodyPr wrap="square">
                <a:spAutoFit/>
              </a:bodyPr>
              <a:lstStyle/>
              <a:p>
                <a:r>
                  <a:rPr lang="en-GB" sz="2800" i="0" dirty="0">
                    <a:solidFill>
                      <a:srgbClr val="002060"/>
                    </a:solidFill>
                    <a:latin typeface="+mj-lt"/>
                  </a:rPr>
                  <a:t>for </a:t>
                </a:r>
                <a14:m>
                  <m:oMath xmlns:m="http://schemas.openxmlformats.org/officeDocument/2006/math">
                    <m:r>
                      <m:rPr>
                        <m:sty m:val="p"/>
                      </m:rPr>
                      <a:rPr lang="en-GB" sz="2800" i="0">
                        <a:solidFill>
                          <a:srgbClr val="002060"/>
                        </a:solidFill>
                        <a:latin typeface="Cambria Math" panose="02040503050406030204" pitchFamily="18" charset="0"/>
                      </a:rPr>
                      <m:t>x</m:t>
                    </m:r>
                    <m:r>
                      <a:rPr lang="en-GB" sz="2800" i="0">
                        <a:solidFill>
                          <a:srgbClr val="002060"/>
                        </a:solidFill>
                        <a:latin typeface="Cambria Math" panose="02040503050406030204" pitchFamily="18" charset="0"/>
                      </a:rPr>
                      <m:t>&lt;100, </m:t>
                    </m:r>
                  </m:oMath>
                </a14:m>
                <a:endParaRPr lang="en-IN" sz="2800" b="1" dirty="0">
                  <a:solidFill>
                    <a:srgbClr val="0070C0"/>
                  </a:solidFill>
                </a:endParaRPr>
              </a:p>
            </p:txBody>
          </p:sp>
        </mc:Choice>
        <mc:Fallback xmlns="">
          <p:sp>
            <p:nvSpPr>
              <p:cNvPr id="18" name="TextBox 17">
                <a:extLst>
                  <a:ext uri="{FF2B5EF4-FFF2-40B4-BE49-F238E27FC236}">
                    <a16:creationId xmlns:a16="http://schemas.microsoft.com/office/drawing/2014/main" id="{8009A7E3-8CB8-4825-B784-5B0D4C96783C}"/>
                  </a:ext>
                </a:extLst>
              </p:cNvPr>
              <p:cNvSpPr txBox="1">
                <a:spLocks noRot="1" noChangeAspect="1" noMove="1" noResize="1" noEditPoints="1" noAdjustHandles="1" noChangeArrowheads="1" noChangeShapeType="1" noTextEdit="1"/>
              </p:cNvSpPr>
              <p:nvPr/>
            </p:nvSpPr>
            <p:spPr>
              <a:xfrm>
                <a:off x="3139994" y="4263664"/>
                <a:ext cx="2190549" cy="523220"/>
              </a:xfrm>
              <a:prstGeom prst="rect">
                <a:avLst/>
              </a:prstGeom>
              <a:blipFill>
                <a:blip r:embed="rId8"/>
                <a:stretch>
                  <a:fillRect l="-5571"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801EFDC-CE7D-4D02-A78B-EADFB50FC9A5}"/>
                  </a:ext>
                </a:extLst>
              </p:cNvPr>
              <p:cNvSpPr txBox="1"/>
              <p:nvPr/>
            </p:nvSpPr>
            <p:spPr>
              <a:xfrm>
                <a:off x="5096813" y="4261136"/>
                <a:ext cx="2189304" cy="523220"/>
              </a:xfrm>
              <a:prstGeom prst="rect">
                <a:avLst/>
              </a:prstGeom>
              <a:noFill/>
            </p:spPr>
            <p:txBody>
              <a:bodyPr wrap="square">
                <a:spAutoFit/>
              </a:bodyPr>
              <a:lstStyle/>
              <a:p>
                <a:r>
                  <a:rPr lang="en-GB" sz="2800" dirty="0">
                    <a:solidFill>
                      <a:srgbClr val="002060"/>
                    </a:solidFill>
                  </a:rPr>
                  <a:t>PDF </a:t>
                </a:r>
                <a14:m>
                  <m:oMath xmlns:m="http://schemas.openxmlformats.org/officeDocument/2006/math">
                    <m:r>
                      <m:rPr>
                        <m:sty m:val="p"/>
                      </m:rPr>
                      <a:rPr lang="en-GB" sz="2800" smtClean="0">
                        <a:solidFill>
                          <a:srgbClr val="002060"/>
                        </a:solidFill>
                        <a:latin typeface="Cambria Math" panose="02040503050406030204" pitchFamily="18" charset="0"/>
                      </a:rPr>
                      <m:t>f</m:t>
                    </m:r>
                    <m:d>
                      <m:dPr>
                        <m:ctrlPr>
                          <a:rPr lang="en-GB" sz="2800" i="1">
                            <a:solidFill>
                              <a:srgbClr val="002060"/>
                            </a:solidFill>
                            <a:latin typeface="Cambria Math" panose="02040503050406030204" pitchFamily="18" charset="0"/>
                          </a:rPr>
                        </m:ctrlPr>
                      </m:dPr>
                      <m:e>
                        <m:r>
                          <m:rPr>
                            <m:sty m:val="p"/>
                          </m:rPr>
                          <a:rPr lang="en-GB" sz="2800">
                            <a:solidFill>
                              <a:srgbClr val="002060"/>
                            </a:solidFill>
                            <a:latin typeface="Cambria Math" panose="02040503050406030204" pitchFamily="18" charset="0"/>
                          </a:rPr>
                          <m:t>t</m:t>
                        </m:r>
                      </m:e>
                    </m:d>
                    <m:r>
                      <a:rPr lang="en-GB" sz="2800">
                        <a:solidFill>
                          <a:srgbClr val="002060"/>
                        </a:solidFill>
                        <a:latin typeface="Cambria Math" panose="02040503050406030204" pitchFamily="18" charset="0"/>
                      </a:rPr>
                      <m:t>=0</m:t>
                    </m:r>
                  </m:oMath>
                </a14:m>
                <a:endParaRPr lang="en-IN" sz="2800" b="1" dirty="0">
                  <a:solidFill>
                    <a:srgbClr val="0070C0"/>
                  </a:solidFill>
                </a:endParaRPr>
              </a:p>
            </p:txBody>
          </p:sp>
        </mc:Choice>
        <mc:Fallback xmlns="">
          <p:sp>
            <p:nvSpPr>
              <p:cNvPr id="20" name="TextBox 19">
                <a:extLst>
                  <a:ext uri="{FF2B5EF4-FFF2-40B4-BE49-F238E27FC236}">
                    <a16:creationId xmlns:a16="http://schemas.microsoft.com/office/drawing/2014/main" id="{7801EFDC-CE7D-4D02-A78B-EADFB50FC9A5}"/>
                  </a:ext>
                </a:extLst>
              </p:cNvPr>
              <p:cNvSpPr txBox="1">
                <a:spLocks noRot="1" noChangeAspect="1" noMove="1" noResize="1" noEditPoints="1" noAdjustHandles="1" noChangeArrowheads="1" noChangeShapeType="1" noTextEdit="1"/>
              </p:cNvSpPr>
              <p:nvPr/>
            </p:nvSpPr>
            <p:spPr>
              <a:xfrm>
                <a:off x="5096813" y="4261136"/>
                <a:ext cx="2189304" cy="523220"/>
              </a:xfrm>
              <a:prstGeom prst="rect">
                <a:avLst/>
              </a:prstGeom>
              <a:blipFill>
                <a:blip r:embed="rId9"/>
                <a:stretch>
                  <a:fillRect l="-5571"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FA79DF1-0FCD-48FC-83B6-2A043AF29052}"/>
                  </a:ext>
                </a:extLst>
              </p:cNvPr>
              <p:cNvSpPr txBox="1"/>
              <p:nvPr/>
            </p:nvSpPr>
            <p:spPr>
              <a:xfrm>
                <a:off x="1427755" y="5667109"/>
                <a:ext cx="73950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e>
                      </m:d>
                    </m:oMath>
                  </m:oMathPara>
                </a14:m>
                <a:endParaRPr lang="en-IN" sz="2800" dirty="0"/>
              </a:p>
            </p:txBody>
          </p:sp>
        </mc:Choice>
        <mc:Fallback xmlns="">
          <p:sp>
            <p:nvSpPr>
              <p:cNvPr id="22" name="TextBox 21">
                <a:extLst>
                  <a:ext uri="{FF2B5EF4-FFF2-40B4-BE49-F238E27FC236}">
                    <a16:creationId xmlns:a16="http://schemas.microsoft.com/office/drawing/2014/main" id="{AFA79DF1-0FCD-48FC-83B6-2A043AF29052}"/>
                  </a:ext>
                </a:extLst>
              </p:cNvPr>
              <p:cNvSpPr txBox="1">
                <a:spLocks noRot="1" noChangeAspect="1" noMove="1" noResize="1" noEditPoints="1" noAdjustHandles="1" noChangeArrowheads="1" noChangeShapeType="1" noTextEdit="1"/>
              </p:cNvSpPr>
              <p:nvPr/>
            </p:nvSpPr>
            <p:spPr>
              <a:xfrm>
                <a:off x="1427755" y="5667109"/>
                <a:ext cx="739503"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0A6DADB-1FEB-4B7D-BF3A-2F4190A1F17A}"/>
                  </a:ext>
                </a:extLst>
              </p:cNvPr>
              <p:cNvSpPr txBox="1"/>
              <p:nvPr/>
            </p:nvSpPr>
            <p:spPr>
              <a:xfrm>
                <a:off x="2182497" y="5255039"/>
                <a:ext cx="1763212" cy="135165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a:solidFill>
                                <a:srgbClr val="002060"/>
                              </a:solidFill>
                              <a:latin typeface="Cambria Math" panose="02040503050406030204" pitchFamily="18" charset="0"/>
                            </a:rPr>
                          </m:ctrlPr>
                        </m:naryPr>
                        <m:sub>
                          <m:r>
                            <m:rPr>
                              <m:brk m:alnAt="24"/>
                            </m:rPr>
                            <a:rPr lang="en-IN" sz="2800" i="0" dirty="0">
                              <a:solidFill>
                                <a:srgbClr val="002060"/>
                              </a:solidFill>
                              <a:latin typeface="Cambria Math" panose="02040503050406030204" pitchFamily="18" charset="0"/>
                            </a:rPr>
                            <m:t>−</m:t>
                          </m:r>
                          <m:r>
                            <a:rPr lang="en-IN" sz="2800" i="0" dirty="0">
                              <a:solidFill>
                                <a:srgbClr val="002060"/>
                              </a:solidFill>
                              <a:latin typeface="Cambria Math" panose="02040503050406030204" pitchFamily="18" charset="0"/>
                            </a:rPr>
                            <m:t>∞</m:t>
                          </m:r>
                        </m:sub>
                        <m:sup>
                          <m:r>
                            <m:rPr>
                              <m:sty m:val="p"/>
                            </m:rPr>
                            <a:rPr lang="en-IN" sz="2800" b="0" i="0" dirty="0" smtClean="0">
                              <a:solidFill>
                                <a:srgbClr val="002060"/>
                              </a:solidFill>
                              <a:latin typeface="Cambria Math" panose="02040503050406030204" pitchFamily="18" charset="0"/>
                            </a:rPr>
                            <m:t>x</m:t>
                          </m:r>
                        </m:sup>
                        <m:e>
                          <m:r>
                            <a:rPr lang="en-IN" sz="2800" i="1" dirty="0" smtClean="0">
                              <a:solidFill>
                                <a:srgbClr val="002060"/>
                              </a:solidFill>
                              <a:latin typeface="Cambria Math" panose="02040503050406030204" pitchFamily="18" charset="0"/>
                            </a:rPr>
                            <m:t>0</m:t>
                          </m:r>
                        </m:e>
                      </m:nary>
                      <m:r>
                        <m:rPr>
                          <m:sty m:val="p"/>
                        </m:rPr>
                        <a:rPr lang="en-IN" sz="2800" i="0" dirty="0">
                          <a:solidFill>
                            <a:srgbClr val="002060"/>
                          </a:solidFill>
                          <a:latin typeface="Cambria Math" panose="02040503050406030204" pitchFamily="18" charset="0"/>
                        </a:rPr>
                        <m:t>d</m:t>
                      </m:r>
                      <m:r>
                        <m:rPr>
                          <m:sty m:val="p"/>
                        </m:rPr>
                        <a:rPr lang="en-IN" sz="2800" b="0" i="0" dirty="0" smtClean="0">
                          <a:solidFill>
                            <a:srgbClr val="002060"/>
                          </a:solidFill>
                          <a:latin typeface="Cambria Math" panose="02040503050406030204" pitchFamily="18" charset="0"/>
                        </a:rPr>
                        <m:t>t</m:t>
                      </m:r>
                    </m:oMath>
                  </m:oMathPara>
                </a14:m>
                <a:endParaRPr lang="en-IN" sz="2800" dirty="0"/>
              </a:p>
            </p:txBody>
          </p:sp>
        </mc:Choice>
        <mc:Fallback xmlns="">
          <p:sp>
            <p:nvSpPr>
              <p:cNvPr id="23" name="TextBox 22">
                <a:extLst>
                  <a:ext uri="{FF2B5EF4-FFF2-40B4-BE49-F238E27FC236}">
                    <a16:creationId xmlns:a16="http://schemas.microsoft.com/office/drawing/2014/main" id="{50A6DADB-1FEB-4B7D-BF3A-2F4190A1F17A}"/>
                  </a:ext>
                </a:extLst>
              </p:cNvPr>
              <p:cNvSpPr txBox="1">
                <a:spLocks noRot="1" noChangeAspect="1" noMove="1" noResize="1" noEditPoints="1" noAdjustHandles="1" noChangeArrowheads="1" noChangeShapeType="1" noTextEdit="1"/>
              </p:cNvSpPr>
              <p:nvPr/>
            </p:nvSpPr>
            <p:spPr>
              <a:xfrm>
                <a:off x="2182497" y="5255039"/>
                <a:ext cx="1763212" cy="1351652"/>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3B18237-5854-409E-9971-7CB7C44FF16F}"/>
                  </a:ext>
                </a:extLst>
              </p:cNvPr>
              <p:cNvSpPr txBox="1"/>
              <p:nvPr/>
            </p:nvSpPr>
            <p:spPr>
              <a:xfrm>
                <a:off x="3830092" y="5667109"/>
                <a:ext cx="81035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a:solidFill>
                            <a:srgbClr val="002060"/>
                          </a:solidFill>
                          <a:latin typeface="Cambria Math" panose="02040503050406030204" pitchFamily="18" charset="0"/>
                        </a:rPr>
                        <m:t>=0</m:t>
                      </m:r>
                    </m:oMath>
                  </m:oMathPara>
                </a14:m>
                <a:endParaRPr lang="en-IN" sz="2800" dirty="0"/>
              </a:p>
            </p:txBody>
          </p:sp>
        </mc:Choice>
        <mc:Fallback xmlns="">
          <p:sp>
            <p:nvSpPr>
              <p:cNvPr id="24" name="TextBox 23">
                <a:extLst>
                  <a:ext uri="{FF2B5EF4-FFF2-40B4-BE49-F238E27FC236}">
                    <a16:creationId xmlns:a16="http://schemas.microsoft.com/office/drawing/2014/main" id="{D3B18237-5854-409E-9971-7CB7C44FF16F}"/>
                  </a:ext>
                </a:extLst>
              </p:cNvPr>
              <p:cNvSpPr txBox="1">
                <a:spLocks noRot="1" noChangeAspect="1" noMove="1" noResize="1" noEditPoints="1" noAdjustHandles="1" noChangeArrowheads="1" noChangeShapeType="1" noTextEdit="1"/>
              </p:cNvSpPr>
              <p:nvPr/>
            </p:nvSpPr>
            <p:spPr>
              <a:xfrm>
                <a:off x="3830092" y="5667109"/>
                <a:ext cx="810354"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78E2C8A-DFAE-4D8B-A39E-D2F14BD4CCB8}"/>
                  </a:ext>
                </a:extLst>
              </p:cNvPr>
              <p:cNvSpPr txBox="1"/>
              <p:nvPr/>
            </p:nvSpPr>
            <p:spPr>
              <a:xfrm>
                <a:off x="4853801" y="5667109"/>
                <a:ext cx="55685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1" smtClean="0">
                          <a:solidFill>
                            <a:srgbClr val="002060"/>
                          </a:solidFill>
                          <a:latin typeface="Cambria Math" panose="02040503050406030204" pitchFamily="18" charset="0"/>
                        </a:rPr>
                        <m:t>⇒</m:t>
                      </m:r>
                    </m:oMath>
                  </m:oMathPara>
                </a14:m>
                <a:endParaRPr lang="en-IN" sz="2800" dirty="0"/>
              </a:p>
            </p:txBody>
          </p:sp>
        </mc:Choice>
        <mc:Fallback xmlns="">
          <p:sp>
            <p:nvSpPr>
              <p:cNvPr id="27" name="TextBox 26">
                <a:extLst>
                  <a:ext uri="{FF2B5EF4-FFF2-40B4-BE49-F238E27FC236}">
                    <a16:creationId xmlns:a16="http://schemas.microsoft.com/office/drawing/2014/main" id="{A78E2C8A-DFAE-4D8B-A39E-D2F14BD4CCB8}"/>
                  </a:ext>
                </a:extLst>
              </p:cNvPr>
              <p:cNvSpPr txBox="1">
                <a:spLocks noRot="1" noChangeAspect="1" noMove="1" noResize="1" noEditPoints="1" noAdjustHandles="1" noChangeArrowheads="1" noChangeShapeType="1" noTextEdit="1"/>
              </p:cNvSpPr>
              <p:nvPr/>
            </p:nvSpPr>
            <p:spPr>
              <a:xfrm>
                <a:off x="4853801" y="5667109"/>
                <a:ext cx="556853"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E10E5E81-FA70-41D9-B24E-35F30FE15CE1}"/>
                  </a:ext>
                </a:extLst>
              </p:cNvPr>
              <p:cNvSpPr txBox="1"/>
              <p:nvPr/>
            </p:nvSpPr>
            <p:spPr>
              <a:xfrm>
                <a:off x="5410654" y="5667109"/>
                <a:ext cx="154985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e>
                      </m:d>
                      <m:r>
                        <a:rPr lang="en-GB" sz="2800">
                          <a:solidFill>
                            <a:srgbClr val="002060"/>
                          </a:solidFill>
                          <a:latin typeface="Cambria Math" panose="02040503050406030204" pitchFamily="18" charset="0"/>
                        </a:rPr>
                        <m:t>=0</m:t>
                      </m:r>
                    </m:oMath>
                  </m:oMathPara>
                </a14:m>
                <a:endParaRPr lang="en-IN" sz="2800" dirty="0"/>
              </a:p>
            </p:txBody>
          </p:sp>
        </mc:Choice>
        <mc:Fallback xmlns="">
          <p:sp>
            <p:nvSpPr>
              <p:cNvPr id="28" name="TextBox 27">
                <a:extLst>
                  <a:ext uri="{FF2B5EF4-FFF2-40B4-BE49-F238E27FC236}">
                    <a16:creationId xmlns:a16="http://schemas.microsoft.com/office/drawing/2014/main" id="{E10E5E81-FA70-41D9-B24E-35F30FE15CE1}"/>
                  </a:ext>
                </a:extLst>
              </p:cNvPr>
              <p:cNvSpPr txBox="1">
                <a:spLocks noRot="1" noChangeAspect="1" noMove="1" noResize="1" noEditPoints="1" noAdjustHandles="1" noChangeArrowheads="1" noChangeShapeType="1" noTextEdit="1"/>
              </p:cNvSpPr>
              <p:nvPr/>
            </p:nvSpPr>
            <p:spPr>
              <a:xfrm>
                <a:off x="5410654" y="5667109"/>
                <a:ext cx="1549857"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A71871D-635E-4935-80AF-4980F8254D78}"/>
                  </a:ext>
                </a:extLst>
              </p:cNvPr>
              <p:cNvSpPr txBox="1"/>
              <p:nvPr/>
            </p:nvSpPr>
            <p:spPr>
              <a:xfrm>
                <a:off x="6960511" y="5667109"/>
                <a:ext cx="2190549" cy="523220"/>
              </a:xfrm>
              <a:prstGeom prst="rect">
                <a:avLst/>
              </a:prstGeom>
              <a:noFill/>
            </p:spPr>
            <p:txBody>
              <a:bodyPr wrap="square">
                <a:spAutoFit/>
              </a:bodyPr>
              <a:lstStyle/>
              <a:p>
                <a:r>
                  <a:rPr lang="en-IN" sz="2800" b="0" i="0" dirty="0">
                    <a:solidFill>
                      <a:srgbClr val="002060"/>
                    </a:solidFill>
                    <a:latin typeface="+mj-lt"/>
                  </a:rPr>
                  <a:t>f</a:t>
                </a:r>
                <a:r>
                  <a:rPr lang="en-GB" sz="2800" i="0" dirty="0">
                    <a:solidFill>
                      <a:srgbClr val="002060"/>
                    </a:solidFill>
                    <a:latin typeface="+mj-lt"/>
                  </a:rPr>
                  <a:t>or </a:t>
                </a:r>
                <a14:m>
                  <m:oMath xmlns:m="http://schemas.openxmlformats.org/officeDocument/2006/math">
                    <m:r>
                      <m:rPr>
                        <m:sty m:val="p"/>
                      </m:rPr>
                      <a:rPr lang="en-GB" sz="2800" i="0">
                        <a:solidFill>
                          <a:srgbClr val="002060"/>
                        </a:solidFill>
                        <a:latin typeface="Cambria Math" panose="02040503050406030204" pitchFamily="18" charset="0"/>
                      </a:rPr>
                      <m:t>x</m:t>
                    </m:r>
                    <m:r>
                      <a:rPr lang="en-GB" sz="2800" i="0">
                        <a:solidFill>
                          <a:srgbClr val="002060"/>
                        </a:solidFill>
                        <a:latin typeface="Cambria Math" panose="02040503050406030204" pitchFamily="18" charset="0"/>
                      </a:rPr>
                      <m:t>&lt;100 </m:t>
                    </m:r>
                  </m:oMath>
                </a14:m>
                <a:endParaRPr lang="en-IN" sz="2800" b="1" dirty="0">
                  <a:solidFill>
                    <a:srgbClr val="0070C0"/>
                  </a:solidFill>
                </a:endParaRPr>
              </a:p>
            </p:txBody>
          </p:sp>
        </mc:Choice>
        <mc:Fallback xmlns="">
          <p:sp>
            <p:nvSpPr>
              <p:cNvPr id="30" name="TextBox 29">
                <a:extLst>
                  <a:ext uri="{FF2B5EF4-FFF2-40B4-BE49-F238E27FC236}">
                    <a16:creationId xmlns:a16="http://schemas.microsoft.com/office/drawing/2014/main" id="{6A71871D-635E-4935-80AF-4980F8254D78}"/>
                  </a:ext>
                </a:extLst>
              </p:cNvPr>
              <p:cNvSpPr txBox="1">
                <a:spLocks noRot="1" noChangeAspect="1" noMove="1" noResize="1" noEditPoints="1" noAdjustHandles="1" noChangeArrowheads="1" noChangeShapeType="1" noTextEdit="1"/>
              </p:cNvSpPr>
              <p:nvPr/>
            </p:nvSpPr>
            <p:spPr>
              <a:xfrm>
                <a:off x="6960511" y="5667109"/>
                <a:ext cx="2190549" cy="523220"/>
              </a:xfrm>
              <a:prstGeom prst="rect">
                <a:avLst/>
              </a:prstGeom>
              <a:blipFill>
                <a:blip r:embed="rId15"/>
                <a:stretch>
                  <a:fillRect l="-5850" t="-1176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1CDBC149-3566-488B-9CCD-A01371E13CEB}"/>
                  </a:ext>
                </a:extLst>
              </p:cNvPr>
              <p:cNvSpPr txBox="1"/>
              <p:nvPr/>
            </p:nvSpPr>
            <p:spPr>
              <a:xfrm>
                <a:off x="10236396" y="2446515"/>
                <a:ext cx="254136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200" i="0" dirty="0" smtClean="0">
                          <a:solidFill>
                            <a:srgbClr val="002060"/>
                          </a:solidFill>
                          <a:latin typeface="Cambria Math" panose="02040503050406030204" pitchFamily="18" charset="0"/>
                        </a:rPr>
                        <m:t>P</m:t>
                      </m:r>
                      <m:d>
                        <m:dPr>
                          <m:ctrlPr>
                            <a:rPr lang="en-GB" sz="2200" i="1" dirty="0" smtClean="0">
                              <a:solidFill>
                                <a:srgbClr val="002060"/>
                              </a:solidFill>
                              <a:latin typeface="Cambria Math" panose="02040503050406030204" pitchFamily="18" charset="0"/>
                            </a:rPr>
                          </m:ctrlPr>
                        </m:dPr>
                        <m:e>
                          <m:r>
                            <m:rPr>
                              <m:sty m:val="p"/>
                            </m:rPr>
                            <a:rPr lang="en-GB" sz="2200" i="0" dirty="0" smtClean="0">
                              <a:solidFill>
                                <a:srgbClr val="002060"/>
                              </a:solidFill>
                              <a:latin typeface="Cambria Math" panose="02040503050406030204" pitchFamily="18" charset="0"/>
                            </a:rPr>
                            <m:t>X</m:t>
                          </m:r>
                          <m:r>
                            <a:rPr lang="en-GB" sz="2200" i="0" dirty="0" smtClean="0">
                              <a:solidFill>
                                <a:srgbClr val="002060"/>
                              </a:solidFill>
                              <a:latin typeface="Cambria Math" panose="02040503050406030204" pitchFamily="18" charset="0"/>
                            </a:rPr>
                            <m:t>&gt;150</m:t>
                          </m:r>
                        </m:e>
                      </m:d>
                    </m:oMath>
                  </m:oMathPara>
                </a14:m>
                <a:endParaRPr lang="en-IN" sz="2200" dirty="0">
                  <a:solidFill>
                    <a:srgbClr val="002060"/>
                  </a:solidFill>
                </a:endParaRPr>
              </a:p>
            </p:txBody>
          </p:sp>
        </mc:Choice>
        <mc:Fallback xmlns="">
          <p:sp>
            <p:nvSpPr>
              <p:cNvPr id="34" name="TextBox 33">
                <a:extLst>
                  <a:ext uri="{FF2B5EF4-FFF2-40B4-BE49-F238E27FC236}">
                    <a16:creationId xmlns:a16="http://schemas.microsoft.com/office/drawing/2014/main" id="{1CDBC149-3566-488B-9CCD-A01371E13CEB}"/>
                  </a:ext>
                </a:extLst>
              </p:cNvPr>
              <p:cNvSpPr txBox="1">
                <a:spLocks noRot="1" noChangeAspect="1" noMove="1" noResize="1" noEditPoints="1" noAdjustHandles="1" noChangeArrowheads="1" noChangeShapeType="1" noTextEdit="1"/>
              </p:cNvSpPr>
              <p:nvPr/>
            </p:nvSpPr>
            <p:spPr>
              <a:xfrm>
                <a:off x="10236396" y="2446515"/>
                <a:ext cx="2541361" cy="430887"/>
              </a:xfrm>
              <a:prstGeom prst="rect">
                <a:avLst/>
              </a:prstGeom>
              <a:blipFill>
                <a:blip r:embed="rId16"/>
                <a:stretch>
                  <a:fillRect l="-24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9BB1860D-8CFA-4DBB-9900-A4636988F170}"/>
                  </a:ext>
                </a:extLst>
              </p:cNvPr>
              <p:cNvSpPr txBox="1"/>
              <p:nvPr/>
            </p:nvSpPr>
            <p:spPr>
              <a:xfrm>
                <a:off x="11654973" y="2446515"/>
                <a:ext cx="658132"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200" dirty="0" smtClean="0">
                          <a:solidFill>
                            <a:srgbClr val="002060"/>
                          </a:solidFill>
                          <a:latin typeface="Cambria Math" panose="02040503050406030204" pitchFamily="18" charset="0"/>
                        </a:rPr>
                        <m:t>=</m:t>
                      </m:r>
                      <m:r>
                        <a:rPr lang="en-IN" sz="2200" b="0" i="0" dirty="0" smtClean="0">
                          <a:solidFill>
                            <a:srgbClr val="002060"/>
                          </a:solidFill>
                          <a:latin typeface="Cambria Math" panose="02040503050406030204" pitchFamily="18" charset="0"/>
                        </a:rPr>
                        <m:t> </m:t>
                      </m:r>
                      <m:r>
                        <a:rPr lang="en-IN" sz="2200" dirty="0">
                          <a:solidFill>
                            <a:srgbClr val="002060"/>
                          </a:solidFill>
                          <a:latin typeface="Cambria Math" panose="02040503050406030204" pitchFamily="18" charset="0"/>
                        </a:rPr>
                        <m:t>?</m:t>
                      </m:r>
                    </m:oMath>
                  </m:oMathPara>
                </a14:m>
                <a:endParaRPr lang="en-IN" sz="2200" dirty="0">
                  <a:solidFill>
                    <a:srgbClr val="002060"/>
                  </a:solidFill>
                </a:endParaRPr>
              </a:p>
            </p:txBody>
          </p:sp>
        </mc:Choice>
        <mc:Fallback xmlns="">
          <p:sp>
            <p:nvSpPr>
              <p:cNvPr id="35" name="TextBox 34">
                <a:extLst>
                  <a:ext uri="{FF2B5EF4-FFF2-40B4-BE49-F238E27FC236}">
                    <a16:creationId xmlns:a16="http://schemas.microsoft.com/office/drawing/2014/main" id="{9BB1860D-8CFA-4DBB-9900-A4636988F170}"/>
                  </a:ext>
                </a:extLst>
              </p:cNvPr>
              <p:cNvSpPr txBox="1">
                <a:spLocks noRot="1" noChangeAspect="1" noMove="1" noResize="1" noEditPoints="1" noAdjustHandles="1" noChangeArrowheads="1" noChangeShapeType="1" noTextEdit="1"/>
              </p:cNvSpPr>
              <p:nvPr/>
            </p:nvSpPr>
            <p:spPr>
              <a:xfrm>
                <a:off x="11654973" y="2446515"/>
                <a:ext cx="658132" cy="430887"/>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D8E462CF-FB95-4E5F-B9A0-5308D0DC19D1}"/>
                  </a:ext>
                </a:extLst>
              </p:cNvPr>
              <p:cNvSpPr txBox="1"/>
              <p:nvPr/>
            </p:nvSpPr>
            <p:spPr>
              <a:xfrm>
                <a:off x="8919052" y="2877656"/>
                <a:ext cx="3563946"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200" dirty="0" smtClean="0">
                          <a:solidFill>
                            <a:srgbClr val="002060"/>
                          </a:solidFill>
                          <a:latin typeface="Cambria Math" panose="02040503050406030204" pitchFamily="18" charset="0"/>
                        </a:rPr>
                        <m:t>P</m:t>
                      </m:r>
                      <m:d>
                        <m:dPr>
                          <m:sepChr m:val="∣"/>
                          <m:ctrlPr>
                            <a:rPr lang="en-GB" sz="2200" i="1" dirty="0">
                              <a:solidFill>
                                <a:srgbClr val="002060"/>
                              </a:solidFill>
                              <a:latin typeface="Cambria Math" panose="02040503050406030204" pitchFamily="18" charset="0"/>
                            </a:rPr>
                          </m:ctrlPr>
                        </m:dPr>
                        <m:e>
                          <m:r>
                            <m:rPr>
                              <m:sty m:val="p"/>
                            </m:rPr>
                            <a:rPr lang="en-GB" sz="2200" dirty="0">
                              <a:solidFill>
                                <a:srgbClr val="002060"/>
                              </a:solidFill>
                              <a:latin typeface="Cambria Math" panose="02040503050406030204" pitchFamily="18" charset="0"/>
                            </a:rPr>
                            <m:t>X</m:t>
                          </m:r>
                          <m:r>
                            <a:rPr lang="en-GB" sz="2200" dirty="0">
                              <a:solidFill>
                                <a:srgbClr val="002060"/>
                              </a:solidFill>
                              <a:latin typeface="Cambria Math" panose="02040503050406030204" pitchFamily="18" charset="0"/>
                            </a:rPr>
                            <m:t>&lt;200</m:t>
                          </m:r>
                        </m:e>
                        <m:e>
                          <m:r>
                            <m:rPr>
                              <m:sty m:val="p"/>
                            </m:rPr>
                            <a:rPr lang="en-GB" sz="2200" dirty="0">
                              <a:solidFill>
                                <a:srgbClr val="002060"/>
                              </a:solidFill>
                              <a:latin typeface="Cambria Math" panose="02040503050406030204" pitchFamily="18" charset="0"/>
                            </a:rPr>
                            <m:t>X</m:t>
                          </m:r>
                          <m:r>
                            <a:rPr lang="en-GB" sz="2200" dirty="0">
                              <a:solidFill>
                                <a:srgbClr val="002060"/>
                              </a:solidFill>
                              <a:latin typeface="Cambria Math" panose="02040503050406030204" pitchFamily="18" charset="0"/>
                            </a:rPr>
                            <m:t>&gt;150</m:t>
                          </m:r>
                        </m:e>
                      </m:d>
                    </m:oMath>
                  </m:oMathPara>
                </a14:m>
                <a:endParaRPr lang="en-IN" sz="2200" dirty="0">
                  <a:solidFill>
                    <a:srgbClr val="002060"/>
                  </a:solidFill>
                </a:endParaRPr>
              </a:p>
            </p:txBody>
          </p:sp>
        </mc:Choice>
        <mc:Fallback xmlns="">
          <p:sp>
            <p:nvSpPr>
              <p:cNvPr id="36" name="TextBox 35">
                <a:extLst>
                  <a:ext uri="{FF2B5EF4-FFF2-40B4-BE49-F238E27FC236}">
                    <a16:creationId xmlns:a16="http://schemas.microsoft.com/office/drawing/2014/main" id="{D8E462CF-FB95-4E5F-B9A0-5308D0DC19D1}"/>
                  </a:ext>
                </a:extLst>
              </p:cNvPr>
              <p:cNvSpPr txBox="1">
                <a:spLocks noRot="1" noChangeAspect="1" noMove="1" noResize="1" noEditPoints="1" noAdjustHandles="1" noChangeArrowheads="1" noChangeShapeType="1" noTextEdit="1"/>
              </p:cNvSpPr>
              <p:nvPr/>
            </p:nvSpPr>
            <p:spPr>
              <a:xfrm>
                <a:off x="8919052" y="2877656"/>
                <a:ext cx="3563946" cy="430887"/>
              </a:xfrm>
              <a:prstGeom prst="rect">
                <a:avLst/>
              </a:prstGeom>
              <a:blipFill>
                <a:blip r:embed="rId18"/>
                <a:stretch>
                  <a:fillRect l="-1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C3181903-6C38-4028-AF66-E22C4B5BAA40}"/>
                  </a:ext>
                </a:extLst>
              </p:cNvPr>
              <p:cNvSpPr txBox="1"/>
              <p:nvPr/>
            </p:nvSpPr>
            <p:spPr>
              <a:xfrm>
                <a:off x="11654973" y="2877656"/>
                <a:ext cx="658132"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200" dirty="0" smtClean="0">
                          <a:solidFill>
                            <a:srgbClr val="002060"/>
                          </a:solidFill>
                          <a:latin typeface="Cambria Math" panose="02040503050406030204" pitchFamily="18" charset="0"/>
                        </a:rPr>
                        <m:t>=</m:t>
                      </m:r>
                      <m:r>
                        <a:rPr lang="en-IN" sz="2200" b="0" i="0" dirty="0" smtClean="0">
                          <a:solidFill>
                            <a:srgbClr val="002060"/>
                          </a:solidFill>
                          <a:latin typeface="Cambria Math" panose="02040503050406030204" pitchFamily="18" charset="0"/>
                        </a:rPr>
                        <m:t> </m:t>
                      </m:r>
                      <m:r>
                        <a:rPr lang="en-IN" sz="2200" dirty="0">
                          <a:solidFill>
                            <a:srgbClr val="002060"/>
                          </a:solidFill>
                          <a:latin typeface="Cambria Math" panose="02040503050406030204" pitchFamily="18" charset="0"/>
                        </a:rPr>
                        <m:t>?</m:t>
                      </m:r>
                    </m:oMath>
                  </m:oMathPara>
                </a14:m>
                <a:endParaRPr lang="en-IN" sz="2200" dirty="0">
                  <a:solidFill>
                    <a:srgbClr val="002060"/>
                  </a:solidFill>
                </a:endParaRPr>
              </a:p>
            </p:txBody>
          </p:sp>
        </mc:Choice>
        <mc:Fallback xmlns="">
          <p:sp>
            <p:nvSpPr>
              <p:cNvPr id="37" name="TextBox 36">
                <a:extLst>
                  <a:ext uri="{FF2B5EF4-FFF2-40B4-BE49-F238E27FC236}">
                    <a16:creationId xmlns:a16="http://schemas.microsoft.com/office/drawing/2014/main" id="{C3181903-6C38-4028-AF66-E22C4B5BAA40}"/>
                  </a:ext>
                </a:extLst>
              </p:cNvPr>
              <p:cNvSpPr txBox="1">
                <a:spLocks noRot="1" noChangeAspect="1" noMove="1" noResize="1" noEditPoints="1" noAdjustHandles="1" noChangeArrowheads="1" noChangeShapeType="1" noTextEdit="1"/>
              </p:cNvSpPr>
              <p:nvPr/>
            </p:nvSpPr>
            <p:spPr>
              <a:xfrm>
                <a:off x="11654973" y="2877656"/>
                <a:ext cx="658132" cy="430887"/>
              </a:xfrm>
              <a:prstGeom prst="rect">
                <a:avLst/>
              </a:prstGeom>
              <a:blipFill>
                <a:blip r:embed="rId19"/>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7729180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3" grpId="0"/>
      <p:bldP spid="14" grpId="0"/>
      <p:bldP spid="16" grpId="0"/>
      <p:bldP spid="17" grpId="0"/>
      <p:bldP spid="18" grpId="0"/>
      <p:bldP spid="20" grpId="0"/>
      <p:bldP spid="22" grpId="0"/>
      <p:bldP spid="23" grpId="0"/>
      <p:bldP spid="24" grpId="0"/>
      <p:bldP spid="27" grpId="0"/>
      <p:bldP spid="28" grpId="0"/>
      <p:bldP spid="30" grpId="0"/>
    </p:bld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7 ⇝ Example 3 (</a:t>
            </a:r>
            <a:r>
              <a:rPr lang="en-IN" dirty="0"/>
              <a:t>Continue</a:t>
            </a:r>
            <a:r>
              <a:rPr lang="en-GB" dirty="0"/>
              <a:t>)</a:t>
            </a:r>
            <a:endParaRPr lang="en-US" dirty="0"/>
          </a:p>
        </p:txBody>
      </p:sp>
      <p:sp>
        <p:nvSpPr>
          <p:cNvPr id="12" name="!!CDF">
            <a:extLst>
              <a:ext uri="{FF2B5EF4-FFF2-40B4-BE49-F238E27FC236}">
                <a16:creationId xmlns:a16="http://schemas.microsoft.com/office/drawing/2014/main" id="{C503FD85-670B-4406-9B07-384DD16678B5}"/>
              </a:ext>
            </a:extLst>
          </p:cNvPr>
          <p:cNvSpPr txBox="1"/>
          <p:nvPr/>
        </p:nvSpPr>
        <p:spPr>
          <a:xfrm>
            <a:off x="130233" y="783535"/>
            <a:ext cx="4105543" cy="523220"/>
          </a:xfrm>
          <a:prstGeom prst="rect">
            <a:avLst/>
          </a:prstGeom>
          <a:noFill/>
        </p:spPr>
        <p:txBody>
          <a:bodyPr wrap="square">
            <a:spAutoFit/>
          </a:bodyPr>
          <a:lstStyle/>
          <a:p>
            <a:r>
              <a:rPr lang="en-IN" sz="2800" b="1" dirty="0">
                <a:solidFill>
                  <a:srgbClr val="002060"/>
                </a:solidFill>
              </a:rPr>
              <a:t>Distribution Function (CDF):</a:t>
            </a:r>
          </a:p>
        </p:txBody>
      </p:sp>
      <p:sp>
        <p:nvSpPr>
          <p:cNvPr id="16" name="TextBox 15">
            <a:extLst>
              <a:ext uri="{FF2B5EF4-FFF2-40B4-BE49-F238E27FC236}">
                <a16:creationId xmlns:a16="http://schemas.microsoft.com/office/drawing/2014/main" id="{CA33D721-0AE3-477A-8DF3-8C5E31C34D90}"/>
              </a:ext>
            </a:extLst>
          </p:cNvPr>
          <p:cNvSpPr txBox="1"/>
          <p:nvPr/>
        </p:nvSpPr>
        <p:spPr>
          <a:xfrm>
            <a:off x="130233" y="1574163"/>
            <a:ext cx="1298029" cy="523220"/>
          </a:xfrm>
          <a:prstGeom prst="rect">
            <a:avLst/>
          </a:prstGeom>
          <a:noFill/>
        </p:spPr>
        <p:txBody>
          <a:bodyPr wrap="square">
            <a:spAutoFit/>
          </a:bodyPr>
          <a:lstStyle/>
          <a:p>
            <a:r>
              <a:rPr lang="en-GB" sz="2800" b="1" i="0" dirty="0">
                <a:solidFill>
                  <a:srgbClr val="002060"/>
                </a:solidFill>
                <a:latin typeface="+mj-lt"/>
              </a:rPr>
              <a:t>Case 2:</a:t>
            </a:r>
            <a:endParaRPr lang="en-IN" sz="2800" b="1" dirty="0">
              <a:solidFill>
                <a:srgbClr val="002060"/>
              </a:solidFill>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D0631C7-7728-45F6-A480-AF4CFFD00698}"/>
                  </a:ext>
                </a:extLst>
              </p:cNvPr>
              <p:cNvSpPr txBox="1"/>
              <p:nvPr/>
            </p:nvSpPr>
            <p:spPr>
              <a:xfrm>
                <a:off x="1316336" y="1570910"/>
                <a:ext cx="144315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smtClean="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m:t>
                      </m:r>
                      <m:r>
                        <a:rPr lang="en-GB" sz="2800">
                          <a:solidFill>
                            <a:srgbClr val="002060"/>
                          </a:solidFill>
                          <a:latin typeface="Cambria Math" panose="02040503050406030204" pitchFamily="18" charset="0"/>
                        </a:rPr>
                        <m:t>100</m:t>
                      </m:r>
                    </m:oMath>
                  </m:oMathPara>
                </a14:m>
                <a:endParaRPr lang="en-IN" sz="2800" b="1" dirty="0">
                  <a:solidFill>
                    <a:srgbClr val="0070C0"/>
                  </a:solidFill>
                </a:endParaRPr>
              </a:p>
            </p:txBody>
          </p:sp>
        </mc:Choice>
        <mc:Fallback xmlns="">
          <p:sp>
            <p:nvSpPr>
              <p:cNvPr id="17" name="TextBox 16">
                <a:extLst>
                  <a:ext uri="{FF2B5EF4-FFF2-40B4-BE49-F238E27FC236}">
                    <a16:creationId xmlns:a16="http://schemas.microsoft.com/office/drawing/2014/main" id="{7D0631C7-7728-45F6-A480-AF4CFFD00698}"/>
                  </a:ext>
                </a:extLst>
              </p:cNvPr>
              <p:cNvSpPr txBox="1">
                <a:spLocks noRot="1" noChangeAspect="1" noMove="1" noResize="1" noEditPoints="1" noAdjustHandles="1" noChangeArrowheads="1" noChangeShapeType="1" noTextEdit="1"/>
              </p:cNvSpPr>
              <p:nvPr/>
            </p:nvSpPr>
            <p:spPr>
              <a:xfrm>
                <a:off x="1316336" y="1570910"/>
                <a:ext cx="1443159"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009A7E3-8CB8-4825-B784-5B0D4C96783C}"/>
                  </a:ext>
                </a:extLst>
              </p:cNvPr>
              <p:cNvSpPr txBox="1"/>
              <p:nvPr/>
            </p:nvSpPr>
            <p:spPr>
              <a:xfrm>
                <a:off x="2987008" y="1571353"/>
                <a:ext cx="2190549" cy="523220"/>
              </a:xfrm>
              <a:prstGeom prst="rect">
                <a:avLst/>
              </a:prstGeom>
              <a:noFill/>
            </p:spPr>
            <p:txBody>
              <a:bodyPr wrap="square">
                <a:spAutoFit/>
              </a:bodyPr>
              <a:lstStyle/>
              <a:p>
                <a:r>
                  <a:rPr lang="en-GB" sz="2800" i="0" dirty="0">
                    <a:solidFill>
                      <a:srgbClr val="002060"/>
                    </a:solidFill>
                    <a:latin typeface="+mj-lt"/>
                  </a:rPr>
                  <a:t>for </a:t>
                </a:r>
                <a14:m>
                  <m:oMath xmlns:m="http://schemas.openxmlformats.org/officeDocument/2006/math">
                    <m:r>
                      <m:rPr>
                        <m:sty m:val="p"/>
                      </m:rPr>
                      <a:rPr lang="en-GB" sz="2800" i="0">
                        <a:solidFill>
                          <a:srgbClr val="002060"/>
                        </a:solidFill>
                        <a:latin typeface="Cambria Math" panose="02040503050406030204" pitchFamily="18" charset="0"/>
                      </a:rPr>
                      <m:t>x</m:t>
                    </m:r>
                    <m:r>
                      <a:rPr lang="en-GB" sz="2800" i="0">
                        <a:solidFill>
                          <a:srgbClr val="002060"/>
                        </a:solidFill>
                        <a:latin typeface="Cambria Math" panose="02040503050406030204" pitchFamily="18" charset="0"/>
                      </a:rPr>
                      <m:t>&lt;100, </m:t>
                    </m:r>
                  </m:oMath>
                </a14:m>
                <a:endParaRPr lang="en-IN" sz="2800" b="1" dirty="0">
                  <a:solidFill>
                    <a:srgbClr val="0070C0"/>
                  </a:solidFill>
                </a:endParaRPr>
              </a:p>
            </p:txBody>
          </p:sp>
        </mc:Choice>
        <mc:Fallback xmlns="">
          <p:sp>
            <p:nvSpPr>
              <p:cNvPr id="18" name="TextBox 17">
                <a:extLst>
                  <a:ext uri="{FF2B5EF4-FFF2-40B4-BE49-F238E27FC236}">
                    <a16:creationId xmlns:a16="http://schemas.microsoft.com/office/drawing/2014/main" id="{8009A7E3-8CB8-4825-B784-5B0D4C96783C}"/>
                  </a:ext>
                </a:extLst>
              </p:cNvPr>
              <p:cNvSpPr txBox="1">
                <a:spLocks noRot="1" noChangeAspect="1" noMove="1" noResize="1" noEditPoints="1" noAdjustHandles="1" noChangeArrowheads="1" noChangeShapeType="1" noTextEdit="1"/>
              </p:cNvSpPr>
              <p:nvPr/>
            </p:nvSpPr>
            <p:spPr>
              <a:xfrm>
                <a:off x="2987008" y="1571353"/>
                <a:ext cx="2190549" cy="523220"/>
              </a:xfrm>
              <a:prstGeom prst="rect">
                <a:avLst/>
              </a:prstGeom>
              <a:blipFill>
                <a:blip r:embed="rId3"/>
                <a:stretch>
                  <a:fillRect l="-5850"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801EFDC-CE7D-4D02-A78B-EADFB50FC9A5}"/>
                  </a:ext>
                </a:extLst>
              </p:cNvPr>
              <p:cNvSpPr txBox="1"/>
              <p:nvPr/>
            </p:nvSpPr>
            <p:spPr>
              <a:xfrm>
                <a:off x="4957892" y="1383384"/>
                <a:ext cx="3194963"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nor/>
                        </m:rPr>
                        <a:rPr lang="en-GB" sz="2800" i="0" dirty="0" smtClean="0">
                          <a:solidFill>
                            <a:srgbClr val="002060"/>
                          </a:solidFill>
                          <a:latin typeface="+mj-lt"/>
                        </a:rPr>
                        <m:t>PDF</m:t>
                      </m:r>
                      <m:r>
                        <m:rPr>
                          <m:nor/>
                        </m:rPr>
                        <a:rPr lang="en-IN" sz="2800" b="0" i="0" dirty="0" smtClean="0">
                          <a:solidFill>
                            <a:srgbClr val="002060"/>
                          </a:solidFill>
                          <a:latin typeface="+mj-lt"/>
                        </a:rPr>
                        <m:t> </m:t>
                      </m:r>
                      <m:r>
                        <m:rPr>
                          <m:nor/>
                        </m:rPr>
                        <a:rPr lang="en-IN" sz="2800" b="0" i="0" dirty="0" smtClean="0">
                          <a:solidFill>
                            <a:srgbClr val="002060"/>
                          </a:solidFill>
                          <a:latin typeface="+mj-lt"/>
                        </a:rPr>
                        <m:t>is</m:t>
                      </m:r>
                      <m:r>
                        <a:rPr lang="en-IN" sz="2800" b="0" i="1" dirty="0" smtClean="0">
                          <a:solidFill>
                            <a:srgbClr val="002060"/>
                          </a:solidFill>
                          <a:latin typeface="Cambria Math" panose="02040503050406030204" pitchFamily="18" charset="0"/>
                        </a:rPr>
                        <m:t> </m:t>
                      </m:r>
                      <m:r>
                        <m:rPr>
                          <m:sty m:val="p"/>
                        </m:rPr>
                        <a:rPr lang="en-GB" sz="2800" smtClean="0">
                          <a:solidFill>
                            <a:srgbClr val="002060"/>
                          </a:solidFill>
                          <a:latin typeface="Cambria Math" panose="02040503050406030204" pitchFamily="18" charset="0"/>
                        </a:rPr>
                        <m:t>f</m:t>
                      </m:r>
                      <m:d>
                        <m:dPr>
                          <m:ctrlPr>
                            <a:rPr lang="en-GB" sz="2800" i="1">
                              <a:solidFill>
                                <a:srgbClr val="002060"/>
                              </a:solidFill>
                              <a:latin typeface="Cambria Math" panose="02040503050406030204" pitchFamily="18" charset="0"/>
                            </a:rPr>
                          </m:ctrlPr>
                        </m:dPr>
                        <m:e>
                          <m:r>
                            <m:rPr>
                              <m:sty m:val="p"/>
                            </m:rPr>
                            <a:rPr lang="en-GB" sz="2800">
                              <a:solidFill>
                                <a:srgbClr val="002060"/>
                              </a:solidFill>
                              <a:latin typeface="Cambria Math" panose="02040503050406030204" pitchFamily="18" charset="0"/>
                            </a:rPr>
                            <m:t>t</m:t>
                          </m:r>
                        </m:e>
                      </m:d>
                      <m:r>
                        <a:rPr lang="en-GB" sz="2800">
                          <a:solidFill>
                            <a:srgbClr val="002060"/>
                          </a:solidFill>
                          <a:latin typeface="Cambria Math" panose="02040503050406030204" pitchFamily="18" charset="0"/>
                        </a:rPr>
                        <m:t>=</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100 </m:t>
                          </m:r>
                        </m:num>
                        <m:den>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sSup>
                            <m:sSup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sSupPr>
                            <m:e>
                              <m:r>
                                <m:rPr>
                                  <m:sty m:val="p"/>
                                </m:rP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t</m:t>
                              </m:r>
                            </m:e>
                            <m:sup>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2</m:t>
                              </m:r>
                            </m:sup>
                          </m:sSup>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oMath>
                  </m:oMathPara>
                </a14:m>
                <a:endParaRPr lang="en-IN" sz="2800" b="1" dirty="0">
                  <a:solidFill>
                    <a:srgbClr val="0070C0"/>
                  </a:solidFill>
                </a:endParaRPr>
              </a:p>
            </p:txBody>
          </p:sp>
        </mc:Choice>
        <mc:Fallback xmlns="">
          <p:sp>
            <p:nvSpPr>
              <p:cNvPr id="20" name="TextBox 19">
                <a:extLst>
                  <a:ext uri="{FF2B5EF4-FFF2-40B4-BE49-F238E27FC236}">
                    <a16:creationId xmlns:a16="http://schemas.microsoft.com/office/drawing/2014/main" id="{7801EFDC-CE7D-4D02-A78B-EADFB50FC9A5}"/>
                  </a:ext>
                </a:extLst>
              </p:cNvPr>
              <p:cNvSpPr txBox="1">
                <a:spLocks noRot="1" noChangeAspect="1" noMove="1" noResize="1" noEditPoints="1" noAdjustHandles="1" noChangeArrowheads="1" noChangeShapeType="1" noTextEdit="1"/>
              </p:cNvSpPr>
              <p:nvPr/>
            </p:nvSpPr>
            <p:spPr>
              <a:xfrm>
                <a:off x="4957892" y="1383384"/>
                <a:ext cx="3194963" cy="899157"/>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FA79DF1-0FCD-48FC-83B6-2A043AF29052}"/>
                  </a:ext>
                </a:extLst>
              </p:cNvPr>
              <p:cNvSpPr txBox="1"/>
              <p:nvPr/>
            </p:nvSpPr>
            <p:spPr>
              <a:xfrm>
                <a:off x="64594" y="2803177"/>
                <a:ext cx="73950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e>
                      </m:d>
                    </m:oMath>
                  </m:oMathPara>
                </a14:m>
                <a:endParaRPr lang="en-IN" sz="2800" dirty="0"/>
              </a:p>
            </p:txBody>
          </p:sp>
        </mc:Choice>
        <mc:Fallback xmlns="">
          <p:sp>
            <p:nvSpPr>
              <p:cNvPr id="22" name="TextBox 21">
                <a:extLst>
                  <a:ext uri="{FF2B5EF4-FFF2-40B4-BE49-F238E27FC236}">
                    <a16:creationId xmlns:a16="http://schemas.microsoft.com/office/drawing/2014/main" id="{AFA79DF1-0FCD-48FC-83B6-2A043AF29052}"/>
                  </a:ext>
                </a:extLst>
              </p:cNvPr>
              <p:cNvSpPr txBox="1">
                <a:spLocks noRot="1" noChangeAspect="1" noMove="1" noResize="1" noEditPoints="1" noAdjustHandles="1" noChangeArrowheads="1" noChangeShapeType="1" noTextEdit="1"/>
              </p:cNvSpPr>
              <p:nvPr/>
            </p:nvSpPr>
            <p:spPr>
              <a:xfrm>
                <a:off x="64594" y="2803177"/>
                <a:ext cx="739503"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0A6DADB-1FEB-4B7D-BF3A-2F4190A1F17A}"/>
                  </a:ext>
                </a:extLst>
              </p:cNvPr>
              <p:cNvSpPr txBox="1"/>
              <p:nvPr/>
            </p:nvSpPr>
            <p:spPr>
              <a:xfrm>
                <a:off x="819335" y="2391107"/>
                <a:ext cx="2190549" cy="135165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a:solidFill>
                                <a:srgbClr val="002060"/>
                              </a:solidFill>
                              <a:latin typeface="Cambria Math" panose="02040503050406030204" pitchFamily="18" charset="0"/>
                            </a:rPr>
                          </m:ctrlPr>
                        </m:naryPr>
                        <m:sub>
                          <m:r>
                            <m:rPr>
                              <m:brk m:alnAt="24"/>
                            </m:rPr>
                            <a:rPr lang="en-IN" sz="2800" i="0" dirty="0">
                              <a:solidFill>
                                <a:srgbClr val="002060"/>
                              </a:solidFill>
                              <a:latin typeface="Cambria Math" panose="02040503050406030204" pitchFamily="18" charset="0"/>
                            </a:rPr>
                            <m:t>−</m:t>
                          </m:r>
                          <m:r>
                            <a:rPr lang="en-IN" sz="2800" i="0" dirty="0">
                              <a:solidFill>
                                <a:srgbClr val="002060"/>
                              </a:solidFill>
                              <a:latin typeface="Cambria Math" panose="02040503050406030204" pitchFamily="18" charset="0"/>
                            </a:rPr>
                            <m:t>∞</m:t>
                          </m:r>
                        </m:sub>
                        <m:sup>
                          <m:r>
                            <m:rPr>
                              <m:sty m:val="p"/>
                            </m:rPr>
                            <a:rPr lang="en-IN" sz="2800" b="0" i="0" dirty="0" smtClean="0">
                              <a:solidFill>
                                <a:srgbClr val="002060"/>
                              </a:solidFill>
                              <a:latin typeface="Cambria Math" panose="02040503050406030204" pitchFamily="18" charset="0"/>
                            </a:rPr>
                            <m:t>x</m:t>
                          </m:r>
                        </m:sup>
                        <m:e>
                          <m:r>
                            <m:rPr>
                              <m:sty m:val="p"/>
                            </m:rPr>
                            <a:rPr lang="en-IN" sz="2800" b="0" i="0"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t</m:t>
                              </m:r>
                            </m:e>
                          </m:d>
                        </m:e>
                      </m:nary>
                      <m:r>
                        <m:rPr>
                          <m:sty m:val="p"/>
                        </m:rPr>
                        <a:rPr lang="en-IN" sz="2800" i="0" dirty="0">
                          <a:solidFill>
                            <a:srgbClr val="002060"/>
                          </a:solidFill>
                          <a:latin typeface="Cambria Math" panose="02040503050406030204" pitchFamily="18" charset="0"/>
                        </a:rPr>
                        <m:t>d</m:t>
                      </m:r>
                      <m:r>
                        <m:rPr>
                          <m:sty m:val="p"/>
                        </m:rPr>
                        <a:rPr lang="en-IN" sz="2800" b="0" i="0" dirty="0" smtClean="0">
                          <a:solidFill>
                            <a:srgbClr val="002060"/>
                          </a:solidFill>
                          <a:latin typeface="Cambria Math" panose="02040503050406030204" pitchFamily="18" charset="0"/>
                        </a:rPr>
                        <m:t>t</m:t>
                      </m:r>
                    </m:oMath>
                  </m:oMathPara>
                </a14:m>
                <a:endParaRPr lang="en-IN" sz="2800" dirty="0"/>
              </a:p>
            </p:txBody>
          </p:sp>
        </mc:Choice>
        <mc:Fallback xmlns="">
          <p:sp>
            <p:nvSpPr>
              <p:cNvPr id="23" name="TextBox 22">
                <a:extLst>
                  <a:ext uri="{FF2B5EF4-FFF2-40B4-BE49-F238E27FC236}">
                    <a16:creationId xmlns:a16="http://schemas.microsoft.com/office/drawing/2014/main" id="{50A6DADB-1FEB-4B7D-BF3A-2F4190A1F17A}"/>
                  </a:ext>
                </a:extLst>
              </p:cNvPr>
              <p:cNvSpPr txBox="1">
                <a:spLocks noRot="1" noChangeAspect="1" noMove="1" noResize="1" noEditPoints="1" noAdjustHandles="1" noChangeArrowheads="1" noChangeShapeType="1" noTextEdit="1"/>
              </p:cNvSpPr>
              <p:nvPr/>
            </p:nvSpPr>
            <p:spPr>
              <a:xfrm>
                <a:off x="819335" y="2391107"/>
                <a:ext cx="2190549" cy="1351652"/>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3B18237-5854-409E-9971-7CB7C44FF16F}"/>
                  </a:ext>
                </a:extLst>
              </p:cNvPr>
              <p:cNvSpPr txBox="1"/>
              <p:nvPr/>
            </p:nvSpPr>
            <p:spPr>
              <a:xfrm>
                <a:off x="799666" y="3787797"/>
                <a:ext cx="1763212" cy="138723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nary>
                        <m:naryPr>
                          <m:limLoc m:val="undOvr"/>
                          <m:ctrlPr>
                            <a:rPr lang="en-IN" sz="2800" i="1" dirty="0">
                              <a:solidFill>
                                <a:srgbClr val="002060"/>
                              </a:solidFill>
                              <a:latin typeface="Cambria Math" panose="02040503050406030204" pitchFamily="18" charset="0"/>
                            </a:rPr>
                          </m:ctrlPr>
                        </m:naryPr>
                        <m:sub>
                          <m:r>
                            <m:rPr>
                              <m:brk m:alnAt="24"/>
                            </m:rPr>
                            <a:rPr lang="en-IN" sz="2800" dirty="0">
                              <a:solidFill>
                                <a:srgbClr val="002060"/>
                              </a:solidFill>
                              <a:latin typeface="Cambria Math" panose="02040503050406030204" pitchFamily="18" charset="0"/>
                            </a:rPr>
                            <m:t>−</m:t>
                          </m:r>
                          <m:r>
                            <a:rPr lang="en-IN" sz="2800" dirty="0">
                              <a:solidFill>
                                <a:srgbClr val="002060"/>
                              </a:solidFill>
                              <a:latin typeface="Cambria Math" panose="02040503050406030204" pitchFamily="18" charset="0"/>
                            </a:rPr>
                            <m:t>∞</m:t>
                          </m:r>
                        </m:sub>
                        <m:sup>
                          <m:r>
                            <a:rPr lang="en-IN" sz="2800" b="0" i="0" dirty="0" smtClean="0">
                              <a:solidFill>
                                <a:srgbClr val="002060"/>
                              </a:solidFill>
                              <a:latin typeface="Cambria Math" panose="02040503050406030204" pitchFamily="18" charset="0"/>
                            </a:rPr>
                            <m:t>100</m:t>
                          </m:r>
                        </m:sup>
                        <m:e>
                          <m:r>
                            <a:rPr lang="en-IN" sz="2800" i="1" dirty="0" smtClean="0">
                              <a:solidFill>
                                <a:srgbClr val="002060"/>
                              </a:solidFill>
                              <a:latin typeface="Cambria Math" panose="02040503050406030204" pitchFamily="18" charset="0"/>
                            </a:rPr>
                            <m:t>0</m:t>
                          </m:r>
                        </m:e>
                      </m:nary>
                      <m:r>
                        <m:rPr>
                          <m:sty m:val="p"/>
                        </m:rPr>
                        <a:rPr lang="en-IN" sz="2800" dirty="0">
                          <a:solidFill>
                            <a:srgbClr val="002060"/>
                          </a:solidFill>
                          <a:latin typeface="Cambria Math" panose="02040503050406030204" pitchFamily="18" charset="0"/>
                        </a:rPr>
                        <m:t>dt</m:t>
                      </m:r>
                    </m:oMath>
                  </m:oMathPara>
                </a14:m>
                <a:endParaRPr lang="en-IN" sz="2800" dirty="0"/>
              </a:p>
            </p:txBody>
          </p:sp>
        </mc:Choice>
        <mc:Fallback xmlns="">
          <p:sp>
            <p:nvSpPr>
              <p:cNvPr id="24" name="TextBox 23">
                <a:extLst>
                  <a:ext uri="{FF2B5EF4-FFF2-40B4-BE49-F238E27FC236}">
                    <a16:creationId xmlns:a16="http://schemas.microsoft.com/office/drawing/2014/main" id="{D3B18237-5854-409E-9971-7CB7C44FF16F}"/>
                  </a:ext>
                </a:extLst>
              </p:cNvPr>
              <p:cNvSpPr txBox="1">
                <a:spLocks noRot="1" noChangeAspect="1" noMove="1" noResize="1" noEditPoints="1" noAdjustHandles="1" noChangeArrowheads="1" noChangeShapeType="1" noTextEdit="1"/>
              </p:cNvSpPr>
              <p:nvPr/>
            </p:nvSpPr>
            <p:spPr>
              <a:xfrm>
                <a:off x="799666" y="3787797"/>
                <a:ext cx="1763212" cy="1387239"/>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6F37805-E837-4251-A20E-06B8E29851C0}"/>
                  </a:ext>
                </a:extLst>
              </p:cNvPr>
              <p:cNvSpPr txBox="1"/>
              <p:nvPr/>
            </p:nvSpPr>
            <p:spPr>
              <a:xfrm>
                <a:off x="2508062" y="3787797"/>
                <a:ext cx="2542047" cy="138723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a:solidFill>
                                <a:srgbClr val="002060"/>
                              </a:solidFill>
                              <a:latin typeface="Cambria Math" panose="02040503050406030204" pitchFamily="18" charset="0"/>
                            </a:rPr>
                          </m:ctrlPr>
                        </m:naryPr>
                        <m:sub>
                          <m:r>
                            <a:rPr lang="en-IN" sz="2800" b="0" i="0" dirty="0" smtClean="0">
                              <a:solidFill>
                                <a:srgbClr val="002060"/>
                              </a:solidFill>
                              <a:latin typeface="Cambria Math" panose="02040503050406030204" pitchFamily="18" charset="0"/>
                            </a:rPr>
                            <m:t>100</m:t>
                          </m:r>
                        </m:sub>
                        <m:sup>
                          <m:r>
                            <m:rPr>
                              <m:sty m:val="p"/>
                            </m:rPr>
                            <a:rPr lang="en-IN" sz="2800" b="0" i="0" dirty="0" smtClean="0">
                              <a:solidFill>
                                <a:srgbClr val="002060"/>
                              </a:solidFill>
                              <a:latin typeface="Cambria Math" panose="02040503050406030204" pitchFamily="18" charset="0"/>
                            </a:rPr>
                            <m:t>x</m:t>
                          </m:r>
                        </m:sup>
                        <m:e>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IN" sz="2800" b="0" i="1"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100 </m:t>
                              </m:r>
                            </m:num>
                            <m:den>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sSup>
                                <m:sSup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sSupPr>
                                <m:e>
                                  <m:r>
                                    <m:rPr>
                                      <m:sty m:val="p"/>
                                    </m:rP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t</m:t>
                                  </m:r>
                                </m:e>
                                <m:sup>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2</m:t>
                                  </m:r>
                                </m:sup>
                              </m:sSup>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e>
                      </m:nary>
                      <m:r>
                        <a:rPr lang="en-IN" sz="2800" b="0" i="1" dirty="0" smtClean="0">
                          <a:solidFill>
                            <a:srgbClr val="002060"/>
                          </a:solidFill>
                          <a:latin typeface="Cambria Math" panose="02040503050406030204" pitchFamily="18" charset="0"/>
                        </a:rPr>
                        <m:t> </m:t>
                      </m:r>
                      <m:r>
                        <m:rPr>
                          <m:sty m:val="p"/>
                        </m:rPr>
                        <a:rPr lang="en-IN" sz="2800" dirty="0">
                          <a:solidFill>
                            <a:srgbClr val="002060"/>
                          </a:solidFill>
                          <a:latin typeface="Cambria Math" panose="02040503050406030204" pitchFamily="18" charset="0"/>
                        </a:rPr>
                        <m:t>dt</m:t>
                      </m:r>
                    </m:oMath>
                  </m:oMathPara>
                </a14:m>
                <a:endParaRPr lang="en-IN" sz="2800" dirty="0"/>
              </a:p>
            </p:txBody>
          </p:sp>
        </mc:Choice>
        <mc:Fallback xmlns="">
          <p:sp>
            <p:nvSpPr>
              <p:cNvPr id="21" name="TextBox 20">
                <a:extLst>
                  <a:ext uri="{FF2B5EF4-FFF2-40B4-BE49-F238E27FC236}">
                    <a16:creationId xmlns:a16="http://schemas.microsoft.com/office/drawing/2014/main" id="{A6F37805-E837-4251-A20E-06B8E29851C0}"/>
                  </a:ext>
                </a:extLst>
              </p:cNvPr>
              <p:cNvSpPr txBox="1">
                <a:spLocks noRot="1" noChangeAspect="1" noMove="1" noResize="1" noEditPoints="1" noAdjustHandles="1" noChangeArrowheads="1" noChangeShapeType="1" noTextEdit="1"/>
              </p:cNvSpPr>
              <p:nvPr/>
            </p:nvSpPr>
            <p:spPr>
              <a:xfrm>
                <a:off x="2508062" y="3787797"/>
                <a:ext cx="2542047" cy="1387239"/>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A4C0F718-B745-4C30-BAD0-A2AA8B255217}"/>
                  </a:ext>
                </a:extLst>
              </p:cNvPr>
              <p:cNvSpPr txBox="1"/>
              <p:nvPr/>
            </p:nvSpPr>
            <p:spPr>
              <a:xfrm>
                <a:off x="819335" y="5293400"/>
                <a:ext cx="2542047" cy="105631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sSubSup>
                        <m:sSubSupPr>
                          <m:ctrlPr>
                            <a:rPr lang="en-IN" sz="2800" b="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sSubSupPr>
                        <m:e>
                          <m:d>
                            <m:dPr>
                              <m:begChr m:val="["/>
                              <m:endChr m:val="]"/>
                              <m:ctrlPr>
                                <a:rPr lang="en-IN" sz="2800" b="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a:rPr lang="en-IN" sz="2800" b="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IN" sz="2800" i="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800" i="0">
                                      <a:solidFill>
                                        <a:srgbClr val="002060"/>
                                      </a:solidFill>
                                      <a:latin typeface="Cambria Math" panose="02040503050406030204" pitchFamily="18" charset="0"/>
                                      <a:ea typeface="Calibri" panose="020F0502020204030204" pitchFamily="34" charset="0"/>
                                      <a:cs typeface="Shruti" panose="020B0502040204020203" pitchFamily="34" charset="0"/>
                                    </a:rPr>
                                    <m:t>100 </m:t>
                                  </m:r>
                                </m:num>
                                <m:den>
                                  <m:r>
                                    <a:rPr lang="en-GB" sz="2800" i="0">
                                      <a:solidFill>
                                        <a:srgbClr val="002060"/>
                                      </a:solidFill>
                                      <a:latin typeface="Cambria Math" panose="02040503050406030204" pitchFamily="18" charset="0"/>
                                      <a:ea typeface="Calibri" panose="020F0502020204030204" pitchFamily="34" charset="0"/>
                                      <a:cs typeface="Shruti" panose="020B0502040204020203" pitchFamily="34" charset="0"/>
                                    </a:rPr>
                                    <m:t> </m:t>
                                  </m:r>
                                  <m:r>
                                    <m:rPr>
                                      <m:sty m:val="p"/>
                                    </m:rPr>
                                    <a:rPr lang="en-IN" sz="2800" i="0">
                                      <a:solidFill>
                                        <a:srgbClr val="002060"/>
                                      </a:solidFill>
                                      <a:latin typeface="Cambria Math" panose="02040503050406030204" pitchFamily="18" charset="0"/>
                                      <a:ea typeface="Calibri" panose="020F0502020204030204" pitchFamily="34" charset="0"/>
                                      <a:cs typeface="Shruti" panose="020B0502040204020203" pitchFamily="34" charset="0"/>
                                    </a:rPr>
                                    <m:t>t</m:t>
                                  </m:r>
                                  <m:r>
                                    <a:rPr lang="en-GB" sz="2800" i="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e>
                          </m:d>
                        </m:e>
                        <m:sub>
                          <m: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100</m:t>
                          </m:r>
                        </m:sub>
                        <m:sup>
                          <m:r>
                            <m:rPr>
                              <m:sty m:val="p"/>
                            </m:rP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sup>
                      </m:sSubSup>
                    </m:oMath>
                  </m:oMathPara>
                </a14:m>
                <a:endParaRPr lang="en-IN" sz="2800" dirty="0"/>
              </a:p>
            </p:txBody>
          </p:sp>
        </mc:Choice>
        <mc:Fallback xmlns="">
          <p:sp>
            <p:nvSpPr>
              <p:cNvPr id="25" name="TextBox 24">
                <a:extLst>
                  <a:ext uri="{FF2B5EF4-FFF2-40B4-BE49-F238E27FC236}">
                    <a16:creationId xmlns:a16="http://schemas.microsoft.com/office/drawing/2014/main" id="{A4C0F718-B745-4C30-BAD0-A2AA8B255217}"/>
                  </a:ext>
                </a:extLst>
              </p:cNvPr>
              <p:cNvSpPr txBox="1">
                <a:spLocks noRot="1" noChangeAspect="1" noMove="1" noResize="1" noEditPoints="1" noAdjustHandles="1" noChangeArrowheads="1" noChangeShapeType="1" noTextEdit="1"/>
              </p:cNvSpPr>
              <p:nvPr/>
            </p:nvSpPr>
            <p:spPr>
              <a:xfrm>
                <a:off x="819335" y="5293400"/>
                <a:ext cx="2542047" cy="1056315"/>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72D623C-77FF-4B60-A8D4-AF34BFA4009C}"/>
                  </a:ext>
                </a:extLst>
              </p:cNvPr>
              <p:cNvSpPr txBox="1"/>
              <p:nvPr/>
            </p:nvSpPr>
            <p:spPr>
              <a:xfrm>
                <a:off x="8389255" y="768351"/>
                <a:ext cx="3711119" cy="1473545"/>
              </a:xfrm>
              <a:prstGeom prst="rect">
                <a:avLst/>
              </a:prstGeom>
              <a:noFill/>
            </p:spPr>
            <p:txBody>
              <a:bodyPr wrap="square">
                <a:spAutoFit/>
              </a:bodyPr>
              <a:lstStyle/>
              <a:p>
                <a:pPr marL="0" algn="l" rtl="0" eaLnBrk="1" latinLnBrk="0" hangingPunct="1">
                  <a:lnSpc>
                    <a:spcPct val="101000"/>
                  </a:lnSpc>
                  <a:spcBef>
                    <a:spcPts val="0"/>
                  </a:spcBef>
                  <a:spcAft>
                    <a:spcPts val="0"/>
                  </a:spcAft>
                  <a:tabLst>
                    <a:tab pos="0" algn="l"/>
                    <a:tab pos="447675" algn="l"/>
                  </a:tabLst>
                </a:pPr>
                <a14:m>
                  <m:oMathPara xmlns:m="http://schemas.openxmlformats.org/officeDocument/2006/math">
                    <m:oMathParaPr>
                      <m:jc m:val="left"/>
                    </m:oMathParaPr>
                    <m:oMath xmlns:m="http://schemas.openxmlformats.org/officeDocument/2006/math">
                      <m:r>
                        <m:rPr>
                          <m:sty m:val="p"/>
                        </m:rPr>
                        <a:rPr lang="en-GB" sz="2400" i="0" kern="1200" smtClean="0">
                          <a:solidFill>
                            <a:srgbClr val="002060"/>
                          </a:solidFill>
                          <a:effectLst/>
                          <a:latin typeface="Cambria Math" panose="02040503050406030204" pitchFamily="18" charset="0"/>
                          <a:ea typeface="Calibri" panose="020F0502020204030204" pitchFamily="34" charset="0"/>
                          <a:cs typeface="Shruti" panose="020B0502040204020203" pitchFamily="34" charset="0"/>
                        </a:rPr>
                        <m:t>f</m:t>
                      </m:r>
                      <m:d>
                        <m:dPr>
                          <m:ctrlPr>
                            <a:rPr lang="en-GB" sz="2400" i="1"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dPr>
                        <m:e>
                          <m:r>
                            <m:rPr>
                              <m:sty m:val="p"/>
                            </m:rP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x</m:t>
                          </m:r>
                        </m:e>
                      </m:d>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d>
                        <m:dPr>
                          <m:begChr m:val="{"/>
                          <m:endChr m:val=""/>
                          <m:ctrlPr>
                            <a:rPr lang="en-GB" sz="2400" i="1"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dPr>
                        <m:e>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m:t>
                          </m:r>
                          <m:eqArr>
                            <m:eqArrPr>
                              <m:ctrlPr>
                                <a:rPr lang="en-GB" sz="2400" i="1"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eqArrPr>
                            <m:e>
                              <m:f>
                                <m:fPr>
                                  <m:ctrlPr>
                                    <a:rPr lang="en-GB" sz="2400" i="1"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fPr>
                                <m:num>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100 </m:t>
                                  </m:r>
                                </m:num>
                                <m:den>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m:t>
                                  </m:r>
                                  <m:sSup>
                                    <m:sSupPr>
                                      <m:ctrlPr>
                                        <a:rPr lang="en-GB" sz="2400" i="1"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pPr>
                                    <m:e>
                                      <m:r>
                                        <m:rPr>
                                          <m:sty m:val="p"/>
                                        </m:rP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x</m:t>
                                      </m:r>
                                    </m:e>
                                    <m:sup>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2</m:t>
                                      </m:r>
                                    </m:sup>
                                  </m:sSup>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m:t>
                                  </m:r>
                                </m:den>
                              </m:f>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m:t>
                              </m:r>
                              <m:r>
                                <a:rPr lang="en-IN" sz="2400" b="0" i="0" kern="1200" smtClean="0">
                                  <a:solidFill>
                                    <a:srgbClr val="002060"/>
                                  </a:solidFill>
                                  <a:effectLst/>
                                  <a:latin typeface="Cambria Math" panose="02040503050406030204" pitchFamily="18" charset="0"/>
                                  <a:ea typeface="Calibri" panose="020F0502020204030204" pitchFamily="34" charset="0"/>
                                  <a:cs typeface="Shruti" panose="020B0502040204020203" pitchFamily="34" charset="0"/>
                                </a:rPr>
                                <m:t> </m:t>
                              </m:r>
                              <m:r>
                                <m:rPr>
                                  <m:sty m:val="p"/>
                                </m:rP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x</m:t>
                              </m:r>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≥100</m:t>
                              </m:r>
                            </m:e>
                            <m:e>
                              <m:r>
                                <a:rPr lang="en-IN" sz="2400" b="0" i="1"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m:t>
                              </m:r>
                            </m:e>
                            <m:e>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0    ;   </m:t>
                              </m:r>
                              <m:r>
                                <m:rPr>
                                  <m:sty m:val="p"/>
                                </m:rP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elsewhere</m:t>
                              </m:r>
                            </m:e>
                          </m:eqArr>
                        </m:e>
                      </m:d>
                    </m:oMath>
                  </m:oMathPara>
                </a14:m>
                <a:endParaRPr lang="en-IN" sz="2400" dirty="0">
                  <a:solidFill>
                    <a:srgbClr val="002060"/>
                  </a:solidFill>
                  <a:effectLst/>
                </a:endParaRPr>
              </a:p>
            </p:txBody>
          </p:sp>
        </mc:Choice>
        <mc:Fallback xmlns="">
          <p:sp>
            <p:nvSpPr>
              <p:cNvPr id="26" name="TextBox 25">
                <a:extLst>
                  <a:ext uri="{FF2B5EF4-FFF2-40B4-BE49-F238E27FC236}">
                    <a16:creationId xmlns:a16="http://schemas.microsoft.com/office/drawing/2014/main" id="{272D623C-77FF-4B60-A8D4-AF34BFA4009C}"/>
                  </a:ext>
                </a:extLst>
              </p:cNvPr>
              <p:cNvSpPr txBox="1">
                <a:spLocks noRot="1" noChangeAspect="1" noMove="1" noResize="1" noEditPoints="1" noAdjustHandles="1" noChangeArrowheads="1" noChangeShapeType="1" noTextEdit="1"/>
              </p:cNvSpPr>
              <p:nvPr/>
            </p:nvSpPr>
            <p:spPr>
              <a:xfrm>
                <a:off x="8389255" y="768351"/>
                <a:ext cx="3711119" cy="1473545"/>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09B9FAF6-66F5-4376-A9C6-248F5E5E854A}"/>
                  </a:ext>
                </a:extLst>
              </p:cNvPr>
              <p:cNvSpPr txBox="1"/>
              <p:nvPr/>
            </p:nvSpPr>
            <p:spPr>
              <a:xfrm>
                <a:off x="4275181" y="783535"/>
                <a:ext cx="154985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e>
                      </m:d>
                      <m:r>
                        <a:rPr lang="en-GB" sz="2800">
                          <a:solidFill>
                            <a:srgbClr val="002060"/>
                          </a:solidFill>
                          <a:latin typeface="Cambria Math" panose="02040503050406030204" pitchFamily="18" charset="0"/>
                        </a:rPr>
                        <m:t>=0</m:t>
                      </m:r>
                    </m:oMath>
                  </m:oMathPara>
                </a14:m>
                <a:endParaRPr lang="en-IN" sz="2800" dirty="0"/>
              </a:p>
            </p:txBody>
          </p:sp>
        </mc:Choice>
        <mc:Fallback xmlns="">
          <p:sp>
            <p:nvSpPr>
              <p:cNvPr id="39" name="TextBox 38">
                <a:extLst>
                  <a:ext uri="{FF2B5EF4-FFF2-40B4-BE49-F238E27FC236}">
                    <a16:creationId xmlns:a16="http://schemas.microsoft.com/office/drawing/2014/main" id="{09B9FAF6-66F5-4376-A9C6-248F5E5E854A}"/>
                  </a:ext>
                </a:extLst>
              </p:cNvPr>
              <p:cNvSpPr txBox="1">
                <a:spLocks noRot="1" noChangeAspect="1" noMove="1" noResize="1" noEditPoints="1" noAdjustHandles="1" noChangeArrowheads="1" noChangeShapeType="1" noTextEdit="1"/>
              </p:cNvSpPr>
              <p:nvPr/>
            </p:nvSpPr>
            <p:spPr>
              <a:xfrm>
                <a:off x="4275181" y="783535"/>
                <a:ext cx="1549857"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D18ADE61-E088-42EA-B3DF-B8EC7AE168F6}"/>
                  </a:ext>
                </a:extLst>
              </p:cNvPr>
              <p:cNvSpPr txBox="1"/>
              <p:nvPr/>
            </p:nvSpPr>
            <p:spPr>
              <a:xfrm>
                <a:off x="5825038" y="783535"/>
                <a:ext cx="2190549" cy="523220"/>
              </a:xfrm>
              <a:prstGeom prst="rect">
                <a:avLst/>
              </a:prstGeom>
              <a:noFill/>
            </p:spPr>
            <p:txBody>
              <a:bodyPr wrap="square">
                <a:spAutoFit/>
              </a:bodyPr>
              <a:lstStyle/>
              <a:p>
                <a:r>
                  <a:rPr lang="en-IN" sz="2800" b="0" i="0" dirty="0">
                    <a:solidFill>
                      <a:srgbClr val="002060"/>
                    </a:solidFill>
                    <a:latin typeface="+mj-lt"/>
                  </a:rPr>
                  <a:t>f</a:t>
                </a:r>
                <a:r>
                  <a:rPr lang="en-GB" sz="2800" i="0" dirty="0">
                    <a:solidFill>
                      <a:srgbClr val="002060"/>
                    </a:solidFill>
                    <a:latin typeface="+mj-lt"/>
                  </a:rPr>
                  <a:t>or </a:t>
                </a:r>
                <a14:m>
                  <m:oMath xmlns:m="http://schemas.openxmlformats.org/officeDocument/2006/math">
                    <m:r>
                      <m:rPr>
                        <m:sty m:val="p"/>
                      </m:rPr>
                      <a:rPr lang="en-GB" sz="2800" i="0">
                        <a:solidFill>
                          <a:srgbClr val="002060"/>
                        </a:solidFill>
                        <a:latin typeface="Cambria Math" panose="02040503050406030204" pitchFamily="18" charset="0"/>
                      </a:rPr>
                      <m:t>x</m:t>
                    </m:r>
                    <m:r>
                      <a:rPr lang="en-GB" sz="2800" i="0">
                        <a:solidFill>
                          <a:srgbClr val="002060"/>
                        </a:solidFill>
                        <a:latin typeface="Cambria Math" panose="02040503050406030204" pitchFamily="18" charset="0"/>
                      </a:rPr>
                      <m:t>&lt;100 </m:t>
                    </m:r>
                  </m:oMath>
                </a14:m>
                <a:endParaRPr lang="en-IN" sz="2800" b="1" dirty="0">
                  <a:solidFill>
                    <a:srgbClr val="0070C0"/>
                  </a:solidFill>
                </a:endParaRPr>
              </a:p>
            </p:txBody>
          </p:sp>
        </mc:Choice>
        <mc:Fallback xmlns="">
          <p:sp>
            <p:nvSpPr>
              <p:cNvPr id="40" name="TextBox 39">
                <a:extLst>
                  <a:ext uri="{FF2B5EF4-FFF2-40B4-BE49-F238E27FC236}">
                    <a16:creationId xmlns:a16="http://schemas.microsoft.com/office/drawing/2014/main" id="{D18ADE61-E088-42EA-B3DF-B8EC7AE168F6}"/>
                  </a:ext>
                </a:extLst>
              </p:cNvPr>
              <p:cNvSpPr txBox="1">
                <a:spLocks noRot="1" noChangeAspect="1" noMove="1" noResize="1" noEditPoints="1" noAdjustHandles="1" noChangeArrowheads="1" noChangeShapeType="1" noTextEdit="1"/>
              </p:cNvSpPr>
              <p:nvPr/>
            </p:nvSpPr>
            <p:spPr>
              <a:xfrm>
                <a:off x="5825038" y="783535"/>
                <a:ext cx="2190549" cy="523220"/>
              </a:xfrm>
              <a:prstGeom prst="rect">
                <a:avLst/>
              </a:prstGeom>
              <a:blipFill>
                <a:blip r:embed="rId18"/>
                <a:stretch>
                  <a:fillRect l="-5850" t="-1176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5B768CB-C37E-49D0-8AAC-95B154870C1A}"/>
                  </a:ext>
                </a:extLst>
              </p:cNvPr>
              <p:cNvSpPr txBox="1"/>
              <p:nvPr/>
            </p:nvSpPr>
            <p:spPr>
              <a:xfrm>
                <a:off x="10236396" y="2446515"/>
                <a:ext cx="254136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200" i="0" dirty="0" smtClean="0">
                          <a:solidFill>
                            <a:srgbClr val="002060"/>
                          </a:solidFill>
                          <a:latin typeface="Cambria Math" panose="02040503050406030204" pitchFamily="18" charset="0"/>
                        </a:rPr>
                        <m:t>P</m:t>
                      </m:r>
                      <m:d>
                        <m:dPr>
                          <m:ctrlPr>
                            <a:rPr lang="en-GB" sz="2200" i="1" dirty="0" smtClean="0">
                              <a:solidFill>
                                <a:srgbClr val="002060"/>
                              </a:solidFill>
                              <a:latin typeface="Cambria Math" panose="02040503050406030204" pitchFamily="18" charset="0"/>
                            </a:rPr>
                          </m:ctrlPr>
                        </m:dPr>
                        <m:e>
                          <m:r>
                            <m:rPr>
                              <m:sty m:val="p"/>
                            </m:rPr>
                            <a:rPr lang="en-GB" sz="2200" i="0" dirty="0" smtClean="0">
                              <a:solidFill>
                                <a:srgbClr val="002060"/>
                              </a:solidFill>
                              <a:latin typeface="Cambria Math" panose="02040503050406030204" pitchFamily="18" charset="0"/>
                            </a:rPr>
                            <m:t>X</m:t>
                          </m:r>
                          <m:r>
                            <a:rPr lang="en-GB" sz="2200" i="0" dirty="0" smtClean="0">
                              <a:solidFill>
                                <a:srgbClr val="002060"/>
                              </a:solidFill>
                              <a:latin typeface="Cambria Math" panose="02040503050406030204" pitchFamily="18" charset="0"/>
                            </a:rPr>
                            <m:t>&gt;150</m:t>
                          </m:r>
                        </m:e>
                      </m:d>
                    </m:oMath>
                  </m:oMathPara>
                </a14:m>
                <a:endParaRPr lang="en-IN" sz="2200" dirty="0">
                  <a:solidFill>
                    <a:srgbClr val="002060"/>
                  </a:solidFill>
                </a:endParaRPr>
              </a:p>
            </p:txBody>
          </p:sp>
        </mc:Choice>
        <mc:Fallback xmlns="">
          <p:sp>
            <p:nvSpPr>
              <p:cNvPr id="44" name="TextBox 43">
                <a:extLst>
                  <a:ext uri="{FF2B5EF4-FFF2-40B4-BE49-F238E27FC236}">
                    <a16:creationId xmlns:a16="http://schemas.microsoft.com/office/drawing/2014/main" id="{95B768CB-C37E-49D0-8AAC-95B154870C1A}"/>
                  </a:ext>
                </a:extLst>
              </p:cNvPr>
              <p:cNvSpPr txBox="1">
                <a:spLocks noRot="1" noChangeAspect="1" noMove="1" noResize="1" noEditPoints="1" noAdjustHandles="1" noChangeArrowheads="1" noChangeShapeType="1" noTextEdit="1"/>
              </p:cNvSpPr>
              <p:nvPr/>
            </p:nvSpPr>
            <p:spPr>
              <a:xfrm>
                <a:off x="10236396" y="2446515"/>
                <a:ext cx="2541361" cy="430887"/>
              </a:xfrm>
              <a:prstGeom prst="rect">
                <a:avLst/>
              </a:prstGeom>
              <a:blipFill>
                <a:blip r:embed="rId19"/>
                <a:stretch>
                  <a:fillRect l="-24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1">
                <a:extLst>
                  <a:ext uri="{FF2B5EF4-FFF2-40B4-BE49-F238E27FC236}">
                    <a16:creationId xmlns:a16="http://schemas.microsoft.com/office/drawing/2014/main" id="{D049F697-087D-4BB3-860F-46C161B7B073}"/>
                  </a:ext>
                </a:extLst>
              </p:cNvPr>
              <p:cNvSpPr txBox="1"/>
              <p:nvPr/>
            </p:nvSpPr>
            <p:spPr>
              <a:xfrm>
                <a:off x="11654973" y="2446515"/>
                <a:ext cx="658132"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200" dirty="0" smtClean="0">
                          <a:solidFill>
                            <a:srgbClr val="002060"/>
                          </a:solidFill>
                          <a:latin typeface="Cambria Math" panose="02040503050406030204" pitchFamily="18" charset="0"/>
                        </a:rPr>
                        <m:t>=</m:t>
                      </m:r>
                      <m:r>
                        <a:rPr lang="en-IN" sz="2200" b="0" i="0" dirty="0" smtClean="0">
                          <a:solidFill>
                            <a:srgbClr val="002060"/>
                          </a:solidFill>
                          <a:latin typeface="Cambria Math" panose="02040503050406030204" pitchFamily="18" charset="0"/>
                        </a:rPr>
                        <m:t> </m:t>
                      </m:r>
                      <m:r>
                        <a:rPr lang="en-IN" sz="2200" dirty="0">
                          <a:solidFill>
                            <a:srgbClr val="002060"/>
                          </a:solidFill>
                          <a:latin typeface="Cambria Math" panose="02040503050406030204" pitchFamily="18" charset="0"/>
                        </a:rPr>
                        <m:t>?</m:t>
                      </m:r>
                    </m:oMath>
                  </m:oMathPara>
                </a14:m>
                <a:endParaRPr lang="en-IN" sz="2200" dirty="0">
                  <a:solidFill>
                    <a:srgbClr val="002060"/>
                  </a:solidFill>
                </a:endParaRPr>
              </a:p>
            </p:txBody>
          </p:sp>
        </mc:Choice>
        <mc:Fallback xmlns="">
          <p:sp>
            <p:nvSpPr>
              <p:cNvPr id="45" name="!!1">
                <a:extLst>
                  <a:ext uri="{FF2B5EF4-FFF2-40B4-BE49-F238E27FC236}">
                    <a16:creationId xmlns:a16="http://schemas.microsoft.com/office/drawing/2014/main" id="{D049F697-087D-4BB3-860F-46C161B7B073}"/>
                  </a:ext>
                </a:extLst>
              </p:cNvPr>
              <p:cNvSpPr txBox="1">
                <a:spLocks noRot="1" noChangeAspect="1" noMove="1" noResize="1" noEditPoints="1" noAdjustHandles="1" noChangeArrowheads="1" noChangeShapeType="1" noTextEdit="1"/>
              </p:cNvSpPr>
              <p:nvPr/>
            </p:nvSpPr>
            <p:spPr>
              <a:xfrm>
                <a:off x="11654973" y="2446515"/>
                <a:ext cx="658132" cy="430887"/>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3BEF59F-C831-4D17-B57E-A3CFFE0D3E16}"/>
                  </a:ext>
                </a:extLst>
              </p:cNvPr>
              <p:cNvSpPr txBox="1"/>
              <p:nvPr/>
            </p:nvSpPr>
            <p:spPr>
              <a:xfrm>
                <a:off x="8919052" y="2877656"/>
                <a:ext cx="3563946"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200" dirty="0" smtClean="0">
                          <a:solidFill>
                            <a:srgbClr val="002060"/>
                          </a:solidFill>
                          <a:latin typeface="Cambria Math" panose="02040503050406030204" pitchFamily="18" charset="0"/>
                        </a:rPr>
                        <m:t>P</m:t>
                      </m:r>
                      <m:d>
                        <m:dPr>
                          <m:sepChr m:val="∣"/>
                          <m:ctrlPr>
                            <a:rPr lang="en-GB" sz="2200" i="1" dirty="0">
                              <a:solidFill>
                                <a:srgbClr val="002060"/>
                              </a:solidFill>
                              <a:latin typeface="Cambria Math" panose="02040503050406030204" pitchFamily="18" charset="0"/>
                            </a:rPr>
                          </m:ctrlPr>
                        </m:dPr>
                        <m:e>
                          <m:r>
                            <m:rPr>
                              <m:sty m:val="p"/>
                            </m:rPr>
                            <a:rPr lang="en-GB" sz="2200" dirty="0">
                              <a:solidFill>
                                <a:srgbClr val="002060"/>
                              </a:solidFill>
                              <a:latin typeface="Cambria Math" panose="02040503050406030204" pitchFamily="18" charset="0"/>
                            </a:rPr>
                            <m:t>X</m:t>
                          </m:r>
                          <m:r>
                            <a:rPr lang="en-GB" sz="2200" dirty="0">
                              <a:solidFill>
                                <a:srgbClr val="002060"/>
                              </a:solidFill>
                              <a:latin typeface="Cambria Math" panose="02040503050406030204" pitchFamily="18" charset="0"/>
                            </a:rPr>
                            <m:t>&lt;200</m:t>
                          </m:r>
                        </m:e>
                        <m:e>
                          <m:r>
                            <m:rPr>
                              <m:sty m:val="p"/>
                            </m:rPr>
                            <a:rPr lang="en-GB" sz="2200" dirty="0">
                              <a:solidFill>
                                <a:srgbClr val="002060"/>
                              </a:solidFill>
                              <a:latin typeface="Cambria Math" panose="02040503050406030204" pitchFamily="18" charset="0"/>
                            </a:rPr>
                            <m:t>X</m:t>
                          </m:r>
                          <m:r>
                            <a:rPr lang="en-GB" sz="2200" dirty="0">
                              <a:solidFill>
                                <a:srgbClr val="002060"/>
                              </a:solidFill>
                              <a:latin typeface="Cambria Math" panose="02040503050406030204" pitchFamily="18" charset="0"/>
                            </a:rPr>
                            <m:t>&gt;150</m:t>
                          </m:r>
                        </m:e>
                      </m:d>
                    </m:oMath>
                  </m:oMathPara>
                </a14:m>
                <a:endParaRPr lang="en-IN" sz="2200" dirty="0">
                  <a:solidFill>
                    <a:srgbClr val="002060"/>
                  </a:solidFill>
                </a:endParaRPr>
              </a:p>
            </p:txBody>
          </p:sp>
        </mc:Choice>
        <mc:Fallback xmlns="">
          <p:sp>
            <p:nvSpPr>
              <p:cNvPr id="46" name="TextBox 45">
                <a:extLst>
                  <a:ext uri="{FF2B5EF4-FFF2-40B4-BE49-F238E27FC236}">
                    <a16:creationId xmlns:a16="http://schemas.microsoft.com/office/drawing/2014/main" id="{43BEF59F-C831-4D17-B57E-A3CFFE0D3E16}"/>
                  </a:ext>
                </a:extLst>
              </p:cNvPr>
              <p:cNvSpPr txBox="1">
                <a:spLocks noRot="1" noChangeAspect="1" noMove="1" noResize="1" noEditPoints="1" noAdjustHandles="1" noChangeArrowheads="1" noChangeShapeType="1" noTextEdit="1"/>
              </p:cNvSpPr>
              <p:nvPr/>
            </p:nvSpPr>
            <p:spPr>
              <a:xfrm>
                <a:off x="8919052" y="2877656"/>
                <a:ext cx="3563946" cy="430887"/>
              </a:xfrm>
              <a:prstGeom prst="rect">
                <a:avLst/>
              </a:prstGeom>
              <a:blipFill>
                <a:blip r:embed="rId21"/>
                <a:stretch>
                  <a:fillRect l="-1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2">
                <a:extLst>
                  <a:ext uri="{FF2B5EF4-FFF2-40B4-BE49-F238E27FC236}">
                    <a16:creationId xmlns:a16="http://schemas.microsoft.com/office/drawing/2014/main" id="{1FE0331A-7BE1-4174-B8E8-F8301DCC4B91}"/>
                  </a:ext>
                </a:extLst>
              </p:cNvPr>
              <p:cNvSpPr txBox="1"/>
              <p:nvPr/>
            </p:nvSpPr>
            <p:spPr>
              <a:xfrm>
                <a:off x="11654973" y="2877656"/>
                <a:ext cx="658132"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200" dirty="0" smtClean="0">
                          <a:solidFill>
                            <a:srgbClr val="002060"/>
                          </a:solidFill>
                          <a:latin typeface="Cambria Math" panose="02040503050406030204" pitchFamily="18" charset="0"/>
                        </a:rPr>
                        <m:t>=</m:t>
                      </m:r>
                      <m:r>
                        <a:rPr lang="en-IN" sz="2200" b="0" i="0" dirty="0" smtClean="0">
                          <a:solidFill>
                            <a:srgbClr val="002060"/>
                          </a:solidFill>
                          <a:latin typeface="Cambria Math" panose="02040503050406030204" pitchFamily="18" charset="0"/>
                        </a:rPr>
                        <m:t> </m:t>
                      </m:r>
                      <m:r>
                        <a:rPr lang="en-IN" sz="2200" dirty="0">
                          <a:solidFill>
                            <a:srgbClr val="002060"/>
                          </a:solidFill>
                          <a:latin typeface="Cambria Math" panose="02040503050406030204" pitchFamily="18" charset="0"/>
                        </a:rPr>
                        <m:t>?</m:t>
                      </m:r>
                    </m:oMath>
                  </m:oMathPara>
                </a14:m>
                <a:endParaRPr lang="en-IN" sz="2200" dirty="0">
                  <a:solidFill>
                    <a:srgbClr val="002060"/>
                  </a:solidFill>
                </a:endParaRPr>
              </a:p>
            </p:txBody>
          </p:sp>
        </mc:Choice>
        <mc:Fallback xmlns="">
          <p:sp>
            <p:nvSpPr>
              <p:cNvPr id="47" name="!!2">
                <a:extLst>
                  <a:ext uri="{FF2B5EF4-FFF2-40B4-BE49-F238E27FC236}">
                    <a16:creationId xmlns:a16="http://schemas.microsoft.com/office/drawing/2014/main" id="{1FE0331A-7BE1-4174-B8E8-F8301DCC4B91}"/>
                  </a:ext>
                </a:extLst>
              </p:cNvPr>
              <p:cNvSpPr txBox="1">
                <a:spLocks noRot="1" noChangeAspect="1" noMove="1" noResize="1" noEditPoints="1" noAdjustHandles="1" noChangeArrowheads="1" noChangeShapeType="1" noTextEdit="1"/>
              </p:cNvSpPr>
              <p:nvPr/>
            </p:nvSpPr>
            <p:spPr>
              <a:xfrm>
                <a:off x="11654973" y="2877656"/>
                <a:ext cx="658132" cy="430887"/>
              </a:xfrm>
              <a:prstGeom prst="rect">
                <a:avLst/>
              </a:prstGeom>
              <a:blipFill>
                <a:blip r:embed="rId2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9439831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hidden"/>
                                      </p:to>
                                    </p:set>
                                  </p:childTnLst>
                                </p:cTn>
                              </p:par>
                            </p:childTnLst>
                          </p:cTn>
                        </p:par>
                        <p:par>
                          <p:cTn id="39" fill="hold">
                            <p:stCondLst>
                              <p:cond delay="0"/>
                            </p:stCondLst>
                            <p:childTnLst>
                              <p:par>
                                <p:cTn id="40" presetID="1" presetClass="entr" presetSubtype="0" fill="hold" grpId="0" nodeType="afterEffect">
                                  <p:stCondLst>
                                    <p:cond delay="0"/>
                                  </p:stCondLst>
                                  <p:childTnLst>
                                    <p:set>
                                      <p:cBhvr>
                                        <p:cTn id="41"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20" grpId="0"/>
      <p:bldP spid="22" grpId="0"/>
      <p:bldP spid="23" grpId="0"/>
      <p:bldP spid="24" grpId="0"/>
      <p:bldP spid="21" grpId="0"/>
      <p:bldP spid="25" grpId="0"/>
      <p:bldP spid="26" grpId="0"/>
    </p:bld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7 ⇝ Example 3 (</a:t>
            </a:r>
            <a:r>
              <a:rPr lang="en-IN" dirty="0"/>
              <a:t>Continue</a:t>
            </a:r>
            <a:r>
              <a:rPr lang="en-GB" dirty="0"/>
              <a:t>)</a:t>
            </a:r>
            <a:endParaRPr lang="en-US" dirty="0"/>
          </a:p>
        </p:txBody>
      </p:sp>
      <p:sp>
        <p:nvSpPr>
          <p:cNvPr id="12" name="!!CDF">
            <a:extLst>
              <a:ext uri="{FF2B5EF4-FFF2-40B4-BE49-F238E27FC236}">
                <a16:creationId xmlns:a16="http://schemas.microsoft.com/office/drawing/2014/main" id="{C503FD85-670B-4406-9B07-384DD16678B5}"/>
              </a:ext>
            </a:extLst>
          </p:cNvPr>
          <p:cNvSpPr txBox="1"/>
          <p:nvPr/>
        </p:nvSpPr>
        <p:spPr>
          <a:xfrm>
            <a:off x="130233" y="783535"/>
            <a:ext cx="4105543" cy="523220"/>
          </a:xfrm>
          <a:prstGeom prst="rect">
            <a:avLst/>
          </a:prstGeom>
          <a:noFill/>
        </p:spPr>
        <p:txBody>
          <a:bodyPr wrap="square">
            <a:spAutoFit/>
          </a:bodyPr>
          <a:lstStyle/>
          <a:p>
            <a:r>
              <a:rPr lang="en-IN" sz="2800" b="1" dirty="0">
                <a:solidFill>
                  <a:srgbClr val="002060"/>
                </a:solidFill>
              </a:rPr>
              <a:t>Distribution Function (CDF):</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FA79DF1-0FCD-48FC-83B6-2A043AF29052}"/>
                  </a:ext>
                </a:extLst>
              </p:cNvPr>
              <p:cNvSpPr txBox="1"/>
              <p:nvPr/>
            </p:nvSpPr>
            <p:spPr>
              <a:xfrm>
                <a:off x="64594" y="2801045"/>
                <a:ext cx="73950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e>
                      </m:d>
                    </m:oMath>
                  </m:oMathPara>
                </a14:m>
                <a:endParaRPr lang="en-IN" sz="2800" dirty="0"/>
              </a:p>
            </p:txBody>
          </p:sp>
        </mc:Choice>
        <mc:Fallback xmlns="">
          <p:sp>
            <p:nvSpPr>
              <p:cNvPr id="22" name="TextBox 21">
                <a:extLst>
                  <a:ext uri="{FF2B5EF4-FFF2-40B4-BE49-F238E27FC236}">
                    <a16:creationId xmlns:a16="http://schemas.microsoft.com/office/drawing/2014/main" id="{AFA79DF1-0FCD-48FC-83B6-2A043AF29052}"/>
                  </a:ext>
                </a:extLst>
              </p:cNvPr>
              <p:cNvSpPr txBox="1">
                <a:spLocks noRot="1" noChangeAspect="1" noMove="1" noResize="1" noEditPoints="1" noAdjustHandles="1" noChangeArrowheads="1" noChangeShapeType="1" noTextEdit="1"/>
              </p:cNvSpPr>
              <p:nvPr/>
            </p:nvSpPr>
            <p:spPr>
              <a:xfrm>
                <a:off x="64594" y="2801045"/>
                <a:ext cx="739503"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A4C0F718-B745-4C30-BAD0-A2AA8B255217}"/>
                  </a:ext>
                </a:extLst>
              </p:cNvPr>
              <p:cNvSpPr txBox="1"/>
              <p:nvPr/>
            </p:nvSpPr>
            <p:spPr>
              <a:xfrm>
                <a:off x="801194" y="2590341"/>
                <a:ext cx="2542047" cy="105631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sSubSup>
                        <m:sSubSupPr>
                          <m:ctrlPr>
                            <a:rPr lang="en-IN" sz="2800" b="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sSubSupPr>
                        <m:e>
                          <m:d>
                            <m:dPr>
                              <m:begChr m:val="["/>
                              <m:endChr m:val="]"/>
                              <m:ctrlPr>
                                <a:rPr lang="en-IN" sz="2800" b="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a:rPr lang="en-IN" sz="2800" b="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IN" sz="2800" i="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800" i="0">
                                      <a:solidFill>
                                        <a:srgbClr val="002060"/>
                                      </a:solidFill>
                                      <a:latin typeface="Cambria Math" panose="02040503050406030204" pitchFamily="18" charset="0"/>
                                      <a:ea typeface="Calibri" panose="020F0502020204030204" pitchFamily="34" charset="0"/>
                                      <a:cs typeface="Shruti" panose="020B0502040204020203" pitchFamily="34" charset="0"/>
                                    </a:rPr>
                                    <m:t>100 </m:t>
                                  </m:r>
                                </m:num>
                                <m:den>
                                  <m:r>
                                    <a:rPr lang="en-GB" sz="2800" i="0">
                                      <a:solidFill>
                                        <a:srgbClr val="002060"/>
                                      </a:solidFill>
                                      <a:latin typeface="Cambria Math" panose="02040503050406030204" pitchFamily="18" charset="0"/>
                                      <a:ea typeface="Calibri" panose="020F0502020204030204" pitchFamily="34" charset="0"/>
                                      <a:cs typeface="Shruti" panose="020B0502040204020203" pitchFamily="34" charset="0"/>
                                    </a:rPr>
                                    <m:t> </m:t>
                                  </m:r>
                                  <m:r>
                                    <m:rPr>
                                      <m:sty m:val="p"/>
                                    </m:rPr>
                                    <a:rPr lang="en-IN" sz="2800" i="0">
                                      <a:solidFill>
                                        <a:srgbClr val="002060"/>
                                      </a:solidFill>
                                      <a:latin typeface="Cambria Math" panose="02040503050406030204" pitchFamily="18" charset="0"/>
                                      <a:ea typeface="Calibri" panose="020F0502020204030204" pitchFamily="34" charset="0"/>
                                      <a:cs typeface="Shruti" panose="020B0502040204020203" pitchFamily="34" charset="0"/>
                                    </a:rPr>
                                    <m:t>t</m:t>
                                  </m:r>
                                  <m:r>
                                    <a:rPr lang="en-GB" sz="2800" i="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e>
                          </m:d>
                        </m:e>
                        <m:sub>
                          <m: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100</m:t>
                          </m:r>
                        </m:sub>
                        <m:sup>
                          <m:r>
                            <m:rPr>
                              <m:sty m:val="p"/>
                            </m:rP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sup>
                      </m:sSubSup>
                    </m:oMath>
                  </m:oMathPara>
                </a14:m>
                <a:endParaRPr lang="en-IN" sz="2800" dirty="0"/>
              </a:p>
            </p:txBody>
          </p:sp>
        </mc:Choice>
        <mc:Fallback xmlns="">
          <p:sp>
            <p:nvSpPr>
              <p:cNvPr id="25" name="TextBox 24">
                <a:extLst>
                  <a:ext uri="{FF2B5EF4-FFF2-40B4-BE49-F238E27FC236}">
                    <a16:creationId xmlns:a16="http://schemas.microsoft.com/office/drawing/2014/main" id="{A4C0F718-B745-4C30-BAD0-A2AA8B255217}"/>
                  </a:ext>
                </a:extLst>
              </p:cNvPr>
              <p:cNvSpPr txBox="1">
                <a:spLocks noRot="1" noChangeAspect="1" noMove="1" noResize="1" noEditPoints="1" noAdjustHandles="1" noChangeArrowheads="1" noChangeShapeType="1" noTextEdit="1"/>
              </p:cNvSpPr>
              <p:nvPr/>
            </p:nvSpPr>
            <p:spPr>
              <a:xfrm>
                <a:off x="801194" y="2590341"/>
                <a:ext cx="2542047" cy="1056315"/>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7AD25D78-D273-4E8E-9BFA-1BF22C89EFE3}"/>
                  </a:ext>
                </a:extLst>
              </p:cNvPr>
              <p:cNvSpPr txBox="1"/>
              <p:nvPr/>
            </p:nvSpPr>
            <p:spPr>
              <a:xfrm>
                <a:off x="801194" y="3914510"/>
                <a:ext cx="3038512" cy="91332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IN" sz="2800" i="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800" i="0">
                              <a:solidFill>
                                <a:srgbClr val="002060"/>
                              </a:solidFill>
                              <a:latin typeface="Cambria Math" panose="02040503050406030204" pitchFamily="18" charset="0"/>
                              <a:ea typeface="Calibri" panose="020F0502020204030204" pitchFamily="34" charset="0"/>
                              <a:cs typeface="Shruti" panose="020B0502040204020203" pitchFamily="34" charset="0"/>
                            </a:rPr>
                            <m:t>100 </m:t>
                          </m:r>
                        </m:num>
                        <m:den>
                          <m:r>
                            <a:rPr lang="en-GB" sz="2800" i="0">
                              <a:solidFill>
                                <a:srgbClr val="002060"/>
                              </a:solidFill>
                              <a:latin typeface="Cambria Math" panose="02040503050406030204" pitchFamily="18" charset="0"/>
                              <a:ea typeface="Calibri" panose="020F0502020204030204" pitchFamily="34" charset="0"/>
                              <a:cs typeface="Shruti" panose="020B0502040204020203" pitchFamily="34" charset="0"/>
                            </a:rPr>
                            <m:t> </m:t>
                          </m:r>
                          <m:r>
                            <m:rPr>
                              <m:sty m:val="p"/>
                            </m:rP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800" i="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100 </m:t>
                          </m:r>
                        </m:num>
                        <m:den>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100</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oMath>
                  </m:oMathPara>
                </a14:m>
                <a:endParaRPr lang="en-IN" sz="2800" dirty="0"/>
              </a:p>
            </p:txBody>
          </p:sp>
        </mc:Choice>
        <mc:Fallback xmlns="">
          <p:sp>
            <p:nvSpPr>
              <p:cNvPr id="33" name="TextBox 32">
                <a:extLst>
                  <a:ext uri="{FF2B5EF4-FFF2-40B4-BE49-F238E27FC236}">
                    <a16:creationId xmlns:a16="http://schemas.microsoft.com/office/drawing/2014/main" id="{7AD25D78-D273-4E8E-9BFA-1BF22C89EFE3}"/>
                  </a:ext>
                </a:extLst>
              </p:cNvPr>
              <p:cNvSpPr txBox="1">
                <a:spLocks noRot="1" noChangeAspect="1" noMove="1" noResize="1" noEditPoints="1" noAdjustHandles="1" noChangeArrowheads="1" noChangeShapeType="1" noTextEdit="1"/>
              </p:cNvSpPr>
              <p:nvPr/>
            </p:nvSpPr>
            <p:spPr>
              <a:xfrm>
                <a:off x="801194" y="3914510"/>
                <a:ext cx="3038512" cy="913327"/>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026F4418-4BC7-48A8-B148-1196CCF509BB}"/>
                  </a:ext>
                </a:extLst>
              </p:cNvPr>
              <p:cNvSpPr txBox="1"/>
              <p:nvPr/>
            </p:nvSpPr>
            <p:spPr>
              <a:xfrm>
                <a:off x="801193" y="5095691"/>
                <a:ext cx="2225705"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IN" sz="2800" i="1" smtClean="0">
                          <a:solidFill>
                            <a:srgbClr val="002060"/>
                          </a:solidFill>
                          <a:latin typeface="Cambria Math" panose="02040503050406030204" pitchFamily="18" charset="0"/>
                          <a:ea typeface="Calibri" panose="020F0502020204030204" pitchFamily="34" charset="0"/>
                          <a:cs typeface="Shruti" panose="020B0502040204020203" pitchFamily="34" charset="0"/>
                        </a:rPr>
                        <m:t>1</m:t>
                      </m:r>
                      <m: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100 </m:t>
                          </m:r>
                        </m:num>
                        <m:den>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m:rPr>
                              <m:sty m:val="p"/>
                            </m:rP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oMath>
                  </m:oMathPara>
                </a14:m>
                <a:endParaRPr lang="en-IN" sz="2800" dirty="0"/>
              </a:p>
            </p:txBody>
          </p:sp>
        </mc:Choice>
        <mc:Fallback xmlns="">
          <p:sp>
            <p:nvSpPr>
              <p:cNvPr id="34" name="TextBox 33">
                <a:extLst>
                  <a:ext uri="{FF2B5EF4-FFF2-40B4-BE49-F238E27FC236}">
                    <a16:creationId xmlns:a16="http://schemas.microsoft.com/office/drawing/2014/main" id="{026F4418-4BC7-48A8-B148-1196CCF509BB}"/>
                  </a:ext>
                </a:extLst>
              </p:cNvPr>
              <p:cNvSpPr txBox="1">
                <a:spLocks noRot="1" noChangeAspect="1" noMove="1" noResize="1" noEditPoints="1" noAdjustHandles="1" noChangeArrowheads="1" noChangeShapeType="1" noTextEdit="1"/>
              </p:cNvSpPr>
              <p:nvPr/>
            </p:nvSpPr>
            <p:spPr>
              <a:xfrm>
                <a:off x="801193" y="5095691"/>
                <a:ext cx="2225705" cy="899157"/>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290A991-2764-4367-B330-051F1BDCEA8B}"/>
                  </a:ext>
                </a:extLst>
              </p:cNvPr>
              <p:cNvSpPr txBox="1"/>
              <p:nvPr/>
            </p:nvSpPr>
            <p:spPr>
              <a:xfrm>
                <a:off x="5539147" y="2781799"/>
                <a:ext cx="55685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1" smtClean="0">
                          <a:solidFill>
                            <a:srgbClr val="002060"/>
                          </a:solidFill>
                          <a:latin typeface="Cambria Math" panose="02040503050406030204" pitchFamily="18" charset="0"/>
                        </a:rPr>
                        <m:t>⇒</m:t>
                      </m:r>
                    </m:oMath>
                  </m:oMathPara>
                </a14:m>
                <a:endParaRPr lang="en-IN" sz="2800" dirty="0"/>
              </a:p>
            </p:txBody>
          </p:sp>
        </mc:Choice>
        <mc:Fallback xmlns="">
          <p:sp>
            <p:nvSpPr>
              <p:cNvPr id="35" name="TextBox 34">
                <a:extLst>
                  <a:ext uri="{FF2B5EF4-FFF2-40B4-BE49-F238E27FC236}">
                    <a16:creationId xmlns:a16="http://schemas.microsoft.com/office/drawing/2014/main" id="{2290A991-2764-4367-B330-051F1BDCEA8B}"/>
                  </a:ext>
                </a:extLst>
              </p:cNvPr>
              <p:cNvSpPr txBox="1">
                <a:spLocks noRot="1" noChangeAspect="1" noMove="1" noResize="1" noEditPoints="1" noAdjustHandles="1" noChangeArrowheads="1" noChangeShapeType="1" noTextEdit="1"/>
              </p:cNvSpPr>
              <p:nvPr/>
            </p:nvSpPr>
            <p:spPr>
              <a:xfrm>
                <a:off x="5539147" y="2781799"/>
                <a:ext cx="556853"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35446394-1E46-4C44-8D54-56CD53F41F9F}"/>
                  </a:ext>
                </a:extLst>
              </p:cNvPr>
              <p:cNvSpPr txBox="1"/>
              <p:nvPr/>
            </p:nvSpPr>
            <p:spPr>
              <a:xfrm>
                <a:off x="6096000" y="2593830"/>
                <a:ext cx="2965205"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e>
                      </m:d>
                      <m:r>
                        <a:rPr lang="en-GB" sz="2800">
                          <a:solidFill>
                            <a:srgbClr val="002060"/>
                          </a:solidFill>
                          <a:latin typeface="Cambria Math" panose="02040503050406030204" pitchFamily="18" charset="0"/>
                        </a:rPr>
                        <m:t>=</m:t>
                      </m:r>
                      <m:r>
                        <a:rPr lang="en-IN" sz="2800" i="1">
                          <a:solidFill>
                            <a:srgbClr val="002060"/>
                          </a:solidFill>
                          <a:latin typeface="Cambria Math" panose="02040503050406030204" pitchFamily="18" charset="0"/>
                          <a:ea typeface="Calibri" panose="020F0502020204030204" pitchFamily="34" charset="0"/>
                          <a:cs typeface="Shruti" panose="020B0502040204020203" pitchFamily="34" charset="0"/>
                        </a:rPr>
                        <m:t>1</m:t>
                      </m:r>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100 </m:t>
                          </m:r>
                        </m:num>
                        <m:den>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m:rPr>
                              <m:sty m:val="p"/>
                            </m:rP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oMath>
                  </m:oMathPara>
                </a14:m>
                <a:endParaRPr lang="en-IN" sz="2800" dirty="0"/>
              </a:p>
            </p:txBody>
          </p:sp>
        </mc:Choice>
        <mc:Fallback xmlns="">
          <p:sp>
            <p:nvSpPr>
              <p:cNvPr id="36" name="TextBox 35">
                <a:extLst>
                  <a:ext uri="{FF2B5EF4-FFF2-40B4-BE49-F238E27FC236}">
                    <a16:creationId xmlns:a16="http://schemas.microsoft.com/office/drawing/2014/main" id="{35446394-1E46-4C44-8D54-56CD53F41F9F}"/>
                  </a:ext>
                </a:extLst>
              </p:cNvPr>
              <p:cNvSpPr txBox="1">
                <a:spLocks noRot="1" noChangeAspect="1" noMove="1" noResize="1" noEditPoints="1" noAdjustHandles="1" noChangeArrowheads="1" noChangeShapeType="1" noTextEdit="1"/>
              </p:cNvSpPr>
              <p:nvPr/>
            </p:nvSpPr>
            <p:spPr>
              <a:xfrm>
                <a:off x="6096000" y="2593830"/>
                <a:ext cx="2965205" cy="899157"/>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B99D1CB-E46C-4E8C-89C4-8860FDD2CB66}"/>
                  </a:ext>
                </a:extLst>
              </p:cNvPr>
              <p:cNvSpPr txBox="1"/>
              <p:nvPr/>
            </p:nvSpPr>
            <p:spPr>
              <a:xfrm>
                <a:off x="8850613" y="2793889"/>
                <a:ext cx="2190549" cy="523220"/>
              </a:xfrm>
              <a:prstGeom prst="rect">
                <a:avLst/>
              </a:prstGeom>
              <a:noFill/>
            </p:spPr>
            <p:txBody>
              <a:bodyPr wrap="square">
                <a:spAutoFit/>
              </a:bodyPr>
              <a:lstStyle/>
              <a:p>
                <a:r>
                  <a:rPr lang="en-IN" sz="2800" b="0" i="0" dirty="0">
                    <a:solidFill>
                      <a:srgbClr val="002060"/>
                    </a:solidFill>
                    <a:latin typeface="+mj-lt"/>
                  </a:rPr>
                  <a:t>f</a:t>
                </a:r>
                <a:r>
                  <a:rPr lang="en-GB" sz="2800" i="0" dirty="0">
                    <a:solidFill>
                      <a:srgbClr val="002060"/>
                    </a:solidFill>
                    <a:latin typeface="+mj-lt"/>
                  </a:rPr>
                  <a:t>or </a:t>
                </a:r>
                <a14:m>
                  <m:oMath xmlns:m="http://schemas.openxmlformats.org/officeDocument/2006/math">
                    <m:r>
                      <m:rPr>
                        <m:sty m:val="p"/>
                      </m:rPr>
                      <a:rPr lang="en-GB" sz="2800" i="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m:t>
                    </m:r>
                    <m:r>
                      <a:rPr lang="en-GB" sz="2800" i="0">
                        <a:solidFill>
                          <a:srgbClr val="002060"/>
                        </a:solidFill>
                        <a:latin typeface="Cambria Math" panose="02040503050406030204" pitchFamily="18" charset="0"/>
                      </a:rPr>
                      <m:t>10</m:t>
                    </m:r>
                    <m:r>
                      <a:rPr lang="en-GB" sz="2800" i="0" smtClean="0">
                        <a:solidFill>
                          <a:srgbClr val="002060"/>
                        </a:solidFill>
                        <a:latin typeface="Cambria Math" panose="02040503050406030204" pitchFamily="18" charset="0"/>
                      </a:rPr>
                      <m:t>0</m:t>
                    </m:r>
                    <m:r>
                      <a:rPr lang="en-GB" sz="2800" i="0">
                        <a:solidFill>
                          <a:srgbClr val="002060"/>
                        </a:solidFill>
                        <a:latin typeface="Cambria Math" panose="02040503050406030204" pitchFamily="18" charset="0"/>
                      </a:rPr>
                      <m:t> </m:t>
                    </m:r>
                  </m:oMath>
                </a14:m>
                <a:endParaRPr lang="en-IN" sz="2800" b="1" dirty="0">
                  <a:solidFill>
                    <a:srgbClr val="0070C0"/>
                  </a:solidFill>
                </a:endParaRPr>
              </a:p>
            </p:txBody>
          </p:sp>
        </mc:Choice>
        <mc:Fallback xmlns="">
          <p:sp>
            <p:nvSpPr>
              <p:cNvPr id="38" name="TextBox 37">
                <a:extLst>
                  <a:ext uri="{FF2B5EF4-FFF2-40B4-BE49-F238E27FC236}">
                    <a16:creationId xmlns:a16="http://schemas.microsoft.com/office/drawing/2014/main" id="{CB99D1CB-E46C-4E8C-89C4-8860FDD2CB66}"/>
                  </a:ext>
                </a:extLst>
              </p:cNvPr>
              <p:cNvSpPr txBox="1">
                <a:spLocks noRot="1" noChangeAspect="1" noMove="1" noResize="1" noEditPoints="1" noAdjustHandles="1" noChangeArrowheads="1" noChangeShapeType="1" noTextEdit="1"/>
              </p:cNvSpPr>
              <p:nvPr/>
            </p:nvSpPr>
            <p:spPr>
              <a:xfrm>
                <a:off x="8850613" y="2793889"/>
                <a:ext cx="2190549" cy="523220"/>
              </a:xfrm>
              <a:prstGeom prst="rect">
                <a:avLst/>
              </a:prstGeom>
              <a:blipFill>
                <a:blip r:embed="rId8"/>
                <a:stretch>
                  <a:fillRect l="-5850"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09B9FAF6-66F5-4376-A9C6-248F5E5E854A}"/>
                  </a:ext>
                </a:extLst>
              </p:cNvPr>
              <p:cNvSpPr txBox="1"/>
              <p:nvPr/>
            </p:nvSpPr>
            <p:spPr>
              <a:xfrm>
                <a:off x="4275181" y="783535"/>
                <a:ext cx="154985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e>
                      </m:d>
                      <m:r>
                        <a:rPr lang="en-GB" sz="2800">
                          <a:solidFill>
                            <a:srgbClr val="002060"/>
                          </a:solidFill>
                          <a:latin typeface="Cambria Math" panose="02040503050406030204" pitchFamily="18" charset="0"/>
                        </a:rPr>
                        <m:t>=0</m:t>
                      </m:r>
                    </m:oMath>
                  </m:oMathPara>
                </a14:m>
                <a:endParaRPr lang="en-IN" sz="2800" dirty="0"/>
              </a:p>
            </p:txBody>
          </p:sp>
        </mc:Choice>
        <mc:Fallback xmlns="">
          <p:sp>
            <p:nvSpPr>
              <p:cNvPr id="39" name="TextBox 38">
                <a:extLst>
                  <a:ext uri="{FF2B5EF4-FFF2-40B4-BE49-F238E27FC236}">
                    <a16:creationId xmlns:a16="http://schemas.microsoft.com/office/drawing/2014/main" id="{09B9FAF6-66F5-4376-A9C6-248F5E5E854A}"/>
                  </a:ext>
                </a:extLst>
              </p:cNvPr>
              <p:cNvSpPr txBox="1">
                <a:spLocks noRot="1" noChangeAspect="1" noMove="1" noResize="1" noEditPoints="1" noAdjustHandles="1" noChangeArrowheads="1" noChangeShapeType="1" noTextEdit="1"/>
              </p:cNvSpPr>
              <p:nvPr/>
            </p:nvSpPr>
            <p:spPr>
              <a:xfrm>
                <a:off x="4275181" y="783535"/>
                <a:ext cx="1549857"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D18ADE61-E088-42EA-B3DF-B8EC7AE168F6}"/>
                  </a:ext>
                </a:extLst>
              </p:cNvPr>
              <p:cNvSpPr txBox="1"/>
              <p:nvPr/>
            </p:nvSpPr>
            <p:spPr>
              <a:xfrm>
                <a:off x="5825038" y="783535"/>
                <a:ext cx="2190549" cy="523220"/>
              </a:xfrm>
              <a:prstGeom prst="rect">
                <a:avLst/>
              </a:prstGeom>
              <a:noFill/>
            </p:spPr>
            <p:txBody>
              <a:bodyPr wrap="square">
                <a:spAutoFit/>
              </a:bodyPr>
              <a:lstStyle/>
              <a:p>
                <a:r>
                  <a:rPr lang="en-IN" sz="2800" b="0" i="0" dirty="0">
                    <a:solidFill>
                      <a:srgbClr val="002060"/>
                    </a:solidFill>
                    <a:latin typeface="+mj-lt"/>
                  </a:rPr>
                  <a:t>f</a:t>
                </a:r>
                <a:r>
                  <a:rPr lang="en-GB" sz="2800" i="0" dirty="0">
                    <a:solidFill>
                      <a:srgbClr val="002060"/>
                    </a:solidFill>
                    <a:latin typeface="+mj-lt"/>
                  </a:rPr>
                  <a:t>or </a:t>
                </a:r>
                <a14:m>
                  <m:oMath xmlns:m="http://schemas.openxmlformats.org/officeDocument/2006/math">
                    <m:r>
                      <m:rPr>
                        <m:sty m:val="p"/>
                      </m:rPr>
                      <a:rPr lang="en-GB" sz="2800" i="0">
                        <a:solidFill>
                          <a:srgbClr val="002060"/>
                        </a:solidFill>
                        <a:latin typeface="Cambria Math" panose="02040503050406030204" pitchFamily="18" charset="0"/>
                      </a:rPr>
                      <m:t>x</m:t>
                    </m:r>
                    <m:r>
                      <a:rPr lang="en-GB" sz="2800" i="0">
                        <a:solidFill>
                          <a:srgbClr val="002060"/>
                        </a:solidFill>
                        <a:latin typeface="Cambria Math" panose="02040503050406030204" pitchFamily="18" charset="0"/>
                      </a:rPr>
                      <m:t>&lt;100 </m:t>
                    </m:r>
                  </m:oMath>
                </a14:m>
                <a:endParaRPr lang="en-IN" sz="2800" b="1" dirty="0">
                  <a:solidFill>
                    <a:srgbClr val="0070C0"/>
                  </a:solidFill>
                </a:endParaRPr>
              </a:p>
            </p:txBody>
          </p:sp>
        </mc:Choice>
        <mc:Fallback xmlns="">
          <p:sp>
            <p:nvSpPr>
              <p:cNvPr id="40" name="TextBox 39">
                <a:extLst>
                  <a:ext uri="{FF2B5EF4-FFF2-40B4-BE49-F238E27FC236}">
                    <a16:creationId xmlns:a16="http://schemas.microsoft.com/office/drawing/2014/main" id="{D18ADE61-E088-42EA-B3DF-B8EC7AE168F6}"/>
                  </a:ext>
                </a:extLst>
              </p:cNvPr>
              <p:cNvSpPr txBox="1">
                <a:spLocks noRot="1" noChangeAspect="1" noMove="1" noResize="1" noEditPoints="1" noAdjustHandles="1" noChangeArrowheads="1" noChangeShapeType="1" noTextEdit="1"/>
              </p:cNvSpPr>
              <p:nvPr/>
            </p:nvSpPr>
            <p:spPr>
              <a:xfrm>
                <a:off x="5825038" y="783535"/>
                <a:ext cx="2190549" cy="523220"/>
              </a:xfrm>
              <a:prstGeom prst="rect">
                <a:avLst/>
              </a:prstGeom>
              <a:blipFill>
                <a:blip r:embed="rId10"/>
                <a:stretch>
                  <a:fillRect l="-5850" t="-1176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5B768CB-C37E-49D0-8AAC-95B154870C1A}"/>
                  </a:ext>
                </a:extLst>
              </p:cNvPr>
              <p:cNvSpPr txBox="1"/>
              <p:nvPr/>
            </p:nvSpPr>
            <p:spPr>
              <a:xfrm>
                <a:off x="10236396" y="743122"/>
                <a:ext cx="254136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200" i="0" dirty="0" smtClean="0">
                          <a:solidFill>
                            <a:srgbClr val="002060"/>
                          </a:solidFill>
                          <a:latin typeface="Cambria Math" panose="02040503050406030204" pitchFamily="18" charset="0"/>
                        </a:rPr>
                        <m:t>P</m:t>
                      </m:r>
                      <m:d>
                        <m:dPr>
                          <m:ctrlPr>
                            <a:rPr lang="en-GB" sz="2200" i="1" dirty="0" smtClean="0">
                              <a:solidFill>
                                <a:srgbClr val="002060"/>
                              </a:solidFill>
                              <a:latin typeface="Cambria Math" panose="02040503050406030204" pitchFamily="18" charset="0"/>
                            </a:rPr>
                          </m:ctrlPr>
                        </m:dPr>
                        <m:e>
                          <m:r>
                            <m:rPr>
                              <m:sty m:val="p"/>
                            </m:rPr>
                            <a:rPr lang="en-GB" sz="2200" i="0" dirty="0" smtClean="0">
                              <a:solidFill>
                                <a:srgbClr val="002060"/>
                              </a:solidFill>
                              <a:latin typeface="Cambria Math" panose="02040503050406030204" pitchFamily="18" charset="0"/>
                            </a:rPr>
                            <m:t>X</m:t>
                          </m:r>
                          <m:r>
                            <a:rPr lang="en-GB" sz="2200" i="0" dirty="0" smtClean="0">
                              <a:solidFill>
                                <a:srgbClr val="002060"/>
                              </a:solidFill>
                              <a:latin typeface="Cambria Math" panose="02040503050406030204" pitchFamily="18" charset="0"/>
                            </a:rPr>
                            <m:t>&gt;150</m:t>
                          </m:r>
                        </m:e>
                      </m:d>
                    </m:oMath>
                  </m:oMathPara>
                </a14:m>
                <a:endParaRPr lang="en-IN" sz="2200" dirty="0">
                  <a:solidFill>
                    <a:srgbClr val="002060"/>
                  </a:solidFill>
                </a:endParaRPr>
              </a:p>
            </p:txBody>
          </p:sp>
        </mc:Choice>
        <mc:Fallback xmlns="">
          <p:sp>
            <p:nvSpPr>
              <p:cNvPr id="44" name="TextBox 43">
                <a:extLst>
                  <a:ext uri="{FF2B5EF4-FFF2-40B4-BE49-F238E27FC236}">
                    <a16:creationId xmlns:a16="http://schemas.microsoft.com/office/drawing/2014/main" id="{95B768CB-C37E-49D0-8AAC-95B154870C1A}"/>
                  </a:ext>
                </a:extLst>
              </p:cNvPr>
              <p:cNvSpPr txBox="1">
                <a:spLocks noRot="1" noChangeAspect="1" noMove="1" noResize="1" noEditPoints="1" noAdjustHandles="1" noChangeArrowheads="1" noChangeShapeType="1" noTextEdit="1"/>
              </p:cNvSpPr>
              <p:nvPr/>
            </p:nvSpPr>
            <p:spPr>
              <a:xfrm>
                <a:off x="10236396" y="743122"/>
                <a:ext cx="2541361" cy="430887"/>
              </a:xfrm>
              <a:prstGeom prst="rect">
                <a:avLst/>
              </a:prstGeom>
              <a:blipFill>
                <a:blip r:embed="rId11"/>
                <a:stretch>
                  <a:fillRect l="-24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1">
                <a:extLst>
                  <a:ext uri="{FF2B5EF4-FFF2-40B4-BE49-F238E27FC236}">
                    <a16:creationId xmlns:a16="http://schemas.microsoft.com/office/drawing/2014/main" id="{D049F697-087D-4BB3-860F-46C161B7B073}"/>
                  </a:ext>
                </a:extLst>
              </p:cNvPr>
              <p:cNvSpPr txBox="1"/>
              <p:nvPr/>
            </p:nvSpPr>
            <p:spPr>
              <a:xfrm>
                <a:off x="11654973" y="743122"/>
                <a:ext cx="658132"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200" dirty="0" smtClean="0">
                          <a:solidFill>
                            <a:srgbClr val="002060"/>
                          </a:solidFill>
                          <a:latin typeface="Cambria Math" panose="02040503050406030204" pitchFamily="18" charset="0"/>
                        </a:rPr>
                        <m:t>=</m:t>
                      </m:r>
                      <m:r>
                        <a:rPr lang="en-IN" sz="2200" b="0" i="0" dirty="0" smtClean="0">
                          <a:solidFill>
                            <a:srgbClr val="002060"/>
                          </a:solidFill>
                          <a:latin typeface="Cambria Math" panose="02040503050406030204" pitchFamily="18" charset="0"/>
                        </a:rPr>
                        <m:t> </m:t>
                      </m:r>
                      <m:r>
                        <a:rPr lang="en-IN" sz="2200" dirty="0">
                          <a:solidFill>
                            <a:srgbClr val="002060"/>
                          </a:solidFill>
                          <a:latin typeface="Cambria Math" panose="02040503050406030204" pitchFamily="18" charset="0"/>
                        </a:rPr>
                        <m:t>?</m:t>
                      </m:r>
                    </m:oMath>
                  </m:oMathPara>
                </a14:m>
                <a:endParaRPr lang="en-IN" sz="2200" dirty="0">
                  <a:solidFill>
                    <a:srgbClr val="002060"/>
                  </a:solidFill>
                </a:endParaRPr>
              </a:p>
            </p:txBody>
          </p:sp>
        </mc:Choice>
        <mc:Fallback xmlns="">
          <p:sp>
            <p:nvSpPr>
              <p:cNvPr id="45" name="!!1">
                <a:extLst>
                  <a:ext uri="{FF2B5EF4-FFF2-40B4-BE49-F238E27FC236}">
                    <a16:creationId xmlns:a16="http://schemas.microsoft.com/office/drawing/2014/main" id="{D049F697-087D-4BB3-860F-46C161B7B073}"/>
                  </a:ext>
                </a:extLst>
              </p:cNvPr>
              <p:cNvSpPr txBox="1">
                <a:spLocks noRot="1" noChangeAspect="1" noMove="1" noResize="1" noEditPoints="1" noAdjustHandles="1" noChangeArrowheads="1" noChangeShapeType="1" noTextEdit="1"/>
              </p:cNvSpPr>
              <p:nvPr/>
            </p:nvSpPr>
            <p:spPr>
              <a:xfrm>
                <a:off x="11654973" y="743122"/>
                <a:ext cx="658132" cy="430887"/>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3BEF59F-C831-4D17-B57E-A3CFFE0D3E16}"/>
                  </a:ext>
                </a:extLst>
              </p:cNvPr>
              <p:cNvSpPr txBox="1"/>
              <p:nvPr/>
            </p:nvSpPr>
            <p:spPr>
              <a:xfrm>
                <a:off x="8919052" y="1174263"/>
                <a:ext cx="3563946"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200" dirty="0" smtClean="0">
                          <a:solidFill>
                            <a:srgbClr val="002060"/>
                          </a:solidFill>
                          <a:latin typeface="Cambria Math" panose="02040503050406030204" pitchFamily="18" charset="0"/>
                        </a:rPr>
                        <m:t>P</m:t>
                      </m:r>
                      <m:d>
                        <m:dPr>
                          <m:sepChr m:val="∣"/>
                          <m:ctrlPr>
                            <a:rPr lang="en-GB" sz="2200" i="1" dirty="0">
                              <a:solidFill>
                                <a:srgbClr val="002060"/>
                              </a:solidFill>
                              <a:latin typeface="Cambria Math" panose="02040503050406030204" pitchFamily="18" charset="0"/>
                            </a:rPr>
                          </m:ctrlPr>
                        </m:dPr>
                        <m:e>
                          <m:r>
                            <m:rPr>
                              <m:sty m:val="p"/>
                            </m:rPr>
                            <a:rPr lang="en-GB" sz="2200" dirty="0">
                              <a:solidFill>
                                <a:srgbClr val="002060"/>
                              </a:solidFill>
                              <a:latin typeface="Cambria Math" panose="02040503050406030204" pitchFamily="18" charset="0"/>
                            </a:rPr>
                            <m:t>X</m:t>
                          </m:r>
                          <m:r>
                            <a:rPr lang="en-GB" sz="2200" dirty="0">
                              <a:solidFill>
                                <a:srgbClr val="002060"/>
                              </a:solidFill>
                              <a:latin typeface="Cambria Math" panose="02040503050406030204" pitchFamily="18" charset="0"/>
                            </a:rPr>
                            <m:t>&lt;200</m:t>
                          </m:r>
                        </m:e>
                        <m:e>
                          <m:r>
                            <m:rPr>
                              <m:sty m:val="p"/>
                            </m:rPr>
                            <a:rPr lang="en-GB" sz="2200" dirty="0">
                              <a:solidFill>
                                <a:srgbClr val="002060"/>
                              </a:solidFill>
                              <a:latin typeface="Cambria Math" panose="02040503050406030204" pitchFamily="18" charset="0"/>
                            </a:rPr>
                            <m:t>X</m:t>
                          </m:r>
                          <m:r>
                            <a:rPr lang="en-GB" sz="2200" dirty="0">
                              <a:solidFill>
                                <a:srgbClr val="002060"/>
                              </a:solidFill>
                              <a:latin typeface="Cambria Math" panose="02040503050406030204" pitchFamily="18" charset="0"/>
                            </a:rPr>
                            <m:t>&gt;150</m:t>
                          </m:r>
                        </m:e>
                      </m:d>
                    </m:oMath>
                  </m:oMathPara>
                </a14:m>
                <a:endParaRPr lang="en-IN" sz="2200" dirty="0">
                  <a:solidFill>
                    <a:srgbClr val="002060"/>
                  </a:solidFill>
                </a:endParaRPr>
              </a:p>
            </p:txBody>
          </p:sp>
        </mc:Choice>
        <mc:Fallback xmlns="">
          <p:sp>
            <p:nvSpPr>
              <p:cNvPr id="46" name="TextBox 45">
                <a:extLst>
                  <a:ext uri="{FF2B5EF4-FFF2-40B4-BE49-F238E27FC236}">
                    <a16:creationId xmlns:a16="http://schemas.microsoft.com/office/drawing/2014/main" id="{43BEF59F-C831-4D17-B57E-A3CFFE0D3E16}"/>
                  </a:ext>
                </a:extLst>
              </p:cNvPr>
              <p:cNvSpPr txBox="1">
                <a:spLocks noRot="1" noChangeAspect="1" noMove="1" noResize="1" noEditPoints="1" noAdjustHandles="1" noChangeArrowheads="1" noChangeShapeType="1" noTextEdit="1"/>
              </p:cNvSpPr>
              <p:nvPr/>
            </p:nvSpPr>
            <p:spPr>
              <a:xfrm>
                <a:off x="8919052" y="1174263"/>
                <a:ext cx="3563946" cy="430887"/>
              </a:xfrm>
              <a:prstGeom prst="rect">
                <a:avLst/>
              </a:prstGeom>
              <a:blipFill>
                <a:blip r:embed="rId13"/>
                <a:stretch>
                  <a:fillRect l="-1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2">
                <a:extLst>
                  <a:ext uri="{FF2B5EF4-FFF2-40B4-BE49-F238E27FC236}">
                    <a16:creationId xmlns:a16="http://schemas.microsoft.com/office/drawing/2014/main" id="{1FE0331A-7BE1-4174-B8E8-F8301DCC4B91}"/>
                  </a:ext>
                </a:extLst>
              </p:cNvPr>
              <p:cNvSpPr txBox="1"/>
              <p:nvPr/>
            </p:nvSpPr>
            <p:spPr>
              <a:xfrm>
                <a:off x="11654973" y="1174263"/>
                <a:ext cx="658132"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200" dirty="0" smtClean="0">
                          <a:solidFill>
                            <a:srgbClr val="002060"/>
                          </a:solidFill>
                          <a:latin typeface="Cambria Math" panose="02040503050406030204" pitchFamily="18" charset="0"/>
                        </a:rPr>
                        <m:t>=</m:t>
                      </m:r>
                      <m:r>
                        <a:rPr lang="en-IN" sz="2200" b="0" i="0" dirty="0" smtClean="0">
                          <a:solidFill>
                            <a:srgbClr val="002060"/>
                          </a:solidFill>
                          <a:latin typeface="Cambria Math" panose="02040503050406030204" pitchFamily="18" charset="0"/>
                        </a:rPr>
                        <m:t> </m:t>
                      </m:r>
                      <m:r>
                        <a:rPr lang="en-IN" sz="2200" dirty="0">
                          <a:solidFill>
                            <a:srgbClr val="002060"/>
                          </a:solidFill>
                          <a:latin typeface="Cambria Math" panose="02040503050406030204" pitchFamily="18" charset="0"/>
                        </a:rPr>
                        <m:t>?</m:t>
                      </m:r>
                    </m:oMath>
                  </m:oMathPara>
                </a14:m>
                <a:endParaRPr lang="en-IN" sz="2200" dirty="0">
                  <a:solidFill>
                    <a:srgbClr val="002060"/>
                  </a:solidFill>
                </a:endParaRPr>
              </a:p>
            </p:txBody>
          </p:sp>
        </mc:Choice>
        <mc:Fallback xmlns="">
          <p:sp>
            <p:nvSpPr>
              <p:cNvPr id="47" name="!!2">
                <a:extLst>
                  <a:ext uri="{FF2B5EF4-FFF2-40B4-BE49-F238E27FC236}">
                    <a16:creationId xmlns:a16="http://schemas.microsoft.com/office/drawing/2014/main" id="{1FE0331A-7BE1-4174-B8E8-F8301DCC4B91}"/>
                  </a:ext>
                </a:extLst>
              </p:cNvPr>
              <p:cNvSpPr txBox="1">
                <a:spLocks noRot="1" noChangeAspect="1" noMove="1" noResize="1" noEditPoints="1" noAdjustHandles="1" noChangeArrowheads="1" noChangeShapeType="1" noTextEdit="1"/>
              </p:cNvSpPr>
              <p:nvPr/>
            </p:nvSpPr>
            <p:spPr>
              <a:xfrm>
                <a:off x="11654973" y="1174263"/>
                <a:ext cx="658132" cy="430887"/>
              </a:xfrm>
              <a:prstGeom prst="rect">
                <a:avLst/>
              </a:prstGeom>
              <a:blipFill>
                <a:blip r:embed="rId14"/>
                <a:stretch>
                  <a:fillRect/>
                </a:stretch>
              </a:blipFill>
            </p:spPr>
            <p:txBody>
              <a:bodyPr/>
              <a:lstStyle/>
              <a:p>
                <a:r>
                  <a:rPr lang="en-IN">
                    <a:noFill/>
                  </a:rPr>
                  <a:t> </a:t>
                </a:r>
              </a:p>
            </p:txBody>
          </p:sp>
        </mc:Fallback>
      </mc:AlternateContent>
      <p:sp>
        <p:nvSpPr>
          <p:cNvPr id="27" name="TextBox 26">
            <a:extLst>
              <a:ext uri="{FF2B5EF4-FFF2-40B4-BE49-F238E27FC236}">
                <a16:creationId xmlns:a16="http://schemas.microsoft.com/office/drawing/2014/main" id="{C2D6CA46-1CE2-474A-85A7-FD1B42E24637}"/>
              </a:ext>
            </a:extLst>
          </p:cNvPr>
          <p:cNvSpPr txBox="1"/>
          <p:nvPr/>
        </p:nvSpPr>
        <p:spPr>
          <a:xfrm>
            <a:off x="130233" y="1574163"/>
            <a:ext cx="1298029" cy="523220"/>
          </a:xfrm>
          <a:prstGeom prst="rect">
            <a:avLst/>
          </a:prstGeom>
          <a:noFill/>
        </p:spPr>
        <p:txBody>
          <a:bodyPr wrap="square">
            <a:spAutoFit/>
          </a:bodyPr>
          <a:lstStyle/>
          <a:p>
            <a:r>
              <a:rPr lang="en-GB" sz="2800" b="1" i="0" dirty="0">
                <a:solidFill>
                  <a:srgbClr val="002060"/>
                </a:solidFill>
                <a:latin typeface="+mj-lt"/>
              </a:rPr>
              <a:t>Case 2:</a:t>
            </a:r>
            <a:endParaRPr lang="en-IN" sz="2800" b="1" dirty="0">
              <a:solidFill>
                <a:srgbClr val="002060"/>
              </a:solidFill>
            </a:endParaRP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939847F7-2483-4371-9EEA-8A278D7C79CA}"/>
                  </a:ext>
                </a:extLst>
              </p:cNvPr>
              <p:cNvSpPr txBox="1"/>
              <p:nvPr/>
            </p:nvSpPr>
            <p:spPr>
              <a:xfrm>
                <a:off x="1316336" y="1570910"/>
                <a:ext cx="144315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smtClean="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m:t>
                      </m:r>
                      <m:r>
                        <a:rPr lang="en-GB" sz="2800">
                          <a:solidFill>
                            <a:srgbClr val="002060"/>
                          </a:solidFill>
                          <a:latin typeface="Cambria Math" panose="02040503050406030204" pitchFamily="18" charset="0"/>
                        </a:rPr>
                        <m:t>100</m:t>
                      </m:r>
                    </m:oMath>
                  </m:oMathPara>
                </a14:m>
                <a:endParaRPr lang="en-IN" sz="2800" b="1" dirty="0">
                  <a:solidFill>
                    <a:srgbClr val="0070C0"/>
                  </a:solidFill>
                </a:endParaRPr>
              </a:p>
            </p:txBody>
          </p:sp>
        </mc:Choice>
        <mc:Fallback xmlns="">
          <p:sp>
            <p:nvSpPr>
              <p:cNvPr id="28" name="TextBox 27">
                <a:extLst>
                  <a:ext uri="{FF2B5EF4-FFF2-40B4-BE49-F238E27FC236}">
                    <a16:creationId xmlns:a16="http://schemas.microsoft.com/office/drawing/2014/main" id="{939847F7-2483-4371-9EEA-8A278D7C79CA}"/>
                  </a:ext>
                </a:extLst>
              </p:cNvPr>
              <p:cNvSpPr txBox="1">
                <a:spLocks noRot="1" noChangeAspect="1" noMove="1" noResize="1" noEditPoints="1" noAdjustHandles="1" noChangeArrowheads="1" noChangeShapeType="1" noTextEdit="1"/>
              </p:cNvSpPr>
              <p:nvPr/>
            </p:nvSpPr>
            <p:spPr>
              <a:xfrm>
                <a:off x="1316336" y="1570910"/>
                <a:ext cx="1443159"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E4244A0-5474-43D0-A9A1-5379B2CC3A57}"/>
                  </a:ext>
                </a:extLst>
              </p:cNvPr>
              <p:cNvSpPr txBox="1"/>
              <p:nvPr/>
            </p:nvSpPr>
            <p:spPr>
              <a:xfrm>
                <a:off x="2987008" y="1571353"/>
                <a:ext cx="2190549" cy="523220"/>
              </a:xfrm>
              <a:prstGeom prst="rect">
                <a:avLst/>
              </a:prstGeom>
              <a:noFill/>
            </p:spPr>
            <p:txBody>
              <a:bodyPr wrap="square">
                <a:spAutoFit/>
              </a:bodyPr>
              <a:lstStyle/>
              <a:p>
                <a:r>
                  <a:rPr lang="en-GB" sz="2800" i="0" dirty="0">
                    <a:solidFill>
                      <a:srgbClr val="002060"/>
                    </a:solidFill>
                    <a:latin typeface="+mj-lt"/>
                  </a:rPr>
                  <a:t>for </a:t>
                </a:r>
                <a14:m>
                  <m:oMath xmlns:m="http://schemas.openxmlformats.org/officeDocument/2006/math">
                    <m:r>
                      <m:rPr>
                        <m:sty m:val="p"/>
                      </m:rPr>
                      <a:rPr lang="en-GB" sz="2800" i="0">
                        <a:solidFill>
                          <a:srgbClr val="002060"/>
                        </a:solidFill>
                        <a:latin typeface="Cambria Math" panose="02040503050406030204" pitchFamily="18" charset="0"/>
                      </a:rPr>
                      <m:t>x</m:t>
                    </m:r>
                    <m:r>
                      <a:rPr lang="en-GB" sz="2800" i="0">
                        <a:solidFill>
                          <a:srgbClr val="002060"/>
                        </a:solidFill>
                        <a:latin typeface="Cambria Math" panose="02040503050406030204" pitchFamily="18" charset="0"/>
                      </a:rPr>
                      <m:t>&lt;100, </m:t>
                    </m:r>
                  </m:oMath>
                </a14:m>
                <a:endParaRPr lang="en-IN" sz="2800" b="1" dirty="0">
                  <a:solidFill>
                    <a:srgbClr val="0070C0"/>
                  </a:solidFill>
                </a:endParaRPr>
              </a:p>
            </p:txBody>
          </p:sp>
        </mc:Choice>
        <mc:Fallback xmlns="">
          <p:sp>
            <p:nvSpPr>
              <p:cNvPr id="29" name="TextBox 28">
                <a:extLst>
                  <a:ext uri="{FF2B5EF4-FFF2-40B4-BE49-F238E27FC236}">
                    <a16:creationId xmlns:a16="http://schemas.microsoft.com/office/drawing/2014/main" id="{0E4244A0-5474-43D0-A9A1-5379B2CC3A57}"/>
                  </a:ext>
                </a:extLst>
              </p:cNvPr>
              <p:cNvSpPr txBox="1">
                <a:spLocks noRot="1" noChangeAspect="1" noMove="1" noResize="1" noEditPoints="1" noAdjustHandles="1" noChangeArrowheads="1" noChangeShapeType="1" noTextEdit="1"/>
              </p:cNvSpPr>
              <p:nvPr/>
            </p:nvSpPr>
            <p:spPr>
              <a:xfrm>
                <a:off x="2987008" y="1571353"/>
                <a:ext cx="2190549" cy="523220"/>
              </a:xfrm>
              <a:prstGeom prst="rect">
                <a:avLst/>
              </a:prstGeom>
              <a:blipFill>
                <a:blip r:embed="rId16"/>
                <a:stretch>
                  <a:fillRect l="-5850"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3EC54CC-389B-412B-9C4E-D79A2CD33ACB}"/>
                  </a:ext>
                </a:extLst>
              </p:cNvPr>
              <p:cNvSpPr txBox="1"/>
              <p:nvPr/>
            </p:nvSpPr>
            <p:spPr>
              <a:xfrm>
                <a:off x="4957892" y="1383384"/>
                <a:ext cx="3194963"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nor/>
                        </m:rPr>
                        <a:rPr lang="en-GB" sz="2800" i="0" dirty="0" smtClean="0">
                          <a:solidFill>
                            <a:srgbClr val="002060"/>
                          </a:solidFill>
                          <a:latin typeface="+mj-lt"/>
                        </a:rPr>
                        <m:t>PDF</m:t>
                      </m:r>
                      <m:r>
                        <m:rPr>
                          <m:nor/>
                        </m:rPr>
                        <a:rPr lang="en-IN" sz="2800" b="0" i="0" dirty="0" smtClean="0">
                          <a:solidFill>
                            <a:srgbClr val="002060"/>
                          </a:solidFill>
                          <a:latin typeface="+mj-lt"/>
                        </a:rPr>
                        <m:t> </m:t>
                      </m:r>
                      <m:r>
                        <m:rPr>
                          <m:nor/>
                        </m:rPr>
                        <a:rPr lang="en-IN" sz="2800" b="0" i="0" dirty="0" smtClean="0">
                          <a:solidFill>
                            <a:srgbClr val="002060"/>
                          </a:solidFill>
                          <a:latin typeface="+mj-lt"/>
                        </a:rPr>
                        <m:t>is</m:t>
                      </m:r>
                      <m:r>
                        <a:rPr lang="en-IN" sz="2800" b="0" i="1" dirty="0" smtClean="0">
                          <a:solidFill>
                            <a:srgbClr val="002060"/>
                          </a:solidFill>
                          <a:latin typeface="Cambria Math" panose="02040503050406030204" pitchFamily="18" charset="0"/>
                        </a:rPr>
                        <m:t> </m:t>
                      </m:r>
                      <m:r>
                        <m:rPr>
                          <m:sty m:val="p"/>
                        </m:rPr>
                        <a:rPr lang="en-GB" sz="2800" smtClean="0">
                          <a:solidFill>
                            <a:srgbClr val="002060"/>
                          </a:solidFill>
                          <a:latin typeface="Cambria Math" panose="02040503050406030204" pitchFamily="18" charset="0"/>
                        </a:rPr>
                        <m:t>f</m:t>
                      </m:r>
                      <m:d>
                        <m:dPr>
                          <m:ctrlPr>
                            <a:rPr lang="en-GB" sz="2800" i="1">
                              <a:solidFill>
                                <a:srgbClr val="002060"/>
                              </a:solidFill>
                              <a:latin typeface="Cambria Math" panose="02040503050406030204" pitchFamily="18" charset="0"/>
                            </a:rPr>
                          </m:ctrlPr>
                        </m:dPr>
                        <m:e>
                          <m:r>
                            <m:rPr>
                              <m:sty m:val="p"/>
                            </m:rPr>
                            <a:rPr lang="en-GB" sz="2800">
                              <a:solidFill>
                                <a:srgbClr val="002060"/>
                              </a:solidFill>
                              <a:latin typeface="Cambria Math" panose="02040503050406030204" pitchFamily="18" charset="0"/>
                            </a:rPr>
                            <m:t>t</m:t>
                          </m:r>
                        </m:e>
                      </m:d>
                      <m:r>
                        <a:rPr lang="en-GB" sz="2800">
                          <a:solidFill>
                            <a:srgbClr val="002060"/>
                          </a:solidFill>
                          <a:latin typeface="Cambria Math" panose="02040503050406030204" pitchFamily="18" charset="0"/>
                        </a:rPr>
                        <m:t>=</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100 </m:t>
                          </m:r>
                        </m:num>
                        <m:den>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sSup>
                            <m:sSup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sSupPr>
                            <m:e>
                              <m:r>
                                <m:rPr>
                                  <m:sty m:val="p"/>
                                </m:rP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t</m:t>
                              </m:r>
                            </m:e>
                            <m:sup>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2</m:t>
                              </m:r>
                            </m:sup>
                          </m:sSup>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oMath>
                  </m:oMathPara>
                </a14:m>
                <a:endParaRPr lang="en-IN" sz="2800" b="1" dirty="0">
                  <a:solidFill>
                    <a:srgbClr val="0070C0"/>
                  </a:solidFill>
                </a:endParaRPr>
              </a:p>
            </p:txBody>
          </p:sp>
        </mc:Choice>
        <mc:Fallback xmlns="">
          <p:sp>
            <p:nvSpPr>
              <p:cNvPr id="30" name="TextBox 29">
                <a:extLst>
                  <a:ext uri="{FF2B5EF4-FFF2-40B4-BE49-F238E27FC236}">
                    <a16:creationId xmlns:a16="http://schemas.microsoft.com/office/drawing/2014/main" id="{83EC54CC-389B-412B-9C4E-D79A2CD33ACB}"/>
                  </a:ext>
                </a:extLst>
              </p:cNvPr>
              <p:cNvSpPr txBox="1">
                <a:spLocks noRot="1" noChangeAspect="1" noMove="1" noResize="1" noEditPoints="1" noAdjustHandles="1" noChangeArrowheads="1" noChangeShapeType="1" noTextEdit="1"/>
              </p:cNvSpPr>
              <p:nvPr/>
            </p:nvSpPr>
            <p:spPr>
              <a:xfrm>
                <a:off x="4957892" y="1383384"/>
                <a:ext cx="3194963" cy="899157"/>
              </a:xfrm>
              <a:prstGeom prst="rect">
                <a:avLst/>
              </a:prstGeom>
              <a:blipFill>
                <a:blip r:embed="rId1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6559979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36" grpId="0"/>
      <p:bldP spid="38" grpId="0"/>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7 ⇝ Example 3 (</a:t>
            </a:r>
            <a:r>
              <a:rPr lang="en-IN" dirty="0"/>
              <a:t>Continue</a:t>
            </a:r>
            <a:r>
              <a:rPr lang="en-GB" dirty="0"/>
              <a:t>)</a:t>
            </a:r>
            <a:endParaRPr lang="en-US" dirty="0"/>
          </a:p>
        </p:txBody>
      </p:sp>
      <p:sp>
        <p:nvSpPr>
          <p:cNvPr id="12" name="TextBox 11">
            <a:extLst>
              <a:ext uri="{FF2B5EF4-FFF2-40B4-BE49-F238E27FC236}">
                <a16:creationId xmlns:a16="http://schemas.microsoft.com/office/drawing/2014/main" id="{C503FD85-670B-4406-9B07-384DD16678B5}"/>
              </a:ext>
            </a:extLst>
          </p:cNvPr>
          <p:cNvSpPr txBox="1"/>
          <p:nvPr/>
        </p:nvSpPr>
        <p:spPr>
          <a:xfrm>
            <a:off x="130233" y="937269"/>
            <a:ext cx="4105543" cy="523220"/>
          </a:xfrm>
          <a:prstGeom prst="rect">
            <a:avLst/>
          </a:prstGeom>
          <a:noFill/>
        </p:spPr>
        <p:txBody>
          <a:bodyPr wrap="square">
            <a:spAutoFit/>
          </a:bodyPr>
          <a:lstStyle/>
          <a:p>
            <a:r>
              <a:rPr lang="en-IN" sz="2800" b="1" dirty="0">
                <a:solidFill>
                  <a:srgbClr val="002060"/>
                </a:solidFill>
              </a:rPr>
              <a:t>Distribution Function (CDF):</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E037A42-5612-4E36-885F-6F99299C96D9}"/>
                  </a:ext>
                </a:extLst>
              </p:cNvPr>
              <p:cNvSpPr txBox="1"/>
              <p:nvPr/>
            </p:nvSpPr>
            <p:spPr>
              <a:xfrm>
                <a:off x="553736" y="3691164"/>
                <a:ext cx="5149442" cy="1703800"/>
              </a:xfrm>
              <a:prstGeom prst="rect">
                <a:avLst/>
              </a:prstGeom>
              <a:noFill/>
            </p:spPr>
            <p:txBody>
              <a:bodyPr wrap="square">
                <a:spAutoFit/>
              </a:bodyPr>
              <a:lstStyle/>
              <a:p>
                <a:pPr>
                  <a:lnSpc>
                    <a:spcPct val="101000"/>
                  </a:lnSpc>
                  <a:tabLst>
                    <a:tab pos="0" algn="l"/>
                    <a:tab pos="447675" algn="l"/>
                  </a:tabLst>
                </a:pPr>
                <a14:m>
                  <m:oMathPara xmlns:m="http://schemas.openxmlformats.org/officeDocument/2006/math">
                    <m:oMathParaPr>
                      <m:jc m:val="left"/>
                    </m:oMathParaPr>
                    <m:oMath xmlns:m="http://schemas.openxmlformats.org/officeDocument/2006/math">
                      <m:r>
                        <m:rPr>
                          <m:sty m:val="p"/>
                        </m:rP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F</m:t>
                      </m:r>
                      <m:d>
                        <m:d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m:rPr>
                              <m:sty m:val="p"/>
                            </m:rP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x</m:t>
                          </m:r>
                        </m:e>
                      </m:d>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m:t>
                      </m:r>
                      <m:d>
                        <m:dPr>
                          <m:begChr m:val="{"/>
                          <m:endChr m:val=""/>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eqArr>
                            <m:eqArr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eqArrPr>
                            <m:e>
                              <m:r>
                                <a:rPr lang="en-IN" sz="2800" i="1">
                                  <a:solidFill>
                                    <a:srgbClr val="002060"/>
                                  </a:solidFill>
                                  <a:latin typeface="Cambria Math" panose="02040503050406030204" pitchFamily="18" charset="0"/>
                                  <a:ea typeface="Calibri" panose="020F0502020204030204" pitchFamily="34" charset="0"/>
                                  <a:cs typeface="Shruti" panose="020B0502040204020203" pitchFamily="34" charset="0"/>
                                </a:rPr>
                                <m:t>1−</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100 </m:t>
                                  </m:r>
                                </m:num>
                                <m:den>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m:rPr>
                                      <m:sty m:val="p"/>
                                    </m:rP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m:rPr>
                                  <m:sty m:val="p"/>
                                </m:rP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≥100</m:t>
                              </m:r>
                            </m:e>
                            <m:e>
                              <m:r>
                                <a:rPr lang="en-IN" sz="2800" i="1">
                                  <a:solidFill>
                                    <a:srgbClr val="002060"/>
                                  </a:solidFill>
                                  <a:latin typeface="Cambria Math" panose="02040503050406030204" pitchFamily="18" charset="0"/>
                                  <a:ea typeface="Calibri" panose="020F0502020204030204" pitchFamily="34" charset="0"/>
                                  <a:cs typeface="Shruti" panose="020B0502040204020203" pitchFamily="34" charset="0"/>
                                </a:rPr>
                                <m:t> </m:t>
                              </m:r>
                            </m:e>
                            <m:e>
                              <m:r>
                                <a:rPr lang="en-IN" sz="2800" i="1">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0 </m:t>
                              </m:r>
                              <m:r>
                                <a:rPr lang="en-IN" sz="2800" i="1">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m:rPr>
                                  <m:sty m:val="p"/>
                                </m:rP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elsewhere</m:t>
                              </m:r>
                            </m:e>
                          </m:eqArr>
                        </m:e>
                      </m:d>
                    </m:oMath>
                  </m:oMathPara>
                </a14:m>
                <a:endParaRPr lang="en-IN" sz="2800" dirty="0">
                  <a:solidFill>
                    <a:srgbClr val="002060"/>
                  </a:solidFill>
                </a:endParaRPr>
              </a:p>
            </p:txBody>
          </p:sp>
        </mc:Choice>
        <mc:Fallback xmlns="">
          <p:sp>
            <p:nvSpPr>
              <p:cNvPr id="27" name="TextBox 26">
                <a:extLst>
                  <a:ext uri="{FF2B5EF4-FFF2-40B4-BE49-F238E27FC236}">
                    <a16:creationId xmlns:a16="http://schemas.microsoft.com/office/drawing/2014/main" id="{2E037A42-5612-4E36-885F-6F99299C96D9}"/>
                  </a:ext>
                </a:extLst>
              </p:cNvPr>
              <p:cNvSpPr txBox="1">
                <a:spLocks noRot="1" noChangeAspect="1" noMove="1" noResize="1" noEditPoints="1" noAdjustHandles="1" noChangeArrowheads="1" noChangeShapeType="1" noTextEdit="1"/>
              </p:cNvSpPr>
              <p:nvPr/>
            </p:nvSpPr>
            <p:spPr>
              <a:xfrm>
                <a:off x="553736" y="3691164"/>
                <a:ext cx="5149442" cy="170380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FEE33F60-4A4F-4281-A2A5-98A913FD9737}"/>
                  </a:ext>
                </a:extLst>
              </p:cNvPr>
              <p:cNvSpPr txBox="1"/>
              <p:nvPr/>
            </p:nvSpPr>
            <p:spPr>
              <a:xfrm>
                <a:off x="54033" y="4281454"/>
                <a:ext cx="55685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1" smtClean="0">
                          <a:solidFill>
                            <a:srgbClr val="002060"/>
                          </a:solidFill>
                          <a:latin typeface="Cambria Math" panose="02040503050406030204" pitchFamily="18" charset="0"/>
                        </a:rPr>
                        <m:t>⇒</m:t>
                      </m:r>
                    </m:oMath>
                  </m:oMathPara>
                </a14:m>
                <a:endParaRPr lang="en-IN" sz="2800" dirty="0"/>
              </a:p>
            </p:txBody>
          </p:sp>
        </mc:Choice>
        <mc:Fallback xmlns="">
          <p:sp>
            <p:nvSpPr>
              <p:cNvPr id="39" name="TextBox 38">
                <a:extLst>
                  <a:ext uri="{FF2B5EF4-FFF2-40B4-BE49-F238E27FC236}">
                    <a16:creationId xmlns:a16="http://schemas.microsoft.com/office/drawing/2014/main" id="{FEE33F60-4A4F-4281-A2A5-98A913FD9737}"/>
                  </a:ext>
                </a:extLst>
              </p:cNvPr>
              <p:cNvSpPr txBox="1">
                <a:spLocks noRot="1" noChangeAspect="1" noMove="1" noResize="1" noEditPoints="1" noAdjustHandles="1" noChangeArrowheads="1" noChangeShapeType="1" noTextEdit="1"/>
              </p:cNvSpPr>
              <p:nvPr/>
            </p:nvSpPr>
            <p:spPr>
              <a:xfrm>
                <a:off x="54033" y="4281454"/>
                <a:ext cx="556853"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791BCDB9-AA28-44BA-A685-1211FFE51243}"/>
                  </a:ext>
                </a:extLst>
              </p:cNvPr>
              <p:cNvSpPr txBox="1"/>
              <p:nvPr/>
            </p:nvSpPr>
            <p:spPr>
              <a:xfrm>
                <a:off x="237537" y="2492297"/>
                <a:ext cx="2965205"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e>
                      </m:d>
                      <m:r>
                        <a:rPr lang="en-GB" sz="2800">
                          <a:solidFill>
                            <a:srgbClr val="002060"/>
                          </a:solidFill>
                          <a:latin typeface="Cambria Math" panose="02040503050406030204" pitchFamily="18" charset="0"/>
                        </a:rPr>
                        <m:t>=</m:t>
                      </m:r>
                      <m:r>
                        <a:rPr lang="en-IN" sz="2800" i="1">
                          <a:solidFill>
                            <a:srgbClr val="002060"/>
                          </a:solidFill>
                          <a:latin typeface="Cambria Math" panose="02040503050406030204" pitchFamily="18" charset="0"/>
                          <a:ea typeface="Calibri" panose="020F0502020204030204" pitchFamily="34" charset="0"/>
                          <a:cs typeface="Shruti" panose="020B0502040204020203" pitchFamily="34" charset="0"/>
                        </a:rPr>
                        <m:t>1</m:t>
                      </m:r>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100 </m:t>
                          </m:r>
                        </m:num>
                        <m:den>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m:rPr>
                              <m:sty m:val="p"/>
                            </m:rP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oMath>
                  </m:oMathPara>
                </a14:m>
                <a:endParaRPr lang="en-IN" sz="2800" dirty="0"/>
              </a:p>
            </p:txBody>
          </p:sp>
        </mc:Choice>
        <mc:Fallback xmlns="">
          <p:sp>
            <p:nvSpPr>
              <p:cNvPr id="43" name="TextBox 42">
                <a:extLst>
                  <a:ext uri="{FF2B5EF4-FFF2-40B4-BE49-F238E27FC236}">
                    <a16:creationId xmlns:a16="http://schemas.microsoft.com/office/drawing/2014/main" id="{791BCDB9-AA28-44BA-A685-1211FFE51243}"/>
                  </a:ext>
                </a:extLst>
              </p:cNvPr>
              <p:cNvSpPr txBox="1">
                <a:spLocks noRot="1" noChangeAspect="1" noMove="1" noResize="1" noEditPoints="1" noAdjustHandles="1" noChangeArrowheads="1" noChangeShapeType="1" noTextEdit="1"/>
              </p:cNvSpPr>
              <p:nvPr/>
            </p:nvSpPr>
            <p:spPr>
              <a:xfrm>
                <a:off x="237537" y="2492297"/>
                <a:ext cx="2965205" cy="899157"/>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419E7909-5766-4ED0-8C9F-D1452DBA5B90}"/>
                  </a:ext>
                </a:extLst>
              </p:cNvPr>
              <p:cNvSpPr txBox="1"/>
              <p:nvPr/>
            </p:nvSpPr>
            <p:spPr>
              <a:xfrm>
                <a:off x="2992150" y="2692356"/>
                <a:ext cx="2190549" cy="523220"/>
              </a:xfrm>
              <a:prstGeom prst="rect">
                <a:avLst/>
              </a:prstGeom>
              <a:noFill/>
            </p:spPr>
            <p:txBody>
              <a:bodyPr wrap="square">
                <a:spAutoFit/>
              </a:bodyPr>
              <a:lstStyle/>
              <a:p>
                <a:r>
                  <a:rPr lang="en-IN" sz="2800" b="0" i="0" dirty="0">
                    <a:solidFill>
                      <a:srgbClr val="002060"/>
                    </a:solidFill>
                    <a:latin typeface="+mj-lt"/>
                  </a:rPr>
                  <a:t>f</a:t>
                </a:r>
                <a:r>
                  <a:rPr lang="en-GB" sz="2800" i="0" dirty="0">
                    <a:solidFill>
                      <a:srgbClr val="002060"/>
                    </a:solidFill>
                    <a:latin typeface="+mj-lt"/>
                  </a:rPr>
                  <a:t>or </a:t>
                </a:r>
                <a14:m>
                  <m:oMath xmlns:m="http://schemas.openxmlformats.org/officeDocument/2006/math">
                    <m:r>
                      <m:rPr>
                        <m:sty m:val="p"/>
                      </m:rPr>
                      <a:rPr lang="en-GB" sz="2800" i="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m:t>
                    </m:r>
                    <m:r>
                      <a:rPr lang="en-GB" sz="2800" i="0">
                        <a:solidFill>
                          <a:srgbClr val="002060"/>
                        </a:solidFill>
                        <a:latin typeface="Cambria Math" panose="02040503050406030204" pitchFamily="18" charset="0"/>
                      </a:rPr>
                      <m:t>10</m:t>
                    </m:r>
                    <m:r>
                      <a:rPr lang="en-GB" sz="2800" i="0" smtClean="0">
                        <a:solidFill>
                          <a:srgbClr val="002060"/>
                        </a:solidFill>
                        <a:latin typeface="Cambria Math" panose="02040503050406030204" pitchFamily="18" charset="0"/>
                      </a:rPr>
                      <m:t>0</m:t>
                    </m:r>
                    <m:r>
                      <a:rPr lang="en-GB" sz="2800" i="0">
                        <a:solidFill>
                          <a:srgbClr val="002060"/>
                        </a:solidFill>
                        <a:latin typeface="Cambria Math" panose="02040503050406030204" pitchFamily="18" charset="0"/>
                      </a:rPr>
                      <m:t> </m:t>
                    </m:r>
                  </m:oMath>
                </a14:m>
                <a:endParaRPr lang="en-IN" sz="2800" b="1" dirty="0">
                  <a:solidFill>
                    <a:srgbClr val="0070C0"/>
                  </a:solidFill>
                </a:endParaRPr>
              </a:p>
            </p:txBody>
          </p:sp>
        </mc:Choice>
        <mc:Fallback xmlns="">
          <p:sp>
            <p:nvSpPr>
              <p:cNvPr id="44" name="TextBox 43">
                <a:extLst>
                  <a:ext uri="{FF2B5EF4-FFF2-40B4-BE49-F238E27FC236}">
                    <a16:creationId xmlns:a16="http://schemas.microsoft.com/office/drawing/2014/main" id="{419E7909-5766-4ED0-8C9F-D1452DBA5B90}"/>
                  </a:ext>
                </a:extLst>
              </p:cNvPr>
              <p:cNvSpPr txBox="1">
                <a:spLocks noRot="1" noChangeAspect="1" noMove="1" noResize="1" noEditPoints="1" noAdjustHandles="1" noChangeArrowheads="1" noChangeShapeType="1" noTextEdit="1"/>
              </p:cNvSpPr>
              <p:nvPr/>
            </p:nvSpPr>
            <p:spPr>
              <a:xfrm>
                <a:off x="2992150" y="2692356"/>
                <a:ext cx="2190549" cy="523220"/>
              </a:xfrm>
              <a:prstGeom prst="rect">
                <a:avLst/>
              </a:prstGeom>
              <a:blipFill>
                <a:blip r:embed="rId5"/>
                <a:stretch>
                  <a:fillRect l="-5850" t="-1176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CA75CEDD-25F1-4E1F-A3DD-55CA2E66601B}"/>
                  </a:ext>
                </a:extLst>
              </p:cNvPr>
              <p:cNvSpPr txBox="1"/>
              <p:nvPr/>
            </p:nvSpPr>
            <p:spPr>
              <a:xfrm>
                <a:off x="237537" y="1714783"/>
                <a:ext cx="154985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e>
                      </m:d>
                      <m:r>
                        <a:rPr lang="en-GB" sz="2800">
                          <a:solidFill>
                            <a:srgbClr val="002060"/>
                          </a:solidFill>
                          <a:latin typeface="Cambria Math" panose="02040503050406030204" pitchFamily="18" charset="0"/>
                        </a:rPr>
                        <m:t>=0</m:t>
                      </m:r>
                    </m:oMath>
                  </m:oMathPara>
                </a14:m>
                <a:endParaRPr lang="en-IN" sz="2800" dirty="0"/>
              </a:p>
            </p:txBody>
          </p:sp>
        </mc:Choice>
        <mc:Fallback xmlns="">
          <p:sp>
            <p:nvSpPr>
              <p:cNvPr id="45" name="TextBox 44">
                <a:extLst>
                  <a:ext uri="{FF2B5EF4-FFF2-40B4-BE49-F238E27FC236}">
                    <a16:creationId xmlns:a16="http://schemas.microsoft.com/office/drawing/2014/main" id="{CA75CEDD-25F1-4E1F-A3DD-55CA2E66601B}"/>
                  </a:ext>
                </a:extLst>
              </p:cNvPr>
              <p:cNvSpPr txBox="1">
                <a:spLocks noRot="1" noChangeAspect="1" noMove="1" noResize="1" noEditPoints="1" noAdjustHandles="1" noChangeArrowheads="1" noChangeShapeType="1" noTextEdit="1"/>
              </p:cNvSpPr>
              <p:nvPr/>
            </p:nvSpPr>
            <p:spPr>
              <a:xfrm>
                <a:off x="237537" y="1714783"/>
                <a:ext cx="1549857"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CE5C177E-BC96-4249-8101-EA8E0EC8CC40}"/>
                  </a:ext>
                </a:extLst>
              </p:cNvPr>
              <p:cNvSpPr txBox="1"/>
              <p:nvPr/>
            </p:nvSpPr>
            <p:spPr>
              <a:xfrm>
                <a:off x="1787394" y="1714783"/>
                <a:ext cx="2190549" cy="523220"/>
              </a:xfrm>
              <a:prstGeom prst="rect">
                <a:avLst/>
              </a:prstGeom>
              <a:noFill/>
            </p:spPr>
            <p:txBody>
              <a:bodyPr wrap="square">
                <a:spAutoFit/>
              </a:bodyPr>
              <a:lstStyle/>
              <a:p>
                <a:r>
                  <a:rPr lang="en-IN" sz="2800" b="0" i="0" dirty="0">
                    <a:solidFill>
                      <a:srgbClr val="002060"/>
                    </a:solidFill>
                    <a:latin typeface="+mj-lt"/>
                  </a:rPr>
                  <a:t>f</a:t>
                </a:r>
                <a:r>
                  <a:rPr lang="en-GB" sz="2800" i="0" dirty="0">
                    <a:solidFill>
                      <a:srgbClr val="002060"/>
                    </a:solidFill>
                    <a:latin typeface="+mj-lt"/>
                  </a:rPr>
                  <a:t>or </a:t>
                </a:r>
                <a14:m>
                  <m:oMath xmlns:m="http://schemas.openxmlformats.org/officeDocument/2006/math">
                    <m:r>
                      <m:rPr>
                        <m:sty m:val="p"/>
                      </m:rPr>
                      <a:rPr lang="en-GB" sz="2800" i="0">
                        <a:solidFill>
                          <a:srgbClr val="002060"/>
                        </a:solidFill>
                        <a:latin typeface="Cambria Math" panose="02040503050406030204" pitchFamily="18" charset="0"/>
                      </a:rPr>
                      <m:t>x</m:t>
                    </m:r>
                    <m:r>
                      <a:rPr lang="en-GB" sz="2800" i="0">
                        <a:solidFill>
                          <a:srgbClr val="002060"/>
                        </a:solidFill>
                        <a:latin typeface="Cambria Math" panose="02040503050406030204" pitchFamily="18" charset="0"/>
                      </a:rPr>
                      <m:t>&lt;100 </m:t>
                    </m:r>
                  </m:oMath>
                </a14:m>
                <a:endParaRPr lang="en-IN" sz="2800" b="1" dirty="0">
                  <a:solidFill>
                    <a:srgbClr val="0070C0"/>
                  </a:solidFill>
                </a:endParaRPr>
              </a:p>
            </p:txBody>
          </p:sp>
        </mc:Choice>
        <mc:Fallback xmlns="">
          <p:sp>
            <p:nvSpPr>
              <p:cNvPr id="46" name="TextBox 45">
                <a:extLst>
                  <a:ext uri="{FF2B5EF4-FFF2-40B4-BE49-F238E27FC236}">
                    <a16:creationId xmlns:a16="http://schemas.microsoft.com/office/drawing/2014/main" id="{CE5C177E-BC96-4249-8101-EA8E0EC8CC40}"/>
                  </a:ext>
                </a:extLst>
              </p:cNvPr>
              <p:cNvSpPr txBox="1">
                <a:spLocks noRot="1" noChangeAspect="1" noMove="1" noResize="1" noEditPoints="1" noAdjustHandles="1" noChangeArrowheads="1" noChangeShapeType="1" noTextEdit="1"/>
              </p:cNvSpPr>
              <p:nvPr/>
            </p:nvSpPr>
            <p:spPr>
              <a:xfrm>
                <a:off x="1787394" y="1714783"/>
                <a:ext cx="2190549" cy="523220"/>
              </a:xfrm>
              <a:prstGeom prst="rect">
                <a:avLst/>
              </a:prstGeom>
              <a:blipFill>
                <a:blip r:embed="rId7"/>
                <a:stretch>
                  <a:fillRect l="-5556" t="-10465" b="-32558"/>
                </a:stretch>
              </a:blipFill>
            </p:spPr>
            <p:txBody>
              <a:bodyPr/>
              <a:lstStyle/>
              <a:p>
                <a:r>
                  <a:rPr lang="en-IN">
                    <a:noFill/>
                  </a:rPr>
                  <a:t> </a:t>
                </a:r>
              </a:p>
            </p:txBody>
          </p:sp>
        </mc:Fallback>
      </mc:AlternateContent>
      <p:cxnSp>
        <p:nvCxnSpPr>
          <p:cNvPr id="47" name="Straight Connector 46">
            <a:extLst>
              <a:ext uri="{FF2B5EF4-FFF2-40B4-BE49-F238E27FC236}">
                <a16:creationId xmlns:a16="http://schemas.microsoft.com/office/drawing/2014/main" id="{866B64CB-F648-480D-ABF8-609CA15094B0}"/>
              </a:ext>
            </a:extLst>
          </p:cNvPr>
          <p:cNvCxnSpPr>
            <a:cxnSpLocks/>
          </p:cNvCxnSpPr>
          <p:nvPr/>
        </p:nvCxnSpPr>
        <p:spPr>
          <a:xfrm>
            <a:off x="5703178" y="937269"/>
            <a:ext cx="0" cy="557329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7EB6DDF4-2D47-428A-A067-D8A710C621B9}"/>
                  </a:ext>
                </a:extLst>
              </p:cNvPr>
              <p:cNvSpPr txBox="1"/>
              <p:nvPr/>
            </p:nvSpPr>
            <p:spPr>
              <a:xfrm>
                <a:off x="7861301" y="937269"/>
                <a:ext cx="295889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=1−</m:t>
                      </m:r>
                      <m:r>
                        <m:rPr>
                          <m:sty m:val="p"/>
                        </m:rPr>
                        <a:rPr lang="en-GB" sz="2800" i="0" dirty="0" smtClean="0">
                          <a:solidFill>
                            <a:srgbClr val="002060"/>
                          </a:solidFill>
                          <a:latin typeface="Cambria Math" panose="02040503050406030204" pitchFamily="18" charset="0"/>
                        </a:rPr>
                        <m:t>P</m:t>
                      </m:r>
                      <m:d>
                        <m:dPr>
                          <m:ctrlPr>
                            <a:rPr lang="en-GB" sz="2800" i="1" dirty="0" smtClean="0">
                              <a:solidFill>
                                <a:srgbClr val="002060"/>
                              </a:solidFill>
                              <a:latin typeface="Cambria Math" panose="02040503050406030204" pitchFamily="18" charset="0"/>
                            </a:rPr>
                          </m:ctrlPr>
                        </m:dPr>
                        <m:e>
                          <m:r>
                            <m:rPr>
                              <m:sty m:val="p"/>
                            </m:rPr>
                            <a:rPr lang="en-GB" sz="280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m:t>
                          </m:r>
                          <m:r>
                            <a:rPr lang="en-GB" sz="2800" i="0" dirty="0" smtClean="0">
                              <a:solidFill>
                                <a:srgbClr val="002060"/>
                              </a:solidFill>
                              <a:latin typeface="Cambria Math" panose="02040503050406030204" pitchFamily="18" charset="0"/>
                            </a:rPr>
                            <m:t>150</m:t>
                          </m:r>
                        </m:e>
                      </m:d>
                    </m:oMath>
                  </m:oMathPara>
                </a14:m>
                <a:endParaRPr lang="en-IN" sz="2800" dirty="0">
                  <a:solidFill>
                    <a:srgbClr val="002060"/>
                  </a:solidFill>
                </a:endParaRPr>
              </a:p>
            </p:txBody>
          </p:sp>
        </mc:Choice>
        <mc:Fallback xmlns="">
          <p:sp>
            <p:nvSpPr>
              <p:cNvPr id="52" name="TextBox 51">
                <a:extLst>
                  <a:ext uri="{FF2B5EF4-FFF2-40B4-BE49-F238E27FC236}">
                    <a16:creationId xmlns:a16="http://schemas.microsoft.com/office/drawing/2014/main" id="{7EB6DDF4-2D47-428A-A067-D8A710C621B9}"/>
                  </a:ext>
                </a:extLst>
              </p:cNvPr>
              <p:cNvSpPr txBox="1">
                <a:spLocks noRot="1" noChangeAspect="1" noMove="1" noResize="1" noEditPoints="1" noAdjustHandles="1" noChangeArrowheads="1" noChangeShapeType="1" noTextEdit="1"/>
              </p:cNvSpPr>
              <p:nvPr/>
            </p:nvSpPr>
            <p:spPr>
              <a:xfrm>
                <a:off x="7861301" y="937269"/>
                <a:ext cx="2958894"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548DD07-1B73-4180-914B-C1AA2B5F7E59}"/>
                  </a:ext>
                </a:extLst>
              </p:cNvPr>
              <p:cNvSpPr txBox="1"/>
              <p:nvPr/>
            </p:nvSpPr>
            <p:spPr>
              <a:xfrm>
                <a:off x="5985325" y="937269"/>
                <a:ext cx="196140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GB" sz="2800" i="1" dirty="0" smtClean="0">
                              <a:solidFill>
                                <a:srgbClr val="002060"/>
                              </a:solidFill>
                              <a:latin typeface="Cambria Math" panose="02040503050406030204" pitchFamily="18" charset="0"/>
                            </a:rPr>
                          </m:ctrlPr>
                        </m:dPr>
                        <m:e>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&gt;150</m:t>
                          </m:r>
                        </m:e>
                      </m:d>
                    </m:oMath>
                  </m:oMathPara>
                </a14:m>
                <a:endParaRPr lang="en-IN" sz="2800" dirty="0">
                  <a:solidFill>
                    <a:srgbClr val="002060"/>
                  </a:solidFill>
                </a:endParaRPr>
              </a:p>
            </p:txBody>
          </p:sp>
        </mc:Choice>
        <mc:Fallback xmlns="">
          <p:sp>
            <p:nvSpPr>
              <p:cNvPr id="53" name="TextBox 52">
                <a:extLst>
                  <a:ext uri="{FF2B5EF4-FFF2-40B4-BE49-F238E27FC236}">
                    <a16:creationId xmlns:a16="http://schemas.microsoft.com/office/drawing/2014/main" id="{C548DD07-1B73-4180-914B-C1AA2B5F7E59}"/>
                  </a:ext>
                </a:extLst>
              </p:cNvPr>
              <p:cNvSpPr txBox="1">
                <a:spLocks noRot="1" noChangeAspect="1" noMove="1" noResize="1" noEditPoints="1" noAdjustHandles="1" noChangeArrowheads="1" noChangeShapeType="1" noTextEdit="1"/>
              </p:cNvSpPr>
              <p:nvPr/>
            </p:nvSpPr>
            <p:spPr>
              <a:xfrm>
                <a:off x="5985325" y="937269"/>
                <a:ext cx="1961400"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593C3A6E-0497-4177-8351-3BAAC3AB92EE}"/>
                  </a:ext>
                </a:extLst>
              </p:cNvPr>
              <p:cNvSpPr txBox="1"/>
              <p:nvPr/>
            </p:nvSpPr>
            <p:spPr>
              <a:xfrm>
                <a:off x="7861301" y="1532818"/>
                <a:ext cx="295889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=1−</m:t>
                      </m:r>
                      <m:r>
                        <m:rPr>
                          <m:sty m:val="p"/>
                        </m:rPr>
                        <a:rPr lang="en-IN" sz="2800" i="0"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150</m:t>
                          </m:r>
                        </m:e>
                      </m:d>
                    </m:oMath>
                  </m:oMathPara>
                </a14:m>
                <a:endParaRPr lang="en-IN" sz="2800" dirty="0">
                  <a:solidFill>
                    <a:srgbClr val="002060"/>
                  </a:solidFill>
                </a:endParaRPr>
              </a:p>
            </p:txBody>
          </p:sp>
        </mc:Choice>
        <mc:Fallback xmlns="">
          <p:sp>
            <p:nvSpPr>
              <p:cNvPr id="57" name="TextBox 56">
                <a:extLst>
                  <a:ext uri="{FF2B5EF4-FFF2-40B4-BE49-F238E27FC236}">
                    <a16:creationId xmlns:a16="http://schemas.microsoft.com/office/drawing/2014/main" id="{593C3A6E-0497-4177-8351-3BAAC3AB92EE}"/>
                  </a:ext>
                </a:extLst>
              </p:cNvPr>
              <p:cNvSpPr txBox="1">
                <a:spLocks noRot="1" noChangeAspect="1" noMove="1" noResize="1" noEditPoints="1" noAdjustHandles="1" noChangeArrowheads="1" noChangeShapeType="1" noTextEdit="1"/>
              </p:cNvSpPr>
              <p:nvPr/>
            </p:nvSpPr>
            <p:spPr>
              <a:xfrm>
                <a:off x="7861301" y="1532818"/>
                <a:ext cx="2958894"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19F9AC18-CEAC-4A16-8E05-17D08570F53F}"/>
                  </a:ext>
                </a:extLst>
              </p:cNvPr>
              <p:cNvSpPr txBox="1"/>
              <p:nvPr/>
            </p:nvSpPr>
            <p:spPr>
              <a:xfrm>
                <a:off x="7861301" y="2128367"/>
                <a:ext cx="2958894" cy="106048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=1−</m:t>
                      </m:r>
                      <m:d>
                        <m:dPr>
                          <m:ctrlPr>
                            <a:rPr lang="en-IN" sz="2800" b="0" i="1" dirty="0" smtClean="0">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ea typeface="Calibri" panose="020F0502020204030204" pitchFamily="34" charset="0"/>
                              <a:cs typeface="Shruti" panose="020B0502040204020203" pitchFamily="34" charset="0"/>
                            </a:rPr>
                            <m:t>1−</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100 </m:t>
                              </m:r>
                            </m:num>
                            <m:den>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150</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e>
                      </m:d>
                    </m:oMath>
                  </m:oMathPara>
                </a14:m>
                <a:endParaRPr lang="en-IN" sz="2800" dirty="0">
                  <a:solidFill>
                    <a:srgbClr val="002060"/>
                  </a:solidFill>
                </a:endParaRPr>
              </a:p>
            </p:txBody>
          </p:sp>
        </mc:Choice>
        <mc:Fallback xmlns="">
          <p:sp>
            <p:nvSpPr>
              <p:cNvPr id="59" name="TextBox 58">
                <a:extLst>
                  <a:ext uri="{FF2B5EF4-FFF2-40B4-BE49-F238E27FC236}">
                    <a16:creationId xmlns:a16="http://schemas.microsoft.com/office/drawing/2014/main" id="{19F9AC18-CEAC-4A16-8E05-17D08570F53F}"/>
                  </a:ext>
                </a:extLst>
              </p:cNvPr>
              <p:cNvSpPr txBox="1">
                <a:spLocks noRot="1" noChangeAspect="1" noMove="1" noResize="1" noEditPoints="1" noAdjustHandles="1" noChangeArrowheads="1" noChangeShapeType="1" noTextEdit="1"/>
              </p:cNvSpPr>
              <p:nvPr/>
            </p:nvSpPr>
            <p:spPr>
              <a:xfrm>
                <a:off x="7861301" y="2128367"/>
                <a:ext cx="2958894" cy="1060483"/>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156A3AEE-F04D-481B-B128-8675E2C50E4B}"/>
                  </a:ext>
                </a:extLst>
              </p:cNvPr>
              <p:cNvSpPr txBox="1"/>
              <p:nvPr/>
            </p:nvSpPr>
            <p:spPr>
              <a:xfrm>
                <a:off x="7861301" y="3290833"/>
                <a:ext cx="2958894" cy="106048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=1−</m:t>
                      </m:r>
                      <m:d>
                        <m:dPr>
                          <m:ctrlPr>
                            <a:rPr lang="en-IN" sz="2800" b="0" i="1" dirty="0" smtClean="0">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ea typeface="Calibri" panose="020F0502020204030204" pitchFamily="34" charset="0"/>
                              <a:cs typeface="Shruti" panose="020B0502040204020203" pitchFamily="34" charset="0"/>
                            </a:rPr>
                            <m:t>1−</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 2</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num>
                            <m:den>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3</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e>
                      </m:d>
                    </m:oMath>
                  </m:oMathPara>
                </a14:m>
                <a:endParaRPr lang="en-IN" sz="2800" dirty="0">
                  <a:solidFill>
                    <a:srgbClr val="002060"/>
                  </a:solidFill>
                </a:endParaRPr>
              </a:p>
            </p:txBody>
          </p:sp>
        </mc:Choice>
        <mc:Fallback xmlns="">
          <p:sp>
            <p:nvSpPr>
              <p:cNvPr id="60" name="TextBox 59">
                <a:extLst>
                  <a:ext uri="{FF2B5EF4-FFF2-40B4-BE49-F238E27FC236}">
                    <a16:creationId xmlns:a16="http://schemas.microsoft.com/office/drawing/2014/main" id="{156A3AEE-F04D-481B-B128-8675E2C50E4B}"/>
                  </a:ext>
                </a:extLst>
              </p:cNvPr>
              <p:cNvSpPr txBox="1">
                <a:spLocks noRot="1" noChangeAspect="1" noMove="1" noResize="1" noEditPoints="1" noAdjustHandles="1" noChangeArrowheads="1" noChangeShapeType="1" noTextEdit="1"/>
              </p:cNvSpPr>
              <p:nvPr/>
            </p:nvSpPr>
            <p:spPr>
              <a:xfrm>
                <a:off x="7861301" y="3290833"/>
                <a:ext cx="2958894" cy="1060483"/>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4D8B4D36-9DB0-4E8E-AA6E-C7AE6B3833DB}"/>
                  </a:ext>
                </a:extLst>
              </p:cNvPr>
              <p:cNvSpPr txBox="1"/>
              <p:nvPr/>
            </p:nvSpPr>
            <p:spPr>
              <a:xfrm>
                <a:off x="7861301" y="4416623"/>
                <a:ext cx="932179"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 2</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num>
                        <m:den>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3</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oMath>
                  </m:oMathPara>
                </a14:m>
                <a:endParaRPr lang="en-IN" sz="2800" dirty="0">
                  <a:solidFill>
                    <a:srgbClr val="002060"/>
                  </a:solidFill>
                </a:endParaRPr>
              </a:p>
            </p:txBody>
          </p:sp>
        </mc:Choice>
        <mc:Fallback xmlns="">
          <p:sp>
            <p:nvSpPr>
              <p:cNvPr id="61" name="TextBox 60">
                <a:extLst>
                  <a:ext uri="{FF2B5EF4-FFF2-40B4-BE49-F238E27FC236}">
                    <a16:creationId xmlns:a16="http://schemas.microsoft.com/office/drawing/2014/main" id="{4D8B4D36-9DB0-4E8E-AA6E-C7AE6B3833DB}"/>
                  </a:ext>
                </a:extLst>
              </p:cNvPr>
              <p:cNvSpPr txBox="1">
                <a:spLocks noRot="1" noChangeAspect="1" noMove="1" noResize="1" noEditPoints="1" noAdjustHandles="1" noChangeArrowheads="1" noChangeShapeType="1" noTextEdit="1"/>
              </p:cNvSpPr>
              <p:nvPr/>
            </p:nvSpPr>
            <p:spPr>
              <a:xfrm>
                <a:off x="7861301" y="4416623"/>
                <a:ext cx="932179" cy="901785"/>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C3317D31-82D2-48B2-9615-CE5F038046BC}"/>
                  </a:ext>
                </a:extLst>
              </p:cNvPr>
              <p:cNvSpPr txBox="1"/>
              <p:nvPr/>
            </p:nvSpPr>
            <p:spPr>
              <a:xfrm>
                <a:off x="8919052" y="5497218"/>
                <a:ext cx="3563946"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200" dirty="0" smtClean="0">
                          <a:solidFill>
                            <a:srgbClr val="002060"/>
                          </a:solidFill>
                          <a:latin typeface="Cambria Math" panose="02040503050406030204" pitchFamily="18" charset="0"/>
                        </a:rPr>
                        <m:t>P</m:t>
                      </m:r>
                      <m:d>
                        <m:dPr>
                          <m:sepChr m:val="∣"/>
                          <m:ctrlPr>
                            <a:rPr lang="en-GB" sz="2200" i="1" dirty="0">
                              <a:solidFill>
                                <a:srgbClr val="002060"/>
                              </a:solidFill>
                              <a:latin typeface="Cambria Math" panose="02040503050406030204" pitchFamily="18" charset="0"/>
                            </a:rPr>
                          </m:ctrlPr>
                        </m:dPr>
                        <m:e>
                          <m:r>
                            <m:rPr>
                              <m:sty m:val="p"/>
                            </m:rPr>
                            <a:rPr lang="en-GB" sz="2200" dirty="0">
                              <a:solidFill>
                                <a:srgbClr val="002060"/>
                              </a:solidFill>
                              <a:latin typeface="Cambria Math" panose="02040503050406030204" pitchFamily="18" charset="0"/>
                            </a:rPr>
                            <m:t>X</m:t>
                          </m:r>
                          <m:r>
                            <a:rPr lang="en-GB" sz="2200" dirty="0">
                              <a:solidFill>
                                <a:srgbClr val="002060"/>
                              </a:solidFill>
                              <a:latin typeface="Cambria Math" panose="02040503050406030204" pitchFamily="18" charset="0"/>
                            </a:rPr>
                            <m:t>&lt;200</m:t>
                          </m:r>
                        </m:e>
                        <m:e>
                          <m:r>
                            <m:rPr>
                              <m:sty m:val="p"/>
                            </m:rPr>
                            <a:rPr lang="en-GB" sz="2200" dirty="0">
                              <a:solidFill>
                                <a:srgbClr val="002060"/>
                              </a:solidFill>
                              <a:latin typeface="Cambria Math" panose="02040503050406030204" pitchFamily="18" charset="0"/>
                            </a:rPr>
                            <m:t>X</m:t>
                          </m:r>
                          <m:r>
                            <a:rPr lang="en-GB" sz="2200" dirty="0">
                              <a:solidFill>
                                <a:srgbClr val="002060"/>
                              </a:solidFill>
                              <a:latin typeface="Cambria Math" panose="02040503050406030204" pitchFamily="18" charset="0"/>
                            </a:rPr>
                            <m:t>&gt;150</m:t>
                          </m:r>
                        </m:e>
                      </m:d>
                    </m:oMath>
                  </m:oMathPara>
                </a14:m>
                <a:endParaRPr lang="en-IN" sz="2200" dirty="0">
                  <a:solidFill>
                    <a:srgbClr val="002060"/>
                  </a:solidFill>
                </a:endParaRPr>
              </a:p>
            </p:txBody>
          </p:sp>
        </mc:Choice>
        <mc:Fallback xmlns="">
          <p:sp>
            <p:nvSpPr>
              <p:cNvPr id="62" name="TextBox 61">
                <a:extLst>
                  <a:ext uri="{FF2B5EF4-FFF2-40B4-BE49-F238E27FC236}">
                    <a16:creationId xmlns:a16="http://schemas.microsoft.com/office/drawing/2014/main" id="{C3317D31-82D2-48B2-9615-CE5F038046BC}"/>
                  </a:ext>
                </a:extLst>
              </p:cNvPr>
              <p:cNvSpPr txBox="1">
                <a:spLocks noRot="1" noChangeAspect="1" noMove="1" noResize="1" noEditPoints="1" noAdjustHandles="1" noChangeArrowheads="1" noChangeShapeType="1" noTextEdit="1"/>
              </p:cNvSpPr>
              <p:nvPr/>
            </p:nvSpPr>
            <p:spPr>
              <a:xfrm>
                <a:off x="8919052" y="5497218"/>
                <a:ext cx="3563946" cy="430887"/>
              </a:xfrm>
              <a:prstGeom prst="rect">
                <a:avLst/>
              </a:prstGeom>
              <a:blipFill>
                <a:blip r:embed="rId14"/>
                <a:stretch>
                  <a:fillRect l="-1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9792954B-6693-4B14-BBE4-898E682247E3}"/>
                  </a:ext>
                </a:extLst>
              </p:cNvPr>
              <p:cNvSpPr txBox="1"/>
              <p:nvPr/>
            </p:nvSpPr>
            <p:spPr>
              <a:xfrm>
                <a:off x="11654973" y="5497218"/>
                <a:ext cx="658132"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200" dirty="0" smtClean="0">
                          <a:solidFill>
                            <a:srgbClr val="002060"/>
                          </a:solidFill>
                          <a:latin typeface="Cambria Math" panose="02040503050406030204" pitchFamily="18" charset="0"/>
                        </a:rPr>
                        <m:t>=</m:t>
                      </m:r>
                      <m:r>
                        <a:rPr lang="en-IN" sz="2200" b="0" i="0" dirty="0" smtClean="0">
                          <a:solidFill>
                            <a:srgbClr val="002060"/>
                          </a:solidFill>
                          <a:latin typeface="Cambria Math" panose="02040503050406030204" pitchFamily="18" charset="0"/>
                        </a:rPr>
                        <m:t> </m:t>
                      </m:r>
                      <m:r>
                        <a:rPr lang="en-IN" sz="2200" dirty="0">
                          <a:solidFill>
                            <a:srgbClr val="002060"/>
                          </a:solidFill>
                          <a:latin typeface="Cambria Math" panose="02040503050406030204" pitchFamily="18" charset="0"/>
                        </a:rPr>
                        <m:t>?</m:t>
                      </m:r>
                    </m:oMath>
                  </m:oMathPara>
                </a14:m>
                <a:endParaRPr lang="en-IN" sz="2200" dirty="0">
                  <a:solidFill>
                    <a:srgbClr val="002060"/>
                  </a:solidFill>
                </a:endParaRPr>
              </a:p>
            </p:txBody>
          </p:sp>
        </mc:Choice>
        <mc:Fallback xmlns="">
          <p:sp>
            <p:nvSpPr>
              <p:cNvPr id="63" name="TextBox 62">
                <a:extLst>
                  <a:ext uri="{FF2B5EF4-FFF2-40B4-BE49-F238E27FC236}">
                    <a16:creationId xmlns:a16="http://schemas.microsoft.com/office/drawing/2014/main" id="{9792954B-6693-4B14-BBE4-898E682247E3}"/>
                  </a:ext>
                </a:extLst>
              </p:cNvPr>
              <p:cNvSpPr txBox="1">
                <a:spLocks noRot="1" noChangeAspect="1" noMove="1" noResize="1" noEditPoints="1" noAdjustHandles="1" noChangeArrowheads="1" noChangeShapeType="1" noTextEdit="1"/>
              </p:cNvSpPr>
              <p:nvPr/>
            </p:nvSpPr>
            <p:spPr>
              <a:xfrm>
                <a:off x="11654973" y="5497218"/>
                <a:ext cx="658132" cy="430887"/>
              </a:xfrm>
              <a:prstGeom prst="rect">
                <a:avLst/>
              </a:prstGeom>
              <a:blipFill>
                <a:blip r:embed="rId1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1205450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up)">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5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6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9" grpId="0"/>
      <p:bldP spid="52" grpId="0"/>
      <p:bldP spid="57" grpId="0"/>
      <p:bldP spid="59" grpId="0"/>
      <p:bldP spid="60" grpId="0"/>
      <p:bldP spid="61" grpId="0"/>
    </p:bld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7 ⇝ Example 3 (</a:t>
            </a:r>
            <a:r>
              <a:rPr lang="en-IN" dirty="0"/>
              <a:t>Continue</a:t>
            </a:r>
            <a:r>
              <a:rPr lang="en-GB" dirty="0"/>
              <a:t>)</a:t>
            </a:r>
            <a:endParaRPr lang="en-US" dirty="0"/>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E037A42-5612-4E36-885F-6F99299C96D9}"/>
                  </a:ext>
                </a:extLst>
              </p:cNvPr>
              <p:cNvSpPr txBox="1"/>
              <p:nvPr/>
            </p:nvSpPr>
            <p:spPr>
              <a:xfrm>
                <a:off x="8178802" y="711201"/>
                <a:ext cx="4127498" cy="1416029"/>
              </a:xfrm>
              <a:prstGeom prst="rect">
                <a:avLst/>
              </a:prstGeom>
              <a:noFill/>
            </p:spPr>
            <p:txBody>
              <a:bodyPr wrap="square">
                <a:spAutoFit/>
              </a:bodyPr>
              <a:lstStyle/>
              <a:p>
                <a:pPr>
                  <a:lnSpc>
                    <a:spcPct val="101000"/>
                  </a:lnSpc>
                  <a:tabLst>
                    <a:tab pos="0" algn="l"/>
                    <a:tab pos="447675" algn="l"/>
                  </a:tabLst>
                </a:pPr>
                <a14:m>
                  <m:oMathPara xmlns:m="http://schemas.openxmlformats.org/officeDocument/2006/math">
                    <m:oMathParaPr>
                      <m:jc m:val="left"/>
                    </m:oMathParaPr>
                    <m:oMath xmlns:m="http://schemas.openxmlformats.org/officeDocument/2006/math">
                      <m:r>
                        <m:rPr>
                          <m:sty m:val="p"/>
                        </m:rPr>
                        <a:rPr lang="en-IN" sz="2300" b="0" i="0" kern="1200" smtClean="0">
                          <a:solidFill>
                            <a:srgbClr val="002060"/>
                          </a:solidFill>
                          <a:effectLst/>
                          <a:latin typeface="Cambria Math" panose="02040503050406030204" pitchFamily="18" charset="0"/>
                          <a:ea typeface="Calibri" panose="020F0502020204030204" pitchFamily="34" charset="0"/>
                          <a:cs typeface="Shruti" panose="020B0502040204020203" pitchFamily="34" charset="0"/>
                        </a:rPr>
                        <m:t>F</m:t>
                      </m:r>
                      <m:d>
                        <m:dPr>
                          <m:ctrlPr>
                            <a:rPr lang="en-GB" sz="2300" i="1"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dPr>
                        <m:e>
                          <m:r>
                            <m:rPr>
                              <m:sty m:val="p"/>
                            </m:rPr>
                            <a:rPr lang="en-GB" sz="23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x</m:t>
                          </m:r>
                        </m:e>
                      </m:d>
                      <m:r>
                        <a:rPr lang="en-GB" sz="23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d>
                        <m:dPr>
                          <m:begChr m:val="{"/>
                          <m:endChr m:val=""/>
                          <m:ctrlPr>
                            <a:rPr lang="en-GB" sz="2300" i="1">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a:rPr lang="en-GB" sz="2300">
                              <a:solidFill>
                                <a:srgbClr val="002060"/>
                              </a:solidFill>
                              <a:latin typeface="Cambria Math" panose="02040503050406030204" pitchFamily="18" charset="0"/>
                              <a:ea typeface="Calibri" panose="020F0502020204030204" pitchFamily="34" charset="0"/>
                              <a:cs typeface="Shruti" panose="020B0502040204020203" pitchFamily="34" charset="0"/>
                            </a:rPr>
                            <m:t> </m:t>
                          </m:r>
                          <m:eqArr>
                            <m:eqArrPr>
                              <m:ctrlPr>
                                <a:rPr lang="en-GB" sz="2300" i="1">
                                  <a:solidFill>
                                    <a:srgbClr val="002060"/>
                                  </a:solidFill>
                                  <a:latin typeface="Cambria Math" panose="02040503050406030204" pitchFamily="18" charset="0"/>
                                  <a:ea typeface="Calibri" panose="020F0502020204030204" pitchFamily="34" charset="0"/>
                                  <a:cs typeface="Shruti" panose="020B0502040204020203" pitchFamily="34" charset="0"/>
                                </a:rPr>
                              </m:ctrlPr>
                            </m:eqArrPr>
                            <m:e>
                              <m:r>
                                <a:rPr lang="en-IN" sz="2300" b="0" i="1" smtClean="0">
                                  <a:solidFill>
                                    <a:srgbClr val="002060"/>
                                  </a:solidFill>
                                  <a:latin typeface="Cambria Math" panose="02040503050406030204" pitchFamily="18" charset="0"/>
                                  <a:ea typeface="Calibri" panose="020F0502020204030204" pitchFamily="34" charset="0"/>
                                  <a:cs typeface="Shruti" panose="020B0502040204020203" pitchFamily="34" charset="0"/>
                                </a:rPr>
                                <m:t>1−</m:t>
                              </m:r>
                              <m:f>
                                <m:fPr>
                                  <m:ctrlPr>
                                    <a:rPr lang="en-GB" sz="23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GB" sz="2300">
                                      <a:solidFill>
                                        <a:srgbClr val="002060"/>
                                      </a:solidFill>
                                      <a:latin typeface="Cambria Math" panose="02040503050406030204" pitchFamily="18" charset="0"/>
                                      <a:ea typeface="Calibri" panose="020F0502020204030204" pitchFamily="34" charset="0"/>
                                      <a:cs typeface="Shruti" panose="020B0502040204020203" pitchFamily="34" charset="0"/>
                                    </a:rPr>
                                    <m:t>100 </m:t>
                                  </m:r>
                                </m:num>
                                <m:den>
                                  <m:r>
                                    <a:rPr lang="en-GB" sz="2300">
                                      <a:solidFill>
                                        <a:srgbClr val="002060"/>
                                      </a:solidFill>
                                      <a:latin typeface="Cambria Math" panose="02040503050406030204" pitchFamily="18" charset="0"/>
                                      <a:ea typeface="Calibri" panose="020F0502020204030204" pitchFamily="34" charset="0"/>
                                      <a:cs typeface="Shruti" panose="020B0502040204020203" pitchFamily="34" charset="0"/>
                                    </a:rPr>
                                    <m:t> </m:t>
                                  </m:r>
                                  <m:r>
                                    <m:rPr>
                                      <m:sty m:val="p"/>
                                    </m:rPr>
                                    <a:rPr lang="en-GB" sz="230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3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r>
                                <a:rPr lang="en-GB" sz="2300">
                                  <a:solidFill>
                                    <a:srgbClr val="002060"/>
                                  </a:solidFill>
                                  <a:latin typeface="Cambria Math" panose="02040503050406030204" pitchFamily="18" charset="0"/>
                                  <a:ea typeface="Calibri" panose="020F0502020204030204" pitchFamily="34" charset="0"/>
                                  <a:cs typeface="Shruti" panose="020B0502040204020203" pitchFamily="34" charset="0"/>
                                </a:rPr>
                                <m:t>;    </m:t>
                              </m:r>
                              <m:r>
                                <m:rPr>
                                  <m:sty m:val="p"/>
                                </m:rPr>
                                <a:rPr lang="en-GB" sz="230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300">
                                  <a:solidFill>
                                    <a:srgbClr val="002060"/>
                                  </a:solidFill>
                                  <a:latin typeface="Cambria Math" panose="02040503050406030204" pitchFamily="18" charset="0"/>
                                  <a:ea typeface="Calibri" panose="020F0502020204030204" pitchFamily="34" charset="0"/>
                                  <a:cs typeface="Shruti" panose="020B0502040204020203" pitchFamily="34" charset="0"/>
                                </a:rPr>
                                <m:t>≥100</m:t>
                              </m:r>
                            </m:e>
                            <m:e>
                              <m:r>
                                <a:rPr lang="en-IN" sz="2300" i="1">
                                  <a:solidFill>
                                    <a:srgbClr val="002060"/>
                                  </a:solidFill>
                                  <a:latin typeface="Cambria Math" panose="02040503050406030204" pitchFamily="18" charset="0"/>
                                  <a:ea typeface="Calibri" panose="020F0502020204030204" pitchFamily="34" charset="0"/>
                                  <a:cs typeface="Shruti" panose="020B0502040204020203" pitchFamily="34" charset="0"/>
                                </a:rPr>
                                <m:t> </m:t>
                              </m:r>
                            </m:e>
                            <m:e>
                              <m:r>
                                <a:rPr lang="en-IN" sz="2300" b="0" i="1"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IN" sz="23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300">
                                  <a:solidFill>
                                    <a:srgbClr val="002060"/>
                                  </a:solidFill>
                                  <a:latin typeface="Cambria Math" panose="02040503050406030204" pitchFamily="18" charset="0"/>
                                  <a:ea typeface="Calibri" panose="020F0502020204030204" pitchFamily="34" charset="0"/>
                                  <a:cs typeface="Shruti" panose="020B0502040204020203" pitchFamily="34" charset="0"/>
                                </a:rPr>
                                <m:t>0 </m:t>
                              </m:r>
                              <m:r>
                                <a:rPr lang="en-IN" sz="2300" i="1">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300">
                                  <a:solidFill>
                                    <a:srgbClr val="002060"/>
                                  </a:solidFill>
                                  <a:latin typeface="Cambria Math" panose="02040503050406030204" pitchFamily="18" charset="0"/>
                                  <a:ea typeface="Calibri" panose="020F0502020204030204" pitchFamily="34" charset="0"/>
                                  <a:cs typeface="Shruti" panose="020B0502040204020203" pitchFamily="34" charset="0"/>
                                </a:rPr>
                                <m:t>;   </m:t>
                              </m:r>
                              <m:r>
                                <m:rPr>
                                  <m:sty m:val="p"/>
                                </m:rPr>
                                <a:rPr lang="en-GB" sz="2300">
                                  <a:solidFill>
                                    <a:srgbClr val="002060"/>
                                  </a:solidFill>
                                  <a:latin typeface="Cambria Math" panose="02040503050406030204" pitchFamily="18" charset="0"/>
                                  <a:ea typeface="Calibri" panose="020F0502020204030204" pitchFamily="34" charset="0"/>
                                  <a:cs typeface="Shruti" panose="020B0502040204020203" pitchFamily="34" charset="0"/>
                                </a:rPr>
                                <m:t>elsewhere</m:t>
                              </m:r>
                            </m:e>
                          </m:eqArr>
                        </m:e>
                      </m:d>
                    </m:oMath>
                  </m:oMathPara>
                </a14:m>
                <a:endParaRPr lang="en-IN" sz="2300" dirty="0">
                  <a:solidFill>
                    <a:srgbClr val="002060"/>
                  </a:solidFill>
                  <a:effectLst/>
                </a:endParaRPr>
              </a:p>
            </p:txBody>
          </p:sp>
        </mc:Choice>
        <mc:Fallback xmlns="">
          <p:sp>
            <p:nvSpPr>
              <p:cNvPr id="27" name="TextBox 26">
                <a:extLst>
                  <a:ext uri="{FF2B5EF4-FFF2-40B4-BE49-F238E27FC236}">
                    <a16:creationId xmlns:a16="http://schemas.microsoft.com/office/drawing/2014/main" id="{2E037A42-5612-4E36-885F-6F99299C96D9}"/>
                  </a:ext>
                </a:extLst>
              </p:cNvPr>
              <p:cNvSpPr txBox="1">
                <a:spLocks noRot="1" noChangeAspect="1" noMove="1" noResize="1" noEditPoints="1" noAdjustHandles="1" noChangeArrowheads="1" noChangeShapeType="1" noTextEdit="1"/>
              </p:cNvSpPr>
              <p:nvPr/>
            </p:nvSpPr>
            <p:spPr>
              <a:xfrm>
                <a:off x="8178802" y="711201"/>
                <a:ext cx="4127498" cy="1416029"/>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C3317D31-82D2-48B2-9615-CE5F038046BC}"/>
                  </a:ext>
                </a:extLst>
              </p:cNvPr>
              <p:cNvSpPr txBox="1"/>
              <p:nvPr/>
            </p:nvSpPr>
            <p:spPr>
              <a:xfrm>
                <a:off x="98071" y="1127106"/>
                <a:ext cx="356394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rgbClr val="002060"/>
                          </a:solidFill>
                          <a:latin typeface="Cambria Math" panose="02040503050406030204" pitchFamily="18" charset="0"/>
                        </a:rPr>
                        <m:t>P</m:t>
                      </m:r>
                      <m:d>
                        <m:dPr>
                          <m:sepChr m:val="∣"/>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X</m:t>
                          </m:r>
                          <m:r>
                            <a:rPr lang="en-GB" sz="2800" dirty="0">
                              <a:solidFill>
                                <a:srgbClr val="002060"/>
                              </a:solidFill>
                              <a:latin typeface="Cambria Math" panose="02040503050406030204" pitchFamily="18" charset="0"/>
                            </a:rPr>
                            <m:t>&lt;200</m:t>
                          </m:r>
                        </m:e>
                        <m:e>
                          <m:r>
                            <m:rPr>
                              <m:sty m:val="p"/>
                            </m:rPr>
                            <a:rPr lang="en-GB" sz="2800" dirty="0">
                              <a:solidFill>
                                <a:srgbClr val="002060"/>
                              </a:solidFill>
                              <a:latin typeface="Cambria Math" panose="02040503050406030204" pitchFamily="18" charset="0"/>
                            </a:rPr>
                            <m:t>X</m:t>
                          </m:r>
                          <m:r>
                            <a:rPr lang="en-GB" sz="2800" dirty="0">
                              <a:solidFill>
                                <a:srgbClr val="002060"/>
                              </a:solidFill>
                              <a:latin typeface="Cambria Math" panose="02040503050406030204" pitchFamily="18" charset="0"/>
                            </a:rPr>
                            <m:t>&gt;150</m:t>
                          </m:r>
                        </m:e>
                      </m:d>
                    </m:oMath>
                  </m:oMathPara>
                </a14:m>
                <a:endParaRPr lang="en-IN" sz="2800" dirty="0">
                  <a:solidFill>
                    <a:srgbClr val="002060"/>
                  </a:solidFill>
                </a:endParaRPr>
              </a:p>
            </p:txBody>
          </p:sp>
        </mc:Choice>
        <mc:Fallback xmlns="">
          <p:sp>
            <p:nvSpPr>
              <p:cNvPr id="62" name="TextBox 61">
                <a:extLst>
                  <a:ext uri="{FF2B5EF4-FFF2-40B4-BE49-F238E27FC236}">
                    <a16:creationId xmlns:a16="http://schemas.microsoft.com/office/drawing/2014/main" id="{C3317D31-82D2-48B2-9615-CE5F038046BC}"/>
                  </a:ext>
                </a:extLst>
              </p:cNvPr>
              <p:cNvSpPr txBox="1">
                <a:spLocks noRot="1" noChangeAspect="1" noMove="1" noResize="1" noEditPoints="1" noAdjustHandles="1" noChangeArrowheads="1" noChangeShapeType="1" noTextEdit="1"/>
              </p:cNvSpPr>
              <p:nvPr/>
            </p:nvSpPr>
            <p:spPr>
              <a:xfrm>
                <a:off x="98071" y="1127106"/>
                <a:ext cx="3563946"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1">
                <a:extLst>
                  <a:ext uri="{FF2B5EF4-FFF2-40B4-BE49-F238E27FC236}">
                    <a16:creationId xmlns:a16="http://schemas.microsoft.com/office/drawing/2014/main" id="{755FB104-BAC6-43CD-9021-0305F262A5F7}"/>
                  </a:ext>
                </a:extLst>
              </p:cNvPr>
              <p:cNvSpPr txBox="1"/>
              <p:nvPr/>
            </p:nvSpPr>
            <p:spPr>
              <a:xfrm>
                <a:off x="3662017" y="1127106"/>
                <a:ext cx="46548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19" name="!!=1">
                <a:extLst>
                  <a:ext uri="{FF2B5EF4-FFF2-40B4-BE49-F238E27FC236}">
                    <a16:creationId xmlns:a16="http://schemas.microsoft.com/office/drawing/2014/main" id="{755FB104-BAC6-43CD-9021-0305F262A5F7}"/>
                  </a:ext>
                </a:extLst>
              </p:cNvPr>
              <p:cNvSpPr txBox="1">
                <a:spLocks noRot="1" noChangeAspect="1" noMove="1" noResize="1" noEditPoints="1" noAdjustHandles="1" noChangeArrowheads="1" noChangeShapeType="1" noTextEdit="1"/>
              </p:cNvSpPr>
              <p:nvPr/>
            </p:nvSpPr>
            <p:spPr>
              <a:xfrm>
                <a:off x="3662017" y="1127106"/>
                <a:ext cx="465483"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5C4720C-D98F-4BC9-9C8A-CFDE43401A8B}"/>
                  </a:ext>
                </a:extLst>
              </p:cNvPr>
              <p:cNvSpPr txBox="1"/>
              <p:nvPr/>
            </p:nvSpPr>
            <p:spPr>
              <a:xfrm>
                <a:off x="4050691" y="865496"/>
                <a:ext cx="375655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GB" sz="2800" i="1" dirty="0" smtClean="0">
                              <a:solidFill>
                                <a:srgbClr val="002060"/>
                              </a:solidFill>
                              <a:latin typeface="Cambria Math" panose="02040503050406030204" pitchFamily="18" charset="0"/>
                            </a:rPr>
                          </m:ctrlPr>
                        </m:dPr>
                        <m:e>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&lt;200</m:t>
                          </m:r>
                          <m:r>
                            <a:rPr lang="en-GB" sz="2800" i="1" dirty="0" smtClean="0">
                              <a:solidFill>
                                <a:srgbClr val="002060"/>
                              </a:solidFill>
                              <a:latin typeface="Cambria Math" panose="02040503050406030204" pitchFamily="18" charset="0"/>
                            </a:rPr>
                            <m:t>∩</m:t>
                          </m:r>
                          <m:r>
                            <a:rPr lang="en-GB" sz="2800" i="0" dirty="0" smtClean="0">
                              <a:solidFill>
                                <a:srgbClr val="002060"/>
                              </a:solidFill>
                              <a:latin typeface="Cambria Math" panose="02040503050406030204" pitchFamily="18" charset="0"/>
                            </a:rPr>
                            <m:t> </m:t>
                          </m:r>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&gt;150</m:t>
                          </m:r>
                        </m:e>
                      </m:d>
                    </m:oMath>
                  </m:oMathPara>
                </a14:m>
                <a:endParaRPr lang="en-IN" sz="2800" dirty="0">
                  <a:solidFill>
                    <a:srgbClr val="002060"/>
                  </a:solidFill>
                </a:endParaRPr>
              </a:p>
            </p:txBody>
          </p:sp>
        </mc:Choice>
        <mc:Fallback xmlns="">
          <p:sp>
            <p:nvSpPr>
              <p:cNvPr id="20" name="TextBox 19">
                <a:extLst>
                  <a:ext uri="{FF2B5EF4-FFF2-40B4-BE49-F238E27FC236}">
                    <a16:creationId xmlns:a16="http://schemas.microsoft.com/office/drawing/2014/main" id="{B5C4720C-D98F-4BC9-9C8A-CFDE43401A8B}"/>
                  </a:ext>
                </a:extLst>
              </p:cNvPr>
              <p:cNvSpPr txBox="1">
                <a:spLocks noRot="1" noChangeAspect="1" noMove="1" noResize="1" noEditPoints="1" noAdjustHandles="1" noChangeArrowheads="1" noChangeShapeType="1" noTextEdit="1"/>
              </p:cNvSpPr>
              <p:nvPr/>
            </p:nvSpPr>
            <p:spPr>
              <a:xfrm>
                <a:off x="4050691" y="865496"/>
                <a:ext cx="3756553" cy="523220"/>
              </a:xfrm>
              <a:prstGeom prst="rect">
                <a:avLst/>
              </a:prstGeom>
              <a:blipFill>
                <a:blip r:embed="rId5"/>
                <a:stretch>
                  <a:fillRect/>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0A84B164-5A04-429E-A451-32ACAB7AD537}"/>
              </a:ext>
            </a:extLst>
          </p:cNvPr>
          <p:cNvCxnSpPr>
            <a:cxnSpLocks/>
          </p:cNvCxnSpPr>
          <p:nvPr/>
        </p:nvCxnSpPr>
        <p:spPr>
          <a:xfrm>
            <a:off x="4079875" y="1397500"/>
            <a:ext cx="3602934"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542CF25-EAAA-4F2E-AFF0-41846AD3B0C2}"/>
                  </a:ext>
                </a:extLst>
              </p:cNvPr>
              <p:cNvSpPr txBox="1"/>
              <p:nvPr/>
            </p:nvSpPr>
            <p:spPr>
              <a:xfrm>
                <a:off x="4868729" y="1426643"/>
                <a:ext cx="2120476"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GB" sz="2800" dirty="0">
                          <a:solidFill>
                            <a:srgbClr val="002060"/>
                          </a:solidFill>
                          <a:latin typeface="Cambria Math" panose="02040503050406030204" pitchFamily="18" charset="0"/>
                        </a:rPr>
                        <m:t>P</m:t>
                      </m:r>
                      <m:d>
                        <m:dPr>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X</m:t>
                          </m:r>
                          <m:r>
                            <a:rPr lang="en-GB" sz="2800" dirty="0">
                              <a:solidFill>
                                <a:srgbClr val="002060"/>
                              </a:solidFill>
                              <a:latin typeface="Cambria Math" panose="02040503050406030204" pitchFamily="18" charset="0"/>
                            </a:rPr>
                            <m:t>&gt;150</m:t>
                          </m:r>
                        </m:e>
                      </m:d>
                    </m:oMath>
                  </m:oMathPara>
                </a14:m>
                <a:endParaRPr lang="en-IN" sz="2800" dirty="0">
                  <a:solidFill>
                    <a:srgbClr val="002060"/>
                  </a:solidFill>
                </a:endParaRPr>
              </a:p>
            </p:txBody>
          </p:sp>
        </mc:Choice>
        <mc:Fallback xmlns="">
          <p:sp>
            <p:nvSpPr>
              <p:cNvPr id="23" name="TextBox 22">
                <a:extLst>
                  <a:ext uri="{FF2B5EF4-FFF2-40B4-BE49-F238E27FC236}">
                    <a16:creationId xmlns:a16="http://schemas.microsoft.com/office/drawing/2014/main" id="{C542CF25-EAAA-4F2E-AFF0-41846AD3B0C2}"/>
                  </a:ext>
                </a:extLst>
              </p:cNvPr>
              <p:cNvSpPr txBox="1">
                <a:spLocks noRot="1" noChangeAspect="1" noMove="1" noResize="1" noEditPoints="1" noAdjustHandles="1" noChangeArrowheads="1" noChangeShapeType="1" noTextEdit="1"/>
              </p:cNvSpPr>
              <p:nvPr/>
            </p:nvSpPr>
            <p:spPr>
              <a:xfrm>
                <a:off x="4868729" y="1426643"/>
                <a:ext cx="2120476"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38BEAE3-8011-451E-B36F-9BFEDB6AC482}"/>
                  </a:ext>
                </a:extLst>
              </p:cNvPr>
              <p:cNvSpPr txBox="1"/>
              <p:nvPr/>
            </p:nvSpPr>
            <p:spPr>
              <a:xfrm>
                <a:off x="9383845" y="2634335"/>
                <a:ext cx="196140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GB" sz="2800" i="1" dirty="0" smtClean="0">
                              <a:solidFill>
                                <a:srgbClr val="002060"/>
                              </a:solidFill>
                              <a:latin typeface="Cambria Math" panose="02040503050406030204" pitchFamily="18" charset="0"/>
                            </a:rPr>
                          </m:ctrlPr>
                        </m:dPr>
                        <m:e>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&gt;150</m:t>
                          </m:r>
                        </m:e>
                      </m:d>
                    </m:oMath>
                  </m:oMathPara>
                </a14:m>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738BEAE3-8011-451E-B36F-9BFEDB6AC482}"/>
                  </a:ext>
                </a:extLst>
              </p:cNvPr>
              <p:cNvSpPr txBox="1">
                <a:spLocks noRot="1" noChangeAspect="1" noMove="1" noResize="1" noEditPoints="1" noAdjustHandles="1" noChangeArrowheads="1" noChangeShapeType="1" noTextEdit="1"/>
              </p:cNvSpPr>
              <p:nvPr/>
            </p:nvSpPr>
            <p:spPr>
              <a:xfrm>
                <a:off x="9383845" y="2634335"/>
                <a:ext cx="1961400"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A110628-F84F-41A7-8DEA-FCF782B24AF8}"/>
                  </a:ext>
                </a:extLst>
              </p:cNvPr>
              <p:cNvSpPr txBox="1"/>
              <p:nvPr/>
            </p:nvSpPr>
            <p:spPr>
              <a:xfrm>
                <a:off x="11259821" y="2445053"/>
                <a:ext cx="932179"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 2</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num>
                        <m:den>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3</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oMath>
                  </m:oMathPara>
                </a14:m>
                <a:endParaRPr lang="en-IN" sz="2800" dirty="0">
                  <a:solidFill>
                    <a:srgbClr val="002060"/>
                  </a:solidFill>
                </a:endParaRPr>
              </a:p>
            </p:txBody>
          </p:sp>
        </mc:Choice>
        <mc:Fallback xmlns="">
          <p:sp>
            <p:nvSpPr>
              <p:cNvPr id="25" name="TextBox 24">
                <a:extLst>
                  <a:ext uri="{FF2B5EF4-FFF2-40B4-BE49-F238E27FC236}">
                    <a16:creationId xmlns:a16="http://schemas.microsoft.com/office/drawing/2014/main" id="{2A110628-F84F-41A7-8DEA-FCF782B24AF8}"/>
                  </a:ext>
                </a:extLst>
              </p:cNvPr>
              <p:cNvSpPr txBox="1">
                <a:spLocks noRot="1" noChangeAspect="1" noMove="1" noResize="1" noEditPoints="1" noAdjustHandles="1" noChangeArrowheads="1" noChangeShapeType="1" noTextEdit="1"/>
              </p:cNvSpPr>
              <p:nvPr/>
            </p:nvSpPr>
            <p:spPr>
              <a:xfrm>
                <a:off x="11259821" y="2445053"/>
                <a:ext cx="932179" cy="901785"/>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57EF65B0-8DF9-4BAA-80DF-71CB7006CF5B}"/>
                  </a:ext>
                </a:extLst>
              </p:cNvPr>
              <p:cNvSpPr txBox="1"/>
              <p:nvPr/>
            </p:nvSpPr>
            <p:spPr>
              <a:xfrm>
                <a:off x="98071" y="2445053"/>
                <a:ext cx="375655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GB" sz="2800" i="1" dirty="0" smtClean="0">
                              <a:solidFill>
                                <a:srgbClr val="002060"/>
                              </a:solidFill>
                              <a:latin typeface="Cambria Math" panose="02040503050406030204" pitchFamily="18" charset="0"/>
                            </a:rPr>
                          </m:ctrlPr>
                        </m:dPr>
                        <m:e>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&lt;200</m:t>
                          </m:r>
                          <m:r>
                            <a:rPr lang="en-GB" sz="2800" i="1" dirty="0" smtClean="0">
                              <a:solidFill>
                                <a:srgbClr val="002060"/>
                              </a:solidFill>
                              <a:latin typeface="Cambria Math" panose="02040503050406030204" pitchFamily="18" charset="0"/>
                            </a:rPr>
                            <m:t>∩</m:t>
                          </m:r>
                          <m:r>
                            <a:rPr lang="en-GB" sz="2800" i="0" dirty="0" smtClean="0">
                              <a:solidFill>
                                <a:srgbClr val="002060"/>
                              </a:solidFill>
                              <a:latin typeface="Cambria Math" panose="02040503050406030204" pitchFamily="18" charset="0"/>
                            </a:rPr>
                            <m:t> </m:t>
                          </m:r>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&gt;150</m:t>
                          </m:r>
                        </m:e>
                      </m:d>
                    </m:oMath>
                  </m:oMathPara>
                </a14:m>
                <a:endParaRPr lang="en-IN" sz="2800" dirty="0">
                  <a:solidFill>
                    <a:srgbClr val="002060"/>
                  </a:solidFill>
                </a:endParaRPr>
              </a:p>
            </p:txBody>
          </p:sp>
        </mc:Choice>
        <mc:Fallback xmlns="">
          <p:sp>
            <p:nvSpPr>
              <p:cNvPr id="26" name="TextBox 25">
                <a:extLst>
                  <a:ext uri="{FF2B5EF4-FFF2-40B4-BE49-F238E27FC236}">
                    <a16:creationId xmlns:a16="http://schemas.microsoft.com/office/drawing/2014/main" id="{57EF65B0-8DF9-4BAA-80DF-71CB7006CF5B}"/>
                  </a:ext>
                </a:extLst>
              </p:cNvPr>
              <p:cNvSpPr txBox="1">
                <a:spLocks noRot="1" noChangeAspect="1" noMove="1" noResize="1" noEditPoints="1" noAdjustHandles="1" noChangeArrowheads="1" noChangeShapeType="1" noTextEdit="1"/>
              </p:cNvSpPr>
              <p:nvPr/>
            </p:nvSpPr>
            <p:spPr>
              <a:xfrm>
                <a:off x="98071" y="2445053"/>
                <a:ext cx="3756553"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35AF303E-FBD5-4960-AADD-5C6BF081A7E1}"/>
                  </a:ext>
                </a:extLst>
              </p:cNvPr>
              <p:cNvSpPr txBox="1"/>
              <p:nvPr/>
            </p:nvSpPr>
            <p:spPr>
              <a:xfrm>
                <a:off x="3662017" y="2445053"/>
                <a:ext cx="46548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28" name="TextBox 27">
                <a:extLst>
                  <a:ext uri="{FF2B5EF4-FFF2-40B4-BE49-F238E27FC236}">
                    <a16:creationId xmlns:a16="http://schemas.microsoft.com/office/drawing/2014/main" id="{35AF303E-FBD5-4960-AADD-5C6BF081A7E1}"/>
                  </a:ext>
                </a:extLst>
              </p:cNvPr>
              <p:cNvSpPr txBox="1">
                <a:spLocks noRot="1" noChangeAspect="1" noMove="1" noResize="1" noEditPoints="1" noAdjustHandles="1" noChangeArrowheads="1" noChangeShapeType="1" noTextEdit="1"/>
              </p:cNvSpPr>
              <p:nvPr/>
            </p:nvSpPr>
            <p:spPr>
              <a:xfrm>
                <a:off x="3662017" y="2445053"/>
                <a:ext cx="465483"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8376EC6B-6837-4A57-ABE3-D77AF0637357}"/>
                  </a:ext>
                </a:extLst>
              </p:cNvPr>
              <p:cNvSpPr txBox="1"/>
              <p:nvPr/>
            </p:nvSpPr>
            <p:spPr>
              <a:xfrm>
                <a:off x="4079875" y="2445053"/>
                <a:ext cx="375655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GB" sz="280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150≤</m:t>
                          </m:r>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≤200</m:t>
                          </m:r>
                        </m:e>
                      </m:d>
                    </m:oMath>
                  </m:oMathPara>
                </a14:m>
                <a:endParaRPr lang="en-IN" sz="2800" dirty="0">
                  <a:solidFill>
                    <a:srgbClr val="002060"/>
                  </a:solidFill>
                </a:endParaRPr>
              </a:p>
            </p:txBody>
          </p:sp>
        </mc:Choice>
        <mc:Fallback xmlns="">
          <p:sp>
            <p:nvSpPr>
              <p:cNvPr id="29" name="TextBox 28">
                <a:extLst>
                  <a:ext uri="{FF2B5EF4-FFF2-40B4-BE49-F238E27FC236}">
                    <a16:creationId xmlns:a16="http://schemas.microsoft.com/office/drawing/2014/main" id="{8376EC6B-6837-4A57-ABE3-D77AF0637357}"/>
                  </a:ext>
                </a:extLst>
              </p:cNvPr>
              <p:cNvSpPr txBox="1">
                <a:spLocks noRot="1" noChangeAspect="1" noMove="1" noResize="1" noEditPoints="1" noAdjustHandles="1" noChangeArrowheads="1" noChangeShapeType="1" noTextEdit="1"/>
              </p:cNvSpPr>
              <p:nvPr/>
            </p:nvSpPr>
            <p:spPr>
              <a:xfrm>
                <a:off x="4079875" y="2445053"/>
                <a:ext cx="3756553"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A06E6A8-5C05-45E7-861A-088A0D772BDD}"/>
                  </a:ext>
                </a:extLst>
              </p:cNvPr>
              <p:cNvSpPr txBox="1"/>
              <p:nvPr/>
            </p:nvSpPr>
            <p:spPr>
              <a:xfrm>
                <a:off x="3662017" y="3006200"/>
                <a:ext cx="417441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F</m:t>
                      </m:r>
                      <m:d>
                        <m:dPr>
                          <m:ctrlPr>
                            <a:rPr lang="en-GB" sz="2800" i="1" dirty="0" smtClean="0">
                              <a:solidFill>
                                <a:srgbClr val="002060"/>
                              </a:solidFill>
                              <a:latin typeface="Cambria Math" panose="02040503050406030204" pitchFamily="18" charset="0"/>
                            </a:rPr>
                          </m:ctrlPr>
                        </m:dPr>
                        <m:e>
                          <m:r>
                            <a:rPr lang="en-GB" sz="2800" i="0" dirty="0" smtClean="0">
                              <a:solidFill>
                                <a:srgbClr val="002060"/>
                              </a:solidFill>
                              <a:latin typeface="Cambria Math" panose="02040503050406030204" pitchFamily="18" charset="0"/>
                            </a:rPr>
                            <m:t>200</m:t>
                          </m:r>
                        </m:e>
                      </m:d>
                      <m:r>
                        <a:rPr lang="en-IN" sz="2800" b="0" i="0" dirty="0" smtClean="0">
                          <a:solidFill>
                            <a:srgbClr val="002060"/>
                          </a:solidFill>
                          <a:latin typeface="Cambria Math" panose="02040503050406030204" pitchFamily="18" charset="0"/>
                        </a:rPr>
                        <m:t>−</m:t>
                      </m:r>
                      <m:r>
                        <m:rPr>
                          <m:sty m:val="p"/>
                        </m:rPr>
                        <a:rPr lang="en-IN" sz="2800" i="0" dirty="0">
                          <a:solidFill>
                            <a:srgbClr val="002060"/>
                          </a:solidFill>
                          <a:latin typeface="Cambria Math" panose="02040503050406030204" pitchFamily="18" charset="0"/>
                        </a:rPr>
                        <m:t>F</m:t>
                      </m:r>
                      <m:d>
                        <m:dPr>
                          <m:ctrlPr>
                            <a:rPr lang="en-GB" sz="2800" i="1" dirty="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150</m:t>
                          </m:r>
                        </m:e>
                      </m:d>
                    </m:oMath>
                  </m:oMathPara>
                </a14:m>
                <a:endParaRPr lang="en-IN" sz="2800" dirty="0">
                  <a:solidFill>
                    <a:srgbClr val="002060"/>
                  </a:solidFill>
                </a:endParaRPr>
              </a:p>
            </p:txBody>
          </p:sp>
        </mc:Choice>
        <mc:Fallback xmlns="">
          <p:sp>
            <p:nvSpPr>
              <p:cNvPr id="32" name="TextBox 31">
                <a:extLst>
                  <a:ext uri="{FF2B5EF4-FFF2-40B4-BE49-F238E27FC236}">
                    <a16:creationId xmlns:a16="http://schemas.microsoft.com/office/drawing/2014/main" id="{4A06E6A8-5C05-45E7-861A-088A0D772BDD}"/>
                  </a:ext>
                </a:extLst>
              </p:cNvPr>
              <p:cNvSpPr txBox="1">
                <a:spLocks noRot="1" noChangeAspect="1" noMove="1" noResize="1" noEditPoints="1" noAdjustHandles="1" noChangeArrowheads="1" noChangeShapeType="1" noTextEdit="1"/>
              </p:cNvSpPr>
              <p:nvPr/>
            </p:nvSpPr>
            <p:spPr>
              <a:xfrm>
                <a:off x="3662017" y="3006200"/>
                <a:ext cx="4174412"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F50BA639-2817-4802-BF92-DAC95ACEA7AB}"/>
                  </a:ext>
                </a:extLst>
              </p:cNvPr>
              <p:cNvSpPr txBox="1"/>
              <p:nvPr/>
            </p:nvSpPr>
            <p:spPr>
              <a:xfrm>
                <a:off x="3662017" y="3524059"/>
                <a:ext cx="2554603" cy="106048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1</m:t>
                          </m:r>
                          <m:r>
                            <a:rPr lang="en-IN" sz="2800" b="0" i="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i="1" dirty="0" smtClean="0">
                                  <a:solidFill>
                                    <a:srgbClr val="002060"/>
                                  </a:solidFill>
                                  <a:latin typeface="Cambria Math" panose="02040503050406030204" pitchFamily="18" charset="0"/>
                                </a:rPr>
                                <m:t>1</m:t>
                              </m:r>
                              <m:r>
                                <a:rPr lang="en-IN" sz="2800" b="0" i="1" dirty="0" smtClean="0">
                                  <a:solidFill>
                                    <a:srgbClr val="002060"/>
                                  </a:solidFill>
                                  <a:latin typeface="Cambria Math" panose="02040503050406030204" pitchFamily="18" charset="0"/>
                                </a:rPr>
                                <m:t>00</m:t>
                              </m:r>
                            </m:num>
                            <m:den>
                              <m:r>
                                <a:rPr lang="en-IN" sz="2800" b="0" i="1" dirty="0" smtClean="0">
                                  <a:solidFill>
                                    <a:srgbClr val="002060"/>
                                  </a:solidFill>
                                  <a:latin typeface="Cambria Math" panose="02040503050406030204" pitchFamily="18" charset="0"/>
                                </a:rPr>
                                <m:t> 200 </m:t>
                              </m:r>
                            </m:den>
                          </m:f>
                        </m:e>
                      </m:d>
                    </m:oMath>
                  </m:oMathPara>
                </a14:m>
                <a:endParaRPr lang="en-IN" sz="2800" dirty="0">
                  <a:solidFill>
                    <a:srgbClr val="002060"/>
                  </a:solidFill>
                </a:endParaRPr>
              </a:p>
            </p:txBody>
          </p:sp>
        </mc:Choice>
        <mc:Fallback xmlns="">
          <p:sp>
            <p:nvSpPr>
              <p:cNvPr id="35" name="TextBox 34">
                <a:extLst>
                  <a:ext uri="{FF2B5EF4-FFF2-40B4-BE49-F238E27FC236}">
                    <a16:creationId xmlns:a16="http://schemas.microsoft.com/office/drawing/2014/main" id="{F50BA639-2817-4802-BF92-DAC95ACEA7AB}"/>
                  </a:ext>
                </a:extLst>
              </p:cNvPr>
              <p:cNvSpPr txBox="1">
                <a:spLocks noRot="1" noChangeAspect="1" noMove="1" noResize="1" noEditPoints="1" noAdjustHandles="1" noChangeArrowheads="1" noChangeShapeType="1" noTextEdit="1"/>
              </p:cNvSpPr>
              <p:nvPr/>
            </p:nvSpPr>
            <p:spPr>
              <a:xfrm>
                <a:off x="3662017" y="3524059"/>
                <a:ext cx="2554603" cy="1060483"/>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2F5229B7-8B9D-4ED2-AD95-20291D0FE255}"/>
                  </a:ext>
                </a:extLst>
              </p:cNvPr>
              <p:cNvSpPr txBox="1"/>
              <p:nvPr/>
            </p:nvSpPr>
            <p:spPr>
              <a:xfrm>
                <a:off x="5891857" y="3524059"/>
                <a:ext cx="2463868" cy="106048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1</m:t>
                          </m:r>
                          <m:r>
                            <a:rPr lang="en-IN" sz="2800" b="0" i="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i="1" dirty="0" smtClean="0">
                                  <a:solidFill>
                                    <a:srgbClr val="002060"/>
                                  </a:solidFill>
                                  <a:latin typeface="Cambria Math" panose="02040503050406030204" pitchFamily="18" charset="0"/>
                                </a:rPr>
                                <m:t>1</m:t>
                              </m:r>
                              <m:r>
                                <a:rPr lang="en-IN" sz="2800" b="0" i="1" dirty="0" smtClean="0">
                                  <a:solidFill>
                                    <a:srgbClr val="002060"/>
                                  </a:solidFill>
                                  <a:latin typeface="Cambria Math" panose="02040503050406030204" pitchFamily="18" charset="0"/>
                                </a:rPr>
                                <m:t>00</m:t>
                              </m:r>
                            </m:num>
                            <m:den>
                              <m:r>
                                <a:rPr lang="en-IN" sz="2800" b="0" i="0" dirty="0" smtClean="0">
                                  <a:solidFill>
                                    <a:srgbClr val="002060"/>
                                  </a:solidFill>
                                  <a:latin typeface="Cambria Math" panose="02040503050406030204" pitchFamily="18" charset="0"/>
                                </a:rPr>
                                <m:t> </m:t>
                              </m:r>
                              <m:r>
                                <a:rPr lang="en-IN" sz="2800" b="0" i="1" dirty="0" smtClean="0">
                                  <a:solidFill>
                                    <a:srgbClr val="002060"/>
                                  </a:solidFill>
                                  <a:latin typeface="Cambria Math" panose="02040503050406030204" pitchFamily="18" charset="0"/>
                                </a:rPr>
                                <m:t>150 </m:t>
                              </m:r>
                            </m:den>
                          </m:f>
                        </m:e>
                      </m:d>
                    </m:oMath>
                  </m:oMathPara>
                </a14:m>
                <a:endParaRPr lang="en-IN" sz="2800" dirty="0">
                  <a:solidFill>
                    <a:srgbClr val="002060"/>
                  </a:solidFill>
                </a:endParaRPr>
              </a:p>
            </p:txBody>
          </p:sp>
        </mc:Choice>
        <mc:Fallback xmlns="">
          <p:sp>
            <p:nvSpPr>
              <p:cNvPr id="36" name="TextBox 35">
                <a:extLst>
                  <a:ext uri="{FF2B5EF4-FFF2-40B4-BE49-F238E27FC236}">
                    <a16:creationId xmlns:a16="http://schemas.microsoft.com/office/drawing/2014/main" id="{2F5229B7-8B9D-4ED2-AD95-20291D0FE255}"/>
                  </a:ext>
                </a:extLst>
              </p:cNvPr>
              <p:cNvSpPr txBox="1">
                <a:spLocks noRot="1" noChangeAspect="1" noMove="1" noResize="1" noEditPoints="1" noAdjustHandles="1" noChangeArrowheads="1" noChangeShapeType="1" noTextEdit="1"/>
              </p:cNvSpPr>
              <p:nvPr/>
            </p:nvSpPr>
            <p:spPr>
              <a:xfrm>
                <a:off x="5891857" y="3524059"/>
                <a:ext cx="2463868" cy="1060483"/>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88036D2-09B2-4D09-B2D3-17AE06955FF8}"/>
                  </a:ext>
                </a:extLst>
              </p:cNvPr>
              <p:cNvSpPr txBox="1"/>
              <p:nvPr/>
            </p:nvSpPr>
            <p:spPr>
              <a:xfrm>
                <a:off x="3661372" y="4666595"/>
                <a:ext cx="1044921"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 </m:t>
                      </m:r>
                      <m:f>
                        <m:fPr>
                          <m:ctrlPr>
                            <a:rPr lang="en-IN" sz="2800" b="0" i="1" dirty="0" smtClean="0">
                              <a:solidFill>
                                <a:srgbClr val="002060"/>
                              </a:solidFill>
                              <a:latin typeface="Cambria Math" panose="02040503050406030204" pitchFamily="18" charset="0"/>
                            </a:rPr>
                          </m:ctrlPr>
                        </m:fPr>
                        <m:num>
                          <m:r>
                            <a:rPr lang="en-IN" sz="280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2 </m:t>
                          </m:r>
                        </m:den>
                      </m:f>
                    </m:oMath>
                  </m:oMathPara>
                </a14:m>
                <a:endParaRPr lang="en-IN" sz="2800" dirty="0">
                  <a:solidFill>
                    <a:srgbClr val="002060"/>
                  </a:solidFill>
                </a:endParaRPr>
              </a:p>
            </p:txBody>
          </p:sp>
        </mc:Choice>
        <mc:Fallback xmlns="">
          <p:sp>
            <p:nvSpPr>
              <p:cNvPr id="38" name="TextBox 37">
                <a:extLst>
                  <a:ext uri="{FF2B5EF4-FFF2-40B4-BE49-F238E27FC236}">
                    <a16:creationId xmlns:a16="http://schemas.microsoft.com/office/drawing/2014/main" id="{388036D2-09B2-4D09-B2D3-17AE06955FF8}"/>
                  </a:ext>
                </a:extLst>
              </p:cNvPr>
              <p:cNvSpPr txBox="1">
                <a:spLocks noRot="1" noChangeAspect="1" noMove="1" noResize="1" noEditPoints="1" noAdjustHandles="1" noChangeArrowheads="1" noChangeShapeType="1" noTextEdit="1"/>
              </p:cNvSpPr>
              <p:nvPr/>
            </p:nvSpPr>
            <p:spPr>
              <a:xfrm>
                <a:off x="3661372" y="4666595"/>
                <a:ext cx="1044921" cy="899157"/>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67714ED7-FC08-456D-9EF3-0E5B61759F5B}"/>
                  </a:ext>
                </a:extLst>
              </p:cNvPr>
              <p:cNvSpPr txBox="1"/>
              <p:nvPr/>
            </p:nvSpPr>
            <p:spPr>
              <a:xfrm>
                <a:off x="4616768" y="4666595"/>
                <a:ext cx="1044921"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 </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3 </m:t>
                          </m:r>
                        </m:den>
                      </m:f>
                    </m:oMath>
                  </m:oMathPara>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67714ED7-FC08-456D-9EF3-0E5B61759F5B}"/>
                  </a:ext>
                </a:extLst>
              </p:cNvPr>
              <p:cNvSpPr txBox="1">
                <a:spLocks noRot="1" noChangeAspect="1" noMove="1" noResize="1" noEditPoints="1" noAdjustHandles="1" noChangeArrowheads="1" noChangeShapeType="1" noTextEdit="1"/>
              </p:cNvSpPr>
              <p:nvPr/>
            </p:nvSpPr>
            <p:spPr>
              <a:xfrm>
                <a:off x="4616768" y="4666595"/>
                <a:ext cx="1044921" cy="901785"/>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B0374092-7156-4209-BDB6-1FC2DB140E49}"/>
                  </a:ext>
                </a:extLst>
              </p:cNvPr>
              <p:cNvSpPr txBox="1"/>
              <p:nvPr/>
            </p:nvSpPr>
            <p:spPr>
              <a:xfrm>
                <a:off x="3661373" y="5651537"/>
                <a:ext cx="1021562"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 </m:t>
                      </m:r>
                      <m:f>
                        <m:fPr>
                          <m:ctrlPr>
                            <a:rPr lang="en-IN" sz="2800" b="0" i="1" dirty="0" smtClean="0">
                              <a:solidFill>
                                <a:srgbClr val="002060"/>
                              </a:solidFill>
                              <a:latin typeface="Cambria Math" panose="02040503050406030204" pitchFamily="18" charset="0"/>
                            </a:rPr>
                          </m:ctrlPr>
                        </m:fPr>
                        <m:num>
                          <m:r>
                            <a:rPr lang="en-IN" sz="280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6 </m:t>
                          </m:r>
                        </m:den>
                      </m:f>
                    </m:oMath>
                  </m:oMathPara>
                </a14:m>
                <a:endParaRPr lang="en-IN" sz="2800" dirty="0">
                  <a:solidFill>
                    <a:srgbClr val="002060"/>
                  </a:solidFill>
                </a:endParaRPr>
              </a:p>
            </p:txBody>
          </p:sp>
        </mc:Choice>
        <mc:Fallback xmlns="">
          <p:sp>
            <p:nvSpPr>
              <p:cNvPr id="50" name="TextBox 49">
                <a:extLst>
                  <a:ext uri="{FF2B5EF4-FFF2-40B4-BE49-F238E27FC236}">
                    <a16:creationId xmlns:a16="http://schemas.microsoft.com/office/drawing/2014/main" id="{B0374092-7156-4209-BDB6-1FC2DB140E49}"/>
                  </a:ext>
                </a:extLst>
              </p:cNvPr>
              <p:cNvSpPr txBox="1">
                <a:spLocks noRot="1" noChangeAspect="1" noMove="1" noResize="1" noEditPoints="1" noAdjustHandles="1" noChangeArrowheads="1" noChangeShapeType="1" noTextEdit="1"/>
              </p:cNvSpPr>
              <p:nvPr/>
            </p:nvSpPr>
            <p:spPr>
              <a:xfrm>
                <a:off x="3661373" y="5651537"/>
                <a:ext cx="1021562" cy="899157"/>
              </a:xfrm>
              <a:prstGeom prst="rect">
                <a:avLst/>
              </a:prstGeom>
              <a:blipFill>
                <a:blip r:embed="rId1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3400439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3" grpId="0"/>
      <p:bldP spid="26" grpId="0"/>
      <p:bldP spid="28" grpId="0"/>
      <p:bldP spid="29" grpId="0"/>
      <p:bldP spid="32" grpId="0"/>
      <p:bldP spid="35" grpId="0"/>
      <p:bldP spid="36" grpId="0"/>
      <p:bldP spid="38" grpId="0"/>
      <p:bldP spid="40" grpId="0"/>
      <p:bldP spid="50" grpId="0"/>
    </p:bld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7 ⇝ Example 3 (</a:t>
            </a:r>
            <a:r>
              <a:rPr lang="en-IN" dirty="0"/>
              <a:t>Continue</a:t>
            </a:r>
            <a:r>
              <a:rPr lang="en-GB" dirty="0"/>
              <a:t>)</a:t>
            </a:r>
            <a:endParaRPr lang="en-US" dirty="0"/>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C3317D31-82D2-48B2-9615-CE5F038046BC}"/>
                  </a:ext>
                </a:extLst>
              </p:cNvPr>
              <p:cNvSpPr txBox="1"/>
              <p:nvPr/>
            </p:nvSpPr>
            <p:spPr>
              <a:xfrm>
                <a:off x="98071" y="2353655"/>
                <a:ext cx="356394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rgbClr val="002060"/>
                          </a:solidFill>
                          <a:latin typeface="Cambria Math" panose="02040503050406030204" pitchFamily="18" charset="0"/>
                        </a:rPr>
                        <m:t>P</m:t>
                      </m:r>
                      <m:d>
                        <m:dPr>
                          <m:sepChr m:val="∣"/>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X</m:t>
                          </m:r>
                          <m:r>
                            <a:rPr lang="en-GB" sz="2800" dirty="0">
                              <a:solidFill>
                                <a:srgbClr val="002060"/>
                              </a:solidFill>
                              <a:latin typeface="Cambria Math" panose="02040503050406030204" pitchFamily="18" charset="0"/>
                            </a:rPr>
                            <m:t>&lt;200</m:t>
                          </m:r>
                        </m:e>
                        <m:e>
                          <m:r>
                            <m:rPr>
                              <m:sty m:val="p"/>
                            </m:rPr>
                            <a:rPr lang="en-GB" sz="2800" dirty="0">
                              <a:solidFill>
                                <a:srgbClr val="002060"/>
                              </a:solidFill>
                              <a:latin typeface="Cambria Math" panose="02040503050406030204" pitchFamily="18" charset="0"/>
                            </a:rPr>
                            <m:t>X</m:t>
                          </m:r>
                          <m:r>
                            <a:rPr lang="en-GB" sz="2800" dirty="0">
                              <a:solidFill>
                                <a:srgbClr val="002060"/>
                              </a:solidFill>
                              <a:latin typeface="Cambria Math" panose="02040503050406030204" pitchFamily="18" charset="0"/>
                            </a:rPr>
                            <m:t>&gt;150</m:t>
                          </m:r>
                        </m:e>
                      </m:d>
                    </m:oMath>
                  </m:oMathPara>
                </a14:m>
                <a:endParaRPr lang="en-IN" sz="2800" dirty="0">
                  <a:solidFill>
                    <a:srgbClr val="002060"/>
                  </a:solidFill>
                </a:endParaRPr>
              </a:p>
            </p:txBody>
          </p:sp>
        </mc:Choice>
        <mc:Fallback xmlns="">
          <p:sp>
            <p:nvSpPr>
              <p:cNvPr id="62" name="TextBox 61">
                <a:extLst>
                  <a:ext uri="{FF2B5EF4-FFF2-40B4-BE49-F238E27FC236}">
                    <a16:creationId xmlns:a16="http://schemas.microsoft.com/office/drawing/2014/main" id="{C3317D31-82D2-48B2-9615-CE5F038046BC}"/>
                  </a:ext>
                </a:extLst>
              </p:cNvPr>
              <p:cNvSpPr txBox="1">
                <a:spLocks noRot="1" noChangeAspect="1" noMove="1" noResize="1" noEditPoints="1" noAdjustHandles="1" noChangeArrowheads="1" noChangeShapeType="1" noTextEdit="1"/>
              </p:cNvSpPr>
              <p:nvPr/>
            </p:nvSpPr>
            <p:spPr>
              <a:xfrm>
                <a:off x="98071" y="2353655"/>
                <a:ext cx="3563946"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1">
                <a:extLst>
                  <a:ext uri="{FF2B5EF4-FFF2-40B4-BE49-F238E27FC236}">
                    <a16:creationId xmlns:a16="http://schemas.microsoft.com/office/drawing/2014/main" id="{755FB104-BAC6-43CD-9021-0305F262A5F7}"/>
                  </a:ext>
                </a:extLst>
              </p:cNvPr>
              <p:cNvSpPr txBox="1"/>
              <p:nvPr/>
            </p:nvSpPr>
            <p:spPr>
              <a:xfrm>
                <a:off x="3662017" y="2353655"/>
                <a:ext cx="46548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19" name="!!=1">
                <a:extLst>
                  <a:ext uri="{FF2B5EF4-FFF2-40B4-BE49-F238E27FC236}">
                    <a16:creationId xmlns:a16="http://schemas.microsoft.com/office/drawing/2014/main" id="{755FB104-BAC6-43CD-9021-0305F262A5F7}"/>
                  </a:ext>
                </a:extLst>
              </p:cNvPr>
              <p:cNvSpPr txBox="1">
                <a:spLocks noRot="1" noChangeAspect="1" noMove="1" noResize="1" noEditPoints="1" noAdjustHandles="1" noChangeArrowheads="1" noChangeShapeType="1" noTextEdit="1"/>
              </p:cNvSpPr>
              <p:nvPr/>
            </p:nvSpPr>
            <p:spPr>
              <a:xfrm>
                <a:off x="3662017" y="2353655"/>
                <a:ext cx="465483"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5C4720C-D98F-4BC9-9C8A-CFDE43401A8B}"/>
                  </a:ext>
                </a:extLst>
              </p:cNvPr>
              <p:cNvSpPr txBox="1"/>
              <p:nvPr/>
            </p:nvSpPr>
            <p:spPr>
              <a:xfrm>
                <a:off x="4050691" y="2092045"/>
                <a:ext cx="375655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GB" sz="2800" i="1" dirty="0" smtClean="0">
                              <a:solidFill>
                                <a:srgbClr val="002060"/>
                              </a:solidFill>
                              <a:latin typeface="Cambria Math" panose="02040503050406030204" pitchFamily="18" charset="0"/>
                            </a:rPr>
                          </m:ctrlPr>
                        </m:dPr>
                        <m:e>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&lt;200</m:t>
                          </m:r>
                          <m:r>
                            <a:rPr lang="en-GB" sz="2800" i="1" dirty="0" smtClean="0">
                              <a:solidFill>
                                <a:srgbClr val="002060"/>
                              </a:solidFill>
                              <a:latin typeface="Cambria Math" panose="02040503050406030204" pitchFamily="18" charset="0"/>
                            </a:rPr>
                            <m:t>∩</m:t>
                          </m:r>
                          <m:r>
                            <a:rPr lang="en-GB" sz="2800" i="0" dirty="0" smtClean="0">
                              <a:solidFill>
                                <a:srgbClr val="002060"/>
                              </a:solidFill>
                              <a:latin typeface="Cambria Math" panose="02040503050406030204" pitchFamily="18" charset="0"/>
                            </a:rPr>
                            <m:t> </m:t>
                          </m:r>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&gt;150</m:t>
                          </m:r>
                        </m:e>
                      </m:d>
                    </m:oMath>
                  </m:oMathPara>
                </a14:m>
                <a:endParaRPr lang="en-IN" sz="2800" dirty="0">
                  <a:solidFill>
                    <a:srgbClr val="002060"/>
                  </a:solidFill>
                </a:endParaRPr>
              </a:p>
            </p:txBody>
          </p:sp>
        </mc:Choice>
        <mc:Fallback xmlns="">
          <p:sp>
            <p:nvSpPr>
              <p:cNvPr id="20" name="TextBox 19">
                <a:extLst>
                  <a:ext uri="{FF2B5EF4-FFF2-40B4-BE49-F238E27FC236}">
                    <a16:creationId xmlns:a16="http://schemas.microsoft.com/office/drawing/2014/main" id="{B5C4720C-D98F-4BC9-9C8A-CFDE43401A8B}"/>
                  </a:ext>
                </a:extLst>
              </p:cNvPr>
              <p:cNvSpPr txBox="1">
                <a:spLocks noRot="1" noChangeAspect="1" noMove="1" noResize="1" noEditPoints="1" noAdjustHandles="1" noChangeArrowheads="1" noChangeShapeType="1" noTextEdit="1"/>
              </p:cNvSpPr>
              <p:nvPr/>
            </p:nvSpPr>
            <p:spPr>
              <a:xfrm>
                <a:off x="4050691" y="2092045"/>
                <a:ext cx="3756553" cy="523220"/>
              </a:xfrm>
              <a:prstGeom prst="rect">
                <a:avLst/>
              </a:prstGeom>
              <a:blipFill>
                <a:blip r:embed="rId4"/>
                <a:stretch>
                  <a:fillRect/>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0A84B164-5A04-429E-A451-32ACAB7AD537}"/>
              </a:ext>
            </a:extLst>
          </p:cNvPr>
          <p:cNvCxnSpPr>
            <a:cxnSpLocks/>
          </p:cNvCxnSpPr>
          <p:nvPr/>
        </p:nvCxnSpPr>
        <p:spPr>
          <a:xfrm>
            <a:off x="4079875" y="2624049"/>
            <a:ext cx="3602934"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542CF25-EAAA-4F2E-AFF0-41846AD3B0C2}"/>
                  </a:ext>
                </a:extLst>
              </p:cNvPr>
              <p:cNvSpPr txBox="1"/>
              <p:nvPr/>
            </p:nvSpPr>
            <p:spPr>
              <a:xfrm>
                <a:off x="4868729" y="2653192"/>
                <a:ext cx="2120476"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GB" sz="2800" dirty="0">
                          <a:solidFill>
                            <a:srgbClr val="002060"/>
                          </a:solidFill>
                          <a:latin typeface="Cambria Math" panose="02040503050406030204" pitchFamily="18" charset="0"/>
                        </a:rPr>
                        <m:t>P</m:t>
                      </m:r>
                      <m:d>
                        <m:dPr>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X</m:t>
                          </m:r>
                          <m:r>
                            <a:rPr lang="en-GB" sz="2800" dirty="0">
                              <a:solidFill>
                                <a:srgbClr val="002060"/>
                              </a:solidFill>
                              <a:latin typeface="Cambria Math" panose="02040503050406030204" pitchFamily="18" charset="0"/>
                            </a:rPr>
                            <m:t>&gt;150</m:t>
                          </m:r>
                        </m:e>
                      </m:d>
                    </m:oMath>
                  </m:oMathPara>
                </a14:m>
                <a:endParaRPr lang="en-IN" sz="2800" dirty="0">
                  <a:solidFill>
                    <a:srgbClr val="002060"/>
                  </a:solidFill>
                </a:endParaRPr>
              </a:p>
            </p:txBody>
          </p:sp>
        </mc:Choice>
        <mc:Fallback xmlns="">
          <p:sp>
            <p:nvSpPr>
              <p:cNvPr id="23" name="TextBox 22">
                <a:extLst>
                  <a:ext uri="{FF2B5EF4-FFF2-40B4-BE49-F238E27FC236}">
                    <a16:creationId xmlns:a16="http://schemas.microsoft.com/office/drawing/2014/main" id="{C542CF25-EAAA-4F2E-AFF0-41846AD3B0C2}"/>
                  </a:ext>
                </a:extLst>
              </p:cNvPr>
              <p:cNvSpPr txBox="1">
                <a:spLocks noRot="1" noChangeAspect="1" noMove="1" noResize="1" noEditPoints="1" noAdjustHandles="1" noChangeArrowheads="1" noChangeShapeType="1" noTextEdit="1"/>
              </p:cNvSpPr>
              <p:nvPr/>
            </p:nvSpPr>
            <p:spPr>
              <a:xfrm>
                <a:off x="4868729" y="2653192"/>
                <a:ext cx="2120476"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38BEAE3-8011-451E-B36F-9BFEDB6AC482}"/>
                  </a:ext>
                </a:extLst>
              </p:cNvPr>
              <p:cNvSpPr txBox="1"/>
              <p:nvPr/>
            </p:nvSpPr>
            <p:spPr>
              <a:xfrm>
                <a:off x="98071" y="1037290"/>
                <a:ext cx="196140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GB" sz="2800" i="1" dirty="0" smtClean="0">
                              <a:solidFill>
                                <a:srgbClr val="002060"/>
                              </a:solidFill>
                              <a:latin typeface="Cambria Math" panose="02040503050406030204" pitchFamily="18" charset="0"/>
                            </a:rPr>
                          </m:ctrlPr>
                        </m:dPr>
                        <m:e>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&gt;150</m:t>
                          </m:r>
                        </m:e>
                      </m:d>
                    </m:oMath>
                  </m:oMathPara>
                </a14:m>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738BEAE3-8011-451E-B36F-9BFEDB6AC482}"/>
                  </a:ext>
                </a:extLst>
              </p:cNvPr>
              <p:cNvSpPr txBox="1">
                <a:spLocks noRot="1" noChangeAspect="1" noMove="1" noResize="1" noEditPoints="1" noAdjustHandles="1" noChangeArrowheads="1" noChangeShapeType="1" noTextEdit="1"/>
              </p:cNvSpPr>
              <p:nvPr/>
            </p:nvSpPr>
            <p:spPr>
              <a:xfrm>
                <a:off x="98071" y="1037290"/>
                <a:ext cx="196140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A110628-F84F-41A7-8DEA-FCF782B24AF8}"/>
                  </a:ext>
                </a:extLst>
              </p:cNvPr>
              <p:cNvSpPr txBox="1"/>
              <p:nvPr/>
            </p:nvSpPr>
            <p:spPr>
              <a:xfrm>
                <a:off x="1974047" y="848008"/>
                <a:ext cx="932179"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 2</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num>
                        <m:den>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3</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oMath>
                  </m:oMathPara>
                </a14:m>
                <a:endParaRPr lang="en-IN" sz="2800" dirty="0">
                  <a:solidFill>
                    <a:srgbClr val="002060"/>
                  </a:solidFill>
                </a:endParaRPr>
              </a:p>
            </p:txBody>
          </p:sp>
        </mc:Choice>
        <mc:Fallback xmlns="">
          <p:sp>
            <p:nvSpPr>
              <p:cNvPr id="25" name="TextBox 24">
                <a:extLst>
                  <a:ext uri="{FF2B5EF4-FFF2-40B4-BE49-F238E27FC236}">
                    <a16:creationId xmlns:a16="http://schemas.microsoft.com/office/drawing/2014/main" id="{2A110628-F84F-41A7-8DEA-FCF782B24AF8}"/>
                  </a:ext>
                </a:extLst>
              </p:cNvPr>
              <p:cNvSpPr txBox="1">
                <a:spLocks noRot="1" noChangeAspect="1" noMove="1" noResize="1" noEditPoints="1" noAdjustHandles="1" noChangeArrowheads="1" noChangeShapeType="1" noTextEdit="1"/>
              </p:cNvSpPr>
              <p:nvPr/>
            </p:nvSpPr>
            <p:spPr>
              <a:xfrm>
                <a:off x="1974047" y="848008"/>
                <a:ext cx="932179" cy="901785"/>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57EF65B0-8DF9-4BAA-80DF-71CB7006CF5B}"/>
                  </a:ext>
                </a:extLst>
              </p:cNvPr>
              <p:cNvSpPr txBox="1"/>
              <p:nvPr/>
            </p:nvSpPr>
            <p:spPr>
              <a:xfrm>
                <a:off x="3232652" y="1037290"/>
                <a:ext cx="375655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GB" sz="2800" i="1" dirty="0" smtClean="0">
                              <a:solidFill>
                                <a:srgbClr val="002060"/>
                              </a:solidFill>
                              <a:latin typeface="Cambria Math" panose="02040503050406030204" pitchFamily="18" charset="0"/>
                            </a:rPr>
                          </m:ctrlPr>
                        </m:dPr>
                        <m:e>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&lt;200</m:t>
                          </m:r>
                          <m:r>
                            <a:rPr lang="en-GB" sz="2800" i="1" dirty="0" smtClean="0">
                              <a:solidFill>
                                <a:srgbClr val="002060"/>
                              </a:solidFill>
                              <a:latin typeface="Cambria Math" panose="02040503050406030204" pitchFamily="18" charset="0"/>
                            </a:rPr>
                            <m:t>∩</m:t>
                          </m:r>
                          <m:r>
                            <a:rPr lang="en-GB" sz="2800" i="0" dirty="0" smtClean="0">
                              <a:solidFill>
                                <a:srgbClr val="002060"/>
                              </a:solidFill>
                              <a:latin typeface="Cambria Math" panose="02040503050406030204" pitchFamily="18" charset="0"/>
                            </a:rPr>
                            <m:t> </m:t>
                          </m:r>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&gt;150</m:t>
                          </m:r>
                        </m:e>
                      </m:d>
                    </m:oMath>
                  </m:oMathPara>
                </a14:m>
                <a:endParaRPr lang="en-IN" sz="2800" dirty="0">
                  <a:solidFill>
                    <a:srgbClr val="002060"/>
                  </a:solidFill>
                </a:endParaRPr>
              </a:p>
            </p:txBody>
          </p:sp>
        </mc:Choice>
        <mc:Fallback xmlns="">
          <p:sp>
            <p:nvSpPr>
              <p:cNvPr id="26" name="TextBox 25">
                <a:extLst>
                  <a:ext uri="{FF2B5EF4-FFF2-40B4-BE49-F238E27FC236}">
                    <a16:creationId xmlns:a16="http://schemas.microsoft.com/office/drawing/2014/main" id="{57EF65B0-8DF9-4BAA-80DF-71CB7006CF5B}"/>
                  </a:ext>
                </a:extLst>
              </p:cNvPr>
              <p:cNvSpPr txBox="1">
                <a:spLocks noRot="1" noChangeAspect="1" noMove="1" noResize="1" noEditPoints="1" noAdjustHandles="1" noChangeArrowheads="1" noChangeShapeType="1" noTextEdit="1"/>
              </p:cNvSpPr>
              <p:nvPr/>
            </p:nvSpPr>
            <p:spPr>
              <a:xfrm>
                <a:off x="3232652" y="1037290"/>
                <a:ext cx="3756553"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0D09BA4-F7BB-422D-BABC-968173ABAE6A}"/>
                  </a:ext>
                </a:extLst>
              </p:cNvPr>
              <p:cNvSpPr txBox="1"/>
              <p:nvPr/>
            </p:nvSpPr>
            <p:spPr>
              <a:xfrm>
                <a:off x="6795954" y="849322"/>
                <a:ext cx="1021562"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 </m:t>
                      </m:r>
                      <m:f>
                        <m:fPr>
                          <m:ctrlPr>
                            <a:rPr lang="en-IN" sz="2800" b="0" i="1" dirty="0" smtClean="0">
                              <a:solidFill>
                                <a:srgbClr val="002060"/>
                              </a:solidFill>
                              <a:latin typeface="Cambria Math" panose="02040503050406030204" pitchFamily="18" charset="0"/>
                            </a:rPr>
                          </m:ctrlPr>
                        </m:fPr>
                        <m:num>
                          <m:r>
                            <a:rPr lang="en-IN" sz="280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6 </m:t>
                          </m:r>
                        </m:den>
                      </m:f>
                    </m:oMath>
                  </m:oMathPara>
                </a14:m>
                <a:endParaRPr lang="en-IN" sz="2800" dirty="0">
                  <a:solidFill>
                    <a:srgbClr val="002060"/>
                  </a:solidFill>
                </a:endParaRPr>
              </a:p>
            </p:txBody>
          </p:sp>
        </mc:Choice>
        <mc:Fallback xmlns="">
          <p:sp>
            <p:nvSpPr>
              <p:cNvPr id="30" name="TextBox 29">
                <a:extLst>
                  <a:ext uri="{FF2B5EF4-FFF2-40B4-BE49-F238E27FC236}">
                    <a16:creationId xmlns:a16="http://schemas.microsoft.com/office/drawing/2014/main" id="{D0D09BA4-F7BB-422D-BABC-968173ABAE6A}"/>
                  </a:ext>
                </a:extLst>
              </p:cNvPr>
              <p:cNvSpPr txBox="1">
                <a:spLocks noRot="1" noChangeAspect="1" noMove="1" noResize="1" noEditPoints="1" noAdjustHandles="1" noChangeArrowheads="1" noChangeShapeType="1" noTextEdit="1"/>
              </p:cNvSpPr>
              <p:nvPr/>
            </p:nvSpPr>
            <p:spPr>
              <a:xfrm>
                <a:off x="6795954" y="849322"/>
                <a:ext cx="1021562" cy="899157"/>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291A421-2A93-469E-9291-C314F5AF336C}"/>
                  </a:ext>
                </a:extLst>
              </p:cNvPr>
              <p:cNvSpPr txBox="1"/>
              <p:nvPr/>
            </p:nvSpPr>
            <p:spPr>
              <a:xfrm>
                <a:off x="3662017" y="3859334"/>
                <a:ext cx="46548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33" name="TextBox 32">
                <a:extLst>
                  <a:ext uri="{FF2B5EF4-FFF2-40B4-BE49-F238E27FC236}">
                    <a16:creationId xmlns:a16="http://schemas.microsoft.com/office/drawing/2014/main" id="{6291A421-2A93-469E-9291-C314F5AF336C}"/>
                  </a:ext>
                </a:extLst>
              </p:cNvPr>
              <p:cNvSpPr txBox="1">
                <a:spLocks noRot="1" noChangeAspect="1" noMove="1" noResize="1" noEditPoints="1" noAdjustHandles="1" noChangeArrowheads="1" noChangeShapeType="1" noTextEdit="1"/>
              </p:cNvSpPr>
              <p:nvPr/>
            </p:nvSpPr>
            <p:spPr>
              <a:xfrm>
                <a:off x="3662017" y="3859334"/>
                <a:ext cx="465483"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13A11963-104A-4ED8-8752-9599E694CC5B}"/>
                  </a:ext>
                </a:extLst>
              </p:cNvPr>
              <p:cNvSpPr txBox="1"/>
              <p:nvPr/>
            </p:nvSpPr>
            <p:spPr>
              <a:xfrm>
                <a:off x="4127500" y="3480737"/>
                <a:ext cx="939800" cy="128041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 </m:t>
                          </m:r>
                          <m:f>
                            <m:fPr>
                              <m:type m:val="skw"/>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6</m:t>
                              </m:r>
                            </m:den>
                          </m:f>
                          <m:r>
                            <a:rPr lang="en-IN" sz="2800" b="0" i="1" dirty="0" smtClean="0">
                              <a:solidFill>
                                <a:srgbClr val="002060"/>
                              </a:solidFill>
                              <a:latin typeface="Cambria Math" panose="02040503050406030204" pitchFamily="18" charset="0"/>
                            </a:rPr>
                            <m:t> </m:t>
                          </m:r>
                        </m:num>
                        <m:den>
                          <m:r>
                            <a:rPr lang="en-IN" sz="2800" b="0" i="1" dirty="0" smtClean="0">
                              <a:solidFill>
                                <a:srgbClr val="002060"/>
                              </a:solidFill>
                              <a:latin typeface="Cambria Math" panose="02040503050406030204" pitchFamily="18" charset="0"/>
                            </a:rPr>
                            <m:t> </m:t>
                          </m:r>
                          <m:f>
                            <m:fPr>
                              <m:type m:val="skw"/>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2</m:t>
                              </m:r>
                            </m:num>
                            <m:den>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3</m:t>
                              </m:r>
                            </m:den>
                          </m:f>
                          <m:r>
                            <a:rPr lang="en-IN" sz="2800" b="0" i="1"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oMath>
                  </m:oMathPara>
                </a14:m>
                <a:endParaRPr lang="en-IN" sz="2800" dirty="0">
                  <a:solidFill>
                    <a:srgbClr val="002060"/>
                  </a:solidFill>
                </a:endParaRPr>
              </a:p>
            </p:txBody>
          </p:sp>
        </mc:Choice>
        <mc:Fallback xmlns="">
          <p:sp>
            <p:nvSpPr>
              <p:cNvPr id="39" name="TextBox 38">
                <a:extLst>
                  <a:ext uri="{FF2B5EF4-FFF2-40B4-BE49-F238E27FC236}">
                    <a16:creationId xmlns:a16="http://schemas.microsoft.com/office/drawing/2014/main" id="{13A11963-104A-4ED8-8752-9599E694CC5B}"/>
                  </a:ext>
                </a:extLst>
              </p:cNvPr>
              <p:cNvSpPr txBox="1">
                <a:spLocks noRot="1" noChangeAspect="1" noMove="1" noResize="1" noEditPoints="1" noAdjustHandles="1" noChangeArrowheads="1" noChangeShapeType="1" noTextEdit="1"/>
              </p:cNvSpPr>
              <p:nvPr/>
            </p:nvSpPr>
            <p:spPr>
              <a:xfrm>
                <a:off x="4127500" y="3480737"/>
                <a:ext cx="939800" cy="1280415"/>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0B0DA2A0-99ED-4AB3-B977-E8C2E39039DD}"/>
                  </a:ext>
                </a:extLst>
              </p:cNvPr>
              <p:cNvSpPr txBox="1"/>
              <p:nvPr/>
            </p:nvSpPr>
            <p:spPr>
              <a:xfrm>
                <a:off x="3662017" y="5254775"/>
                <a:ext cx="46548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0B0DA2A0-99ED-4AB3-B977-E8C2E39039DD}"/>
                  </a:ext>
                </a:extLst>
              </p:cNvPr>
              <p:cNvSpPr txBox="1">
                <a:spLocks noRot="1" noChangeAspect="1" noMove="1" noResize="1" noEditPoints="1" noAdjustHandles="1" noChangeArrowheads="1" noChangeShapeType="1" noTextEdit="1"/>
              </p:cNvSpPr>
              <p:nvPr/>
            </p:nvSpPr>
            <p:spPr>
              <a:xfrm>
                <a:off x="3662017" y="5254775"/>
                <a:ext cx="465483"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B4EAE77-430B-40E0-B9EF-FEE8832813B2}"/>
                  </a:ext>
                </a:extLst>
              </p:cNvPr>
              <p:cNvSpPr txBox="1"/>
              <p:nvPr/>
            </p:nvSpPr>
            <p:spPr>
              <a:xfrm>
                <a:off x="4127500" y="5066807"/>
                <a:ext cx="552450"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ea typeface="Calibri" panose="020F0502020204030204" pitchFamily="34" charset="0"/>
                              <a:cs typeface="Shruti" panose="020B0502040204020203" pitchFamily="34" charset="0"/>
                            </a:rPr>
                            <m:t>4 </m:t>
                          </m:r>
                        </m:den>
                      </m:f>
                    </m:oMath>
                  </m:oMathPara>
                </a14:m>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3B4EAE77-430B-40E0-B9EF-FEE8832813B2}"/>
                  </a:ext>
                </a:extLst>
              </p:cNvPr>
              <p:cNvSpPr txBox="1">
                <a:spLocks noRot="1" noChangeAspect="1" noMove="1" noResize="1" noEditPoints="1" noAdjustHandles="1" noChangeArrowheads="1" noChangeShapeType="1" noTextEdit="1"/>
              </p:cNvSpPr>
              <p:nvPr/>
            </p:nvSpPr>
            <p:spPr>
              <a:xfrm>
                <a:off x="4127500" y="5066807"/>
                <a:ext cx="552450" cy="899157"/>
              </a:xfrm>
              <a:prstGeom prst="rect">
                <a:avLst/>
              </a:prstGeom>
              <a:blipFill>
                <a:blip r:embed="rId1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0432617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9" grpId="0"/>
      <p:bldP spid="41" grpId="0"/>
      <p:bldP spid="42" grpId="0"/>
    </p:bld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 name="Text Placeholder 19">
                <a:extLst>
                  <a:ext uri="{FF2B5EF4-FFF2-40B4-BE49-F238E27FC236}">
                    <a16:creationId xmlns:a16="http://schemas.microsoft.com/office/drawing/2014/main" id="{FF5B8673-7BA1-4EA7-991A-5F4DCD3054D0}"/>
                  </a:ext>
                </a:extLst>
              </p:cNvPr>
              <p:cNvSpPr>
                <a:spLocks noGrp="1"/>
              </p:cNvSpPr>
              <p:nvPr>
                <p:ph type="body" sz="quarter" idx="16"/>
              </p:nvPr>
            </p:nvSpPr>
            <p:spPr/>
            <p:txBody>
              <a:bodyPr/>
              <a:lstStyle/>
              <a:p>
                <a:pPr>
                  <a:lnSpc>
                    <a:spcPct val="100000"/>
                  </a:lnSpc>
                </a:pPr>
                <a:r>
                  <a:rPr lang="en-US" dirty="0"/>
                  <a:t>B.Tech. </a:t>
                </a:r>
                <a14:m>
                  <m:oMath xmlns:m="http://schemas.openxmlformats.org/officeDocument/2006/math">
                    <m:r>
                      <a:rPr lang="en-US" i="1" dirty="0">
                        <a:latin typeface="Cambria Math" panose="02040503050406030204" pitchFamily="18" charset="0"/>
                      </a:rPr>
                      <m:t>→ </m:t>
                    </m:r>
                  </m:oMath>
                </a14:m>
                <a:r>
                  <a:rPr lang="en-US" dirty="0"/>
                  <a:t>1</a:t>
                </a:r>
                <a:r>
                  <a:rPr lang="en-US" baseline="30000" dirty="0"/>
                  <a:t>st</a:t>
                </a:r>
                <a:r>
                  <a:rPr lang="en-US" dirty="0"/>
                  <a:t> Semester</a:t>
                </a:r>
              </a:p>
              <a:p>
                <a:pPr>
                  <a:lnSpc>
                    <a:spcPct val="125000"/>
                  </a:lnSpc>
                </a:pPr>
                <a:r>
                  <a:rPr lang="en-US" b="1" dirty="0"/>
                  <a:t>Mathematics – I (</a:t>
                </a:r>
                <a:r>
                  <a:rPr lang="en-US" dirty="0"/>
                  <a:t>2301HS101</a:t>
                </a:r>
                <a:r>
                  <a:rPr lang="en-US" b="1" dirty="0"/>
                  <a:t>)</a:t>
                </a:r>
              </a:p>
            </p:txBody>
          </p:sp>
        </mc:Choice>
        <mc:Fallback xmlns="">
          <p:sp>
            <p:nvSpPr>
              <p:cNvPr id="20" name="Text Placeholder 19">
                <a:extLst>
                  <a:ext uri="{FF2B5EF4-FFF2-40B4-BE49-F238E27FC236}">
                    <a16:creationId xmlns:a16="http://schemas.microsoft.com/office/drawing/2014/main" id="{FF5B8673-7BA1-4EA7-991A-5F4DCD3054D0}"/>
                  </a:ext>
                </a:extLst>
              </p:cNvPr>
              <p:cNvSpPr>
                <a:spLocks noGrp="1" noRot="1" noChangeAspect="1" noMove="1" noResize="1" noEditPoints="1" noAdjustHandles="1" noChangeArrowheads="1" noChangeShapeType="1" noTextEdit="1"/>
              </p:cNvSpPr>
              <p:nvPr>
                <p:ph type="body" sz="quarter" idx="16"/>
              </p:nvPr>
            </p:nvSpPr>
            <p:spPr>
              <a:blipFill>
                <a:blip r:embed="rId2"/>
                <a:stretch>
                  <a:fillRect b="-9917"/>
                </a:stretch>
              </a:blipFill>
            </p:spPr>
            <p:txBody>
              <a:bodyPr/>
              <a:lstStyle/>
              <a:p>
                <a:r>
                  <a:rPr lang="en-IN">
                    <a:noFill/>
                  </a:rPr>
                  <a:t> </a:t>
                </a:r>
              </a:p>
            </p:txBody>
          </p:sp>
        </mc:Fallback>
      </mc:AlternateContent>
      <p:grpSp>
        <p:nvGrpSpPr>
          <p:cNvPr id="15" name="Group 14">
            <a:extLst>
              <a:ext uri="{FF2B5EF4-FFF2-40B4-BE49-F238E27FC236}">
                <a16:creationId xmlns:a16="http://schemas.microsoft.com/office/drawing/2014/main" id="{9677FDF1-46E9-47E1-A974-B878D8645D19}"/>
              </a:ext>
            </a:extLst>
          </p:cNvPr>
          <p:cNvGrpSpPr/>
          <p:nvPr/>
        </p:nvGrpSpPr>
        <p:grpSpPr>
          <a:xfrm>
            <a:off x="26704" y="1462475"/>
            <a:ext cx="8044476" cy="3103418"/>
            <a:chOff x="-12804" y="1537545"/>
            <a:chExt cx="8044476" cy="3103418"/>
          </a:xfrm>
        </p:grpSpPr>
        <p:sp>
          <p:nvSpPr>
            <p:cNvPr id="21" name="Title 1">
              <a:extLst>
                <a:ext uri="{FF2B5EF4-FFF2-40B4-BE49-F238E27FC236}">
                  <a16:creationId xmlns:a16="http://schemas.microsoft.com/office/drawing/2014/main" id="{CA4DBECA-252D-4599-A864-6399BFFEB65B}"/>
                </a:ext>
              </a:extLst>
            </p:cNvPr>
            <p:cNvSpPr txBox="1">
              <a:spLocks/>
            </p:cNvSpPr>
            <p:nvPr/>
          </p:nvSpPr>
          <p:spPr>
            <a:xfrm>
              <a:off x="-12804" y="2160999"/>
              <a:ext cx="2594560" cy="1856509"/>
            </a:xfrm>
            <a:prstGeom prst="rect">
              <a:avLst/>
            </a:prstGeom>
            <a:solidFill>
              <a:schemeClr val="accent1">
                <a:lumMod val="40000"/>
                <a:lumOff val="60000"/>
              </a:schemeClr>
            </a:soli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GB" dirty="0">
                  <a:solidFill>
                    <a:srgbClr val="ED524F"/>
                  </a:solidFill>
                </a:rPr>
                <a:t> </a:t>
              </a:r>
            </a:p>
          </p:txBody>
        </p:sp>
        <p:sp>
          <p:nvSpPr>
            <p:cNvPr id="22" name="Hexagon 21">
              <a:extLst>
                <a:ext uri="{FF2B5EF4-FFF2-40B4-BE49-F238E27FC236}">
                  <a16:creationId xmlns:a16="http://schemas.microsoft.com/office/drawing/2014/main" id="{FB21F4C4-30D4-4011-8510-CF20FEFC370B}"/>
                </a:ext>
              </a:extLst>
            </p:cNvPr>
            <p:cNvSpPr/>
            <p:nvPr/>
          </p:nvSpPr>
          <p:spPr>
            <a:xfrm rot="5400000">
              <a:off x="2457725" y="1742096"/>
              <a:ext cx="3103418" cy="2694316"/>
            </a:xfrm>
            <a:prstGeom prst="hexagon">
              <a:avLst/>
            </a:prstGeom>
            <a:noFill/>
            <a:ln w="5715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GB" sz="4400" b="1" dirty="0">
                  <a:solidFill>
                    <a:srgbClr val="B14440"/>
                  </a:solidFill>
                </a:rPr>
                <a:t>THANK YOU</a:t>
              </a:r>
            </a:p>
          </p:txBody>
        </p:sp>
        <p:sp>
          <p:nvSpPr>
            <p:cNvPr id="23" name="Title 1">
              <a:extLst>
                <a:ext uri="{FF2B5EF4-FFF2-40B4-BE49-F238E27FC236}">
                  <a16:creationId xmlns:a16="http://schemas.microsoft.com/office/drawing/2014/main" id="{96D0D2A0-7D7D-452B-9ADA-174886259D92}"/>
                </a:ext>
              </a:extLst>
            </p:cNvPr>
            <p:cNvSpPr txBox="1">
              <a:spLocks/>
            </p:cNvSpPr>
            <p:nvPr/>
          </p:nvSpPr>
          <p:spPr>
            <a:xfrm rot="10800000">
              <a:off x="5437112" y="2160998"/>
              <a:ext cx="2594560" cy="1856509"/>
            </a:xfrm>
            <a:prstGeom prst="rect">
              <a:avLst/>
            </a:prstGeom>
            <a:solidFill>
              <a:schemeClr val="accent1">
                <a:lumMod val="40000"/>
                <a:lumOff val="60000"/>
              </a:schemeClr>
            </a:soli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GB" dirty="0">
                  <a:solidFill>
                    <a:srgbClr val="ED524F"/>
                  </a:solidFill>
                </a:rPr>
                <a:t> </a:t>
              </a:r>
            </a:p>
          </p:txBody>
        </p:sp>
      </p:grpSp>
      <p:sp>
        <p:nvSpPr>
          <p:cNvPr id="41" name="Text Placeholder 15">
            <a:extLst>
              <a:ext uri="{FF2B5EF4-FFF2-40B4-BE49-F238E27FC236}">
                <a16:creationId xmlns:a16="http://schemas.microsoft.com/office/drawing/2014/main" id="{6509AF85-45A5-4613-B12E-BFDC20FEF875}"/>
              </a:ext>
            </a:extLst>
          </p:cNvPr>
          <p:cNvSpPr>
            <a:spLocks noGrp="1"/>
          </p:cNvSpPr>
          <p:nvPr>
            <p:ph type="body" sz="quarter" idx="11"/>
          </p:nvPr>
        </p:nvSpPr>
        <p:spPr>
          <a:xfrm>
            <a:off x="2180943" y="6175935"/>
            <a:ext cx="3735998" cy="290081"/>
          </a:xfrm>
        </p:spPr>
        <p:txBody>
          <a:bodyPr/>
          <a:lstStyle/>
          <a:p>
            <a:r>
              <a:rPr lang="en-US" dirty="0"/>
              <a:t>vasudev.barjadiya@darshan.ac.in</a:t>
            </a:r>
          </a:p>
        </p:txBody>
      </p:sp>
      <p:sp>
        <p:nvSpPr>
          <p:cNvPr id="42" name="Text Placeholder 16">
            <a:extLst>
              <a:ext uri="{FF2B5EF4-FFF2-40B4-BE49-F238E27FC236}">
                <a16:creationId xmlns:a16="http://schemas.microsoft.com/office/drawing/2014/main" id="{E4CBA8C8-FA78-4D49-9EF1-47756152DFDB}"/>
              </a:ext>
            </a:extLst>
          </p:cNvPr>
          <p:cNvSpPr>
            <a:spLocks noGrp="1"/>
          </p:cNvSpPr>
          <p:nvPr>
            <p:ph type="body" sz="quarter" idx="12"/>
          </p:nvPr>
        </p:nvSpPr>
        <p:spPr>
          <a:xfrm>
            <a:off x="2183874" y="6460218"/>
            <a:ext cx="3735998" cy="290081"/>
          </a:xfrm>
        </p:spPr>
        <p:txBody>
          <a:bodyPr/>
          <a:lstStyle/>
          <a:p>
            <a:r>
              <a:rPr lang="en-US" dirty="0"/>
              <a:t>901 64 27 200</a:t>
            </a:r>
          </a:p>
        </p:txBody>
      </p:sp>
      <p:sp>
        <p:nvSpPr>
          <p:cNvPr id="43" name="Text Placeholder 17">
            <a:extLst>
              <a:ext uri="{FF2B5EF4-FFF2-40B4-BE49-F238E27FC236}">
                <a16:creationId xmlns:a16="http://schemas.microsoft.com/office/drawing/2014/main" id="{36584E9B-E21C-4E0E-BA19-AD78AF107582}"/>
              </a:ext>
            </a:extLst>
          </p:cNvPr>
          <p:cNvSpPr>
            <a:spLocks noGrp="1"/>
          </p:cNvSpPr>
          <p:nvPr>
            <p:ph type="body" sz="quarter" idx="13"/>
          </p:nvPr>
        </p:nvSpPr>
        <p:spPr>
          <a:xfrm>
            <a:off x="1837678" y="5537768"/>
            <a:ext cx="3735998" cy="290081"/>
          </a:xfrm>
        </p:spPr>
        <p:txBody>
          <a:bodyPr/>
          <a:lstStyle/>
          <a:p>
            <a:r>
              <a:rPr lang="en-US"/>
              <a:t>Department of Humanities &amp; Science</a:t>
            </a:r>
            <a:endParaRPr lang="en-US" dirty="0"/>
          </a:p>
        </p:txBody>
      </p:sp>
      <p:pic>
        <p:nvPicPr>
          <p:cNvPr id="44" name="Picture Placeholder 9">
            <a:extLst>
              <a:ext uri="{FF2B5EF4-FFF2-40B4-BE49-F238E27FC236}">
                <a16:creationId xmlns:a16="http://schemas.microsoft.com/office/drawing/2014/main" id="{348A4B38-2CAA-493E-B655-79CC3983DDA6}"/>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a:stretch>
            <a:fillRect/>
          </a:stretch>
        </p:blipFill>
        <p:spPr>
          <a:xfrm>
            <a:off x="353569" y="5211251"/>
            <a:ext cx="1353599" cy="1353599"/>
          </a:xfrm>
        </p:spPr>
      </p:pic>
    </p:spTree>
    <p:extLst>
      <p:ext uri="{BB962C8B-B14F-4D97-AF65-F5344CB8AC3E}">
        <p14:creationId xmlns:p14="http://schemas.microsoft.com/office/powerpoint/2010/main" val="2093637412"/>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60CB386-78CA-4575-9F5B-1025EB3E0C65}">
  <we:reference id="wa200005566" version="1.0.0.0" store="en-US" storeType="OMEX"/>
  <we:alternateReferences>
    <we:reference id="wa200005566" version="1.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27064</TotalTime>
  <Words>14905</Words>
  <Application>Microsoft Office PowerPoint</Application>
  <PresentationFormat>Widescreen</PresentationFormat>
  <Paragraphs>3285</Paragraphs>
  <Slides>205</Slides>
  <Notes>14</Notes>
  <HiddenSlides>0</HiddenSlides>
  <MMClips>1</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205</vt:i4>
      </vt:variant>
    </vt:vector>
  </HeadingPairs>
  <TitlesOfParts>
    <vt:vector size="216" baseType="lpstr">
      <vt:lpstr>Wingdings 3</vt:lpstr>
      <vt:lpstr>Times New Roman</vt:lpstr>
      <vt:lpstr>Calibri</vt:lpstr>
      <vt:lpstr>Cambria Math</vt:lpstr>
      <vt:lpstr>Roboto Condensed</vt:lpstr>
      <vt:lpstr>Cambria</vt:lpstr>
      <vt:lpstr>Symbol</vt:lpstr>
      <vt:lpstr>Roboto Condensed Light</vt:lpstr>
      <vt:lpstr>Wingdings</vt:lpstr>
      <vt:lpstr>Arial</vt:lpstr>
      <vt:lpstr>Office Theme</vt:lpstr>
      <vt:lpstr>Unit – 2 Probability</vt:lpstr>
      <vt:lpstr>PowerPoint Presentation</vt:lpstr>
      <vt:lpstr>PowerPoint Presentation</vt:lpstr>
      <vt:lpstr>PowerPoint Presentation</vt:lpstr>
      <vt:lpstr>PowerPoint Presentation</vt:lpstr>
      <vt:lpstr>Introduction</vt:lpstr>
      <vt:lpstr>Introduction</vt:lpstr>
      <vt:lpstr>Method 1 Counting</vt:lpstr>
      <vt:lpstr>Factorial</vt:lpstr>
      <vt:lpstr>Permutation (Arrangement)</vt:lpstr>
      <vt:lpstr>Permutation (Arrangement)</vt:lpstr>
      <vt:lpstr>Permutation (Arrangement)</vt:lpstr>
      <vt:lpstr>Permutation (Arrangement)</vt:lpstr>
      <vt:lpstr>Permutation (Arrangement)</vt:lpstr>
      <vt:lpstr>Combination</vt:lpstr>
      <vt:lpstr>Combination</vt:lpstr>
      <vt:lpstr>Combination</vt:lpstr>
      <vt:lpstr>Combination</vt:lpstr>
      <vt:lpstr>Examples of Method 1</vt:lpstr>
      <vt:lpstr>Method 1 ⇝ Example 1</vt:lpstr>
      <vt:lpstr>Method 1 ⇝ Example 1 (Continue)</vt:lpstr>
      <vt:lpstr>Method 1 ⇝ Example 1 (Continue)</vt:lpstr>
      <vt:lpstr>Method 1 ⇝ Example 2</vt:lpstr>
      <vt:lpstr>Method 1 ⇝ Example 3</vt:lpstr>
      <vt:lpstr>Method 1 ⇝ Example 4</vt:lpstr>
      <vt:lpstr>Method 1 ⇝ Example 4 (Continue)</vt:lpstr>
      <vt:lpstr>Method 1 ⇝ Example 4 (Continue)</vt:lpstr>
      <vt:lpstr>Method 1 ⇝ Example 4 (Continue)</vt:lpstr>
      <vt:lpstr>Method 2.1 Basic Terminologies</vt:lpstr>
      <vt:lpstr>Random Experiment</vt:lpstr>
      <vt:lpstr>Sample Space</vt:lpstr>
      <vt:lpstr>Sample Space</vt:lpstr>
      <vt:lpstr>Sample Space</vt:lpstr>
      <vt:lpstr>Sample Space</vt:lpstr>
      <vt:lpstr>Sample Space</vt:lpstr>
      <vt:lpstr>Types of Experiments </vt:lpstr>
      <vt:lpstr>Event</vt:lpstr>
      <vt:lpstr>Types of Events</vt:lpstr>
      <vt:lpstr>Types of Events</vt:lpstr>
      <vt:lpstr>Types of Events</vt:lpstr>
      <vt:lpstr>Types of Events</vt:lpstr>
      <vt:lpstr>Types of Events</vt:lpstr>
      <vt:lpstr>Types of Events</vt:lpstr>
      <vt:lpstr>Types of Events</vt:lpstr>
      <vt:lpstr>Types of Events</vt:lpstr>
      <vt:lpstr>Types of Events</vt:lpstr>
      <vt:lpstr>Examples of Method 2.1</vt:lpstr>
      <vt:lpstr>Method 2.1 ⇝ Example 1</vt:lpstr>
      <vt:lpstr>Method 2.1 ⇝ Example 2</vt:lpstr>
      <vt:lpstr>Method 2.1 ⇝ Example 3</vt:lpstr>
      <vt:lpstr>Method 2.1 ⇝ Example 4</vt:lpstr>
      <vt:lpstr>Method 2.1 ⇝ Example 5</vt:lpstr>
      <vt:lpstr>Method 2.1 ⇝ Example 6</vt:lpstr>
      <vt:lpstr>Method 2.1 ⇝ Example 6 (Continue)</vt:lpstr>
      <vt:lpstr>Method 2.1 ⇝ Example 6 (Continue)</vt:lpstr>
      <vt:lpstr>Method 2.1 ⇝ Example 7</vt:lpstr>
      <vt:lpstr>Method 2.2 Probability of an Event</vt:lpstr>
      <vt:lpstr>Probability of an Event</vt:lpstr>
      <vt:lpstr>Example</vt:lpstr>
      <vt:lpstr>Some Important Results</vt:lpstr>
      <vt:lpstr>Some Important Results</vt:lpstr>
      <vt:lpstr>Some Important Results</vt:lpstr>
      <vt:lpstr>Some Important Results</vt:lpstr>
      <vt:lpstr>Some Important Results</vt:lpstr>
      <vt:lpstr>Examples of Method 2.2 </vt:lpstr>
      <vt:lpstr>Method 2.2 ⇝ Example 1</vt:lpstr>
      <vt:lpstr>Method 2.2 ⇝ Example 2</vt:lpstr>
      <vt:lpstr>Method 2.2 ⇝ Example 2 (Continue)</vt:lpstr>
      <vt:lpstr>Method 2.2 ⇝ Example 3</vt:lpstr>
      <vt:lpstr>Method 2.2 ⇝ Example 3 (Continue)</vt:lpstr>
      <vt:lpstr>Method 2.2 ⇝ Example 3 (Continue)</vt:lpstr>
      <vt:lpstr>Method 2.2 ⇝ Example 3 (Continue)</vt:lpstr>
      <vt:lpstr>Method 2.2 ⇝ Example 3 (Continue)</vt:lpstr>
      <vt:lpstr>Method 2.2 ⇝ Example 4</vt:lpstr>
      <vt:lpstr>Method 2.2 ⇝ Example 5</vt:lpstr>
      <vt:lpstr>Method 2.2 ⇝ Example 6</vt:lpstr>
      <vt:lpstr>Method 2.2 ⇝ Example 6 (Continue)</vt:lpstr>
      <vt:lpstr>Method 2.2 ⇝ Example 7</vt:lpstr>
      <vt:lpstr>Method 2.2 ⇝ Example 7 (Continue)</vt:lpstr>
      <vt:lpstr>Method 2.2 ⇝ Example 8</vt:lpstr>
      <vt:lpstr>Method 2.2 ⇝ Example 8 (Continue)</vt:lpstr>
      <vt:lpstr>Method 2.2 ⇝ Example 8 (Continue)</vt:lpstr>
      <vt:lpstr>Method 2.2 ⇝ Example 8 (Continue)</vt:lpstr>
      <vt:lpstr>Method 2.2 ⇝ Example 9</vt:lpstr>
      <vt:lpstr>Method 3 Conditional Probability and Independent Events</vt:lpstr>
      <vt:lpstr>Conditional Probability</vt:lpstr>
      <vt:lpstr>Example</vt:lpstr>
      <vt:lpstr>Example</vt:lpstr>
      <vt:lpstr>Properties of Conditional Probability </vt:lpstr>
      <vt:lpstr>Multiplicative Law of Probability</vt:lpstr>
      <vt:lpstr>Independent Events</vt:lpstr>
      <vt:lpstr>Mutually Independent Events</vt:lpstr>
      <vt:lpstr>Examples of Method 3</vt:lpstr>
      <vt:lpstr>Method 3 ⇝ Example 1</vt:lpstr>
      <vt:lpstr>Method 3 ⇝ Example 2</vt:lpstr>
      <vt:lpstr>Method 3 ⇝ Example 2 (Continue)</vt:lpstr>
      <vt:lpstr>Method 3 ⇝ Example 3</vt:lpstr>
      <vt:lpstr>Method 3 ⇝ Example 4</vt:lpstr>
      <vt:lpstr>Method 3 ⇝ Example 4 (Continue)</vt:lpstr>
      <vt:lpstr>Method 3 ⇝ Example 5</vt:lpstr>
      <vt:lpstr>Method 3 ⇝ Example 5 (Continue)</vt:lpstr>
      <vt:lpstr>Method 3 ⇝ Example 5 (Continue)</vt:lpstr>
      <vt:lpstr>Method 3 ⇝ Example 6 </vt:lpstr>
      <vt:lpstr>Method 3 ⇝ Example 6 (Continue)</vt:lpstr>
      <vt:lpstr>Method 3 ⇝ Example 6 (Continue)</vt:lpstr>
      <vt:lpstr>Method 3 ⇝ Example 6 (Continue)</vt:lpstr>
      <vt:lpstr>Method 3 ⇝ Example 6 (Continue)</vt:lpstr>
      <vt:lpstr>Method 3 ⇝ Example 7</vt:lpstr>
      <vt:lpstr>Method 3 ⇝ Example 7 (Continue)</vt:lpstr>
      <vt:lpstr>Method 3 ⇝ Example 7 (Continue)</vt:lpstr>
      <vt:lpstr>Method 3 ⇝ Example 8</vt:lpstr>
      <vt:lpstr>Method 3 ⇝ Example 8 (Continue)</vt:lpstr>
      <vt:lpstr>Method 3 ⇝ Example 8 (Continue)</vt:lpstr>
      <vt:lpstr>Method 4 Bayes’ Theorem</vt:lpstr>
      <vt:lpstr>Total Probability</vt:lpstr>
      <vt:lpstr>Total Probability</vt:lpstr>
      <vt:lpstr>Example</vt:lpstr>
      <vt:lpstr>Example</vt:lpstr>
      <vt:lpstr>Bayes’ Theorem</vt:lpstr>
      <vt:lpstr>Examples of Method 4</vt:lpstr>
      <vt:lpstr>Method 4 ⇝ Example 1</vt:lpstr>
      <vt:lpstr>Method 4 ⇝ Example 1 (Continue)</vt:lpstr>
      <vt:lpstr>Method 4 ⇝ Example 2</vt:lpstr>
      <vt:lpstr>Method 4 ⇝ Example 2 (Continue)</vt:lpstr>
      <vt:lpstr>Method 4 ⇝ Example 2 (Continue)</vt:lpstr>
      <vt:lpstr>Method 4 ⇝ Example 2 (Continue)</vt:lpstr>
      <vt:lpstr>Method 4 ⇝ Example 3</vt:lpstr>
      <vt:lpstr>Method 4 ⇝ Example 3 (Continue)</vt:lpstr>
      <vt:lpstr>Method 4 ⇝ Example 4</vt:lpstr>
      <vt:lpstr>Method 4 ⇝ Example 4 (Continue)</vt:lpstr>
      <vt:lpstr>Method 4 ⇝ Example 5</vt:lpstr>
      <vt:lpstr>Method 4 ⇝ Example 5 (Continue)</vt:lpstr>
      <vt:lpstr>Method 5 Random Variable  and Probability Function</vt:lpstr>
      <vt:lpstr>Random Variable</vt:lpstr>
      <vt:lpstr>Discrete Random Variable</vt:lpstr>
      <vt:lpstr>Discrete Random Variable</vt:lpstr>
      <vt:lpstr>Continuous Random Variable</vt:lpstr>
      <vt:lpstr>Discrete Random Variable</vt:lpstr>
      <vt:lpstr>Probability Distribution of Random Variable</vt:lpstr>
      <vt:lpstr>Example</vt:lpstr>
      <vt:lpstr>Example</vt:lpstr>
      <vt:lpstr>Probability Function</vt:lpstr>
      <vt:lpstr>Probability Mass Function</vt:lpstr>
      <vt:lpstr>Probability Mass Function</vt:lpstr>
      <vt:lpstr>Probability Density Function</vt:lpstr>
      <vt:lpstr>Probability Density Function</vt:lpstr>
      <vt:lpstr>Examples of Method 5</vt:lpstr>
      <vt:lpstr>Method 5 ⇝ Example 1</vt:lpstr>
      <vt:lpstr>Method 5 ⇝ Example 2 (Continue)</vt:lpstr>
      <vt:lpstr>Method 5 ⇝ Example 2</vt:lpstr>
      <vt:lpstr>Method 5 ⇝ Example 2 (Continue)</vt:lpstr>
      <vt:lpstr>Method 5 ⇝ Example 2 (Continue)</vt:lpstr>
      <vt:lpstr>Method 5 ⇝ Example 3</vt:lpstr>
      <vt:lpstr>Method 5 ⇝ Example 3 (Continue)</vt:lpstr>
      <vt:lpstr>Method 5 ⇝ Example 3 (Continue)</vt:lpstr>
      <vt:lpstr>Method 5 ⇝ Example 4</vt:lpstr>
      <vt:lpstr>Method 5 ⇝ Example 4 (Continue)</vt:lpstr>
      <vt:lpstr>Method 5 ⇝ Example 4 (Continue)</vt:lpstr>
      <vt:lpstr>Method 5 ⇝ Example 4 (Continue)</vt:lpstr>
      <vt:lpstr>Method 5 ⇝ Example 5</vt:lpstr>
      <vt:lpstr>Method 5 ⇝ Example 5 (Continue)</vt:lpstr>
      <vt:lpstr>Method 6 Various Measures of Statistics</vt:lpstr>
      <vt:lpstr>Mathematical Expectation</vt:lpstr>
      <vt:lpstr>Properties of Mathematical Expectation</vt:lpstr>
      <vt:lpstr>Properties of Mathematical Expectation</vt:lpstr>
      <vt:lpstr>Variance of Random Variable</vt:lpstr>
      <vt:lpstr>Properties of Variance</vt:lpstr>
      <vt:lpstr>Standard Deviation of Random Variable</vt:lpstr>
      <vt:lpstr>Examples of Method 6</vt:lpstr>
      <vt:lpstr>Method 6 ⇝ Example 1</vt:lpstr>
      <vt:lpstr>Method 6 ⇝ Example 1 (Continue)</vt:lpstr>
      <vt:lpstr>Method 6 ⇝ Example 1 (Continue)</vt:lpstr>
      <vt:lpstr>Method 6 ⇝ Example 2</vt:lpstr>
      <vt:lpstr>Method 6 ⇝ Example 3</vt:lpstr>
      <vt:lpstr>Method 6 ⇝ Example 3 (Continue)</vt:lpstr>
      <vt:lpstr>Method 6 ⇝ Example 3 (Continue)</vt:lpstr>
      <vt:lpstr>Method 6 ⇝ Example 4</vt:lpstr>
      <vt:lpstr>Method 6 ⇝ Example 4 (Continue)</vt:lpstr>
      <vt:lpstr>Method 6 ⇝ Example 5</vt:lpstr>
      <vt:lpstr>Method 6 ⇝ Example 5 (Continue)</vt:lpstr>
      <vt:lpstr>Method 6 ⇝ Example 5 (Continue)</vt:lpstr>
      <vt:lpstr>Method 6 ⇝ Example 6</vt:lpstr>
      <vt:lpstr>Method 6 ⇝ Example 6 (Continue)</vt:lpstr>
      <vt:lpstr>Method 6 ⇝ Example 6 (Continue)</vt:lpstr>
      <vt:lpstr>Method 6 ⇝ Example 6 (Continue)</vt:lpstr>
      <vt:lpstr>Method 6 ⇝ Example 6 (Continue)</vt:lpstr>
      <vt:lpstr>Method 7 Cumulative Distribution Function</vt:lpstr>
      <vt:lpstr>Cumulative Distribution Function</vt:lpstr>
      <vt:lpstr>Cumulative Distribution Function</vt:lpstr>
      <vt:lpstr>Cumulative Distribution Function</vt:lpstr>
      <vt:lpstr>Properties of Continuous Distribution Function</vt:lpstr>
      <vt:lpstr>Examples of Method 7</vt:lpstr>
      <vt:lpstr>Method 7 ⇝ Example 1</vt:lpstr>
      <vt:lpstr>Method 7 ⇝ Example 1 (Continue)</vt:lpstr>
      <vt:lpstr>Method 7 ⇝ Example 2</vt:lpstr>
      <vt:lpstr>Method 7 ⇝ Example 2 (Continue)</vt:lpstr>
      <vt:lpstr>Method 7 ⇝ Example 2 (Continue)</vt:lpstr>
      <vt:lpstr>Method 7 ⇝ Example 3</vt:lpstr>
      <vt:lpstr>Method 7 ⇝ Example 3 (Continue)</vt:lpstr>
      <vt:lpstr>Method 7 ⇝ Example 3 (Continue)</vt:lpstr>
      <vt:lpstr>Method 7 ⇝ Example 3 (Continue)</vt:lpstr>
      <vt:lpstr>Method 7 ⇝ Example 3 (Continue)</vt:lpstr>
      <vt:lpstr>Method 7 ⇝ Example 3 (Continue)</vt:lpstr>
      <vt:lpstr>Method 7 ⇝ Example 3 (Continue)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Vasudev </cp:lastModifiedBy>
  <cp:revision>1564</cp:revision>
  <dcterms:created xsi:type="dcterms:W3CDTF">2020-05-01T05:09:15Z</dcterms:created>
  <dcterms:modified xsi:type="dcterms:W3CDTF">2024-11-24T04:03:25Z</dcterms:modified>
</cp:coreProperties>
</file>